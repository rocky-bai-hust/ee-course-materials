
<file path=[Content_Types].xml><?xml version="1.0" encoding="utf-8"?>
<Types xmlns="http://schemas.openxmlformats.org/package/2006/content-types">
  <Default Extension="xml" ContentType="application/xml"/>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emf" ContentType="image/x-emf"/>
  <Default Extension="rels" ContentType="application/vnd.openxmlformats-package.relationships+xml"/>
  <Override PartName="/customXml/itemProps701.xml" ContentType="application/vnd.openxmlformats-officedocument.customXmlProperties+xml"/>
  <Override PartName="/customXml/itemProps702.xml" ContentType="application/vnd.openxmlformats-officedocument.customXmlProperties+xml"/>
  <Override PartName="/customXml/itemProps70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4.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9" r:id="rId3"/>
    <p:sldMasterId id="2147483689" r:id="rId4"/>
  </p:sldMasterIdLst>
  <p:notesMasterIdLst>
    <p:notesMasterId r:id="rId6"/>
  </p:notesMasterIdLst>
  <p:handoutMasterIdLst>
    <p:handoutMasterId r:id="rId59"/>
  </p:handoutMasterIdLst>
  <p:sldIdLst>
    <p:sldId id="318" r:id="rId5"/>
    <p:sldId id="320" r:id="rId7"/>
    <p:sldId id="322"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39" r:id="rId24"/>
    <p:sldId id="340" r:id="rId25"/>
    <p:sldId id="341" r:id="rId26"/>
    <p:sldId id="345" r:id="rId27"/>
    <p:sldId id="346" r:id="rId28"/>
    <p:sldId id="347" r:id="rId29"/>
    <p:sldId id="348" r:id="rId30"/>
    <p:sldId id="349" r:id="rId31"/>
    <p:sldId id="350" r:id="rId32"/>
    <p:sldId id="351" r:id="rId33"/>
    <p:sldId id="353" r:id="rId34"/>
    <p:sldId id="352" r:id="rId35"/>
    <p:sldId id="354" r:id="rId36"/>
    <p:sldId id="355" r:id="rId37"/>
    <p:sldId id="356" r:id="rId38"/>
    <p:sldId id="357" r:id="rId39"/>
    <p:sldId id="358" r:id="rId40"/>
    <p:sldId id="359" r:id="rId41"/>
    <p:sldId id="360" r:id="rId42"/>
    <p:sldId id="361" r:id="rId43"/>
    <p:sldId id="362" r:id="rId44"/>
    <p:sldId id="363" r:id="rId45"/>
    <p:sldId id="364" r:id="rId46"/>
    <p:sldId id="365" r:id="rId47"/>
    <p:sldId id="366" r:id="rId48"/>
    <p:sldId id="367" r:id="rId49"/>
    <p:sldId id="368" r:id="rId50"/>
    <p:sldId id="369" r:id="rId51"/>
    <p:sldId id="370" r:id="rId52"/>
    <p:sldId id="371" r:id="rId53"/>
    <p:sldId id="372" r:id="rId54"/>
    <p:sldId id="373" r:id="rId55"/>
    <p:sldId id="374" r:id="rId56"/>
    <p:sldId id="375" r:id="rId57"/>
    <p:sldId id="376" r:id="rId58"/>
  </p:sldIdLst>
  <p:sldSz cx="12192000" cy="6858000"/>
  <p:notesSz cx="6858000" cy="9144000"/>
  <p:custDataLst>
    <p:tags r:id="rId67"/>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234FC87-D722-44F9-96D4-60DB0A9315D0}">
          <p14:sldIdLst>
            <p14:sldId id="341"/>
            <p14:sldId id="345"/>
            <p14:sldId id="346"/>
            <p14:sldId id="347"/>
            <p14:sldId id="348"/>
            <p14:sldId id="349"/>
            <p14:sldId id="350"/>
            <p14:sldId id="351"/>
            <p14:sldId id="353"/>
            <p14:sldId id="352"/>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40"/>
            <p14:sldId id="339"/>
            <p14:sldId id="338"/>
            <p14:sldId id="337"/>
            <p14:sldId id="336"/>
            <p14:sldId id="335"/>
            <p14:sldId id="334"/>
            <p14:sldId id="333"/>
            <p14:sldId id="332"/>
            <p14:sldId id="331"/>
            <p14:sldId id="330"/>
            <p14:sldId id="329"/>
            <p14:sldId id="328"/>
            <p14:sldId id="327"/>
            <p14:sldId id="326"/>
            <p14:sldId id="325"/>
            <p14:sldId id="324"/>
            <p14:sldId id="322"/>
            <p14:sldId id="320"/>
            <p14:sldId id="318"/>
          </p14:sldIdLst>
        </p14:section>
      </p14:sectionLst>
    </p:ext>
    <p:ext uri="{EFAFB233-063F-42B5-8137-9DF3F51BA10A}">
      <p15:sldGuideLst xmlns:p15="http://schemas.microsoft.com/office/powerpoint/2012/main">
        <p15:guide id="1" orient="horz" pos="33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作者"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81" autoAdjust="0"/>
    <p:restoredTop sz="94660"/>
  </p:normalViewPr>
  <p:slideViewPr>
    <p:cSldViewPr snapToGrid="0" showGuides="1">
      <p:cViewPr varScale="1">
        <p:scale>
          <a:sx n="97" d="100"/>
          <a:sy n="97" d="100"/>
        </p:scale>
        <p:origin x="408" y="60"/>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3870" y="102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7" Type="http://schemas.openxmlformats.org/officeDocument/2006/relationships/tags" Target="tags/tag704.xml"/><Relationship Id="rId66" Type="http://schemas.openxmlformats.org/officeDocument/2006/relationships/customXml" Target="../customXml/item3.xml"/><Relationship Id="rId65" Type="http://schemas.openxmlformats.org/officeDocument/2006/relationships/customXml" Target="../customXml/item2.xml"/><Relationship Id="rId64" Type="http://schemas.openxmlformats.org/officeDocument/2006/relationships/customXml" Target="../customXml/item1.xml"/><Relationship Id="rId63" Type="http://schemas.openxmlformats.org/officeDocument/2006/relationships/commentAuthors" Target="commentAuthors.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notesMaster" Target="notesMasters/notesMaster1.xml"/><Relationship Id="rId59" Type="http://schemas.openxmlformats.org/officeDocument/2006/relationships/handoutMaster" Target="handoutMasters/handoutMaster1.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36.wmf"/><Relationship Id="rId5" Type="http://schemas.openxmlformats.org/officeDocument/2006/relationships/image" Target="../media/image35.emf"/><Relationship Id="rId4" Type="http://schemas.openxmlformats.org/officeDocument/2006/relationships/image" Target="../media/image34.e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49.emf"/><Relationship Id="rId4" Type="http://schemas.openxmlformats.org/officeDocument/2006/relationships/image" Target="../media/image48.emf"/><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s>
</file>

<file path=ppt/drawings/_rels/vmlDrawing7.vml.rels><?xml version="1.0" encoding="UTF-8" standalone="yes"?>
<Relationships xmlns="http://schemas.openxmlformats.org/package/2006/relationships"><Relationship Id="rId7" Type="http://schemas.openxmlformats.org/officeDocument/2006/relationships/image" Target="../media/image58.emf"/><Relationship Id="rId6" Type="http://schemas.openxmlformats.org/officeDocument/2006/relationships/image" Target="../media/image57.wmf"/><Relationship Id="rId5" Type="http://schemas.openxmlformats.org/officeDocument/2006/relationships/image" Target="../media/image46.wmf"/><Relationship Id="rId4" Type="http://schemas.openxmlformats.org/officeDocument/2006/relationships/image" Target="../media/image56.wmf"/><Relationship Id="rId3" Type="http://schemas.openxmlformats.org/officeDocument/2006/relationships/image" Target="../media/image55.emf"/><Relationship Id="rId2" Type="http://schemas.openxmlformats.org/officeDocument/2006/relationships/image" Target="../media/image54.wmf"/><Relationship Id="rId1" Type="http://schemas.openxmlformats.org/officeDocument/2006/relationships/image" Target="../media/image53.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63.wmf"/><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9.vml.rels><?xml version="1.0" encoding="UTF-8" standalone="yes"?>
<Relationships xmlns="http://schemas.openxmlformats.org/package/2006/relationships"><Relationship Id="rId7" Type="http://schemas.openxmlformats.org/officeDocument/2006/relationships/image" Target="../media/image70.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1.png"/></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81.wmf"/><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86.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96.wmf"/><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s>
</file>

<file path=ppt/drawings/_rels/vmlDrawing16.vml.rels><?xml version="1.0" encoding="UTF-8" standalone="yes"?>
<Relationships xmlns="http://schemas.openxmlformats.org/package/2006/relationships"><Relationship Id="rId5" Type="http://schemas.openxmlformats.org/officeDocument/2006/relationships/image" Target="../media/image96.wmf"/><Relationship Id="rId4" Type="http://schemas.openxmlformats.org/officeDocument/2006/relationships/image" Target="../media/image100.wmf"/><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CC354F9-AF4C-4E7A-BDE9-E5C83DA8C784}" type="datetime1">
              <a:rPr lang="zh-CN" altLang="en-US"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cm"/>
        </inkml:traceFormat>
        <inkml:channelProperties>
          <inkml:channelProperty channel="X" name="resolution" value="28.3464566929134" units="1/cm"/>
          <inkml:channelProperty channel="Y" name="resolution" value="28.3464566929134" units="1/cm"/>
          <inkml:channelProperty channel="F" name="resolution" value="2.84167" units="1/cm"/>
        </inkml:channelProperties>
      </inkml:inkSource>
      <inkml:timestamp xml:id="ts0" timeString="2023-12-25T21:55:05"/>
    </inkml:context>
    <inkml:brush xml:id="br0">
      <inkml:brushProperty name="width" value="0.35" units="cm"/>
      <inkml:brushProperty name="height" value="0.35" units="cm"/>
      <inkml:brushProperty name="color" value="#ffffff"/>
    </inkml:brush>
  </inkml:definitions>
  <inkml:trace contextRef="#ctx0" brushRef="#br0">95 285 1023,'248'-18'0,"-75"2"0,125 12 0,-193 4 0,15-9 0,-2 0 0,-106 9 0,21 0 0,61 6 0,-83-4 0,0 0 0,-1 0 0,1 2 0,-1-1 0,0 1 0,0 1 0,0 0 0,0 0 0,13 10 0,-4 1 0,-1 0 0,-1 1 0,-1 1 0,27 38 0,45 87 0,-72-111 0,-2 1 0,13 40 0,5 14 0,-31-83 0,0-1 0,1 1 0,0-1 0,0 0 0,0 1 0,0-1 0,0 0 0,1 0 0,-1 0 0,1-1 0,0 1 0,0 0 0,5 2 0,-6-4 0,0 0 0,1 0 0,-1 0 0,0-1 0,1 1 0,-1-1 0,1 0 0,-1 0 0,1 0 0,-1 0 0,1 0 0,-1 0 0,1-1 0,-1 1 0,0-1 0,1 1 0,-1-1 0,1 0 0,-1 0 0,0 0 0,3-3 0,31-18 0,-2-1 0,46-41 0,-19 14 0,127-106 0,17-12 0,-161 137 0,91-49 0,56-10 0,-114 54 0,-59 28 0,30-9 0,-42 15 0,1 1 0,-1-1 0,1 1 0,0 1 0,-1-1 0,1 1 0,0 0 0,8 2 0,-13-2 0,0 0 0,0 1 0,0 0 0,0-1 0,0 1 0,-1 0 0,1 0 0,0 0 0,-1 0 0,1 1 0,0-1 0,-1 0 0,1 1 0,-1-1 0,0 1 0,1-1 0,-1 1 0,0 0 0,0-1 0,0 1 0,0 0 0,-1 0 0,1 0 0,0 0 0,-1-1 0,1 1 0,-1 0 0,1 3 0,-1-1 0,1 1 0,-1-1 0,-1 1 0,1 0 0,0-1 0,-1 1 0,0 0 0,0-1 0,0 1 0,-1-1 0,-2 6 0,-16 26 0,-1-1 0,-37 48 0,-62 60 0,97-117 0,-37 42 0,-83 74 0,138-139 0,0 0 0,0 1 0,-1-2 0,1 1 0,-1 0 0,0-1 0,1 0 0,-1-1 0,0 1 0,0-1 0,0 0 0,0-1 0,0 1 0,0-1 0,0-1 0,-1 1 0,1-1 0,0 0 0,0 0 0,1-1 0,-1 1 0,0-1 0,0-1 0,1 1 0,-1-1 0,1 0 0,-8-6 0,-72-58 0,16 11 0,-134-82 0,-271-86 0,340 176 0,89 34 0,1-2 0,-55-28 0,-39-39 0,137 82 0,0 1 0,0-1 0,-1 0 0,1 0 0,0 1 0,-1-1 0,1 1 0,-1-1 0,1 1 0,-1-1 0,1 1 0,-1 0 0,1 0 0,-1 0 0,1 0 0,-1 0 0,1 0 0,-1 0 0,1 0 0,-1 1 0,1-1 0,-1 1 0,1-1 0,0 1 0,-1-1 0,1 1 0,0 0 0,-1 0 0,1-1 0,0 1 0,0 0 0,0 0 0,0 0 0,-2 2 0,-3 5 0,0-1 0,1 1 0,0 0 0,-6 15 0,-2 0 0,-55 84 0,-62 111 0,129-217 0,-2 7 0,-1-1 0,0 0 0,0 0 0,0 0 0,-7 6 0,9-11 0,0 0 0,-1 0 0,1 0 0,-1 0 0,0 0 0,0-1 0,0 1 0,1-1 0,-1 0 0,0 0 0,-1 0 0,1 0 0,0 0 0,0-1 0,0 0 0,-4 1 0,-57 2 0,-1-2 0,0-3 0,1-3 0,-1-3 0,-67-17 0,101 17 0,0-2 0,-44-20 0,62 23 0,0 0 0,0-1 0,1 0 0,0-1 0,0 0 0,1-1 0,-17-19 0,26 27 0,0 0 0,0 0 0,1 0 0,-1 0 0,1-1 0,-1 1 0,1-1 0,0 1 0,0-1 0,0 1 0,0-1 0,0 0 0,1 1 0,-1-1 0,1 0 0,-1 0 0,1 1 0,0-1 0,0 0 0,1 0 0,-1 1 0,1-1 0,-1 0 0,1 0 0,0 1 0,0-1 0,0 1 0,0-1 0,0 1 0,1-1 0,-1 1 0,1 0 0,-1-1 0,1 1 0,0 0 0,3-2 0,1-2 0,0 2 0,0-1 0,1 0 0,0 1 0,0 1 0,0-1 0,0 1 0,1 0 0,-1 1 0,1-1 0,13-1 0,-12 3 0,0 1 0,-1-1 0,1 1 0,0 1 0,0 0 0,0 0 0,-1 1 0,1 0 0,-1 0 0,1 1 0,7 4 0,-3-1 0,-1 1 0,0 0 0,0 1 0,-1 1 0,0 0 0,12 12 0,5 11 0,-2 0 0,-1 2 0,33 59 0,-56-89 0,0 0 0,1-1 0,-1 1 0,1 0 0,0-1 0,0 0 0,0 0 0,4 4 0,-5-6 0,-1-1 0,1 1 0,-1 0 0,1-1 0,0 1 0,-1-1 0,1 0 0,-1 0 0,1 1 0,0-1 0,-1 0 0,1 0 0,-1-1 0,1 1 0,0 0 0,-1 0 0,1-1 0,-1 1 0,1-1 0,-1 0 0,1 1 0,-1-1 0,1 0 0,-1 0 0,3-1 0,9-9 0,0 1 0,0-1 0,-1-1 0,10-13 0,6-5 0,-4 6 0,1 1 0,1 2 0,1 1 0,36-22 0,-42 31 0,0 0 0,1 2 0,0 0 0,1 2 0,0 0 0,42-6 0,-25 9 0,1 2 0,-1 1 0,1 3 0,-1 1 0,1 2 0,-1 2 0,-1 1 0,1 2 0,-2 2 0,1 2 0,60 30 0,-40-13 0,-1 3 0,-2 3 0,-2 2 0,-1 2 0,-2 3 0,59 64 0,-97-93 0,0 0 0,-1 0 0,-1 1 0,0 0 0,-1 1 0,-1 0 0,-1 1 0,0 0 0,-2 0 0,6 20 0,-12-37 0,0 0 0,0-1 0,0 1 0,0 0 0,0 0 0,0-1 0,0 1 0,0 0 0,1-1 0,-1 1 0,0 0 0,1-1 0,-1 1 0,0 0 0,1-1 0,-1 1 0,1-1 0,-1 1 0,1 0 0,-1-1 0,1 1 0,-1-1 0,1 0 0,-1 1 0,1-1 0,0 1 0,-1-1 0,1 0 0,0 0 0,-1 1 0,1-1 0,0 0 0,-1 0 0,1 0 0,0 0 0,0 0 0,-1 0 0,1 0 0,0 0 0,0 0 0,-1 0 0,1 0 0,0 0 0,-1 0 0,1-1 0,0 1 0,0-1 0,5-2 0,-1 0 0,0-1 0,0 1 0,8-10 0,-5 6 0,97-94 0,-65 60 0,1 2 0,63-45 0,-96 78 0,0 1 0,0 0 0,1 0 0,0 1 0,0 0 0,0 1 0,10-3 0,-16 5 0,-1 1 0,1 0 0,0-1 0,0 1 0,0 0 0,-1 0 0,1 0 0,0 1 0,0-1 0,0 1 0,-1 0 0,1-1 0,0 1 0,-1 0 0,1 1 0,-1-1 0,1 0 0,-1 1 0,0-1 0,1 1 0,-1 0 0,0 0 0,0 0 0,0 0 0,0 0 0,-1 0 0,1 0 0,1 4 0,4 7 0,-1 0 0,0 1 0,-1 0 0,0 0 0,-1 0 0,-1 1 0,-1-1 0,0 1 0,0 18 0,-1 15 0,-9 69 0,7-104 0,-7 45 0,7-55 0,0 0 0,0 0 0,0 1 0,0-1 0,0 0 0,-1 0 0,0 0 0,1 0 0,-1-1 0,0 1 0,0 0 0,-1-1 0,-3 5 0,5-7 0,0 1 0,-1 0 0,1-1 0,0 1 0,0-1 0,0 0 0,0 1 0,-1-1 0,1 0 0,0 0 0,0 0 0,-1 0 0,1 0 0,0 0 0,0 0 0,0 0 0,-1 0 0,1 0 0,0-1 0,0 1 0,0-1 0,-1 1 0,1-1 0,0 1 0,0-1 0,0 1 0,0-1 0,0 0 0,0 0 0,0 0 0,0 1 0,1-1 0,-1 0 0,0 0 0,-1-2 0,-3-4 0,1 1 0,0-1 0,0 0 0,-4-10 0,-49-146 0,41 113 0,15 47 0,0 1 0,0-1 0,0 1 0,0-1 0,-1 1 0,1-1 0,-1 1 0,-2-4 0,3 6 0,1-1 0,-1 1 0,1 0 0,-1-1 0,1 1 0,-1 0 0,1 0 0,-1 0 0,1-1 0,-1 1 0,1 0 0,-1 0 0,0 0 0,1 0 0,-1 0 0,1 0 0,-1 0 0,1 0 0,-1 0 0,0 0 0,1 0 0,-1 0 0,1 1 0,-1-1 0,1 0 0,-1 0 0,1 0 0,-1 1 0,1-1 0,-1 0 0,1 1 0,-1-1 0,1 1 0,0-1 0,-1 0 0,1 1 0,-1-1 0,1 1 0,0-1 0,0 1 0,-1-1 0,1 1 0,0-1 0,0 1 0,-1-1 0,1 1 0,0 0 0,-6 13 0,0-1 0,1 1 0,0 0 0,1 0 0,-3 22 0,2 0 0,0 39 0,5-57 0,0 17 0,0-33 0,0 0 0,0 0 0,-1 0 0,1-1 0,-1 1 0,1 0 0,-1 0 0,1-1 0,-1 1 0,0 0 0,0-1 0,0 1 0,0-1 0,-2 2 0,3-2 0,-1-1 0,1 1 0,-1-1 0,0 0 0,1 1 0,-1-1 0,0 0 0,0 0 0,1 0 0,-1 0 0,0 1 0,1-1 0,-1 0 0,0 0 0,0 0 0,1 0 0,-1 0 0,0-1 0,1 1 0,-1 0 0,0 0 0,0 0 0,1-1 0,-1 1 0,0 0 0,1-1 0,-1 1 0,1 0 0,-1-1 0,1 1 0,-1-1 0,0 1 0,0-2 0,-17-19 0,-10-27 0,2-1 0,2-1 0,-26-79 0,16 40 0,24 59 0,7 20 0,0 0 0,-1 1 0,0-1 0,0 1 0,-1 0 0,-1 1 0,-7-11 0,13 18 0,-1 0 0,1 1 0,-1-1 0,1 1 0,-1-1 0,0 1 0,1-1 0,-1 1 0,0-1 0,1 1 0,-1 0 0,0-1 0,1 1 0,-1 0 0,0 0 0,0 0 0,1-1 0,-1 1 0,0 0 0,0 0 0,0 0 0,1 0 0,-1 0 0,0 0 0,0 1 0,1-1 0,-1 0 0,0 0 0,0 0 0,1 1 0,-1-1 0,0 0 0,1 1 0,-1-1 0,0 1 0,1-1 0,-1 1 0,0-1 0,1 1 0,-1-1 0,1 1 0,-1-1 0,1 1 0,-1 0 0,1-1 0,-1 2 0,-2 3 0,1-1 0,-1 1 0,1 0 0,0 0 0,-2 10 0,-12 70 0,-3 12 0,16-84 0,-1-1 0,-1 0 0,0 0 0,0 0 0,-12 17 0,16-26 0,-1 0 0,0 0 0,0-1 0,0 1 0,-1-1 0,1 1 0,-1-1 0,1 0 0,-1 0 0,0 0 0,0 0 0,0-1 0,0 1 0,0-1 0,0 1 0,0-1 0,0 0 0,-4 0 0,3-1 0,0 1 0,0-2 0,0 1 0,0 0 0,0-1 0,0 0 0,0 0 0,0 0 0,0 0 0,0-1 0,0 1 0,-6-5 0,-3-3 0,0-1 0,1 0 0,0-1 0,1 0 0,0 0 0,-13-19 0,3 0 0,16 20 0,-1 2 0,0-1 0,-1 1 0,-8-10 0,14 18 0,1 0 0,0 0 0,-1-1 0,1 1 0,0 0 0,-1 0 0,1-1 0,0 1 0,-1 0 0,1 0 0,0 0 0,-1 0 0,1-1 0,-1 1 0,1 0 0,0 0 0,-1 0 0,1 0 0,-1 0 0,1 0 0,0 0 0,-1 0 0,1 0 0,-1 0 0,1 0 0,0 1 0,-1-1 0,1 0 0,0 0 0,-1 0 0,1 0 0,0 1 0,-1-1 0,1 0 0,0 0 0,-1 1 0,1-1 0,0 0 0,-1 0 0,1 1 0,0-1 0,0 0 0,0 1 0,-1-1 0,1 0 0,0 1 0,0-1 0,0 1 0,0-1 0,0 0 0,-1 1 0,1-1 0,0 1 0,0-1 0,0 1 0,-5 31 0,4-25 0,-10 73 0,0-13 0,-3 94 0,11-125 0,3-36 0,0 0 0,0 0 0,0 0 0,0 0 0,0 0 0,0 0 0,0 1 0,0-1 0,0 0 0,0 0 0,0 0 0,0 0 0,0 0 0,0 0 0,0 0 0,0 0 0,0 0 0,0 0 0,0 1 0,0-1 0,0 0 0,0 0 0,0 0 0,0 0 0,0 0 0,0 0 0,0 0 0,0 0 0,0 0 0,0 0 0,0 0 0,0 0 0,-1 0 0,1 0 0,0 0 0,0 0 0,0 0 0,0 0 0,0 1 0,0-1 0,0 0 0,0 0 0,0 0 0,0 0 0,0 0 0,-1 0 0,1 0 0,0 0 0,0 0 0,0 0 0,0 0 0,0 0 0,0-1 0,0 1 0,0 0 0,0 0 0,0 0 0,0 0 0,-1 0 0,1 0 0,0 0 0,0 0 0,0 0 0,0 0 0,0 0 0,0 0 0,0 0 0,0 0 0,-3-9 0,-1-15 0,-1-313 0,6 230 0,-1 106 0,0 1 0,-1-1 0,1 0 0,0 0 0,0 0 0,0 0 0,0 1 0,0-1 0,0 0 0,0 0 0,0 0 0,1 1 0,-1-1 0,0 0 0,0 0 0,1 0 0,-1 1 0,0-1 0,1 0 0,-1 1 0,1-1 0,-1 0 0,1 1 0,-1-1 0,1 0 0,0 0 0,0 1 0,0 1 0,0-1 0,0 1 0,0-1 0,0 1 0,0-1 0,0 1 0,0 0 0,-1-1 0,1 1 0,0 0 0,-1 0 0,1-1 0,0 1 0,-1 0 0,2 2 0,25 46 0,183 433 0,-180-424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5T21:55:05"/>
    </inkml:context>
    <inkml:brush xml:id="br0">
      <inkml:brushProperty name="width" value="0" units="cm"/>
      <inkml:brushProperty name="height" value="0.3" units="cm"/>
      <inkml:brushProperty name="color" value="#849398"/>
    </inkml:brush>
  </inkml:definitions>
  <inkml:trace contextRef="#ctx0" brushRef="#br0">11484 2912,'-3'0,"-14"0,-18 0,-18 0,-17 0,-26 0,-22 0,-24 0,-33 0,-25 0,-29 0,-19 0,-17 0,-9 0,3 0,-7 0,-19-3,-6-8,1-2,11-5,26 0,15 4,18-3,25 2,16 0,8 3,9-4,11 2,8-4,3-2,6 3,1-6,-17-6,-13-10,-12-9,-8-5,-6-14,9 1,11 0,6 0,11 9,4 1,3 0,3 0,1-1,0-2,-2-9,5-5,2-6,-2-10,4-9,4-10,14-1,15 7,17 13,22 9,17 11,18 11,13 13,7 10,7 8,2 8,3 2,3-1,2-2,4-12,5-13,9-9,7-8,9 0,13-6,12 3,9 2,12 2,20 8,15 7,15 11,8 12,7 9,2 8,2 7,9 4,-6 5,-3 6,0 4,-9 6,-8 0,-14 7,-6 4,-10 5,-2 5,-4 8,-6 8,-1 15,-3 8,-9 2,-1-1,-6-5,-6-4,-9-9,-5-3,-7 1,-6-6,-1 5,-5-1,-5 3,0 2,-4 2,-2 2,-4-5,-1-1,-3-3,-3-8,-3-9,-2-5,-1-7,-1-6,-1-5,1-4,-1-1,1-2,-1 0,1-1,-3 8,-5 5,-4 1,-3 2,-9 2,-6 1,-12 4,-8-1,-3 2,-1-2,-5-8,2-9,-4 1,-6 0,-12 0,-12 2,-7-4,-9-1,-13 2,-18 1,-12-4,-2-5,-9 1,-3-1,4-3,4-4,4-3,4-2,9-2,10-6,10-7,6-7,6 1,8-1,1 0,5-3,8 2,0 5,-3 2,1 4,2-1,-4 2,4 3,3 2,2 2,3-5,0-2,1-2,0 0,7 0,8 0,5 3,9 0,6 1,3 1,5 3,2 1,2 1,4 0,2 1,-1-3,0-1,1 1,1-1,1 2,1 1,0 0,1 1,0 0,0 0,0 0,1 0,-1 0,3-3,1-1,0 0,3-3,-1 0,3-1,-1-1,2 3</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cm"/>
        </inkml:traceFormat>
        <inkml:channelProperties>
          <inkml:channelProperty channel="X" name="resolution" value="28.3464566929134" units="1/cm"/>
          <inkml:channelProperty channel="Y" name="resolution" value="28.3464566929134" units="1/cm"/>
          <inkml:channelProperty channel="F" name="resolution" value="2.84167" units="1/cm"/>
        </inkml:channelProperties>
      </inkml:inkSource>
      <inkml:timestamp xml:id="ts0" timeString="2023-12-25T21:55:05"/>
    </inkml:context>
    <inkml:brush xml:id="br0">
      <inkml:brushProperty name="width" value="0.35" units="cm"/>
      <inkml:brushProperty name="height" value="0.35" units="cm"/>
      <inkml:brushProperty name="color" value="#ffffff"/>
    </inkml:brush>
  </inkml:definitions>
  <inkml:trace contextRef="#ctx0" brushRef="#br0">0 57 1023,'461'36'0,"-332"-21"0,374 61 0,-128-16 0,4-27 0,-49-32 0,-159-2 0,-160 1 0,0 0 0,1 1 0,21 5 0,-25-2 0,-13-1 0,-17 0 0,-551-10 0,48-54 0,488 53 0,-53-19 0,15 4 0,70 22 0,0-1 0,0 1 0,1-1 0,-1 0 0,1-1 0,-1 1 0,-4-4 0,8 5 0,0 1 0,0-1 0,1 0 0,-1 1 0,1-1 0,-1 0 0,0 0 0,1 1 0,-1-1 0,1 0 0,0 0 0,-1 0 0,1 1 0,0-1 0,-1 0 0,1 0 0,0 0 0,0 0 0,0 0 0,0 0 0,0 0 0,0 0 0,0 0 0,0 1 0,0-1 0,0 0 0,0 0 0,1 0 0,-1 0 0,0 0 0,1 0 0,-1 1 0,1-1 0,-1 0 0,1 0 0,-1 0 0,1 1 0,-1-1 0,1 0 0,0 1 0,-1-1 0,1 1 0,0-1 0,0 1 0,1-2 0,3-1 0,0-1 0,0 1 0,0 0 0,1 0 0,-1 1 0,1 0 0,0 0 0,9-2 0,53-7 0,-49 9 0,103-14 0,314-31 0,-348 43 0,1 5 0,-2 4 0,135 24 0,-119-14 0,62 12 0,-137-21 0,1 2 0,-2 1 0,44 20 0,-66-27 0,-2-1 0,0 1 0,0-1 0,0 1 0,0-1 0,-1 1 0,1 0 0,0 0 0,-1 0 0,1 0 0,1 3 0,-4-4 0,0-1 0,0 0 0,0 0 0,0 1 0,0-1 0,0 0 0,0 1 0,-1-1 0,1 0 0,0 0 0,0 1 0,0-1 0,0 0 0,-1 0 0,1 0 0,0 1 0,0-1 0,-1 0 0,1 0 0,0 0 0,0 0 0,-1 0 0,1 1 0,0-1 0,0 0 0,-1 0 0,1 0 0,0 0 0,-1 0 0,1 0 0,0 0 0,0 0 0,-1 0 0,1 0 0,-1 0 0,-14 2 0,14-2 0,-45 1 0,0-1 0,-59-9 0,-95-22 0,94 12 0,-248-32 0,-420-7 0,343 60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cm"/>
        </inkml:traceFormat>
        <inkml:channelProperties>
          <inkml:channelProperty channel="X" name="resolution" value="28.3464566929134" units="1/cm"/>
          <inkml:channelProperty channel="Y" name="resolution" value="28.3464566929134" units="1/cm"/>
          <inkml:channelProperty channel="F" name="resolution" value="2.84167" units="1/cm"/>
        </inkml:channelProperties>
      </inkml:inkSource>
      <inkml:timestamp xml:id="ts0" timeString="2023-12-25T21:55:05"/>
    </inkml:context>
    <inkml:brush xml:id="br0">
      <inkml:brushProperty name="width" value="0.35" units="cm"/>
      <inkml:brushProperty name="height" value="0.35" units="cm"/>
      <inkml:brushProperty name="color" value="#ffffff"/>
    </inkml:brush>
  </inkml:definitions>
  <inkml:trace contextRef="#ctx0" brushRef="#br0">1 1 1023,'0'0'0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cm"/>
        </inkml:traceFormat>
        <inkml:channelProperties>
          <inkml:channelProperty channel="X" name="resolution" value="28.3464566929134" units="1/cm"/>
          <inkml:channelProperty channel="Y" name="resolution" value="28.3464566929134" units="1/cm"/>
          <inkml:channelProperty channel="F" name="resolution" value="2.84167" units="1/cm"/>
        </inkml:channelProperties>
      </inkml:inkSource>
      <inkml:timestamp xml:id="ts0" timeString="2023-12-25T21:55:05"/>
    </inkml:context>
    <inkml:brush xml:id="br0">
      <inkml:brushProperty name="width" value="0.35" units="cm"/>
      <inkml:brushProperty name="height" value="0.35" units="cm"/>
      <inkml:brushProperty name="color" value="#ffffff"/>
    </inkml:brush>
  </inkml:definitions>
  <inkml:trace contextRef="#ctx0" brushRef="#br0">0 385 1023,'9'-1'0,"0"0"0,0 0 0,0-1 0,0-1 0,14-5 0,12-2 0,357-61 0,-253 49 0,41-1 0,341-1 0,-485 24 0,1 1 0,-1 1 0,0 2 0,0 2 0,0 2 0,37 12 0,-7 1 0,77 15 0,-101-30 0,1-2 0,70-1 0,-73-3 0,-1255-103 0,1069 83 0,-186-22 0,246 41 0,198 4 0,43 3 0,328 57 0,236 15 0,-674-79 0,-34 0 0,-1 0 0,1 1 0,-1 0 0,1 1 0,-1 0 0,0 1 0,0 0 0,14 4 0,-24-6 0,1 0 0,-1 1 0,1-1 0,-1 0 0,1 0 0,-1 0 0,1 1 0,-1-1 0,1 0 0,-1 1 0,1-1 0,-1 0 0,1 1 0,-1-1 0,0 0 0,1 1 0,-1-1 0,0 1 0,1-1 0,-1 1 0,0-1 0,0 1 0,1-1 0,-1 1 0,0-1 0,0 1 0,0-1 0,0 1 0,0 0 0,1 0 0,-2 0 0,1 0 0,-1 0 0,0 0 0,1 0 0,-1 0 0,1 0 0,-1 0 0,0 0 0,0 0 0,0 0 0,0-1 0,1 1 0,-1 0 0,-1 0 0,-5 3 0,0 0 0,-1 0 0,-12 4 0,-72 17 0,-115 17 0,117-25 0,-354 59 0,-9-36 0,358-42 0,477-74 0,271-45 0,-558 107 0,708-95 0,-370 98 0,-430 11 0,0 0 0,0 1 0,0-1 0,-1 0 0,1 1 0,0-1 0,0 1 0,0 0 0,3 2 0,-5-3 0,-1 0 0,0 0 0,0 0 0,0 0 0,0 0 0,1 0 0,-1 0 0,0 1 0,0-1 0,0 0 0,0 0 0,0 0 0,1 0 0,-1 0 0,0 1 0,0-1 0,0 0 0,0 0 0,0 0 0,0 1 0,0-1 0,0 0 0,0 0 0,0 0 0,0 0 0,0 1 0,0-1 0,0 0 0,0 0 0,0 0 0,0 1 0,0-1 0,0 0 0,0 0 0,0 0 0,0 1 0,0-1 0,0 0 0,0 0 0,-1 0 0,1 1 0,-17 9 0,-21 3 0,-1-2 0,-51 9 0,-85 4 0,101-14 0,-234 25 0,-501-5 0,806-31 0,-1 1 0,1 0 0,0-1 0,-1 0 0,1 0 0,0 0 0,-1 0 0,1 0 0,0-1 0,0 1 0,-4-3 0,7 3 0,-1 1 0,0-1 0,1 1 0,-1-1 0,1 1 0,-1-1 0,1 0 0,-1 1 0,1-1 0,0 1 0,-1-1 0,1 0 0,0 0 0,-1 1 0,1-1 0,0 0 0,0 0 0,0 1 0,-1-1 0,1-1 0,1 0 0,-1 1 0,0 0 0,1 0 0,-1 0 0,1-1 0,-1 1 0,1 0 0,0 0 0,0 0 0,-1 0 0,1 0 0,0 0 0,0 0 0,0 0 0,0 0 0,0 1 0,1-2 0,10-5 0,0 0 0,0 0 0,0 1 0,22-7 0,-1 0 0,-2 0 0,95-41 0,211-61 0,-333 114 0,1 0 0,-1 0 0,0 0 0,0-1 0,8-3 0,-12 5 0,0-1 0,0 1 0,0 0 0,0 0 0,1 0 0,-1 0 0,0 0 0,0 0 0,0-1 0,0 1 0,0 0 0,0 0 0,0 0 0,0 0 0,0 0 0,0-1 0,0 1 0,0 0 0,0 0 0,0 0 0,0 0 0,0 0 0,0-1 0,0 1 0,0 0 0,0 0 0,0 0 0,0 0 0,0-1 0,0 1 0,0 0 0,0 0 0,0 0 0,0 0 0,0 0 0,-1 0 0,1-1 0,0 1 0,0 0 0,0 0 0,0 0 0,0 0 0,0 0 0,-1 0 0,1 0 0,0 0 0,0 0 0,0-1 0,0 1 0,-1 0 0,-20-7 0,-121-21 0,0 6 0,-2 7 0,-164 2 0,301 13 0,0 0 0,0 0 0,1-1 0,-1 0 0,0 0 0,0-1 0,1 0 0,-1 0 0,-10-6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CF891011-CD72-45B7-A8BE-48AB53A0B3AA}" type="datetime1">
              <a:rPr lang="zh-CN" altLang="en-US" noProof="0" smtClean="0"/>
            </a:fld>
            <a:endParaRPr lang="zh-CN" altLang="en-US" noProof="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D4B9A9E5-4F7F-4A7D-9DE1-899232329269}" type="slidenum">
              <a:rPr lang="en-US" altLang="zh-CN" noProof="0" smtClean="0"/>
            </a:fld>
            <a:endParaRPr lang="zh-CN" altLang="en-US" noProof="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7" Type="http://schemas.openxmlformats.org/officeDocument/2006/relationships/tags" Target="../tags/tag64.xml"/><Relationship Id="rId26" Type="http://schemas.openxmlformats.org/officeDocument/2006/relationships/tags" Target="../tags/tag63.xml"/><Relationship Id="rId25" Type="http://schemas.openxmlformats.org/officeDocument/2006/relationships/tags" Target="../tags/tag62.xml"/><Relationship Id="rId24" Type="http://schemas.openxmlformats.org/officeDocument/2006/relationships/tags" Target="../tags/tag61.xml"/><Relationship Id="rId23" Type="http://schemas.openxmlformats.org/officeDocument/2006/relationships/tags" Target="../tags/tag60.xml"/><Relationship Id="rId22" Type="http://schemas.openxmlformats.org/officeDocument/2006/relationships/tags" Target="../tags/tag59.xml"/><Relationship Id="rId21" Type="http://schemas.openxmlformats.org/officeDocument/2006/relationships/tags" Target="../tags/tag58.xml"/><Relationship Id="rId20" Type="http://schemas.openxmlformats.org/officeDocument/2006/relationships/tags" Target="../tags/tag57.xml"/><Relationship Id="rId2" Type="http://schemas.openxmlformats.org/officeDocument/2006/relationships/tags" Target="../tags/tag39.xml"/><Relationship Id="rId19" Type="http://schemas.openxmlformats.org/officeDocument/2006/relationships/tags" Target="../tags/tag56.xml"/><Relationship Id="rId18" Type="http://schemas.openxmlformats.org/officeDocument/2006/relationships/tags" Target="../tags/tag55.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5" Type="http://schemas.openxmlformats.org/officeDocument/2006/relationships/tags" Target="../tags/tag112.xml"/><Relationship Id="rId24" Type="http://schemas.openxmlformats.org/officeDocument/2006/relationships/tags" Target="../tags/tag111.xml"/><Relationship Id="rId23" Type="http://schemas.openxmlformats.org/officeDocument/2006/relationships/tags" Target="../tags/tag110.xml"/><Relationship Id="rId22" Type="http://schemas.openxmlformats.org/officeDocument/2006/relationships/tags" Target="../tags/tag109.xml"/><Relationship Id="rId21" Type="http://schemas.openxmlformats.org/officeDocument/2006/relationships/tags" Target="../tags/tag108.xml"/><Relationship Id="rId20" Type="http://schemas.openxmlformats.org/officeDocument/2006/relationships/tags" Target="../tags/tag107.xml"/><Relationship Id="rId2" Type="http://schemas.openxmlformats.org/officeDocument/2006/relationships/tags" Target="../tags/tag89.xml"/><Relationship Id="rId19" Type="http://schemas.openxmlformats.org/officeDocument/2006/relationships/tags" Target="../tags/tag106.xml"/><Relationship Id="rId18" Type="http://schemas.openxmlformats.org/officeDocument/2006/relationships/tags" Target="../tags/tag105.xml"/><Relationship Id="rId17" Type="http://schemas.openxmlformats.org/officeDocument/2006/relationships/tags" Target="../tags/tag104.xml"/><Relationship Id="rId16" Type="http://schemas.openxmlformats.org/officeDocument/2006/relationships/tags" Target="../tags/tag103.xml"/><Relationship Id="rId15" Type="http://schemas.openxmlformats.org/officeDocument/2006/relationships/tags" Target="../tags/tag102.xml"/><Relationship Id="rId14" Type="http://schemas.openxmlformats.org/officeDocument/2006/relationships/tags" Target="../tags/tag101.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tags" Target="../tags/tag122.xml"/><Relationship Id="rId7" Type="http://schemas.openxmlformats.org/officeDocument/2006/relationships/tags" Target="../tags/tag121.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2" Type="http://schemas.openxmlformats.org/officeDocument/2006/relationships/tags" Target="../tags/tag126.xml"/><Relationship Id="rId11" Type="http://schemas.openxmlformats.org/officeDocument/2006/relationships/tags" Target="../tags/tag125.xml"/><Relationship Id="rId10" Type="http://schemas.openxmlformats.org/officeDocument/2006/relationships/tags" Target="../tags/tag124.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1" Type="http://schemas.openxmlformats.org/officeDocument/2006/relationships/tags" Target="../tags/tag147.xml"/><Relationship Id="rId10" Type="http://schemas.openxmlformats.org/officeDocument/2006/relationships/tags" Target="../tags/tag146.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tags" Target="../tags/tag154.xml"/><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7" Type="http://schemas.openxmlformats.org/officeDocument/2006/relationships/tags" Target="../tags/tag173.xml"/><Relationship Id="rId26" Type="http://schemas.openxmlformats.org/officeDocument/2006/relationships/tags" Target="../tags/tag172.xml"/><Relationship Id="rId25" Type="http://schemas.openxmlformats.org/officeDocument/2006/relationships/tags" Target="../tags/tag171.xml"/><Relationship Id="rId24" Type="http://schemas.openxmlformats.org/officeDocument/2006/relationships/tags" Target="../tags/tag170.xml"/><Relationship Id="rId23" Type="http://schemas.openxmlformats.org/officeDocument/2006/relationships/tags" Target="../tags/tag169.xml"/><Relationship Id="rId22" Type="http://schemas.openxmlformats.org/officeDocument/2006/relationships/tags" Target="../tags/tag168.xml"/><Relationship Id="rId21" Type="http://schemas.openxmlformats.org/officeDocument/2006/relationships/tags" Target="../tags/tag167.xml"/><Relationship Id="rId20" Type="http://schemas.openxmlformats.org/officeDocument/2006/relationships/tags" Target="../tags/tag166.xml"/><Relationship Id="rId2" Type="http://schemas.openxmlformats.org/officeDocument/2006/relationships/tags" Target="../tags/tag148.xml"/><Relationship Id="rId19" Type="http://schemas.openxmlformats.org/officeDocument/2006/relationships/tags" Target="../tags/tag165.xml"/><Relationship Id="rId18" Type="http://schemas.openxmlformats.org/officeDocument/2006/relationships/tags" Target="../tags/tag164.xml"/><Relationship Id="rId17" Type="http://schemas.openxmlformats.org/officeDocument/2006/relationships/tags" Target="../tags/tag163.xml"/><Relationship Id="rId16" Type="http://schemas.openxmlformats.org/officeDocument/2006/relationships/tags" Target="../tags/tag162.xml"/><Relationship Id="rId15" Type="http://schemas.openxmlformats.org/officeDocument/2006/relationships/tags" Target="../tags/tag161.xml"/><Relationship Id="rId14" Type="http://schemas.openxmlformats.org/officeDocument/2006/relationships/tags" Target="../tags/tag160.xml"/><Relationship Id="rId13" Type="http://schemas.openxmlformats.org/officeDocument/2006/relationships/tags" Target="../tags/tag159.xml"/><Relationship Id="rId12" Type="http://schemas.openxmlformats.org/officeDocument/2006/relationships/tags" Target="../tags/tag158.xml"/><Relationship Id="rId11" Type="http://schemas.openxmlformats.org/officeDocument/2006/relationships/tags" Target="../tags/tag157.xml"/><Relationship Id="rId10" Type="http://schemas.openxmlformats.org/officeDocument/2006/relationships/tags" Target="../tags/tag156.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181.xml"/><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0" Type="http://schemas.openxmlformats.org/officeDocument/2006/relationships/tags" Target="../tags/tag182.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2" Type="http://schemas.openxmlformats.org/officeDocument/2006/relationships/tags" Target="../tags/tag19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3" Type="http://schemas.openxmlformats.org/officeDocument/2006/relationships/tags" Target="../tags/tag205.xml"/><Relationship Id="rId12" Type="http://schemas.openxmlformats.org/officeDocument/2006/relationships/tags" Target="../tags/tag204.xml"/><Relationship Id="rId11" Type="http://schemas.openxmlformats.org/officeDocument/2006/relationships/tags" Target="../tags/tag203.xml"/><Relationship Id="rId10" Type="http://schemas.openxmlformats.org/officeDocument/2006/relationships/tags" Target="../tags/tag202.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3" Type="http://schemas.openxmlformats.org/officeDocument/2006/relationships/tags" Target="../tags/tag217.xml"/><Relationship Id="rId12" Type="http://schemas.openxmlformats.org/officeDocument/2006/relationships/tags" Target="../tags/tag216.xml"/><Relationship Id="rId11" Type="http://schemas.openxmlformats.org/officeDocument/2006/relationships/tags" Target="../tags/tag215.xml"/><Relationship Id="rId10" Type="http://schemas.openxmlformats.org/officeDocument/2006/relationships/tags" Target="../tags/tag214.xml"/><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9" Type="http://schemas.openxmlformats.org/officeDocument/2006/relationships/tags" Target="../tags/tag225.xml"/><Relationship Id="rId8" Type="http://schemas.openxmlformats.org/officeDocument/2006/relationships/tags" Target="../tags/tag224.xml"/><Relationship Id="rId7" Type="http://schemas.openxmlformats.org/officeDocument/2006/relationships/tags" Target="../tags/tag223.xml"/><Relationship Id="rId6" Type="http://schemas.openxmlformats.org/officeDocument/2006/relationships/tags" Target="../tags/tag222.xml"/><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3" Type="http://schemas.openxmlformats.org/officeDocument/2006/relationships/tags" Target="../tags/tag229.xml"/><Relationship Id="rId12" Type="http://schemas.openxmlformats.org/officeDocument/2006/relationships/tags" Target="../tags/tag228.xml"/><Relationship Id="rId11" Type="http://schemas.openxmlformats.org/officeDocument/2006/relationships/tags" Target="../tags/tag227.xml"/><Relationship Id="rId10" Type="http://schemas.openxmlformats.org/officeDocument/2006/relationships/tags" Target="../tags/tag226.xml"/><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237.xml"/><Relationship Id="rId8" Type="http://schemas.openxmlformats.org/officeDocument/2006/relationships/tags" Target="../tags/tag236.xml"/><Relationship Id="rId7" Type="http://schemas.openxmlformats.org/officeDocument/2006/relationships/tags" Target="../tags/tag235.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5" Type="http://schemas.openxmlformats.org/officeDocument/2006/relationships/tags" Target="../tags/tag243.xml"/><Relationship Id="rId14" Type="http://schemas.openxmlformats.org/officeDocument/2006/relationships/tags" Target="../tags/tag242.xml"/><Relationship Id="rId13" Type="http://schemas.openxmlformats.org/officeDocument/2006/relationships/tags" Target="../tags/tag241.xml"/><Relationship Id="rId12" Type="http://schemas.openxmlformats.org/officeDocument/2006/relationships/tags" Target="../tags/tag240.xml"/><Relationship Id="rId11" Type="http://schemas.openxmlformats.org/officeDocument/2006/relationships/tags" Target="../tags/tag239.xml"/><Relationship Id="rId10" Type="http://schemas.openxmlformats.org/officeDocument/2006/relationships/tags" Target="../tags/tag238.xml"/><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251.xml"/><Relationship Id="rId8" Type="http://schemas.openxmlformats.org/officeDocument/2006/relationships/tags" Target="../tags/tag250.xml"/><Relationship Id="rId7" Type="http://schemas.openxmlformats.org/officeDocument/2006/relationships/tags" Target="../tags/tag249.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416040" y="4434840"/>
            <a:ext cx="4941771" cy="1122202"/>
          </a:xfrm>
        </p:spPr>
        <p:txBody>
          <a:bodyPr rtlCol="0" anchor="b">
            <a:noAutofit/>
          </a:bodyPr>
          <a:lstStyle>
            <a:lvl1pPr algn="l">
              <a:defRPr sz="3600" cap="all" spc="150" baseline="0">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endParaRPr lang="zh-CN" altLang="en-US" noProof="0"/>
          </a:p>
        </p:txBody>
      </p:sp>
      <p:sp>
        <p:nvSpPr>
          <p:cNvPr id="3" name="副标题 2"/>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latin typeface="Microsoft YaHei UI" panose="020B0503020204020204" pitchFamily="34" charset="-122"/>
                <a:ea typeface="Microsoft YaHei U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endParaRPr lang="zh-CN" altLang="en-US" noProof="0"/>
          </a:p>
        </p:txBody>
      </p:sp>
      <p:pic>
        <p:nvPicPr>
          <p:cNvPr id="8" name="图形 7"/>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a:fillRect/>
          </a:stretch>
        </p:blipFill>
        <p:spPr>
          <a:xfrm>
            <a:off x="0" y="0"/>
            <a:ext cx="9488312" cy="505432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议程">
    <p:bg>
      <p:bgPr>
        <a:solidFill>
          <a:schemeClr val="tx1"/>
        </a:solidFill>
        <a:effectLst/>
      </p:bgPr>
    </p:bg>
    <p:spTree>
      <p:nvGrpSpPr>
        <p:cNvPr id="1" name=""/>
        <p:cNvGrpSpPr/>
        <p:nvPr/>
      </p:nvGrpSpPr>
      <p:grpSpPr>
        <a:xfrm>
          <a:off x="0" y="0"/>
          <a:ext cx="0" cy="0"/>
          <a:chOff x="0" y="0"/>
          <a:chExt cx="0" cy="0"/>
        </a:xfrm>
      </p:grpSpPr>
      <p:pic>
        <p:nvPicPr>
          <p:cNvPr id="8" name="图形 7"/>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a:fillRect/>
          </a:stretch>
        </p:blipFill>
        <p:spPr>
          <a:xfrm>
            <a:off x="5488815" y="0"/>
            <a:ext cx="6703185" cy="6858000"/>
          </a:xfrm>
          <a:prstGeom prst="rect">
            <a:avLst/>
          </a:prstGeom>
        </p:spPr>
      </p:pic>
      <p:sp>
        <p:nvSpPr>
          <p:cNvPr id="2" name="标题 1"/>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endParaRPr lang="zh-CN" altLang="en-US" noProof="0"/>
          </a:p>
        </p:txBody>
      </p:sp>
      <p:sp>
        <p:nvSpPr>
          <p:cNvPr id="3" name="内容占位符 2"/>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2pPr>
            <a:lvl3pPr marL="91440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3pPr>
            <a:lvl4pPr marL="137160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4pPr>
            <a:lvl5pPr marL="182880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4" name="日期占位符 3"/>
          <p:cNvSpPr>
            <a:spLocks noGrp="1"/>
          </p:cNvSpPr>
          <p:nvPr>
            <p:ph type="dt" sz="half" idx="10"/>
          </p:nvPr>
        </p:nvSpPr>
        <p:spPr>
          <a:xfrm>
            <a:off x="1333500" y="6356350"/>
            <a:ext cx="985157"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5" name="页脚占位符 4"/>
          <p:cNvSpPr>
            <a:spLocks noGrp="1"/>
          </p:cNvSpPr>
          <p:nvPr>
            <p:ph type="ftr" sz="quarter" idx="11"/>
          </p:nvPr>
        </p:nvSpPr>
        <p:spPr>
          <a:xfrm>
            <a:off x="2669886" y="6356349"/>
            <a:ext cx="248284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6" name="幻灯片编号占位符 5"/>
          <p:cNvSpPr>
            <a:spLocks noGrp="1"/>
          </p:cNvSpPr>
          <p:nvPr>
            <p:ph type="sldNum" sz="quarter" idx="12"/>
          </p:nvPr>
        </p:nvSpPr>
        <p:spPr>
          <a:xfrm>
            <a:off x="5536305" y="6356350"/>
            <a:ext cx="98755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日程表">
    <p:spTree>
      <p:nvGrpSpPr>
        <p:cNvPr id="1" name=""/>
        <p:cNvGrpSpPr/>
        <p:nvPr/>
      </p:nvGrpSpPr>
      <p:grpSpPr>
        <a:xfrm>
          <a:off x="0" y="0"/>
          <a:ext cx="0" cy="0"/>
          <a:chOff x="0" y="0"/>
          <a:chExt cx="0" cy="0"/>
        </a:xfrm>
      </p:grpSpPr>
      <p:sp>
        <p:nvSpPr>
          <p:cNvPr id="12" name="图形 10"/>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zh-CN" altLang="en-US"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单击此处编辑标题</a:t>
            </a:r>
            <a:endParaRPr lang="zh-CN" altLang="en-US" noProof="0"/>
          </a:p>
        </p:txBody>
      </p:sp>
      <p:sp>
        <p:nvSpPr>
          <p:cNvPr id="16" name="文本占位符 15"/>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endParaRPr lang="zh-CN" altLang="en-US" noProof="0"/>
          </a:p>
        </p:txBody>
      </p:sp>
      <p:sp>
        <p:nvSpPr>
          <p:cNvPr id="17" name="文本占位符 15"/>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endParaRPr lang="zh-CN" altLang="en-US" noProof="0"/>
          </a:p>
        </p:txBody>
      </p:sp>
      <p:sp>
        <p:nvSpPr>
          <p:cNvPr id="18" name="文本占位符 15"/>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endParaRPr lang="zh-CN" altLang="en-US" noProof="0"/>
          </a:p>
        </p:txBody>
      </p:sp>
      <p:sp>
        <p:nvSpPr>
          <p:cNvPr id="19" name="文本占位符 15"/>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endParaRPr lang="zh-CN" altLang="en-US" noProof="0"/>
          </a:p>
        </p:txBody>
      </p:sp>
      <p:sp>
        <p:nvSpPr>
          <p:cNvPr id="34" name="文本占位符 15"/>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endParaRPr lang="zh-CN" altLang="en-US" noProof="0"/>
          </a:p>
        </p:txBody>
      </p:sp>
      <p:sp>
        <p:nvSpPr>
          <p:cNvPr id="35" name="文本占位符 15"/>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endParaRPr lang="zh-CN" altLang="en-US" noProof="0"/>
          </a:p>
        </p:txBody>
      </p:sp>
      <p:sp>
        <p:nvSpPr>
          <p:cNvPr id="36" name="文本占位符 15"/>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endParaRPr lang="zh-CN" altLang="en-US" noProof="0"/>
          </a:p>
        </p:txBody>
      </p:sp>
      <p:sp>
        <p:nvSpPr>
          <p:cNvPr id="37" name="文本占位符 15"/>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endParaRPr lang="zh-CN" altLang="en-US" noProof="0"/>
          </a:p>
        </p:txBody>
      </p:sp>
      <p:cxnSp>
        <p:nvCxnSpPr>
          <p:cNvPr id="3" name="直接连接符​​(S) 2"/>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直接连接符​​(S) 3"/>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直接连接符​​(S) 7"/>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直接连接符​​(S) 8"/>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日期占位符 4"/>
          <p:cNvSpPr>
            <a:spLocks noGrp="1"/>
          </p:cNvSpPr>
          <p:nvPr>
            <p:ph type="dt" sz="half" idx="10"/>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6" name="页脚占位符 5"/>
          <p:cNvSpPr>
            <a:spLocks noGrp="1"/>
          </p:cNvSpPr>
          <p:nvPr>
            <p:ph type="ftr" sz="quarter" idx="11"/>
          </p:nvPr>
        </p:nvSpPr>
        <p:spPr>
          <a:xfrm>
            <a:off x="6175279" y="6356350"/>
            <a:ext cx="180871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pPr algn="l"/>
            <a:r>
              <a:rPr lang="zh-CN" altLang="en-US" noProof="0"/>
              <a:t>融资演讲稿</a:t>
            </a:r>
            <a:endParaRPr lang="zh-CN" altLang="en-US" noProof="0"/>
          </a:p>
        </p:txBody>
      </p:sp>
      <p:sp>
        <p:nvSpPr>
          <p:cNvPr id="7" name="灯片编号占位符 6"/>
          <p:cNvSpPr>
            <a:spLocks noGrp="1"/>
          </p:cNvSpPr>
          <p:nvPr>
            <p:ph type="sldNum" sz="quarter" idx="12"/>
          </p:nvPr>
        </p:nvSpPr>
        <p:spPr>
          <a:xfrm>
            <a:off x="10810874" y="6356350"/>
            <a:ext cx="542925"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 2 列">
    <p:bg>
      <p:bgPr>
        <a:solidFill>
          <a:schemeClr val="tx1"/>
        </a:solidFill>
        <a:effectLst/>
      </p:bgPr>
    </p:bg>
    <p:spTree>
      <p:nvGrpSpPr>
        <p:cNvPr id="1" name=""/>
        <p:cNvGrpSpPr/>
        <p:nvPr/>
      </p:nvGrpSpPr>
      <p:grpSpPr>
        <a:xfrm>
          <a:off x="0" y="0"/>
          <a:ext cx="0" cy="0"/>
          <a:chOff x="0" y="0"/>
          <a:chExt cx="0" cy="0"/>
        </a:xfrm>
      </p:grpSpPr>
      <p:sp>
        <p:nvSpPr>
          <p:cNvPr id="14" name="标题 1"/>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5" name="文本占位符 15"/>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7" name="文本占位符 18"/>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31" name="文本占位符 15"/>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单击此处添加副标题</a:t>
            </a:r>
            <a:endParaRPr lang="zh-CN" altLang="en-US" noProof="0"/>
          </a:p>
        </p:txBody>
      </p:sp>
      <p:sp>
        <p:nvSpPr>
          <p:cNvPr id="32" name="文本占位符 18"/>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33" name="文本占位符 15"/>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单击此处添加副标题</a:t>
            </a:r>
            <a:endParaRPr lang="zh-CN" altLang="en-US" noProof="0"/>
          </a:p>
        </p:txBody>
      </p:sp>
      <p:sp>
        <p:nvSpPr>
          <p:cNvPr id="34" name="文本占位符 18"/>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2" name="文本占位符 15"/>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单击此处添加副标题</a:t>
            </a:r>
            <a:endParaRPr lang="zh-CN" altLang="en-US" noProof="0"/>
          </a:p>
        </p:txBody>
      </p:sp>
      <p:sp>
        <p:nvSpPr>
          <p:cNvPr id="13" name="文本占位符 18"/>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3" name="日期占位符 2"/>
          <p:cNvSpPr>
            <a:spLocks noGrp="1"/>
          </p:cNvSpPr>
          <p:nvPr>
            <p:ph type="dt" sz="half" idx="20"/>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p:cNvSpPr>
            <a:spLocks noGrp="1"/>
          </p:cNvSpPr>
          <p:nvPr>
            <p:ph type="ftr" sz="quarter" idx="2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5" name="灯片编号占位符 4"/>
          <p:cNvSpPr>
            <a:spLocks noGrp="1"/>
          </p:cNvSpPr>
          <p:nvPr>
            <p:ph type="sldNum" sz="quarter" idx="22"/>
          </p:nvPr>
        </p:nvSpPr>
        <p:spPr/>
        <p:txBody>
          <a:bodyPr rtlCol="0"/>
          <a:lstStyle>
            <a:lvl1pPr>
              <a:defRPr>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cxnSp>
        <p:nvCxnSpPr>
          <p:cNvPr id="2" name="直接连接符​​(S) 1"/>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 3 列">
    <p:bg>
      <p:bgPr>
        <a:solidFill>
          <a:schemeClr val="bg1"/>
        </a:solidFill>
        <a:effectLst/>
      </p:bgPr>
    </p:bg>
    <p:spTree>
      <p:nvGrpSpPr>
        <p:cNvPr id="1" name=""/>
        <p:cNvGrpSpPr/>
        <p:nvPr/>
      </p:nvGrpSpPr>
      <p:grpSpPr>
        <a:xfrm>
          <a:off x="0" y="0"/>
          <a:ext cx="0" cy="0"/>
          <a:chOff x="0" y="0"/>
          <a:chExt cx="0" cy="0"/>
        </a:xfrm>
      </p:grpSpPr>
      <p:sp>
        <p:nvSpPr>
          <p:cNvPr id="14" name="标题 1"/>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5" name="文本占位符 15"/>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7" name="文本占位符 18"/>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6" name="文本占位符 15"/>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8" name="文本占位符 18"/>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9" name="文本占位符 15"/>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0" name="文本占位符 18"/>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23" name="文本占位符 15"/>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4" name="文本占位符 18"/>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3" name="日期占位符 2"/>
          <p:cNvSpPr>
            <a:spLocks noGrp="1"/>
          </p:cNvSpPr>
          <p:nvPr>
            <p:ph type="dt" sz="half" idx="20"/>
          </p:nvPr>
        </p:nvSpPr>
        <p:spPr>
          <a:xfrm>
            <a:off x="5919680" y="6356350"/>
            <a:ext cx="947516"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p:cNvSpPr>
            <a:spLocks noGrp="1"/>
          </p:cNvSpPr>
          <p:nvPr>
            <p:ph type="ftr" sz="quarter" idx="21"/>
          </p:nvPr>
        </p:nvSpPr>
        <p:spPr>
          <a:xfrm>
            <a:off x="7161955" y="6356350"/>
            <a:ext cx="324394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5" name="灯片编号占位符 4"/>
          <p:cNvSpPr>
            <a:spLocks noGrp="1"/>
          </p:cNvSpPr>
          <p:nvPr>
            <p:ph type="sldNum" sz="quarter" idx="22"/>
          </p:nvPr>
        </p:nvSpPr>
        <p:spPr>
          <a:xfrm>
            <a:off x="10700656" y="6356350"/>
            <a:ext cx="653143"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pic>
        <p:nvPicPr>
          <p:cNvPr id="2" name="图形 1"/>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a:fillRect/>
          </a:stretch>
        </p:blipFill>
        <p:spPr>
          <a:xfrm>
            <a:off x="-4696" y="-1"/>
            <a:ext cx="4896735" cy="438594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简介">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3" name="文本占位符 2"/>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单击此处编辑母版文本样式</a:t>
            </a:r>
            <a:endParaRPr lang="zh-CN" altLang="en-US" noProof="0"/>
          </a:p>
        </p:txBody>
      </p:sp>
      <p:cxnSp>
        <p:nvCxnSpPr>
          <p:cNvPr id="14" name="直接连接符​​(S) 13"/>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S) 22"/>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日期占位符 6"/>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10" name="页脚占位符 7"/>
          <p:cNvSpPr>
            <a:spLocks noGrp="1"/>
          </p:cNvSpPr>
          <p:nvPr>
            <p:ph type="ftr" sz="quarter" idx="11"/>
          </p:nvPr>
        </p:nvSpPr>
        <p:spPr>
          <a:xfrm>
            <a:off x="5224463" y="6356350"/>
            <a:ext cx="1743075"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11" name="幻灯片编号占位符 8"/>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分节符">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endParaRPr lang="zh-CN" altLang="en-US" noProof="0"/>
          </a:p>
        </p:txBody>
      </p:sp>
      <p:pic>
        <p:nvPicPr>
          <p:cNvPr id="5" name="图形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引言">
    <p:spTree>
      <p:nvGrpSpPr>
        <p:cNvPr id="1" name=""/>
        <p:cNvGrpSpPr/>
        <p:nvPr/>
      </p:nvGrpSpPr>
      <p:grpSpPr>
        <a:xfrm>
          <a:off x="0" y="0"/>
          <a:ext cx="0" cy="0"/>
          <a:chOff x="0" y="0"/>
          <a:chExt cx="0" cy="0"/>
        </a:xfrm>
      </p:grpSpPr>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标题 1"/>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cxnSp>
        <p:nvCxnSpPr>
          <p:cNvPr id="9" name="直接连接符​​(S) 8"/>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占位符 15"/>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2" name="文本占位符 18"/>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3" name="文本占位符 15"/>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4" name="文本占位符 18"/>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5" name="文本占位符 15"/>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6" name="文本占位符 18"/>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7" name="日期占位符 2"/>
          <p:cNvSpPr>
            <a:spLocks noGrp="1"/>
          </p:cNvSpPr>
          <p:nvPr>
            <p:ph type="dt" sz="half" idx="20"/>
          </p:nvPr>
        </p:nvSpPr>
        <p:spPr>
          <a:xfrm>
            <a:off x="5919680" y="6356350"/>
            <a:ext cx="947516"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18" name="页脚占位符 3"/>
          <p:cNvSpPr>
            <a:spLocks noGrp="1"/>
          </p:cNvSpPr>
          <p:nvPr>
            <p:ph type="ftr" sz="quarter" idx="21"/>
          </p:nvPr>
        </p:nvSpPr>
        <p:spPr>
          <a:xfrm>
            <a:off x="7161955" y="6356350"/>
            <a:ext cx="324394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19" name="灯片编号占位符 4"/>
          <p:cNvSpPr>
            <a:spLocks noGrp="1"/>
          </p:cNvSpPr>
          <p:nvPr>
            <p:ph type="sldNum" sz="quarter" idx="22"/>
          </p:nvPr>
        </p:nvSpPr>
        <p:spPr>
          <a:xfrm>
            <a:off x="10700656" y="6356350"/>
            <a:ext cx="653143"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三栏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3" name="文本占位符 2"/>
          <p:cNvSpPr>
            <a:spLocks noGrp="1"/>
          </p:cNvSpPr>
          <p:nvPr>
            <p:ph type="body" idx="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4" name="内容占位符 3"/>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5" name="文本占位符 4"/>
          <p:cNvSpPr>
            <a:spLocks noGrp="1"/>
          </p:cNvSpPr>
          <p:nvPr>
            <p:ph type="body" sz="quarter" idx="3"/>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单击此处编辑母版文本样式</a:t>
            </a:r>
            <a:endParaRPr lang="zh-CN" altLang="en-US" noProof="0"/>
          </a:p>
        </p:txBody>
      </p:sp>
      <p:sp>
        <p:nvSpPr>
          <p:cNvPr id="6" name="内容占位符 5"/>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cxnSp>
        <p:nvCxnSpPr>
          <p:cNvPr id="16" name="直接连接符​​(S) 15"/>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S) 19"/>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idx="13"/>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22" name="内容占位符 3"/>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内容">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pic>
        <p:nvPicPr>
          <p:cNvPr id="11" name="图形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图形 12"/>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图形 14"/>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文本占位符 2"/>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23" name="文本占位符 2"/>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24" name="文本占位符 2"/>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4" name="内容占位符 3"/>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单击以编辑</a:t>
            </a:r>
            <a:endParaRPr lang="zh-CN" altLang="en-US" noProof="0"/>
          </a:p>
        </p:txBody>
      </p:sp>
      <p:sp>
        <p:nvSpPr>
          <p:cNvPr id="25" name="内容占位符 3"/>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单击此处编辑母版文本样式</a:t>
            </a:r>
            <a:endParaRPr lang="zh-CN" altLang="en-US" noProof="0"/>
          </a:p>
        </p:txBody>
      </p:sp>
      <p:sp>
        <p:nvSpPr>
          <p:cNvPr id="6" name="内容占位符 5"/>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单击以编辑</a:t>
            </a:r>
            <a:endParaRPr lang="zh-CN" altLang="en-US" noProof="0"/>
          </a:p>
        </p:txBody>
      </p:sp>
      <p:sp>
        <p:nvSpPr>
          <p:cNvPr id="26" name="内容占位符 5"/>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latin typeface="Microsoft YaHei UI" panose="020B0503020204020204" pitchFamily="34" charset="-122"/>
                <a:ea typeface="Microsoft YaHei UI" panose="020B0503020204020204" pitchFamily="34" charset="-122"/>
              </a:defRPr>
            </a:lvl1pPr>
            <a:lvl2pPr marL="457200" indent="0" algn="ctr">
              <a:lnSpc>
                <a:spcPct val="100000"/>
              </a:lnSpc>
              <a:buNone/>
              <a:defRPr sz="1400" cap="none" spc="50" baseline="0">
                <a:solidFill>
                  <a:schemeClr val="bg1"/>
                </a:solidFill>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p:txBody>
      </p:sp>
      <p:sp>
        <p:nvSpPr>
          <p:cNvPr id="22" name="内容占位符 3"/>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单击以编辑</a:t>
            </a:r>
            <a:endParaRPr lang="zh-CN" altLang="en-US" noProof="0"/>
          </a:p>
        </p:txBody>
      </p:sp>
      <p:sp>
        <p:nvSpPr>
          <p:cNvPr id="27" name="内容占位符 3"/>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单击此处编辑母版文本样式</a:t>
            </a:r>
            <a:endParaRPr lang="zh-CN" altLang="en-US" noProof="0"/>
          </a:p>
        </p:txBody>
      </p: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两栏内容">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3" name="文本占位符 2"/>
          <p:cNvSpPr>
            <a:spLocks noGrp="1"/>
          </p:cNvSpPr>
          <p:nvPr>
            <p:ph type="body" idx="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4" name="内容占位符 3"/>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5" name="文本占位符 4"/>
          <p:cNvSpPr>
            <a:spLocks noGrp="1"/>
          </p:cNvSpPr>
          <p:nvPr>
            <p:ph type="body" sz="quarter" idx="3"/>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单击此处编辑母版文本样式</a:t>
            </a:r>
            <a:endParaRPr lang="zh-CN" altLang="en-US" noProof="0"/>
          </a:p>
        </p:txBody>
      </p:sp>
      <p:sp>
        <p:nvSpPr>
          <p:cNvPr id="6" name="内容占位符 5"/>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pic>
        <p:nvPicPr>
          <p:cNvPr id="11" name="图形 10"/>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a:fillRect/>
          </a:stretch>
        </p:blipFill>
        <p:spPr>
          <a:xfrm>
            <a:off x="25785" y="0"/>
            <a:ext cx="4368030" cy="391239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14" name="图形 13"/>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a:fillRect/>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标题 1"/>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20" name="文本占位符 15"/>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5" name="文本占位符 18"/>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26" name="文本占位符 15"/>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7" name="文本占位符 18"/>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28" name="文本占位符 15"/>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9" name="文本占位符 18"/>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21" name="日期占位符 6"/>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22" name="页脚占位符 7"/>
          <p:cNvSpPr>
            <a:spLocks noGrp="1"/>
          </p:cNvSpPr>
          <p:nvPr>
            <p:ph type="ftr" sz="quarter" idx="11"/>
          </p:nvPr>
        </p:nvSpPr>
        <p:spPr>
          <a:xfrm>
            <a:off x="4038600" y="6356350"/>
            <a:ext cx="41148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24" name="幻灯片编号占位符 8"/>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表">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rtlCol="0">
            <a:normAutofit/>
          </a:bodyPr>
          <a:lstStyle>
            <a:lvl1pPr algn="l">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5" name="文本占位符 14"/>
          <p:cNvSpPr>
            <a:spLocks noGrp="1"/>
          </p:cNvSpPr>
          <p:nvPr>
            <p:ph type="body" sz="quarter" idx="16"/>
          </p:nvPr>
        </p:nvSpPr>
        <p:spPr>
          <a:xfrm>
            <a:off x="748749" y="1361938"/>
            <a:ext cx="6765925" cy="496888"/>
          </a:xfrm>
        </p:spPr>
        <p:txBody>
          <a:bodyPr rtlCol="0">
            <a:noAutofit/>
          </a:bodyPr>
          <a:lstStyle>
            <a:lvl1pPr marL="0" indent="0">
              <a:buNone/>
              <a:defRPr sz="1800">
                <a:latin typeface="Microsoft YaHei UI" panose="020B0503020204020204" pitchFamily="34" charset="-122"/>
                <a:ea typeface="Microsoft YaHei UI" panose="020B0503020204020204" pitchFamily="34" charset="-122"/>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zh-CN" altLang="en-US" noProof="0"/>
              <a:t>单击此处编辑母版文本样式</a:t>
            </a:r>
            <a:endParaRPr lang="zh-CN" altLang="en-US" noProof="0"/>
          </a:p>
        </p:txBody>
      </p:sp>
      <p:sp>
        <p:nvSpPr>
          <p:cNvPr id="7" name="图表占位符 6"/>
          <p:cNvSpPr>
            <a:spLocks noGrp="1"/>
          </p:cNvSpPr>
          <p:nvPr>
            <p:ph type="chart" sz="quarter" idx="13" hasCustomPrompt="1"/>
          </p:nvPr>
        </p:nvSpPr>
        <p:spPr>
          <a:xfrm>
            <a:off x="838200" y="2286002"/>
            <a:ext cx="6094270" cy="3542143"/>
          </a:xfrm>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单击图标以添加图表</a:t>
            </a:r>
            <a:endParaRPr lang="zh-CN" altLang="en-US" noProof="0"/>
          </a:p>
        </p:txBody>
      </p:sp>
      <p:sp>
        <p:nvSpPr>
          <p:cNvPr id="11" name="文本占位符 10"/>
          <p:cNvSpPr>
            <a:spLocks noGrp="1"/>
          </p:cNvSpPr>
          <p:nvPr>
            <p:ph type="body" sz="quarter" idx="14" hasCustomPrompt="1"/>
          </p:nvPr>
        </p:nvSpPr>
        <p:spPr>
          <a:xfrm>
            <a:off x="7858125" y="2284624"/>
            <a:ext cx="3147332" cy="306388"/>
          </a:xfrm>
        </p:spPr>
        <p:txBody>
          <a:bodyPr rtlCol="0">
            <a:noAutofit/>
          </a:bodyPr>
          <a:lstStyle>
            <a:lvl1pPr marL="0" indent="0">
              <a:buNone/>
              <a:defRPr sz="1400" cap="all" spc="15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zh-CN" altLang="en-US" noProof="0"/>
              <a:t>单击以编辑</a:t>
            </a:r>
            <a:endParaRPr lang="zh-CN" altLang="en-US" noProof="0"/>
          </a:p>
        </p:txBody>
      </p:sp>
      <p:sp>
        <p:nvSpPr>
          <p:cNvPr id="13" name="内容占位符 12"/>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latin typeface="Microsoft YaHei UI" panose="020B0503020204020204" pitchFamily="34" charset="-122"/>
                <a:ea typeface="Microsoft YaHei UI" panose="020B0503020204020204" pitchFamily="34" charset="-122"/>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zh-CN" altLang="en-US" noProof="0"/>
              <a:t>单击此处添加内容</a:t>
            </a:r>
            <a:endParaRPr lang="zh-CN" altLang="en-US" noProof="0"/>
          </a:p>
        </p:txBody>
      </p:sp>
      <p:sp>
        <p:nvSpPr>
          <p:cNvPr id="3" name="日期占位符 2"/>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5" name="灯片编号占位符 4"/>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日程表 2">
    <p:spTree>
      <p:nvGrpSpPr>
        <p:cNvPr id="1" name=""/>
        <p:cNvGrpSpPr/>
        <p:nvPr/>
      </p:nvGrpSpPr>
      <p:grpSpPr>
        <a:xfrm>
          <a:off x="0" y="0"/>
          <a:ext cx="0" cy="0"/>
          <a:chOff x="0" y="0"/>
          <a:chExt cx="0" cy="0"/>
        </a:xfrm>
      </p:grpSpPr>
      <p:sp>
        <p:nvSpPr>
          <p:cNvPr id="4" name="长方形 3"/>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hasCustomPrompt="1"/>
          </p:nvPr>
        </p:nvSpPr>
        <p:spPr/>
        <p:txBody>
          <a:bodyPr rtlCol="0">
            <a:normAutofit/>
          </a:bodyPr>
          <a:lstStyle>
            <a:lvl1pPr algn="l">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6" name="文本占位符 10"/>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年</a:t>
            </a:r>
            <a:endParaRPr lang="zh-CN" altLang="en-ZA" noProof="0"/>
          </a:p>
        </p:txBody>
      </p:sp>
      <p:sp>
        <p:nvSpPr>
          <p:cNvPr id="7" name="文本占位符 10"/>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8" name="文本占位符 10"/>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9" name="文本占位符 10"/>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0" name="文本占位符 10"/>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2" name="文本占位符 10"/>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3" name="文本占位符 10"/>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4" name="文本占位符 10"/>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6" name="文本占位符 10"/>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7" name="文本占位符 10"/>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5" name="文本占位符 10"/>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8" name="文本占位符 10"/>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9" name="文本占位符 10"/>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1" name="文本占位符 10"/>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年</a:t>
            </a:r>
            <a:endParaRPr lang="zh-CN" altLang="en-ZA" noProof="0"/>
          </a:p>
        </p:txBody>
      </p:sp>
      <p:sp>
        <p:nvSpPr>
          <p:cNvPr id="20" name="文本占位符 10"/>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1" name="文本占位符 10"/>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2" name="文本占位符 10"/>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3" name="文本占位符 10"/>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4" name="文本占位符 10"/>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5" name="文本占位符 10"/>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6" name="文本占位符 10"/>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8" name="文本占位符 10"/>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9" name="文本占位符 10"/>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7" name="文本占位符 10"/>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30" name="文本占位符 10"/>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31" name="文本占位符 10"/>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32" name="长方形 31"/>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ZA" noProof="0">
              <a:solidFill>
                <a:schemeClr val="tx1">
                  <a:lumMod val="75000"/>
                  <a:lumOff val="25000"/>
                </a:schemeClr>
              </a:solidFill>
              <a:latin typeface="Microsoft YaHei UI" panose="020B0503020204020204" pitchFamily="34" charset="-122"/>
              <a:ea typeface="Microsoft YaHei UI" panose="020B0503020204020204" pitchFamily="34" charset="-122"/>
            </a:endParaRPr>
          </a:p>
        </p:txBody>
      </p:sp>
      <p:sp>
        <p:nvSpPr>
          <p:cNvPr id="36" name="日期占位符 2"/>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37" name="页脚占位符 3"/>
          <p:cNvSpPr>
            <a:spLocks noGrp="1"/>
          </p:cNvSpPr>
          <p:nvPr>
            <p:ph type="ftr" sz="quarter" idx="11"/>
          </p:nvPr>
        </p:nvSpPr>
        <p:spPr>
          <a:xfrm>
            <a:off x="4038600" y="6356350"/>
            <a:ext cx="41148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38" name="灯片编号占位符 4"/>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rtlCol="0">
            <a:normAutofit/>
          </a:bodyPr>
          <a:lstStyle>
            <a:lvl1pPr algn="ct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7" name="SmartArt 占位符 6"/>
          <p:cNvSpPr>
            <a:spLocks noGrp="1"/>
          </p:cNvSpPr>
          <p:nvPr>
            <p:ph type="dgm" sz="quarter" idx="15" hasCustomPrompt="1"/>
          </p:nvPr>
        </p:nvSpPr>
        <p:spPr>
          <a:xfrm>
            <a:off x="838200" y="2139084"/>
            <a:ext cx="10515600" cy="3695338"/>
          </a:xfrm>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 </a:t>
            </a:r>
            <a:r>
              <a:rPr lang="en-US" altLang="zh-CN" noProof="0"/>
              <a:t>SmartArt </a:t>
            </a:r>
            <a:r>
              <a:rPr lang="zh-CN" altLang="en-US" noProof="0"/>
              <a:t>图形</a:t>
            </a:r>
            <a:endParaRPr lang="zh-CN" altLang="en-US" noProof="0"/>
          </a:p>
        </p:txBody>
      </p:sp>
      <p:sp>
        <p:nvSpPr>
          <p:cNvPr id="3" name="日期占位符 2"/>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cxnSp>
        <p:nvCxnSpPr>
          <p:cNvPr id="10" name="直接连接符​​(S) 9"/>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S) 11"/>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团队幻灯片 4 人">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1" name="图片占位符 10"/>
          <p:cNvSpPr>
            <a:spLocks noGrp="1"/>
          </p:cNvSpPr>
          <p:nvPr>
            <p:ph type="pic" sz="quarter" idx="14" hasCustomPrompt="1"/>
          </p:nvPr>
        </p:nvSpPr>
        <p:spPr>
          <a:xfrm>
            <a:off x="1487181" y="2886074"/>
            <a:ext cx="1845511" cy="1845511"/>
          </a:xfrm>
          <a:solidFill>
            <a:schemeClr val="bg1">
              <a:lumMod val="95000"/>
            </a:schemeClr>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3" name="文本占位符 2"/>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6" name="文本占位符 2"/>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7" name="图片占位符 10"/>
          <p:cNvSpPr>
            <a:spLocks noGrp="1"/>
          </p:cNvSpPr>
          <p:nvPr>
            <p:ph type="pic" sz="quarter" idx="15" hasCustomPrompt="1"/>
          </p:nvPr>
        </p:nvSpPr>
        <p:spPr>
          <a:xfrm>
            <a:off x="3836914" y="2886074"/>
            <a:ext cx="1845511" cy="1845511"/>
          </a:xfrm>
          <a:solidFill>
            <a:schemeClr val="bg1">
              <a:lumMod val="95000"/>
            </a:schemeClr>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23" name="文本占位符 2"/>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7" name="文本占位符 2"/>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8" name="图片占位符 10"/>
          <p:cNvSpPr>
            <a:spLocks noGrp="1"/>
          </p:cNvSpPr>
          <p:nvPr>
            <p:ph type="pic" sz="quarter" idx="16" hasCustomPrompt="1"/>
          </p:nvPr>
        </p:nvSpPr>
        <p:spPr>
          <a:xfrm>
            <a:off x="6327578" y="2886074"/>
            <a:ext cx="1845511" cy="1845511"/>
          </a:xfrm>
          <a:solidFill>
            <a:schemeClr val="bg1">
              <a:lumMod val="95000"/>
            </a:schemeClr>
          </a:solidFill>
        </p:spPr>
        <p:txBody>
          <a:bodyPr rtlCol="0"/>
          <a:lstStyle>
            <a:lvl2pPr>
              <a:defRPr>
                <a:latin typeface="Microsoft YaHei UI" panose="020B0503020204020204" pitchFamily="34" charset="-122"/>
                <a:ea typeface="Microsoft YaHei UI" panose="020B0503020204020204" pitchFamily="34" charset="-122"/>
              </a:defRPr>
            </a:lvl2pPr>
          </a:lstStyle>
          <a:p>
            <a:pPr lvl="1" rtl="0"/>
            <a:r>
              <a:rPr lang="zh-CN" altLang="en-US" noProof="0"/>
              <a:t>单击图标以添加图片</a:t>
            </a:r>
            <a:endParaRPr lang="zh-CN" altLang="en-US" noProof="0"/>
          </a:p>
        </p:txBody>
      </p:sp>
      <p:sp>
        <p:nvSpPr>
          <p:cNvPr id="24" name="文本占位符 2"/>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8" name="文本占位符 2"/>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9" name="图片占位符 10"/>
          <p:cNvSpPr>
            <a:spLocks noGrp="1"/>
          </p:cNvSpPr>
          <p:nvPr>
            <p:ph type="pic" sz="quarter" idx="17" hasCustomPrompt="1"/>
          </p:nvPr>
        </p:nvSpPr>
        <p:spPr>
          <a:xfrm>
            <a:off x="8747458" y="2886074"/>
            <a:ext cx="1845511" cy="1845511"/>
          </a:xfrm>
          <a:solidFill>
            <a:schemeClr val="bg1">
              <a:lumMod val="95000"/>
            </a:schemeClr>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25" name="文本占位符 2"/>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9" name="文本占位符 2"/>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cxnSp>
        <p:nvCxnSpPr>
          <p:cNvPr id="10" name="直接连接符​​(S) 9"/>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S) 14"/>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团队幻灯片 8 人">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1" name="图片占位符 10"/>
          <p:cNvSpPr>
            <a:spLocks noGrp="1"/>
          </p:cNvSpPr>
          <p:nvPr>
            <p:ph type="pic" sz="quarter" idx="14" hasCustomPrompt="1"/>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3" name="文本占位符 2"/>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6" name="文本占位符 2"/>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7" name="图片占位符 10"/>
          <p:cNvSpPr>
            <a:spLocks noGrp="1"/>
          </p:cNvSpPr>
          <p:nvPr>
            <p:ph type="pic" sz="quarter" idx="15" hasCustomPrompt="1"/>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23" name="文本占位符 2"/>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7" name="文本占位符 2"/>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8" name="图片占位符 10"/>
          <p:cNvSpPr>
            <a:spLocks noGrp="1"/>
          </p:cNvSpPr>
          <p:nvPr>
            <p:ph type="pic" sz="quarter" idx="16" hasCustomPrompt="1"/>
          </p:nvPr>
        </p:nvSpPr>
        <p:spPr>
          <a:xfrm>
            <a:off x="6716934" y="2428875"/>
            <a:ext cx="1066800" cy="1066800"/>
          </a:xfrm>
          <a:solidFill>
            <a:schemeClr val="tx1"/>
          </a:solidFill>
        </p:spPr>
        <p:txBody>
          <a:bodyPr rtlCol="0">
            <a:normAutofit/>
          </a:bodyPr>
          <a:lstStyle>
            <a:lvl1pPr marL="0" indent="0">
              <a:buNone/>
              <a:defRPr sz="90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900">
                <a:solidFill>
                  <a:schemeClr val="bg1"/>
                </a:solidFill>
              </a:defRPr>
            </a:lvl2pPr>
          </a:lstStyle>
          <a:p>
            <a:pPr lvl="0" rtl="0"/>
            <a:r>
              <a:rPr lang="zh-CN" altLang="en-US" noProof="0"/>
              <a:t>单击图标以添加图片</a:t>
            </a:r>
            <a:endParaRPr lang="zh-CN" altLang="en-US" noProof="0"/>
          </a:p>
        </p:txBody>
      </p:sp>
      <p:sp>
        <p:nvSpPr>
          <p:cNvPr id="24" name="文本占位符 2"/>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8" name="文本占位符 2"/>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9" name="图片占位符 10"/>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25" name="文本占位符 2"/>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9" name="文本占位符 2"/>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55" name="图片占位符 10"/>
          <p:cNvSpPr>
            <a:spLocks noGrp="1"/>
          </p:cNvSpPr>
          <p:nvPr>
            <p:ph type="pic" sz="quarter" idx="26" hasCustomPrompt="1"/>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54" name="文本占位符 2"/>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62" name="文本占位符 2"/>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56" name="图片占位符 10"/>
          <p:cNvSpPr>
            <a:spLocks noGrp="1"/>
          </p:cNvSpPr>
          <p:nvPr>
            <p:ph type="pic" sz="quarter" idx="27" hasCustomPrompt="1"/>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59" name="文本占位符 2"/>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63" name="文本占位符 2"/>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57" name="图片占位符 10"/>
          <p:cNvSpPr>
            <a:spLocks noGrp="1"/>
          </p:cNvSpPr>
          <p:nvPr>
            <p:ph type="pic" sz="quarter" idx="28" hasCustomPrompt="1"/>
          </p:nvPr>
        </p:nvSpPr>
        <p:spPr>
          <a:xfrm>
            <a:off x="6716934" y="4287711"/>
            <a:ext cx="1066800" cy="1066800"/>
          </a:xfrm>
          <a:solidFill>
            <a:schemeClr val="tx1"/>
          </a:solidFill>
        </p:spPr>
        <p:txBody>
          <a:bodyPr rtlCol="0">
            <a:normAutofit/>
          </a:bodyPr>
          <a:lstStyle>
            <a:lvl1pPr marL="0" indent="0">
              <a:buNone/>
              <a:defRPr sz="90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900">
                <a:solidFill>
                  <a:schemeClr val="bg1"/>
                </a:solidFill>
              </a:defRPr>
            </a:lvl2pPr>
          </a:lstStyle>
          <a:p>
            <a:pPr lvl="0" rtl="0"/>
            <a:r>
              <a:rPr lang="zh-CN" altLang="en-US" noProof="0"/>
              <a:t>单击图标以添加图片</a:t>
            </a:r>
            <a:endParaRPr lang="zh-CN" altLang="en-US" noProof="0"/>
          </a:p>
        </p:txBody>
      </p:sp>
      <p:sp>
        <p:nvSpPr>
          <p:cNvPr id="60" name="文本占位符 2"/>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64" name="文本占位符 2"/>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58" name="图片占位符 10"/>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61" name="文本占位符 2"/>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65" name="文本占位符 2"/>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7" name="日期占位符 6"/>
          <p:cNvSpPr>
            <a:spLocks noGrp="1"/>
          </p:cNvSpPr>
          <p:nvPr>
            <p:ph type="dt" sz="half" idx="10"/>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pic>
        <p:nvPicPr>
          <p:cNvPr id="13" name="图形 1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图形 1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基金">
    <p:bg>
      <p:bgPr>
        <a:solidFill>
          <a:schemeClr val="bg1"/>
        </a:solidFill>
        <a:effectLst/>
      </p:bgPr>
    </p:bg>
    <p:spTree>
      <p:nvGrpSpPr>
        <p:cNvPr id="1" name=""/>
        <p:cNvGrpSpPr/>
        <p:nvPr/>
      </p:nvGrpSpPr>
      <p:grpSpPr>
        <a:xfrm>
          <a:off x="0" y="0"/>
          <a:ext cx="0" cy="0"/>
          <a:chOff x="0" y="0"/>
          <a:chExt cx="0" cy="0"/>
        </a:xfrm>
      </p:grpSpPr>
      <p:cxnSp>
        <p:nvCxnSpPr>
          <p:cNvPr id="16" name="直接连接符​​(S) 15"/>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S) 19"/>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1" name="内容占位符 10"/>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zh-CN" altLang="en-US" noProof="0"/>
              <a:t>单击此处添加内容</a:t>
            </a:r>
            <a:endParaRPr lang="zh-CN" altLang="en-US" noProof="0"/>
          </a:p>
        </p:txBody>
      </p:sp>
      <p:sp>
        <p:nvSpPr>
          <p:cNvPr id="3" name="文本占位符 2"/>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17" name="文本占位符 2"/>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4" name="内容占位符 3"/>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endParaRPr lang="zh-CN" altLang="en-US" noProof="0"/>
          </a:p>
        </p:txBody>
      </p:sp>
      <p:sp>
        <p:nvSpPr>
          <p:cNvPr id="24" name="内容占位符 10"/>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zh-CN" altLang="en-US" noProof="0"/>
              <a:t>单击此处添加内容</a:t>
            </a:r>
            <a:endParaRPr lang="zh-CN" altLang="en-US" noProof="0"/>
          </a:p>
        </p:txBody>
      </p:sp>
      <p:sp>
        <p:nvSpPr>
          <p:cNvPr id="5" name="文本占位符 4"/>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18" name="文本占位符 4"/>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单击以编辑</a:t>
            </a:r>
            <a:endParaRPr lang="zh-CN" altLang="en-US" noProof="0"/>
          </a:p>
        </p:txBody>
      </p:sp>
      <p:sp>
        <p:nvSpPr>
          <p:cNvPr id="6" name="内容占位符 5"/>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endParaRPr lang="zh-CN" altLang="en-US" noProof="0"/>
          </a:p>
        </p:txBody>
      </p:sp>
      <p:sp>
        <p:nvSpPr>
          <p:cNvPr id="25" name="内容占位符 10"/>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zh-CN" altLang="en-US" noProof="0"/>
              <a:t>单击此处添加内容</a:t>
            </a:r>
            <a:endParaRPr lang="zh-CN" altLang="en-US" noProof="0"/>
          </a:p>
        </p:txBody>
      </p:sp>
      <p:sp>
        <p:nvSpPr>
          <p:cNvPr id="21" name="文本占位符 2"/>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19" name="文本占位符 2"/>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2" name="内容占位符 3"/>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endParaRPr lang="zh-CN" altLang="en-US" noProof="0"/>
          </a:p>
        </p:txBody>
      </p:sp>
      <p:sp>
        <p:nvSpPr>
          <p:cNvPr id="26" name="内容占位符 10"/>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zh-CN" altLang="en-US" noProof="0"/>
              <a:t>单击此处添加内容</a:t>
            </a:r>
            <a:endParaRPr lang="zh-CN" altLang="en-US" noProof="0"/>
          </a:p>
        </p:txBody>
      </p:sp>
      <p:sp>
        <p:nvSpPr>
          <p:cNvPr id="14" name="文本占位符 2"/>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23" name="文本占位符 2"/>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5" name="内容占位符 3"/>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endParaRPr lang="zh-CN" altLang="en-US" noProof="0"/>
          </a:p>
        </p:txBody>
      </p: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摘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3" name="文本占位符 2"/>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单击此处编辑母版文本样式</a:t>
            </a:r>
            <a:endParaRPr lang="zh-CN" altLang="en-US" noProof="0"/>
          </a:p>
        </p:txBody>
      </p:sp>
      <p:cxnSp>
        <p:nvCxnSpPr>
          <p:cNvPr id="23" name="直接连接符​​(S) 22"/>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S) 11"/>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日期占位符 6"/>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22" name="页脚占位符 7"/>
          <p:cNvSpPr>
            <a:spLocks noGrp="1"/>
          </p:cNvSpPr>
          <p:nvPr>
            <p:ph type="ftr" sz="quarter" idx="11"/>
          </p:nvPr>
        </p:nvSpPr>
        <p:spPr>
          <a:xfrm>
            <a:off x="4038600" y="6356350"/>
            <a:ext cx="41148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24" name="幻灯片编号占位符 8"/>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结束语">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endParaRPr lang="zh-CN" altLang="en-US" noProof="0"/>
          </a:p>
        </p:txBody>
      </p:sp>
      <p:sp>
        <p:nvSpPr>
          <p:cNvPr id="3" name="副标题 2"/>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latin typeface="Microsoft YaHei UI" panose="020B0503020204020204" pitchFamily="34" charset="-122"/>
                <a:ea typeface="Microsoft YaHei U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endParaRPr lang="zh-CN" altLang="en-US" noProof="0"/>
          </a:p>
        </p:txBody>
      </p:sp>
      <p:pic>
        <p:nvPicPr>
          <p:cNvPr id="6" name="图形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日期占位符 6"/>
          <p:cNvSpPr>
            <a:spLocks noGrp="1"/>
          </p:cNvSpPr>
          <p:nvPr>
            <p:ph type="dt" sz="half" idx="10"/>
          </p:nvPr>
        </p:nvSpPr>
        <p:spPr>
          <a:xfrm>
            <a:off x="4267200" y="6356350"/>
            <a:ext cx="1774371"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10" name="页脚占位符 7"/>
          <p:cNvSpPr>
            <a:spLocks noGrp="1"/>
          </p:cNvSpPr>
          <p:nvPr>
            <p:ph type="ftr" sz="quarter" idx="11"/>
          </p:nvPr>
        </p:nvSpPr>
        <p:spPr>
          <a:xfrm>
            <a:off x="6479721" y="6356350"/>
            <a:ext cx="2661557"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11" name="幻灯片编号占位符 8"/>
          <p:cNvSpPr>
            <a:spLocks noGrp="1"/>
          </p:cNvSpPr>
          <p:nvPr>
            <p:ph type="sldNum" sz="quarter" idx="12"/>
          </p:nvPr>
        </p:nvSpPr>
        <p:spPr>
          <a:xfrm>
            <a:off x="9579428" y="6356350"/>
            <a:ext cx="1774371"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56" name="组合 55"/>
          <p:cNvGrpSpPr/>
          <p:nvPr userDrawn="1">
            <p:custDataLst>
              <p:tags r:id="rId2"/>
            </p:custDataLst>
          </p:nvPr>
        </p:nvGrpSpPr>
        <p:grpSpPr>
          <a:xfrm>
            <a:off x="383382" y="0"/>
            <a:ext cx="10860880" cy="6868160"/>
            <a:chOff x="383382" y="0"/>
            <a:chExt cx="10860880" cy="6868160"/>
          </a:xfrm>
        </p:grpSpPr>
        <p:grpSp>
          <p:nvGrpSpPr>
            <p:cNvPr id="55" name="组合 54"/>
            <p:cNvGrpSpPr/>
            <p:nvPr userDrawn="1"/>
          </p:nvGrpSpPr>
          <p:grpSpPr>
            <a:xfrm>
              <a:off x="1074934" y="0"/>
              <a:ext cx="10169328" cy="6868160"/>
              <a:chOff x="1074934" y="0"/>
              <a:chExt cx="10169328" cy="6868160"/>
            </a:xfrm>
          </p:grpSpPr>
          <p:sp>
            <p:nvSpPr>
              <p:cNvPr id="11" name="任意多边形: 形状 10"/>
              <p:cNvSpPr/>
              <p:nvPr userDrawn="1">
                <p:custDataLst>
                  <p:tags r:id="rId3"/>
                </p:custDataLst>
              </p:nvPr>
            </p:nvSpPr>
            <p:spPr>
              <a:xfrm>
                <a:off x="6471729" y="0"/>
                <a:ext cx="4498061" cy="2192408"/>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userDrawn="1">
                <p:custDataLst>
                  <p:tags r:id="rId4"/>
                </p:custDataLst>
              </p:nvPr>
            </p:nvSpPr>
            <p:spPr>
              <a:xfrm>
                <a:off x="1465625" y="5164237"/>
                <a:ext cx="3559491" cy="1693763"/>
              </a:xfrm>
              <a:custGeom>
                <a:avLst/>
                <a:gdLst>
                  <a:gd name="connsiteX0" fmla="*/ 1779745 w 3559491"/>
                  <a:gd name="connsiteY0" fmla="*/ 0 h 1693763"/>
                  <a:gd name="connsiteX1" fmla="*/ 3554851 w 3559491"/>
                  <a:gd name="connsiteY1" fmla="*/ 1601882 h 1693763"/>
                  <a:gd name="connsiteX2" fmla="*/ 3559491 w 3559491"/>
                  <a:gd name="connsiteY2" fmla="*/ 1693763 h 1693763"/>
                  <a:gd name="connsiteX3" fmla="*/ 0 w 3559491"/>
                  <a:gd name="connsiteY3" fmla="*/ 1693763 h 1693763"/>
                  <a:gd name="connsiteX4" fmla="*/ 4639 w 3559491"/>
                  <a:gd name="connsiteY4" fmla="*/ 1601882 h 1693763"/>
                  <a:gd name="connsiteX5" fmla="*/ 1779745 w 3559491"/>
                  <a:gd name="connsiteY5" fmla="*/ 0 h 16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59491" h="1693763">
                    <a:moveTo>
                      <a:pt x="1779745" y="0"/>
                    </a:moveTo>
                    <a:cubicBezTo>
                      <a:pt x="2703606" y="0"/>
                      <a:pt x="3463476" y="702129"/>
                      <a:pt x="3554851" y="1601882"/>
                    </a:cubicBezTo>
                    <a:lnTo>
                      <a:pt x="3559491" y="1693763"/>
                    </a:lnTo>
                    <a:lnTo>
                      <a:pt x="0" y="1693763"/>
                    </a:lnTo>
                    <a:lnTo>
                      <a:pt x="4639" y="1601882"/>
                    </a:lnTo>
                    <a:cubicBezTo>
                      <a:pt x="96014" y="702129"/>
                      <a:pt x="855884" y="0"/>
                      <a:pt x="1779745" y="0"/>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userDrawn="1">
                <p:custDataLst>
                  <p:tags r:id="rId5"/>
                </p:custDataLst>
              </p:nvPr>
            </p:nvSpPr>
            <p:spPr>
              <a:xfrm>
                <a:off x="1074934" y="0"/>
                <a:ext cx="2379466" cy="1660525"/>
              </a:xfrm>
              <a:prstGeom prst="rect">
                <a:avLst/>
              </a:prstGeom>
              <a:solidFill>
                <a:schemeClr val="tx2">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custDataLst>
                  <p:tags r:id="rId6"/>
                </p:custDataLst>
              </p:nvPr>
            </p:nvSpPr>
            <p:spPr>
              <a:xfrm>
                <a:off x="8075999" y="5283200"/>
                <a:ext cx="3168263" cy="1584960"/>
              </a:xfrm>
              <a:prstGeom prst="rect">
                <a:avLst/>
              </a:prstGeom>
              <a:solidFill>
                <a:schemeClr val="tx2">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userDrawn="1"/>
          </p:nvGrpSpPr>
          <p:grpSpPr>
            <a:xfrm>
              <a:off x="383382" y="4958557"/>
              <a:ext cx="521493" cy="428627"/>
              <a:chOff x="383382" y="4958557"/>
              <a:chExt cx="521493" cy="428627"/>
            </a:xfrm>
          </p:grpSpPr>
          <p:cxnSp>
            <p:nvCxnSpPr>
              <p:cNvPr id="12" name="直接连接符 11"/>
              <p:cNvCxnSpPr/>
              <p:nvPr userDrawn="1">
                <p:custDataLst>
                  <p:tags r:id="rId7"/>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custDataLst>
                  <p:tags r:id="rId8"/>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custDataLst>
                  <p:tags r:id="rId9"/>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userDrawn="1"/>
          </p:nvGrpSpPr>
          <p:grpSpPr>
            <a:xfrm rot="5400000">
              <a:off x="7319943" y="6431755"/>
              <a:ext cx="423862" cy="428627"/>
              <a:chOff x="383382" y="4958557"/>
              <a:chExt cx="521493" cy="428627"/>
            </a:xfrm>
          </p:grpSpPr>
          <p:cxnSp>
            <p:nvCxnSpPr>
              <p:cNvPr id="29" name="直接连接符 28"/>
              <p:cNvCxnSpPr/>
              <p:nvPr userDrawn="1">
                <p:custDataLst>
                  <p:tags r:id="rId10"/>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custDataLst>
                  <p:tags r:id="rId11"/>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custDataLst>
                  <p:tags r:id="rId12"/>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userDrawn="1"/>
          </p:nvGrpSpPr>
          <p:grpSpPr>
            <a:xfrm rot="5400000">
              <a:off x="5744084" y="14288"/>
              <a:ext cx="457202" cy="428627"/>
              <a:chOff x="383382" y="4958557"/>
              <a:chExt cx="521493" cy="428627"/>
            </a:xfrm>
          </p:grpSpPr>
          <p:cxnSp>
            <p:nvCxnSpPr>
              <p:cNvPr id="33" name="直接连接符 32"/>
              <p:cNvCxnSpPr/>
              <p:nvPr userDrawn="1">
                <p:custDataLst>
                  <p:tags r:id="rId13"/>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14"/>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custDataLst>
                  <p:tags r:id="rId15"/>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0" name="组合 49"/>
            <p:cNvGrpSpPr/>
            <p:nvPr userDrawn="1"/>
          </p:nvGrpSpPr>
          <p:grpSpPr>
            <a:xfrm>
              <a:off x="1844952" y="1028704"/>
              <a:ext cx="8494436" cy="1579353"/>
              <a:chOff x="1844952" y="1028704"/>
              <a:chExt cx="8494436" cy="1579353"/>
            </a:xfrm>
          </p:grpSpPr>
          <p:cxnSp>
            <p:nvCxnSpPr>
              <p:cNvPr id="44" name="直接连接符 43"/>
              <p:cNvCxnSpPr/>
              <p:nvPr userDrawn="1">
                <p:custDataLst>
                  <p:tags r:id="rId16"/>
                </p:custDataLst>
              </p:nvPr>
            </p:nvCxnSpPr>
            <p:spPr>
              <a:xfrm flipV="1">
                <a:off x="1881257"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userDrawn="1">
                <p:custDataLst>
                  <p:tags r:id="rId17"/>
                </p:custDataLst>
              </p:nvPr>
            </p:nvCxnSpPr>
            <p:spPr>
              <a:xfrm flipV="1">
                <a:off x="10308674"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userDrawn="1">
                <p:custDataLst>
                  <p:tags r:id="rId18"/>
                </p:custDataLst>
              </p:nvPr>
            </p:nvCxnSpPr>
            <p:spPr>
              <a:xfrm flipH="1">
                <a:off x="1844952" y="1028704"/>
                <a:ext cx="8494436" cy="0"/>
              </a:xfrm>
              <a:prstGeom prst="line">
                <a:avLst/>
              </a:prstGeom>
              <a:ln w="63500">
                <a:gradFill flip="none" rotWithShape="1">
                  <a:gsLst>
                    <a:gs pos="0">
                      <a:schemeClr val="accent1"/>
                    </a:gs>
                    <a:gs pos="58000">
                      <a:schemeClr val="accent1">
                        <a:lumMod val="40000"/>
                        <a:lumOff val="60000"/>
                      </a:schemeClr>
                    </a:gs>
                    <a:gs pos="100000">
                      <a:schemeClr val="accent1"/>
                    </a:gs>
                  </a:gsLst>
                  <a:lin ang="0" scaled="0"/>
                  <a:tileRect/>
                </a:gradFill>
              </a:ln>
            </p:spPr>
            <p:style>
              <a:lnRef idx="1">
                <a:schemeClr val="accent1"/>
              </a:lnRef>
              <a:fillRef idx="0">
                <a:schemeClr val="accent1"/>
              </a:fillRef>
              <a:effectRef idx="0">
                <a:schemeClr val="accent1"/>
              </a:effectRef>
              <a:fontRef idx="minor">
                <a:schemeClr val="tx1"/>
              </a:fontRef>
            </p:style>
          </p:cxnSp>
        </p:grpSp>
        <p:grpSp>
          <p:nvGrpSpPr>
            <p:cNvPr id="51" name="组合 50"/>
            <p:cNvGrpSpPr/>
            <p:nvPr userDrawn="1"/>
          </p:nvGrpSpPr>
          <p:grpSpPr>
            <a:xfrm flipV="1">
              <a:off x="1844952" y="4074976"/>
              <a:ext cx="8494436" cy="1975897"/>
              <a:chOff x="1844952" y="1028704"/>
              <a:chExt cx="8494436" cy="1579353"/>
            </a:xfrm>
          </p:grpSpPr>
          <p:cxnSp>
            <p:nvCxnSpPr>
              <p:cNvPr id="52" name="直接连接符 51"/>
              <p:cNvCxnSpPr/>
              <p:nvPr userDrawn="1">
                <p:custDataLst>
                  <p:tags r:id="rId19"/>
                </p:custDataLst>
              </p:nvPr>
            </p:nvCxnSpPr>
            <p:spPr>
              <a:xfrm flipV="1">
                <a:off x="1881257"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userDrawn="1">
                <p:custDataLst>
                  <p:tags r:id="rId20"/>
                </p:custDataLst>
              </p:nvPr>
            </p:nvCxnSpPr>
            <p:spPr>
              <a:xfrm flipV="1">
                <a:off x="10308674"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userDrawn="1">
                <p:custDataLst>
                  <p:tags r:id="rId21"/>
                </p:custDataLst>
              </p:nvPr>
            </p:nvCxnSpPr>
            <p:spPr>
              <a:xfrm flipH="1">
                <a:off x="1844952" y="1028704"/>
                <a:ext cx="8494436" cy="0"/>
              </a:xfrm>
              <a:prstGeom prst="line">
                <a:avLst/>
              </a:prstGeom>
              <a:ln w="63500">
                <a:gradFill flip="none" rotWithShape="1">
                  <a:gsLst>
                    <a:gs pos="0">
                      <a:schemeClr val="accent1"/>
                    </a:gs>
                    <a:gs pos="58000">
                      <a:schemeClr val="accent1">
                        <a:lumMod val="40000"/>
                        <a:lumOff val="60000"/>
                      </a:schemeClr>
                    </a:gs>
                    <a:gs pos="100000">
                      <a:schemeClr val="accent1"/>
                    </a:gs>
                  </a:gsLst>
                  <a:lin ang="0" scaled="0"/>
                  <a:tileRect/>
                </a:gradFill>
              </a:ln>
            </p:spPr>
            <p:style>
              <a:lnRef idx="1">
                <a:schemeClr val="accent1"/>
              </a:lnRef>
              <a:fillRef idx="0">
                <a:schemeClr val="accent1"/>
              </a:fillRef>
              <a:effectRef idx="0">
                <a:schemeClr val="accent1"/>
              </a:effectRef>
              <a:fontRef idx="minor">
                <a:schemeClr val="tx1"/>
              </a:fontRef>
            </p:style>
          </p:cxnSp>
        </p:grpSp>
      </p:grpSp>
      <p:sp>
        <p:nvSpPr>
          <p:cNvPr id="16" name="日期占位符 15"/>
          <p:cNvSpPr>
            <a:spLocks noGrp="1"/>
          </p:cNvSpPr>
          <p:nvPr>
            <p:ph type="dt" sz="half" idx="10"/>
            <p:custDataLst>
              <p:tags r:id="rId22"/>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23"/>
            </p:custDataLst>
          </p:nvPr>
        </p:nvSpPr>
        <p:spPr/>
        <p:txBody>
          <a:bodyPr/>
          <a:lstStyle/>
          <a:p>
            <a:endParaRPr lang="zh-CN" altLang="en-US" dirty="0"/>
          </a:p>
        </p:txBody>
      </p:sp>
      <p:sp>
        <p:nvSpPr>
          <p:cNvPr id="18" name="灯片编号占位符 17"/>
          <p:cNvSpPr>
            <a:spLocks noGrp="1"/>
          </p:cNvSpPr>
          <p:nvPr>
            <p:ph type="sldNum" sz="quarter" idx="12"/>
            <p:custDataLst>
              <p:tags r:id="rId24"/>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25"/>
            </p:custDataLst>
          </p:nvPr>
        </p:nvSpPr>
        <p:spPr>
          <a:xfrm>
            <a:off x="3002280" y="2868135"/>
            <a:ext cx="6187440" cy="1068070"/>
          </a:xfrm>
        </p:spPr>
        <p:txBody>
          <a:bodyPr lIns="90170" tIns="46990" rIns="90170" bIns="46990" anchor="b" anchorCtr="0">
            <a:normAutofit/>
          </a:bodyPr>
          <a:lstStyle>
            <a:lvl1pPr algn="ctr">
              <a:defRPr sz="6000" spc="6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26"/>
            </p:custDataLst>
          </p:nvPr>
        </p:nvSpPr>
        <p:spPr>
          <a:xfrm>
            <a:off x="3002280" y="4119497"/>
            <a:ext cx="6187442" cy="395196"/>
          </a:xfrm>
        </p:spPr>
        <p:txBody>
          <a:bodyPr lIns="90170" tIns="46990" rIns="90170" bIns="46990">
            <a:normAutofit/>
          </a:bodyPr>
          <a:lstStyle>
            <a:lvl1pPr marL="0" indent="0" algn="ctr" eaLnBrk="1" fontAlgn="auto" latinLnBrk="0" hangingPunct="1">
              <a:lnSpc>
                <a:spcPct val="100000"/>
              </a:lnSpc>
              <a:buNone/>
              <a:defRPr sz="2000" u="none" strike="noStrike" kern="1200" cap="none" spc="200" normalizeH="0" baseline="0">
                <a:solidFill>
                  <a:schemeClr val="tx1">
                    <a:lumMod val="85000"/>
                    <a:lumOff val="1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cxnSp>
        <p:nvCxnSpPr>
          <p:cNvPr id="40" name="直接连接符 39"/>
          <p:cNvCxnSpPr/>
          <p:nvPr userDrawn="1">
            <p:custDataLst>
              <p:tags r:id="rId27"/>
            </p:custDataLst>
          </p:nvPr>
        </p:nvCxnSpPr>
        <p:spPr>
          <a:xfrm>
            <a:off x="3683000" y="3997347"/>
            <a:ext cx="4806950" cy="0"/>
          </a:xfrm>
          <a:prstGeom prst="line">
            <a:avLst/>
          </a:prstGeom>
          <a:ln w="127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5" name="文本占位符 4"/>
          <p:cNvSpPr>
            <a:spLocks noGrp="1"/>
          </p:cNvSpPr>
          <p:nvPr>
            <p:ph type="body" sz="quarter" idx="13" hasCustomPrompt="1"/>
            <p:custDataLst>
              <p:tags r:id="rId28"/>
            </p:custDataLst>
          </p:nvPr>
        </p:nvSpPr>
        <p:spPr>
          <a:xfrm>
            <a:off x="3600547" y="4646768"/>
            <a:ext cx="2023152" cy="329211"/>
          </a:xfrm>
        </p:spPr>
        <p:txBody>
          <a:bodyPr/>
          <a:lstStyle>
            <a:lvl1pPr marL="0" indent="0">
              <a:buNone/>
              <a:defRPr/>
            </a:lvl1pPr>
          </a:lstStyle>
          <a:p>
            <a:pPr lvl="0"/>
            <a:r>
              <a:rPr lang="zh-CN" altLang="en-US" dirty="0"/>
              <a:t>编辑文本</a:t>
            </a:r>
            <a:endParaRPr lang="zh-CN" altLang="en-US" dirty="0"/>
          </a:p>
        </p:txBody>
      </p:sp>
      <p:sp>
        <p:nvSpPr>
          <p:cNvPr id="36" name="文本占位符 4"/>
          <p:cNvSpPr>
            <a:spLocks noGrp="1"/>
          </p:cNvSpPr>
          <p:nvPr>
            <p:ph type="body" sz="quarter" idx="14" hasCustomPrompt="1"/>
            <p:custDataLst>
              <p:tags r:id="rId29"/>
            </p:custDataLst>
          </p:nvPr>
        </p:nvSpPr>
        <p:spPr>
          <a:xfrm>
            <a:off x="6566233" y="4646768"/>
            <a:ext cx="2023152" cy="329211"/>
          </a:xfrm>
        </p:spPr>
        <p:txBody>
          <a:bodyPr/>
          <a:lstStyle>
            <a:lvl1pPr marL="0" indent="0" algn="r">
              <a:buNone/>
              <a:defRPr/>
            </a:lvl1pPr>
          </a:lstStyle>
          <a:p>
            <a:pPr lvl="0"/>
            <a:r>
              <a:rPr lang="zh-CN" altLang="en-US" dirty="0"/>
              <a:t>编辑文本</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157618" y="443230"/>
            <a:ext cx="11674475" cy="6414770"/>
            <a:chOff x="157618" y="443230"/>
            <a:chExt cx="11674475" cy="6414770"/>
          </a:xfrm>
        </p:grpSpPr>
        <p:grpSp>
          <p:nvGrpSpPr>
            <p:cNvPr id="8" name="组合 7"/>
            <p:cNvGrpSpPr/>
            <p:nvPr userDrawn="1"/>
          </p:nvGrpSpPr>
          <p:grpSpPr>
            <a:xfrm>
              <a:off x="11310600" y="443230"/>
              <a:ext cx="521493" cy="428627"/>
              <a:chOff x="383382" y="4958557"/>
              <a:chExt cx="521493" cy="428627"/>
            </a:xfrm>
          </p:grpSpPr>
          <p:cxnSp>
            <p:nvCxnSpPr>
              <p:cNvPr id="10" name="直接连接符 9"/>
              <p:cNvCxnSpPr/>
              <p:nvPr userDrawn="1">
                <p:custDataLst>
                  <p:tags r:id="rId3"/>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custDataLst>
                  <p:tags r:id="rId4"/>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custDataLst>
                  <p:tags r:id="rId5"/>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9" name="任意多边形: 形状 8"/>
            <p:cNvSpPr/>
            <p:nvPr userDrawn="1">
              <p:custDataLst>
                <p:tags r:id="rId6"/>
              </p:custDataLst>
            </p:nvPr>
          </p:nvSpPr>
          <p:spPr>
            <a:xfrm rot="10800000">
              <a:off x="157618" y="6154057"/>
              <a:ext cx="1444247" cy="703943"/>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7"/>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8"/>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a:lstStyle/>
          <a:p>
            <a:endParaRPr lang="zh-CN" altLang="en-US"/>
          </a:p>
        </p:txBody>
      </p:sp>
      <p:sp>
        <p:nvSpPr>
          <p:cNvPr id="6" name="灯片编号占位符 5"/>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383382" y="0"/>
            <a:ext cx="10860880" cy="6868160"/>
            <a:chOff x="383382" y="0"/>
            <a:chExt cx="10860880" cy="6868160"/>
          </a:xfrm>
        </p:grpSpPr>
        <p:grpSp>
          <p:nvGrpSpPr>
            <p:cNvPr id="10" name="组合 9"/>
            <p:cNvGrpSpPr/>
            <p:nvPr userDrawn="1"/>
          </p:nvGrpSpPr>
          <p:grpSpPr>
            <a:xfrm>
              <a:off x="1074934" y="0"/>
              <a:ext cx="10169328" cy="6868160"/>
              <a:chOff x="1074934" y="0"/>
              <a:chExt cx="10169328" cy="6868160"/>
            </a:xfrm>
          </p:grpSpPr>
          <p:sp>
            <p:nvSpPr>
              <p:cNvPr id="31" name="任意多边形: 形状 30"/>
              <p:cNvSpPr/>
              <p:nvPr userDrawn="1">
                <p:custDataLst>
                  <p:tags r:id="rId3"/>
                </p:custDataLst>
              </p:nvPr>
            </p:nvSpPr>
            <p:spPr>
              <a:xfrm>
                <a:off x="6471729" y="0"/>
                <a:ext cx="4498061" cy="2192408"/>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p:cNvSpPr/>
              <p:nvPr userDrawn="1">
                <p:custDataLst>
                  <p:tags r:id="rId4"/>
                </p:custDataLst>
              </p:nvPr>
            </p:nvSpPr>
            <p:spPr>
              <a:xfrm>
                <a:off x="1465625" y="5164237"/>
                <a:ext cx="3559491" cy="1693763"/>
              </a:xfrm>
              <a:custGeom>
                <a:avLst/>
                <a:gdLst>
                  <a:gd name="connsiteX0" fmla="*/ 1779745 w 3559491"/>
                  <a:gd name="connsiteY0" fmla="*/ 0 h 1693763"/>
                  <a:gd name="connsiteX1" fmla="*/ 3554851 w 3559491"/>
                  <a:gd name="connsiteY1" fmla="*/ 1601882 h 1693763"/>
                  <a:gd name="connsiteX2" fmla="*/ 3559491 w 3559491"/>
                  <a:gd name="connsiteY2" fmla="*/ 1693763 h 1693763"/>
                  <a:gd name="connsiteX3" fmla="*/ 0 w 3559491"/>
                  <a:gd name="connsiteY3" fmla="*/ 1693763 h 1693763"/>
                  <a:gd name="connsiteX4" fmla="*/ 4639 w 3559491"/>
                  <a:gd name="connsiteY4" fmla="*/ 1601882 h 1693763"/>
                  <a:gd name="connsiteX5" fmla="*/ 1779745 w 3559491"/>
                  <a:gd name="connsiteY5" fmla="*/ 0 h 16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59491" h="1693763">
                    <a:moveTo>
                      <a:pt x="1779745" y="0"/>
                    </a:moveTo>
                    <a:cubicBezTo>
                      <a:pt x="2703606" y="0"/>
                      <a:pt x="3463476" y="702129"/>
                      <a:pt x="3554851" y="1601882"/>
                    </a:cubicBezTo>
                    <a:lnTo>
                      <a:pt x="3559491" y="1693763"/>
                    </a:lnTo>
                    <a:lnTo>
                      <a:pt x="0" y="1693763"/>
                    </a:lnTo>
                    <a:lnTo>
                      <a:pt x="4639" y="1601882"/>
                    </a:lnTo>
                    <a:cubicBezTo>
                      <a:pt x="96014" y="702129"/>
                      <a:pt x="855884" y="0"/>
                      <a:pt x="1779745" y="0"/>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userDrawn="1">
                <p:custDataLst>
                  <p:tags r:id="rId5"/>
                </p:custDataLst>
              </p:nvPr>
            </p:nvSpPr>
            <p:spPr>
              <a:xfrm>
                <a:off x="1074934" y="0"/>
                <a:ext cx="2379466" cy="1660525"/>
              </a:xfrm>
              <a:prstGeom prst="rect">
                <a:avLst/>
              </a:prstGeom>
              <a:solidFill>
                <a:schemeClr val="tx2">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custDataLst>
                  <p:tags r:id="rId6"/>
                </p:custDataLst>
              </p:nvPr>
            </p:nvSpPr>
            <p:spPr>
              <a:xfrm>
                <a:off x="8075999" y="5283200"/>
                <a:ext cx="3168263" cy="1584960"/>
              </a:xfrm>
              <a:prstGeom prst="rect">
                <a:avLst/>
              </a:prstGeom>
              <a:solidFill>
                <a:schemeClr val="tx2">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a:off x="383382" y="4958557"/>
              <a:ext cx="521493" cy="428627"/>
              <a:chOff x="383382" y="4958557"/>
              <a:chExt cx="521493" cy="428627"/>
            </a:xfrm>
          </p:grpSpPr>
          <p:cxnSp>
            <p:nvCxnSpPr>
              <p:cNvPr id="28" name="直接连接符 27"/>
              <p:cNvCxnSpPr/>
              <p:nvPr userDrawn="1">
                <p:custDataLst>
                  <p:tags r:id="rId7"/>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8"/>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custDataLst>
                  <p:tags r:id="rId9"/>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userDrawn="1"/>
          </p:nvGrpSpPr>
          <p:grpSpPr>
            <a:xfrm rot="5400000">
              <a:off x="7319943" y="6431755"/>
              <a:ext cx="423862" cy="428627"/>
              <a:chOff x="383382" y="4958557"/>
              <a:chExt cx="521493" cy="428627"/>
            </a:xfrm>
          </p:grpSpPr>
          <p:cxnSp>
            <p:nvCxnSpPr>
              <p:cNvPr id="25" name="直接连接符 24"/>
              <p:cNvCxnSpPr/>
              <p:nvPr userDrawn="1">
                <p:custDataLst>
                  <p:tags r:id="rId10"/>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custDataLst>
                  <p:tags r:id="rId11"/>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custDataLst>
                  <p:tags r:id="rId12"/>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userDrawn="1"/>
          </p:nvGrpSpPr>
          <p:grpSpPr>
            <a:xfrm rot="5400000">
              <a:off x="5744084" y="14288"/>
              <a:ext cx="457202" cy="428627"/>
              <a:chOff x="383382" y="4958557"/>
              <a:chExt cx="521493" cy="428627"/>
            </a:xfrm>
          </p:grpSpPr>
          <p:cxnSp>
            <p:nvCxnSpPr>
              <p:cNvPr id="22" name="直接连接符 21"/>
              <p:cNvCxnSpPr/>
              <p:nvPr userDrawn="1">
                <p:custDataLst>
                  <p:tags r:id="rId13"/>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custDataLst>
                  <p:tags r:id="rId14"/>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custDataLst>
                  <p:tags r:id="rId15"/>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userDrawn="1"/>
          </p:nvGrpSpPr>
          <p:grpSpPr>
            <a:xfrm>
              <a:off x="1844952" y="1028704"/>
              <a:ext cx="8494436" cy="1579353"/>
              <a:chOff x="1844952" y="1028704"/>
              <a:chExt cx="8494436" cy="1579353"/>
            </a:xfrm>
          </p:grpSpPr>
          <p:cxnSp>
            <p:nvCxnSpPr>
              <p:cNvPr id="19" name="直接连接符 18"/>
              <p:cNvCxnSpPr/>
              <p:nvPr userDrawn="1">
                <p:custDataLst>
                  <p:tags r:id="rId16"/>
                </p:custDataLst>
              </p:nvPr>
            </p:nvCxnSpPr>
            <p:spPr>
              <a:xfrm flipV="1">
                <a:off x="1881257"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custDataLst>
                  <p:tags r:id="rId17"/>
                </p:custDataLst>
              </p:nvPr>
            </p:nvCxnSpPr>
            <p:spPr>
              <a:xfrm flipV="1">
                <a:off x="10308674"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custDataLst>
                  <p:tags r:id="rId18"/>
                </p:custDataLst>
              </p:nvPr>
            </p:nvCxnSpPr>
            <p:spPr>
              <a:xfrm flipH="1">
                <a:off x="1844952" y="1028704"/>
                <a:ext cx="8494436" cy="0"/>
              </a:xfrm>
              <a:prstGeom prst="line">
                <a:avLst/>
              </a:prstGeom>
              <a:ln w="63500">
                <a:gradFill flip="none" rotWithShape="1">
                  <a:gsLst>
                    <a:gs pos="0">
                      <a:schemeClr val="accent1"/>
                    </a:gs>
                    <a:gs pos="58000">
                      <a:schemeClr val="accent1">
                        <a:lumMod val="40000"/>
                        <a:lumOff val="60000"/>
                      </a:schemeClr>
                    </a:gs>
                    <a:gs pos="100000">
                      <a:schemeClr val="accent1"/>
                    </a:gs>
                  </a:gsLst>
                  <a:lin ang="0" scaled="0"/>
                  <a:tileRect/>
                </a:gra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userDrawn="1"/>
          </p:nvGrpSpPr>
          <p:grpSpPr>
            <a:xfrm flipV="1">
              <a:off x="1844952" y="4074976"/>
              <a:ext cx="8494436" cy="1975897"/>
              <a:chOff x="1844952" y="1028704"/>
              <a:chExt cx="8494436" cy="1579353"/>
            </a:xfrm>
          </p:grpSpPr>
          <p:cxnSp>
            <p:nvCxnSpPr>
              <p:cNvPr id="16" name="直接连接符 15"/>
              <p:cNvCxnSpPr/>
              <p:nvPr userDrawn="1">
                <p:custDataLst>
                  <p:tags r:id="rId19"/>
                </p:custDataLst>
              </p:nvPr>
            </p:nvCxnSpPr>
            <p:spPr>
              <a:xfrm flipV="1">
                <a:off x="1881257"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20"/>
                </p:custDataLst>
              </p:nvPr>
            </p:nvCxnSpPr>
            <p:spPr>
              <a:xfrm flipV="1">
                <a:off x="10308674"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custDataLst>
                  <p:tags r:id="rId21"/>
                </p:custDataLst>
              </p:nvPr>
            </p:nvCxnSpPr>
            <p:spPr>
              <a:xfrm flipH="1">
                <a:off x="1844952" y="1028704"/>
                <a:ext cx="8494436" cy="0"/>
              </a:xfrm>
              <a:prstGeom prst="line">
                <a:avLst/>
              </a:prstGeom>
              <a:ln w="63500">
                <a:gradFill flip="none" rotWithShape="1">
                  <a:gsLst>
                    <a:gs pos="0">
                      <a:schemeClr val="accent1"/>
                    </a:gs>
                    <a:gs pos="58000">
                      <a:schemeClr val="accent1">
                        <a:lumMod val="40000"/>
                        <a:lumOff val="60000"/>
                      </a:schemeClr>
                    </a:gs>
                    <a:gs pos="100000">
                      <a:schemeClr val="accent1"/>
                    </a:gs>
                  </a:gsLst>
                  <a:lin ang="0" scaled="0"/>
                  <a:tileRect/>
                </a:gradFill>
              </a:ln>
            </p:spPr>
            <p:style>
              <a:lnRef idx="1">
                <a:schemeClr val="accent1"/>
              </a:lnRef>
              <a:fillRef idx="0">
                <a:schemeClr val="accent1"/>
              </a:fillRef>
              <a:effectRef idx="0">
                <a:schemeClr val="accent1"/>
              </a:effectRef>
              <a:fontRef idx="minor">
                <a:schemeClr val="tx1"/>
              </a:fontRef>
            </p:style>
          </p:cxnSp>
        </p:grpSp>
      </p:grpSp>
      <p:sp>
        <p:nvSpPr>
          <p:cNvPr id="4" name="日期占位符 3"/>
          <p:cNvSpPr>
            <a:spLocks noGrp="1"/>
          </p:cNvSpPr>
          <p:nvPr>
            <p:ph type="dt" sz="half" idx="10"/>
            <p:custDataLst>
              <p:tags r:id="rId22"/>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23"/>
            </p:custDataLst>
          </p:nvPr>
        </p:nvSpPr>
        <p:spPr/>
        <p:txBody>
          <a:bodyPr/>
          <a:lstStyle/>
          <a:p>
            <a:endParaRPr lang="zh-CN" altLang="en-US"/>
          </a:p>
        </p:txBody>
      </p:sp>
      <p:sp>
        <p:nvSpPr>
          <p:cNvPr id="6" name="灯片编号占位符 5"/>
          <p:cNvSpPr>
            <a:spLocks noGrp="1"/>
          </p:cNvSpPr>
          <p:nvPr>
            <p:ph type="sldNum" sz="quarter" idx="12"/>
            <p:custDataLst>
              <p:tags r:id="rId2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25"/>
            </p:custDataLst>
          </p:nvPr>
        </p:nvSpPr>
        <p:spPr>
          <a:xfrm>
            <a:off x="3002280" y="2973705"/>
            <a:ext cx="6187440" cy="985520"/>
          </a:xfrm>
        </p:spPr>
        <p:txBody>
          <a:bodyPr lIns="90170" tIns="46990" rIns="90170" bIns="46990" anchor="b" anchorCtr="0">
            <a:normAutofit/>
          </a:bodyPr>
          <a:lstStyle>
            <a:lvl1pPr algn="ctr">
              <a:defRPr sz="4400" u="none" strike="noStrike" kern="1200" cap="none" spc="300" normalizeH="0" baseline="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26"/>
            </p:custDataLst>
          </p:nvPr>
        </p:nvSpPr>
        <p:spPr>
          <a:xfrm>
            <a:off x="3002280" y="4211320"/>
            <a:ext cx="6187440" cy="805180"/>
          </a:xfrm>
        </p:spPr>
        <p:txBody>
          <a:bodyPr lIns="90170" tIns="46990" rIns="90170" bIns="46990">
            <a:norm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cxnSp>
        <p:nvCxnSpPr>
          <p:cNvPr id="35" name="直接连接符 34"/>
          <p:cNvCxnSpPr/>
          <p:nvPr userDrawn="1">
            <p:custDataLst>
              <p:tags r:id="rId27"/>
            </p:custDataLst>
          </p:nvPr>
        </p:nvCxnSpPr>
        <p:spPr>
          <a:xfrm>
            <a:off x="5538533" y="4074977"/>
            <a:ext cx="1114934"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grpSp>
        <p:nvGrpSpPr>
          <p:cNvPr id="21" name="组合 20"/>
          <p:cNvGrpSpPr/>
          <p:nvPr userDrawn="1">
            <p:custDataLst>
              <p:tags r:id="rId2"/>
            </p:custDataLst>
          </p:nvPr>
        </p:nvGrpSpPr>
        <p:grpSpPr>
          <a:xfrm>
            <a:off x="157618" y="443230"/>
            <a:ext cx="11674475" cy="6414770"/>
            <a:chOff x="157618" y="443230"/>
            <a:chExt cx="11674475" cy="6414770"/>
          </a:xfrm>
        </p:grpSpPr>
        <p:grpSp>
          <p:nvGrpSpPr>
            <p:cNvPr id="22" name="组合 21"/>
            <p:cNvGrpSpPr/>
            <p:nvPr userDrawn="1"/>
          </p:nvGrpSpPr>
          <p:grpSpPr>
            <a:xfrm>
              <a:off x="11310600" y="443230"/>
              <a:ext cx="521493" cy="428627"/>
              <a:chOff x="383382" y="4958557"/>
              <a:chExt cx="521493" cy="428627"/>
            </a:xfrm>
          </p:grpSpPr>
          <p:cxnSp>
            <p:nvCxnSpPr>
              <p:cNvPr id="24" name="直接连接符 23"/>
              <p:cNvCxnSpPr/>
              <p:nvPr userDrawn="1">
                <p:custDataLst>
                  <p:tags r:id="rId3"/>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custDataLst>
                  <p:tags r:id="rId4"/>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custDataLst>
                  <p:tags r:id="rId5"/>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3" name="任意多边形: 形状 22"/>
            <p:cNvSpPr/>
            <p:nvPr userDrawn="1">
              <p:custDataLst>
                <p:tags r:id="rId6"/>
              </p:custDataLst>
            </p:nvPr>
          </p:nvSpPr>
          <p:spPr>
            <a:xfrm rot="10800000">
              <a:off x="157618" y="6154057"/>
              <a:ext cx="1444247" cy="703943"/>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7"/>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8"/>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9"/>
            </p:custDataLst>
          </p:nvPr>
        </p:nvSpPr>
        <p:spPr>
          <a:xfrm>
            <a:off x="6238877" y="952508"/>
            <a:ext cx="5283242" cy="5388907"/>
          </a:xfrm>
        </p:spPr>
        <p:txBody>
          <a:bodyPr>
            <a:noAutofit/>
          </a:bodyPr>
          <a:lstStyle>
            <a:lvl1pPr>
              <a:defRPr sz="1400" baseline="0">
                <a:solidFill>
                  <a:schemeClr val="tx1">
                    <a:lumMod val="85000"/>
                    <a:lumOff val="15000"/>
                  </a:schemeClr>
                </a:solidFill>
                <a:latin typeface="Arial" panose="020B060402020202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2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2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2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1"/>
            </p:custDataLst>
          </p:nvPr>
        </p:nvSpPr>
        <p:spPr/>
        <p:txBody>
          <a:bodyPr/>
          <a:lstStyle/>
          <a:p>
            <a:endParaRPr lang="zh-CN" altLang="en-US"/>
          </a:p>
        </p:txBody>
      </p:sp>
      <p:sp>
        <p:nvSpPr>
          <p:cNvPr id="7" name="灯片编号占位符 6"/>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grpSp>
        <p:nvGrpSpPr>
          <p:cNvPr id="23" name="组合 22"/>
          <p:cNvGrpSpPr/>
          <p:nvPr userDrawn="1">
            <p:custDataLst>
              <p:tags r:id="rId2"/>
            </p:custDataLst>
          </p:nvPr>
        </p:nvGrpSpPr>
        <p:grpSpPr>
          <a:xfrm>
            <a:off x="157618" y="443230"/>
            <a:ext cx="11674475" cy="6414770"/>
            <a:chOff x="157618" y="443230"/>
            <a:chExt cx="11674475" cy="6414770"/>
          </a:xfrm>
        </p:grpSpPr>
        <p:grpSp>
          <p:nvGrpSpPr>
            <p:cNvPr id="24" name="组合 23"/>
            <p:cNvGrpSpPr/>
            <p:nvPr userDrawn="1"/>
          </p:nvGrpSpPr>
          <p:grpSpPr>
            <a:xfrm>
              <a:off x="11310600" y="443230"/>
              <a:ext cx="521493" cy="428627"/>
              <a:chOff x="383382" y="4958557"/>
              <a:chExt cx="521493" cy="428627"/>
            </a:xfrm>
          </p:grpSpPr>
          <p:cxnSp>
            <p:nvCxnSpPr>
              <p:cNvPr id="26" name="直接连接符 25"/>
              <p:cNvCxnSpPr/>
              <p:nvPr userDrawn="1">
                <p:custDataLst>
                  <p:tags r:id="rId3"/>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custDataLst>
                  <p:tags r:id="rId4"/>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custDataLst>
                  <p:tags r:id="rId5"/>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5" name="任意多边形: 形状 24"/>
            <p:cNvSpPr/>
            <p:nvPr userDrawn="1">
              <p:custDataLst>
                <p:tags r:id="rId6"/>
              </p:custDataLst>
            </p:nvPr>
          </p:nvSpPr>
          <p:spPr>
            <a:xfrm rot="10800000">
              <a:off x="157618" y="6154057"/>
              <a:ext cx="1444247" cy="703943"/>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7"/>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8"/>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9"/>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0"/>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1"/>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2"/>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3"/>
            </p:custDataLst>
          </p:nvPr>
        </p:nvSpPr>
        <p:spPr/>
        <p:txBody>
          <a:bodyPr/>
          <a:lstStyle/>
          <a:p>
            <a:endParaRPr lang="zh-CN" altLang="en-US"/>
          </a:p>
        </p:txBody>
      </p:sp>
      <p:sp>
        <p:nvSpPr>
          <p:cNvPr id="9" name="灯片编号占位符 8"/>
          <p:cNvSpPr>
            <a:spLocks noGrp="1"/>
          </p:cNvSpPr>
          <p:nvPr>
            <p:ph type="sldNum" sz="quarter" idx="12"/>
            <p:custDataLst>
              <p:tags r:id="rId1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a:off x="383382" y="0"/>
            <a:ext cx="10860880" cy="6868160"/>
            <a:chOff x="383382" y="0"/>
            <a:chExt cx="10860880" cy="6868160"/>
          </a:xfrm>
        </p:grpSpPr>
        <p:grpSp>
          <p:nvGrpSpPr>
            <p:cNvPr id="21" name="组合 20"/>
            <p:cNvGrpSpPr/>
            <p:nvPr userDrawn="1"/>
          </p:nvGrpSpPr>
          <p:grpSpPr>
            <a:xfrm>
              <a:off x="1074934" y="0"/>
              <a:ext cx="10169328" cy="6868160"/>
              <a:chOff x="1074934" y="0"/>
              <a:chExt cx="10169328" cy="6868160"/>
            </a:xfrm>
          </p:grpSpPr>
          <p:sp>
            <p:nvSpPr>
              <p:cNvPr id="42" name="任意多边形: 形状 41"/>
              <p:cNvSpPr/>
              <p:nvPr userDrawn="1">
                <p:custDataLst>
                  <p:tags r:id="rId3"/>
                </p:custDataLst>
              </p:nvPr>
            </p:nvSpPr>
            <p:spPr>
              <a:xfrm>
                <a:off x="6471729" y="0"/>
                <a:ext cx="4498061" cy="2192408"/>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任意多边形: 形状 42"/>
              <p:cNvSpPr/>
              <p:nvPr userDrawn="1">
                <p:custDataLst>
                  <p:tags r:id="rId4"/>
                </p:custDataLst>
              </p:nvPr>
            </p:nvSpPr>
            <p:spPr>
              <a:xfrm>
                <a:off x="1465625" y="5164237"/>
                <a:ext cx="3559491" cy="1693763"/>
              </a:xfrm>
              <a:custGeom>
                <a:avLst/>
                <a:gdLst>
                  <a:gd name="connsiteX0" fmla="*/ 1779745 w 3559491"/>
                  <a:gd name="connsiteY0" fmla="*/ 0 h 1693763"/>
                  <a:gd name="connsiteX1" fmla="*/ 3554851 w 3559491"/>
                  <a:gd name="connsiteY1" fmla="*/ 1601882 h 1693763"/>
                  <a:gd name="connsiteX2" fmla="*/ 3559491 w 3559491"/>
                  <a:gd name="connsiteY2" fmla="*/ 1693763 h 1693763"/>
                  <a:gd name="connsiteX3" fmla="*/ 0 w 3559491"/>
                  <a:gd name="connsiteY3" fmla="*/ 1693763 h 1693763"/>
                  <a:gd name="connsiteX4" fmla="*/ 4639 w 3559491"/>
                  <a:gd name="connsiteY4" fmla="*/ 1601882 h 1693763"/>
                  <a:gd name="connsiteX5" fmla="*/ 1779745 w 3559491"/>
                  <a:gd name="connsiteY5" fmla="*/ 0 h 16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59491" h="1693763">
                    <a:moveTo>
                      <a:pt x="1779745" y="0"/>
                    </a:moveTo>
                    <a:cubicBezTo>
                      <a:pt x="2703606" y="0"/>
                      <a:pt x="3463476" y="702129"/>
                      <a:pt x="3554851" y="1601882"/>
                    </a:cubicBezTo>
                    <a:lnTo>
                      <a:pt x="3559491" y="1693763"/>
                    </a:lnTo>
                    <a:lnTo>
                      <a:pt x="0" y="1693763"/>
                    </a:lnTo>
                    <a:lnTo>
                      <a:pt x="4639" y="1601882"/>
                    </a:lnTo>
                    <a:cubicBezTo>
                      <a:pt x="96014" y="702129"/>
                      <a:pt x="855884" y="0"/>
                      <a:pt x="1779745" y="0"/>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p:cNvSpPr/>
              <p:nvPr userDrawn="1">
                <p:custDataLst>
                  <p:tags r:id="rId5"/>
                </p:custDataLst>
              </p:nvPr>
            </p:nvSpPr>
            <p:spPr>
              <a:xfrm>
                <a:off x="1074934" y="0"/>
                <a:ext cx="2379466" cy="1660525"/>
              </a:xfrm>
              <a:prstGeom prst="rect">
                <a:avLst/>
              </a:prstGeom>
              <a:solidFill>
                <a:schemeClr val="tx2">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userDrawn="1">
                <p:custDataLst>
                  <p:tags r:id="rId6"/>
                </p:custDataLst>
              </p:nvPr>
            </p:nvSpPr>
            <p:spPr>
              <a:xfrm>
                <a:off x="8075999" y="5283200"/>
                <a:ext cx="3168263" cy="1584960"/>
              </a:xfrm>
              <a:prstGeom prst="rect">
                <a:avLst/>
              </a:prstGeom>
              <a:solidFill>
                <a:schemeClr val="tx2">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userDrawn="1"/>
          </p:nvGrpSpPr>
          <p:grpSpPr>
            <a:xfrm>
              <a:off x="383382" y="4958557"/>
              <a:ext cx="521493" cy="428627"/>
              <a:chOff x="383382" y="4958557"/>
              <a:chExt cx="521493" cy="428627"/>
            </a:xfrm>
          </p:grpSpPr>
          <p:cxnSp>
            <p:nvCxnSpPr>
              <p:cNvPr id="39" name="直接连接符 38"/>
              <p:cNvCxnSpPr/>
              <p:nvPr userDrawn="1">
                <p:custDataLst>
                  <p:tags r:id="rId7"/>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custDataLst>
                  <p:tags r:id="rId8"/>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custDataLst>
                  <p:tags r:id="rId9"/>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userDrawn="1"/>
          </p:nvGrpSpPr>
          <p:grpSpPr>
            <a:xfrm rot="5400000">
              <a:off x="7319943" y="6431755"/>
              <a:ext cx="423862" cy="428627"/>
              <a:chOff x="383382" y="4958557"/>
              <a:chExt cx="521493" cy="428627"/>
            </a:xfrm>
          </p:grpSpPr>
          <p:cxnSp>
            <p:nvCxnSpPr>
              <p:cNvPr id="36" name="直接连接符 35"/>
              <p:cNvCxnSpPr/>
              <p:nvPr userDrawn="1">
                <p:custDataLst>
                  <p:tags r:id="rId10"/>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userDrawn="1">
                <p:custDataLst>
                  <p:tags r:id="rId11"/>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custDataLst>
                  <p:tags r:id="rId12"/>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userDrawn="1"/>
          </p:nvGrpSpPr>
          <p:grpSpPr>
            <a:xfrm rot="5400000">
              <a:off x="5744084" y="14288"/>
              <a:ext cx="457202" cy="428627"/>
              <a:chOff x="383382" y="4958557"/>
              <a:chExt cx="521493" cy="428627"/>
            </a:xfrm>
          </p:grpSpPr>
          <p:cxnSp>
            <p:nvCxnSpPr>
              <p:cNvPr id="33" name="直接连接符 32"/>
              <p:cNvCxnSpPr/>
              <p:nvPr userDrawn="1">
                <p:custDataLst>
                  <p:tags r:id="rId13"/>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14"/>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custDataLst>
                  <p:tags r:id="rId15"/>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userDrawn="1"/>
          </p:nvGrpSpPr>
          <p:grpSpPr>
            <a:xfrm>
              <a:off x="1844952" y="1028704"/>
              <a:ext cx="8494436" cy="1579353"/>
              <a:chOff x="1844952" y="1028704"/>
              <a:chExt cx="8494436" cy="1579353"/>
            </a:xfrm>
          </p:grpSpPr>
          <p:cxnSp>
            <p:nvCxnSpPr>
              <p:cNvPr id="30" name="直接连接符 29"/>
              <p:cNvCxnSpPr/>
              <p:nvPr userDrawn="1">
                <p:custDataLst>
                  <p:tags r:id="rId16"/>
                </p:custDataLst>
              </p:nvPr>
            </p:nvCxnSpPr>
            <p:spPr>
              <a:xfrm flipV="1">
                <a:off x="1881257"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custDataLst>
                  <p:tags r:id="rId17"/>
                </p:custDataLst>
              </p:nvPr>
            </p:nvCxnSpPr>
            <p:spPr>
              <a:xfrm flipV="1">
                <a:off x="10308674"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custDataLst>
                  <p:tags r:id="rId18"/>
                </p:custDataLst>
              </p:nvPr>
            </p:nvCxnSpPr>
            <p:spPr>
              <a:xfrm flipH="1">
                <a:off x="1844952" y="1028704"/>
                <a:ext cx="8494436" cy="0"/>
              </a:xfrm>
              <a:prstGeom prst="line">
                <a:avLst/>
              </a:prstGeom>
              <a:ln w="63500">
                <a:gradFill flip="none" rotWithShape="1">
                  <a:gsLst>
                    <a:gs pos="0">
                      <a:schemeClr val="accent1"/>
                    </a:gs>
                    <a:gs pos="58000">
                      <a:schemeClr val="accent1">
                        <a:lumMod val="40000"/>
                        <a:lumOff val="60000"/>
                      </a:schemeClr>
                    </a:gs>
                    <a:gs pos="100000">
                      <a:schemeClr val="accent1"/>
                    </a:gs>
                  </a:gsLst>
                  <a:lin ang="0" scaled="0"/>
                  <a:tileRect/>
                </a:gra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userDrawn="1"/>
          </p:nvGrpSpPr>
          <p:grpSpPr>
            <a:xfrm flipV="1">
              <a:off x="1844952" y="4074976"/>
              <a:ext cx="8494436" cy="1975897"/>
              <a:chOff x="1844952" y="1028704"/>
              <a:chExt cx="8494436" cy="1579353"/>
            </a:xfrm>
          </p:grpSpPr>
          <p:cxnSp>
            <p:nvCxnSpPr>
              <p:cNvPr id="27" name="直接连接符 26"/>
              <p:cNvCxnSpPr/>
              <p:nvPr userDrawn="1">
                <p:custDataLst>
                  <p:tags r:id="rId19"/>
                </p:custDataLst>
              </p:nvPr>
            </p:nvCxnSpPr>
            <p:spPr>
              <a:xfrm flipV="1">
                <a:off x="1881257"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custDataLst>
                  <p:tags r:id="rId20"/>
                </p:custDataLst>
              </p:nvPr>
            </p:nvCxnSpPr>
            <p:spPr>
              <a:xfrm flipV="1">
                <a:off x="10308674"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21"/>
                </p:custDataLst>
              </p:nvPr>
            </p:nvCxnSpPr>
            <p:spPr>
              <a:xfrm flipH="1">
                <a:off x="1844952" y="1028704"/>
                <a:ext cx="8494436" cy="0"/>
              </a:xfrm>
              <a:prstGeom prst="line">
                <a:avLst/>
              </a:prstGeom>
              <a:ln w="63500">
                <a:gradFill flip="none" rotWithShape="1">
                  <a:gsLst>
                    <a:gs pos="0">
                      <a:schemeClr val="accent1"/>
                    </a:gs>
                    <a:gs pos="58000">
                      <a:schemeClr val="accent1">
                        <a:lumMod val="40000"/>
                        <a:lumOff val="60000"/>
                      </a:schemeClr>
                    </a:gs>
                    <a:gs pos="100000">
                      <a:schemeClr val="accent1"/>
                    </a:gs>
                  </a:gsLst>
                  <a:lin ang="0" scaled="0"/>
                  <a:tileRect/>
                </a:gra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custDataLst>
              <p:tags r:id="rId2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2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24"/>
            </p:custDataLst>
          </p:nvPr>
        </p:nvSpPr>
        <p:spPr/>
        <p:txBody>
          <a:bodyPr/>
          <a:lstStyle/>
          <a:p>
            <a:endParaRPr lang="zh-CN" altLang="en-US"/>
          </a:p>
        </p:txBody>
      </p:sp>
      <p:sp>
        <p:nvSpPr>
          <p:cNvPr id="5" name="灯片编号占位符 4"/>
          <p:cNvSpPr>
            <a:spLocks noGrp="1"/>
          </p:cNvSpPr>
          <p:nvPr>
            <p:ph type="sldNum" sz="quarter" idx="12"/>
            <p:custDataLst>
              <p:tags r:id="rId2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grpSp>
        <p:nvGrpSpPr>
          <p:cNvPr id="21" name="组合 20"/>
          <p:cNvGrpSpPr/>
          <p:nvPr userDrawn="1">
            <p:custDataLst>
              <p:tags r:id="rId2"/>
            </p:custDataLst>
          </p:nvPr>
        </p:nvGrpSpPr>
        <p:grpSpPr>
          <a:xfrm>
            <a:off x="157618" y="443230"/>
            <a:ext cx="11674475" cy="6414770"/>
            <a:chOff x="157618" y="443230"/>
            <a:chExt cx="11674475" cy="6414770"/>
          </a:xfrm>
        </p:grpSpPr>
        <p:grpSp>
          <p:nvGrpSpPr>
            <p:cNvPr id="22" name="组合 21"/>
            <p:cNvGrpSpPr/>
            <p:nvPr userDrawn="1"/>
          </p:nvGrpSpPr>
          <p:grpSpPr>
            <a:xfrm>
              <a:off x="11310600" y="443230"/>
              <a:ext cx="521493" cy="428627"/>
              <a:chOff x="383382" y="4958557"/>
              <a:chExt cx="521493" cy="428627"/>
            </a:xfrm>
          </p:grpSpPr>
          <p:cxnSp>
            <p:nvCxnSpPr>
              <p:cNvPr id="24" name="直接连接符 23"/>
              <p:cNvCxnSpPr/>
              <p:nvPr userDrawn="1">
                <p:custDataLst>
                  <p:tags r:id="rId3"/>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custDataLst>
                  <p:tags r:id="rId4"/>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custDataLst>
                  <p:tags r:id="rId5"/>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3" name="任意多边形: 形状 22"/>
            <p:cNvSpPr/>
            <p:nvPr userDrawn="1">
              <p:custDataLst>
                <p:tags r:id="rId6"/>
              </p:custDataLst>
            </p:nvPr>
          </p:nvSpPr>
          <p:spPr>
            <a:xfrm rot="10800000">
              <a:off x="157618" y="6154057"/>
              <a:ext cx="1444247" cy="703943"/>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7"/>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8"/>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9"/>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0"/>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1"/>
            </p:custDataLst>
          </p:nvPr>
        </p:nvSpPr>
        <p:spPr/>
        <p:txBody>
          <a:bodyPr/>
          <a:lstStyle/>
          <a:p>
            <a:endParaRPr lang="zh-CN" altLang="en-US" dirty="0"/>
          </a:p>
        </p:txBody>
      </p:sp>
      <p:sp>
        <p:nvSpPr>
          <p:cNvPr id="7" name="灯片编号占位符 6"/>
          <p:cNvSpPr>
            <a:spLocks noGrp="1"/>
          </p:cNvSpPr>
          <p:nvPr>
            <p:ph type="sldNum" sz="quarter" idx="12"/>
            <p:custDataLst>
              <p:tags r:id="rId12"/>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tx2"/>
        </a:solidFill>
        <a:effectLst/>
      </p:bgPr>
    </p:bg>
    <p:spTree>
      <p:nvGrpSpPr>
        <p:cNvPr id="1" name=""/>
        <p:cNvGrpSpPr/>
        <p:nvPr/>
      </p:nvGrpSpPr>
      <p:grpSpPr>
        <a:xfrm>
          <a:off x="0" y="0"/>
          <a:ext cx="0" cy="0"/>
          <a:chOff x="0" y="0"/>
          <a:chExt cx="0" cy="0"/>
        </a:xfrm>
      </p:grpSpPr>
      <p:grpSp>
        <p:nvGrpSpPr>
          <p:cNvPr id="33" name="组合 32"/>
          <p:cNvGrpSpPr/>
          <p:nvPr userDrawn="1">
            <p:custDataLst>
              <p:tags r:id="rId2"/>
            </p:custDataLst>
          </p:nvPr>
        </p:nvGrpSpPr>
        <p:grpSpPr>
          <a:xfrm>
            <a:off x="292800" y="304200"/>
            <a:ext cx="11606400" cy="6249600"/>
            <a:chOff x="292800" y="304200"/>
            <a:chExt cx="11606400" cy="6249600"/>
          </a:xfrm>
        </p:grpSpPr>
        <p:sp>
          <p:nvSpPr>
            <p:cNvPr id="34" name="矩形 33"/>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5" name="组合 34"/>
            <p:cNvGrpSpPr/>
            <p:nvPr userDrawn="1"/>
          </p:nvGrpSpPr>
          <p:grpSpPr>
            <a:xfrm>
              <a:off x="11407368" y="450850"/>
              <a:ext cx="379005" cy="311513"/>
              <a:chOff x="383382" y="4958557"/>
              <a:chExt cx="521493" cy="428627"/>
            </a:xfrm>
          </p:grpSpPr>
          <p:cxnSp>
            <p:nvCxnSpPr>
              <p:cNvPr id="37" name="直接连接符 36"/>
              <p:cNvCxnSpPr/>
              <p:nvPr userDrawn="1">
                <p:custDataLst>
                  <p:tags r:id="rId4"/>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custDataLst>
                  <p:tags r:id="rId5"/>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custDataLst>
                  <p:tags r:id="rId6"/>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35"/>
            <p:cNvSpPr/>
            <p:nvPr userDrawn="1">
              <p:custDataLst>
                <p:tags r:id="rId7"/>
              </p:custDataLst>
            </p:nvPr>
          </p:nvSpPr>
          <p:spPr>
            <a:xfrm rot="10800000">
              <a:off x="398278" y="5849857"/>
              <a:ext cx="1444247" cy="703943"/>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竖排标题 1"/>
          <p:cNvSpPr>
            <a:spLocks noGrp="1"/>
          </p:cNvSpPr>
          <p:nvPr>
            <p:ph type="title" orient="vert"/>
            <p:custDataLst>
              <p:tags r:id="rId8"/>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p>
            <a:endParaRPr lang="zh-CN" altLang="en-US"/>
          </a:p>
        </p:txBody>
      </p:sp>
      <p:sp>
        <p:nvSpPr>
          <p:cNvPr id="6" name="灯片编号占位符 5"/>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tx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a:off x="292800" y="304200"/>
            <a:ext cx="11606400" cy="6249600"/>
            <a:chOff x="292800" y="304200"/>
            <a:chExt cx="11606400" cy="6249600"/>
          </a:xfrm>
        </p:grpSpPr>
        <p:sp>
          <p:nvSpPr>
            <p:cNvPr id="21" name="矩形 20"/>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userDrawn="1"/>
          </p:nvGrpSpPr>
          <p:grpSpPr>
            <a:xfrm>
              <a:off x="11407368" y="450850"/>
              <a:ext cx="379005" cy="311513"/>
              <a:chOff x="383382" y="4958557"/>
              <a:chExt cx="521493" cy="428627"/>
            </a:xfrm>
          </p:grpSpPr>
          <p:cxnSp>
            <p:nvCxnSpPr>
              <p:cNvPr id="24" name="直接连接符 23"/>
              <p:cNvCxnSpPr/>
              <p:nvPr userDrawn="1">
                <p:custDataLst>
                  <p:tags r:id="rId4"/>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custDataLst>
                  <p:tags r:id="rId5"/>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custDataLst>
                  <p:tags r:id="rId6"/>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3" name="任意多边形: 形状 22"/>
            <p:cNvSpPr/>
            <p:nvPr userDrawn="1">
              <p:custDataLst>
                <p:tags r:id="rId7"/>
              </p:custDataLst>
            </p:nvPr>
          </p:nvSpPr>
          <p:spPr>
            <a:xfrm rot="10800000">
              <a:off x="398278" y="5849857"/>
              <a:ext cx="1444247" cy="703943"/>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p>
            <a:endParaRPr lang="zh-CN" altLang="en-US"/>
          </a:p>
        </p:txBody>
      </p:sp>
      <p:sp>
        <p:nvSpPr>
          <p:cNvPr id="5" name="灯片编号占位符 4"/>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1"/>
            </p:custDataLst>
          </p:nvPr>
        </p:nvSpPr>
        <p:spPr>
          <a:xfrm>
            <a:off x="669930" y="952508"/>
            <a:ext cx="10852237" cy="5388907"/>
          </a:xfrm>
        </p:spPr>
        <p:txBody>
          <a:bodyPr/>
          <a:lstStyle>
            <a:lvl1pPr>
              <a:defRPr baseline="0">
                <a:solidFill>
                  <a:schemeClr val="tx1">
                    <a:lumMod val="85000"/>
                    <a:lumOff val="15000"/>
                  </a:schemeClr>
                </a:solidFill>
                <a:latin typeface="Arial" panose="020B0604020202020204" pitchFamily="34" charset="0"/>
              </a:defRPr>
            </a:lvl1pPr>
            <a:lvl2pPr>
              <a:defRPr baseline="0">
                <a:solidFill>
                  <a:schemeClr val="tx1">
                    <a:lumMod val="85000"/>
                    <a:lumOff val="15000"/>
                  </a:schemeClr>
                </a:solidFill>
                <a:latin typeface="Arial" panose="020B0604020202020204" pitchFamily="34" charset="0"/>
              </a:defRPr>
            </a:lvl2pPr>
            <a:lvl3pPr>
              <a:defRPr baseline="0">
                <a:solidFill>
                  <a:schemeClr val="tx1">
                    <a:lumMod val="85000"/>
                    <a:lumOff val="15000"/>
                  </a:schemeClr>
                </a:solidFill>
                <a:latin typeface="Arial" panose="020B0604020202020204" pitchFamily="34" charset="0"/>
              </a:defRPr>
            </a:lvl3pPr>
            <a:lvl4pPr>
              <a:defRPr baseline="0">
                <a:solidFill>
                  <a:schemeClr val="tx1">
                    <a:lumMod val="85000"/>
                    <a:lumOff val="15000"/>
                  </a:schemeClr>
                </a:solidFill>
                <a:latin typeface="Arial" panose="020B0604020202020204" pitchFamily="34" charset="0"/>
              </a:defRPr>
            </a:lvl4pPr>
            <a:lvl5pPr>
              <a:defRPr baseline="0">
                <a:solidFill>
                  <a:schemeClr val="tx1">
                    <a:lumMod val="85000"/>
                    <a:lumOff val="1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cxnSp>
        <p:nvCxnSpPr>
          <p:cNvPr id="36" name="直接连接符 35"/>
          <p:cNvCxnSpPr/>
          <p:nvPr userDrawn="1">
            <p:custDataLst>
              <p:tags r:id="rId2"/>
            </p:custDataLst>
          </p:nvPr>
        </p:nvCxnSpPr>
        <p:spPr>
          <a:xfrm>
            <a:off x="5538533" y="4074977"/>
            <a:ext cx="1114934"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custDataLst>
              <p:tags r:id="rId3"/>
            </p:custDataLst>
          </p:nvPr>
        </p:nvGrpSpPr>
        <p:grpSpPr>
          <a:xfrm>
            <a:off x="383382" y="0"/>
            <a:ext cx="10860880" cy="6868160"/>
            <a:chOff x="383382" y="0"/>
            <a:chExt cx="10860880" cy="6868160"/>
          </a:xfrm>
        </p:grpSpPr>
        <p:grpSp>
          <p:nvGrpSpPr>
            <p:cNvPr id="11" name="组合 10"/>
            <p:cNvGrpSpPr/>
            <p:nvPr userDrawn="1"/>
          </p:nvGrpSpPr>
          <p:grpSpPr>
            <a:xfrm>
              <a:off x="1074934" y="0"/>
              <a:ext cx="10169328" cy="6868160"/>
              <a:chOff x="1074934" y="0"/>
              <a:chExt cx="10169328" cy="6868160"/>
            </a:xfrm>
          </p:grpSpPr>
          <p:sp>
            <p:nvSpPr>
              <p:cNvPr id="32" name="任意多边形: 形状 31"/>
              <p:cNvSpPr/>
              <p:nvPr userDrawn="1">
                <p:custDataLst>
                  <p:tags r:id="rId4"/>
                </p:custDataLst>
              </p:nvPr>
            </p:nvSpPr>
            <p:spPr>
              <a:xfrm>
                <a:off x="6471729" y="0"/>
                <a:ext cx="4498061" cy="2192408"/>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p:cNvSpPr/>
              <p:nvPr userDrawn="1">
                <p:custDataLst>
                  <p:tags r:id="rId5"/>
                </p:custDataLst>
              </p:nvPr>
            </p:nvSpPr>
            <p:spPr>
              <a:xfrm>
                <a:off x="1465625" y="5164237"/>
                <a:ext cx="3559491" cy="1693763"/>
              </a:xfrm>
              <a:custGeom>
                <a:avLst/>
                <a:gdLst>
                  <a:gd name="connsiteX0" fmla="*/ 1779745 w 3559491"/>
                  <a:gd name="connsiteY0" fmla="*/ 0 h 1693763"/>
                  <a:gd name="connsiteX1" fmla="*/ 3554851 w 3559491"/>
                  <a:gd name="connsiteY1" fmla="*/ 1601882 h 1693763"/>
                  <a:gd name="connsiteX2" fmla="*/ 3559491 w 3559491"/>
                  <a:gd name="connsiteY2" fmla="*/ 1693763 h 1693763"/>
                  <a:gd name="connsiteX3" fmla="*/ 0 w 3559491"/>
                  <a:gd name="connsiteY3" fmla="*/ 1693763 h 1693763"/>
                  <a:gd name="connsiteX4" fmla="*/ 4639 w 3559491"/>
                  <a:gd name="connsiteY4" fmla="*/ 1601882 h 1693763"/>
                  <a:gd name="connsiteX5" fmla="*/ 1779745 w 3559491"/>
                  <a:gd name="connsiteY5" fmla="*/ 0 h 16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59491" h="1693763">
                    <a:moveTo>
                      <a:pt x="1779745" y="0"/>
                    </a:moveTo>
                    <a:cubicBezTo>
                      <a:pt x="2703606" y="0"/>
                      <a:pt x="3463476" y="702129"/>
                      <a:pt x="3554851" y="1601882"/>
                    </a:cubicBezTo>
                    <a:lnTo>
                      <a:pt x="3559491" y="1693763"/>
                    </a:lnTo>
                    <a:lnTo>
                      <a:pt x="0" y="1693763"/>
                    </a:lnTo>
                    <a:lnTo>
                      <a:pt x="4639" y="1601882"/>
                    </a:lnTo>
                    <a:cubicBezTo>
                      <a:pt x="96014" y="702129"/>
                      <a:pt x="855884" y="0"/>
                      <a:pt x="1779745" y="0"/>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p:cNvSpPr/>
              <p:nvPr userDrawn="1">
                <p:custDataLst>
                  <p:tags r:id="rId6"/>
                </p:custDataLst>
              </p:nvPr>
            </p:nvSpPr>
            <p:spPr>
              <a:xfrm>
                <a:off x="1074934" y="0"/>
                <a:ext cx="2379466" cy="1660525"/>
              </a:xfrm>
              <a:prstGeom prst="rect">
                <a:avLst/>
              </a:prstGeom>
              <a:solidFill>
                <a:schemeClr val="tx2">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custDataLst>
                  <p:tags r:id="rId7"/>
                </p:custDataLst>
              </p:nvPr>
            </p:nvSpPr>
            <p:spPr>
              <a:xfrm>
                <a:off x="8075999" y="5283200"/>
                <a:ext cx="3168263" cy="1584960"/>
              </a:xfrm>
              <a:prstGeom prst="rect">
                <a:avLst/>
              </a:prstGeom>
              <a:solidFill>
                <a:schemeClr val="tx2">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userDrawn="1"/>
          </p:nvGrpSpPr>
          <p:grpSpPr>
            <a:xfrm>
              <a:off x="383382" y="4958557"/>
              <a:ext cx="521493" cy="428627"/>
              <a:chOff x="383382" y="4958557"/>
              <a:chExt cx="521493" cy="428627"/>
            </a:xfrm>
          </p:grpSpPr>
          <p:cxnSp>
            <p:nvCxnSpPr>
              <p:cNvPr id="29" name="直接连接符 28"/>
              <p:cNvCxnSpPr/>
              <p:nvPr userDrawn="1">
                <p:custDataLst>
                  <p:tags r:id="rId8"/>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custDataLst>
                  <p:tags r:id="rId9"/>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custDataLst>
                  <p:tags r:id="rId10"/>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userDrawn="1"/>
          </p:nvGrpSpPr>
          <p:grpSpPr>
            <a:xfrm rot="5400000">
              <a:off x="7319943" y="6431755"/>
              <a:ext cx="423862" cy="428627"/>
              <a:chOff x="383382" y="4958557"/>
              <a:chExt cx="521493" cy="428627"/>
            </a:xfrm>
          </p:grpSpPr>
          <p:cxnSp>
            <p:nvCxnSpPr>
              <p:cNvPr id="26" name="直接连接符 25"/>
              <p:cNvCxnSpPr/>
              <p:nvPr userDrawn="1">
                <p:custDataLst>
                  <p:tags r:id="rId11"/>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custDataLst>
                  <p:tags r:id="rId12"/>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custDataLst>
                  <p:tags r:id="rId13"/>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userDrawn="1"/>
          </p:nvGrpSpPr>
          <p:grpSpPr>
            <a:xfrm rot="5400000">
              <a:off x="5744084" y="14288"/>
              <a:ext cx="457202" cy="428627"/>
              <a:chOff x="383382" y="4958557"/>
              <a:chExt cx="521493" cy="428627"/>
            </a:xfrm>
          </p:grpSpPr>
          <p:cxnSp>
            <p:nvCxnSpPr>
              <p:cNvPr id="23" name="直接连接符 22"/>
              <p:cNvCxnSpPr/>
              <p:nvPr userDrawn="1">
                <p:custDataLst>
                  <p:tags r:id="rId14"/>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custDataLst>
                  <p:tags r:id="rId15"/>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custDataLst>
                  <p:tags r:id="rId16"/>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userDrawn="1"/>
          </p:nvGrpSpPr>
          <p:grpSpPr>
            <a:xfrm>
              <a:off x="1844952" y="1028704"/>
              <a:ext cx="8494436" cy="1579353"/>
              <a:chOff x="1844952" y="1028704"/>
              <a:chExt cx="8494436" cy="1579353"/>
            </a:xfrm>
          </p:grpSpPr>
          <p:cxnSp>
            <p:nvCxnSpPr>
              <p:cNvPr id="20" name="直接连接符 19"/>
              <p:cNvCxnSpPr/>
              <p:nvPr userDrawn="1">
                <p:custDataLst>
                  <p:tags r:id="rId17"/>
                </p:custDataLst>
              </p:nvPr>
            </p:nvCxnSpPr>
            <p:spPr>
              <a:xfrm flipV="1">
                <a:off x="1881257"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custDataLst>
                  <p:tags r:id="rId18"/>
                </p:custDataLst>
              </p:nvPr>
            </p:nvCxnSpPr>
            <p:spPr>
              <a:xfrm flipV="1">
                <a:off x="10308674"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custDataLst>
                  <p:tags r:id="rId19"/>
                </p:custDataLst>
              </p:nvPr>
            </p:nvCxnSpPr>
            <p:spPr>
              <a:xfrm flipH="1">
                <a:off x="1844952" y="1028704"/>
                <a:ext cx="8494436" cy="0"/>
              </a:xfrm>
              <a:prstGeom prst="line">
                <a:avLst/>
              </a:prstGeom>
              <a:ln w="63500">
                <a:gradFill flip="none" rotWithShape="1">
                  <a:gsLst>
                    <a:gs pos="0">
                      <a:schemeClr val="accent1"/>
                    </a:gs>
                    <a:gs pos="58000">
                      <a:schemeClr val="accent1">
                        <a:lumMod val="40000"/>
                        <a:lumOff val="60000"/>
                      </a:schemeClr>
                    </a:gs>
                    <a:gs pos="100000">
                      <a:schemeClr val="accent1"/>
                    </a:gs>
                  </a:gsLst>
                  <a:lin ang="0" scaled="0"/>
                  <a:tileRect/>
                </a:gra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userDrawn="1"/>
          </p:nvGrpSpPr>
          <p:grpSpPr>
            <a:xfrm flipV="1">
              <a:off x="1844952" y="4074976"/>
              <a:ext cx="8494436" cy="1975897"/>
              <a:chOff x="1844952" y="1028704"/>
              <a:chExt cx="8494436" cy="1579353"/>
            </a:xfrm>
          </p:grpSpPr>
          <p:cxnSp>
            <p:nvCxnSpPr>
              <p:cNvPr id="17" name="直接连接符 16"/>
              <p:cNvCxnSpPr/>
              <p:nvPr userDrawn="1">
                <p:custDataLst>
                  <p:tags r:id="rId20"/>
                </p:custDataLst>
              </p:nvPr>
            </p:nvCxnSpPr>
            <p:spPr>
              <a:xfrm flipV="1">
                <a:off x="1881257"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custDataLst>
                  <p:tags r:id="rId21"/>
                </p:custDataLst>
              </p:nvPr>
            </p:nvCxnSpPr>
            <p:spPr>
              <a:xfrm flipV="1">
                <a:off x="10308674" y="1057553"/>
                <a:ext cx="0" cy="1550504"/>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custDataLst>
                  <p:tags r:id="rId22"/>
                </p:custDataLst>
              </p:nvPr>
            </p:nvCxnSpPr>
            <p:spPr>
              <a:xfrm flipH="1">
                <a:off x="1844952" y="1028704"/>
                <a:ext cx="8494436" cy="0"/>
              </a:xfrm>
              <a:prstGeom prst="line">
                <a:avLst/>
              </a:prstGeom>
              <a:ln w="63500">
                <a:gradFill flip="none" rotWithShape="1">
                  <a:gsLst>
                    <a:gs pos="0">
                      <a:schemeClr val="accent1"/>
                    </a:gs>
                    <a:gs pos="58000">
                      <a:schemeClr val="accent1">
                        <a:lumMod val="40000"/>
                        <a:lumOff val="60000"/>
                      </a:schemeClr>
                    </a:gs>
                    <a:gs pos="100000">
                      <a:schemeClr val="accent1"/>
                    </a:gs>
                  </a:gsLst>
                  <a:lin ang="0" scaled="0"/>
                  <a:tileRect/>
                </a:gradFill>
              </a:ln>
            </p:spPr>
            <p:style>
              <a:lnRef idx="1">
                <a:schemeClr val="accent1"/>
              </a:lnRef>
              <a:fillRef idx="0">
                <a:schemeClr val="accent1"/>
              </a:fillRef>
              <a:effectRef idx="0">
                <a:schemeClr val="accent1"/>
              </a:effectRef>
              <a:fontRef idx="minor">
                <a:schemeClr val="tx1"/>
              </a:fontRef>
            </p:style>
          </p:cxnSp>
        </p:grpSp>
      </p:grpSp>
      <p:sp>
        <p:nvSpPr>
          <p:cNvPr id="3" name="日期占位符 2"/>
          <p:cNvSpPr>
            <a:spLocks noGrp="1"/>
          </p:cNvSpPr>
          <p:nvPr>
            <p:ph type="dt" sz="half" idx="10"/>
            <p:custDataLst>
              <p:tags r:id="rId2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24"/>
            </p:custDataLst>
          </p:nvPr>
        </p:nvSpPr>
        <p:spPr/>
        <p:txBody>
          <a:bodyPr/>
          <a:lstStyle/>
          <a:p>
            <a:endParaRPr lang="zh-CN" altLang="en-US"/>
          </a:p>
        </p:txBody>
      </p:sp>
      <p:sp>
        <p:nvSpPr>
          <p:cNvPr id="5" name="灯片编号占位符 4"/>
          <p:cNvSpPr>
            <a:spLocks noGrp="1"/>
          </p:cNvSpPr>
          <p:nvPr>
            <p:ph type="sldNum" sz="quarter" idx="12"/>
            <p:custDataLst>
              <p:tags r:id="rId25"/>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26"/>
            </p:custDataLst>
          </p:nvPr>
        </p:nvSpPr>
        <p:spPr>
          <a:xfrm>
            <a:off x="2815573" y="2943093"/>
            <a:ext cx="6560820" cy="1014730"/>
          </a:xfrm>
        </p:spPr>
        <p:txBody>
          <a:bodyPr vert="horz" lIns="90170" tIns="46990" rIns="90170" bIns="46990" rtlCol="0" anchor="b" anchorCtr="0">
            <a:normAutofit/>
          </a:bodyPr>
          <a:lstStyle>
            <a:lvl1pPr marL="0" marR="0" algn="ctr" defTabSz="914400" rtl="0" eaLnBrk="1" fontAlgn="auto" latinLnBrk="0" hangingPunct="1">
              <a:lnSpc>
                <a:spcPct val="100000"/>
              </a:lnSpc>
              <a:buNone/>
              <a:defRPr kumimoji="0" lang="zh-CN" altLang="en-US" sz="54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sz="quarter" idx="13"/>
            <p:custDataLst>
              <p:tags r:id="rId27"/>
            </p:custDataLst>
          </p:nvPr>
        </p:nvSpPr>
        <p:spPr>
          <a:xfrm>
            <a:off x="2815573" y="4232960"/>
            <a:ext cx="6560820" cy="803497"/>
          </a:xfrm>
        </p:spPr>
        <p:txBody>
          <a:bodyPr lIns="90170" tIns="46990" rIns="90170" bIns="46990">
            <a:normAutofit/>
          </a:bodyPr>
          <a:lstStyle>
            <a:lvl1pPr marL="0" indent="0" algn="ctr">
              <a:buNone/>
              <a:defRPr sz="2000" baseline="0">
                <a:solidFill>
                  <a:schemeClr val="tx1">
                    <a:lumMod val="85000"/>
                    <a:lumOff val="15000"/>
                  </a:schemeClr>
                </a:solidFill>
                <a:latin typeface="Arial" panose="020B060402020202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rot="0">
            <a:off x="11310620" y="443230"/>
            <a:ext cx="521335" cy="428625"/>
            <a:chOff x="383382" y="4958557"/>
            <a:chExt cx="521493" cy="428627"/>
          </a:xfrm>
        </p:grpSpPr>
        <p:cxnSp>
          <p:nvCxnSpPr>
            <p:cNvPr id="15" name="直接连接符 14"/>
            <p:cNvCxnSpPr/>
            <p:nvPr userDrawn="1">
              <p:custDataLst>
                <p:tags r:id="rId3"/>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4"/>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5"/>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6"/>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735" y="304165"/>
            <a:ext cx="11606530" cy="624967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userDrawn="1">
            <p:custDataLst>
              <p:tags r:id="rId3"/>
            </p:custDataLst>
          </p:nvPr>
        </p:nvGrpSpPr>
        <p:grpSpPr>
          <a:xfrm rot="0">
            <a:off x="11407140" y="450850"/>
            <a:ext cx="379095" cy="311785"/>
            <a:chOff x="383382" y="4958557"/>
            <a:chExt cx="521493" cy="428627"/>
          </a:xfrm>
        </p:grpSpPr>
        <p:cxnSp>
          <p:nvCxnSpPr>
            <p:cNvPr id="24" name="直接连接符 23"/>
            <p:cNvCxnSpPr/>
            <p:nvPr userDrawn="1">
              <p:custDataLst>
                <p:tags r:id="rId4"/>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custDataLst>
                <p:tags r:id="rId5"/>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custDataLst>
                <p:tags r:id="rId6"/>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3" name="任意多边形: 形状 22"/>
          <p:cNvSpPr/>
          <p:nvPr userDrawn="1">
            <p:custDataLst>
              <p:tags r:id="rId7"/>
            </p:custDataLst>
          </p:nvPr>
        </p:nvSpPr>
        <p:spPr>
          <a:xfrm rot="10800000">
            <a:off x="398145" y="5849620"/>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userDrawn="1">
            <p:ph type="title" hasCustomPrompt="1"/>
            <p:custDataLst>
              <p:tags r:id="rId8"/>
            </p:custDataLst>
          </p:nvPr>
        </p:nvSpPr>
        <p:spPr>
          <a:xfrm>
            <a:off x="1281600" y="1249200"/>
            <a:ext cx="9626400" cy="723600"/>
          </a:xfrm>
        </p:spPr>
        <p:txBody>
          <a:bodyPr anchor="ctr">
            <a:normAutofit/>
          </a:bodyPr>
          <a:lstStyle>
            <a:lvl1pPr>
              <a:defRPr sz="32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p:custDataLst>
              <p:tags r:id="rId9"/>
            </p:custDataLst>
          </p:nvPr>
        </p:nvSpPr>
        <p:spPr>
          <a:xfrm>
            <a:off x="1281113" y="2163600"/>
            <a:ext cx="9626600" cy="3445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userDrawn="1">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1"/>
            </p:custDataLst>
          </p:nvPr>
        </p:nvSpPr>
        <p:spPr/>
        <p:txBody>
          <a:bodyPr/>
          <a:lstStyle/>
          <a:p>
            <a:endParaRPr lang="zh-CN" altLang="en-US" dirty="0"/>
          </a:p>
        </p:txBody>
      </p:sp>
      <p:sp>
        <p:nvSpPr>
          <p:cNvPr id="5" name="灯片编号占位符 4"/>
          <p:cNvSpPr>
            <a:spLocks noGrp="1"/>
          </p:cNvSpPr>
          <p:nvPr userDrawn="1">
            <p:ph type="sldNum" sz="quarter" idx="12"/>
            <p:custDataLst>
              <p:tags r:id="rId12"/>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grpSp>
        <p:nvGrpSpPr>
          <p:cNvPr id="24" name="组合 23"/>
          <p:cNvGrpSpPr/>
          <p:nvPr userDrawn="1">
            <p:custDataLst>
              <p:tags r:id="rId3"/>
            </p:custDataLst>
          </p:nvPr>
        </p:nvGrpSpPr>
        <p:grpSpPr>
          <a:xfrm rot="0">
            <a:off x="11310620" y="443230"/>
            <a:ext cx="521335" cy="428625"/>
            <a:chOff x="383382" y="4958557"/>
            <a:chExt cx="521493" cy="428627"/>
          </a:xfrm>
        </p:grpSpPr>
        <p:cxnSp>
          <p:nvCxnSpPr>
            <p:cNvPr id="26" name="直接连接符 25"/>
            <p:cNvCxnSpPr/>
            <p:nvPr userDrawn="1">
              <p:custDataLst>
                <p:tags r:id="rId4"/>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custDataLst>
                <p:tags r:id="rId5"/>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custDataLst>
                <p:tags r:id="rId6"/>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5" name="任意多边形: 形状 24"/>
          <p:cNvSpPr/>
          <p:nvPr userDrawn="1">
            <p:custDataLst>
              <p:tags r:id="rId7"/>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userDrawn="1">
            <p:ph type="title" hasCustomPrompt="1"/>
            <p:custDataLst>
              <p:tags r:id="rId8"/>
            </p:custDataLst>
          </p:nvPr>
        </p:nvSpPr>
        <p:spPr>
          <a:xfrm>
            <a:off x="583200" y="770400"/>
            <a:ext cx="3960000" cy="882000"/>
          </a:xfrm>
        </p:spPr>
        <p:txBody>
          <a:bodyPr anchor="ctr">
            <a:normAutofit/>
          </a:bodyPr>
          <a:lstStyle>
            <a:lvl1pPr>
              <a:defRPr sz="36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0"/>
            </p:custDataLst>
          </p:nvPr>
        </p:nvSpPr>
        <p:spPr/>
        <p:txBody>
          <a:bodyPr/>
          <a:lstStyle/>
          <a:p>
            <a:endParaRPr lang="zh-CN" altLang="en-US" dirty="0"/>
          </a:p>
        </p:txBody>
      </p:sp>
      <p:sp>
        <p:nvSpPr>
          <p:cNvPr id="5" name="灯片编号占位符 4"/>
          <p:cNvSpPr>
            <a:spLocks noGrp="1"/>
          </p:cNvSpPr>
          <p:nvPr userDrawn="1">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2"/>
            </p:custDataLst>
          </p:nvPr>
        </p:nvSpPr>
        <p:spPr>
          <a:xfrm>
            <a:off x="586800" y="1764000"/>
            <a:ext cx="3956400" cy="4093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userDrawn="1">
            <p:ph sz="quarter" idx="14"/>
            <p:custDataLst>
              <p:tags r:id="rId13"/>
            </p:custDataLst>
          </p:nvPr>
        </p:nvSpPr>
        <p:spPr>
          <a:xfrm>
            <a:off x="5101200" y="769938"/>
            <a:ext cx="6480000" cy="5087937"/>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12" name="组合 11"/>
          <p:cNvGrpSpPr/>
          <p:nvPr userDrawn="1">
            <p:custDataLst>
              <p:tags r:id="rId3"/>
            </p:custDataLst>
          </p:nvPr>
        </p:nvGrpSpPr>
        <p:grpSpPr>
          <a:xfrm rot="0">
            <a:off x="11310620" y="443230"/>
            <a:ext cx="521335" cy="428625"/>
            <a:chOff x="383382" y="4958557"/>
            <a:chExt cx="521493" cy="428627"/>
          </a:xfrm>
        </p:grpSpPr>
        <p:cxnSp>
          <p:nvCxnSpPr>
            <p:cNvPr id="14" name="直接连接符 13"/>
            <p:cNvCxnSpPr/>
            <p:nvPr userDrawn="1">
              <p:custDataLst>
                <p:tags r:id="rId4"/>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5"/>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6"/>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3" name="任意多边形: 形状 12"/>
          <p:cNvSpPr/>
          <p:nvPr userDrawn="1">
            <p:custDataLst>
              <p:tags r:id="rId7"/>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2" name="标题 1"/>
          <p:cNvSpPr>
            <a:spLocks noGrp="1"/>
          </p:cNvSpPr>
          <p:nvPr>
            <p:ph type="title"/>
            <p:custDataLst>
              <p:tags r:id="rId8"/>
            </p:custDataLst>
          </p:nvPr>
        </p:nvSpPr>
        <p:spPr>
          <a:xfrm>
            <a:off x="612000" y="781200"/>
            <a:ext cx="10976400" cy="626400"/>
          </a:xfrm>
        </p:spPr>
        <p:txBody>
          <a:bodyPr anchor="ctr">
            <a:normAutofit/>
          </a:bodyPr>
          <a:lstStyle>
            <a:lvl1pPr algn="ctr">
              <a:defRPr sz="36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p>
            <a:endParaRPr lang="zh-CN" altLang="en-US" dirty="0"/>
          </a:p>
        </p:txBody>
      </p:sp>
      <p:sp>
        <p:nvSpPr>
          <p:cNvPr id="5" name="灯片编号占位符 4"/>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612000" y="1659600"/>
            <a:ext cx="10975975" cy="828000"/>
          </a:xfrm>
        </p:spPr>
        <p:txBody>
          <a:bodyPr>
            <a:normAutofit/>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3"/>
            </p:custDataLst>
          </p:nvPr>
        </p:nvSpPr>
        <p:spPr>
          <a:xfrm>
            <a:off x="612775" y="2808000"/>
            <a:ext cx="10965600" cy="3430800"/>
          </a:xfrm>
        </p:spPr>
        <p:txBody>
          <a:bodyPr/>
          <a:lstStyle>
            <a:lvl1pPr>
              <a:defRPr baseline="0">
                <a:latin typeface="Arial" panose="020B0604020202020204" pitchFamily="34" charset="0"/>
                <a:ea typeface="微软雅黑" panose="020B0503020204020204" pitchFamily="34" charset="-122"/>
              </a:defRPr>
            </a:lvl1pPr>
            <a:lvl2pPr>
              <a:defRPr baseline="0">
                <a:latin typeface="Arial" panose="020B0604020202020204" pitchFamily="34" charset="0"/>
                <a:ea typeface="微软雅黑" panose="020B0503020204020204" pitchFamily="34" charset="-122"/>
              </a:defRPr>
            </a:lvl2pPr>
            <a:lvl3pPr>
              <a:defRPr baseline="0">
                <a:latin typeface="Arial" panose="020B0604020202020204" pitchFamily="34" charset="0"/>
                <a:ea typeface="微软雅黑" panose="020B0503020204020204" pitchFamily="34" charset="-122"/>
              </a:defRPr>
            </a:lvl3pPr>
            <a:lvl4pPr>
              <a:defRPr baseline="0">
                <a:latin typeface="Arial" panose="020B0604020202020204" pitchFamily="34" charset="0"/>
                <a:ea typeface="微软雅黑" panose="020B0503020204020204" pitchFamily="34" charset="-122"/>
              </a:defRPr>
            </a:lvl4pPr>
            <a:lvl5pPr>
              <a:defRPr baseline="0">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30" name="组合 29"/>
          <p:cNvGrpSpPr/>
          <p:nvPr userDrawn="1">
            <p:custDataLst>
              <p:tags r:id="rId3"/>
            </p:custDataLst>
          </p:nvPr>
        </p:nvGrpSpPr>
        <p:grpSpPr>
          <a:xfrm rot="0">
            <a:off x="11310620" y="443230"/>
            <a:ext cx="521335" cy="428625"/>
            <a:chOff x="383382" y="4958557"/>
            <a:chExt cx="521493" cy="428627"/>
          </a:xfrm>
        </p:grpSpPr>
        <p:cxnSp>
          <p:nvCxnSpPr>
            <p:cNvPr id="32" name="直接连接符 31"/>
            <p:cNvCxnSpPr/>
            <p:nvPr userDrawn="1">
              <p:custDataLst>
                <p:tags r:id="rId4"/>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custDataLst>
                <p:tags r:id="rId5"/>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6"/>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1" name="任意多边形: 形状 30"/>
          <p:cNvSpPr/>
          <p:nvPr userDrawn="1">
            <p:custDataLst>
              <p:tags r:id="rId7"/>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userDrawn="1">
            <p:ph type="title"/>
            <p:custDataLst>
              <p:tags r:id="rId8"/>
            </p:custDataLst>
          </p:nvPr>
        </p:nvSpPr>
        <p:spPr>
          <a:xfrm>
            <a:off x="604800" y="669600"/>
            <a:ext cx="10976400" cy="565200"/>
          </a:xfrm>
        </p:spPr>
        <p:txBody>
          <a:bodyPr anchor="ctr">
            <a:normAutofit/>
          </a:bodyPr>
          <a:lstStyle>
            <a:lvl1pPr algn="ctr">
              <a:defRPr sz="32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0"/>
            </p:custDataLst>
          </p:nvPr>
        </p:nvSpPr>
        <p:spPr/>
        <p:txBody>
          <a:bodyPr/>
          <a:lstStyle/>
          <a:p>
            <a:endParaRPr lang="zh-CN" altLang="en-US" dirty="0"/>
          </a:p>
        </p:txBody>
      </p:sp>
      <p:sp>
        <p:nvSpPr>
          <p:cNvPr id="5" name="灯片编号占位符 4"/>
          <p:cNvSpPr>
            <a:spLocks noGrp="1"/>
          </p:cNvSpPr>
          <p:nvPr userDrawn="1">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2"/>
            </p:custDataLst>
          </p:nvPr>
        </p:nvSpPr>
        <p:spPr>
          <a:xfrm>
            <a:off x="604837" y="1681200"/>
            <a:ext cx="10990800" cy="3211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userDrawn="1">
            <p:ph type="body" sz="quarter" idx="14"/>
            <p:custDataLst>
              <p:tags r:id="rId13"/>
            </p:custDataLst>
          </p:nvPr>
        </p:nvSpPr>
        <p:spPr>
          <a:xfrm>
            <a:off x="594000" y="5180400"/>
            <a:ext cx="11001600" cy="10116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userDrawn="1">
            <p:ph type="title"/>
            <p:custDataLst>
              <p:tags r:id="rId3"/>
            </p:custDataLst>
          </p:nvPr>
        </p:nvSpPr>
        <p:spPr>
          <a:xfrm>
            <a:off x="579600" y="237600"/>
            <a:ext cx="11037600" cy="441964"/>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579600" y="1663200"/>
            <a:ext cx="5342400" cy="28944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userDrawn="1">
            <p:ph sz="quarter" idx="14"/>
            <p:custDataLst>
              <p:tags r:id="rId8"/>
            </p:custDataLst>
          </p:nvPr>
        </p:nvSpPr>
        <p:spPr>
          <a:xfrm>
            <a:off x="6242400" y="1663200"/>
            <a:ext cx="5367600" cy="28944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userDrawn="1">
            <p:ph type="body" sz="quarter" idx="15"/>
            <p:custDataLst>
              <p:tags r:id="rId9"/>
            </p:custDataLst>
          </p:nvPr>
        </p:nvSpPr>
        <p:spPr>
          <a:xfrm>
            <a:off x="572400" y="4816800"/>
            <a:ext cx="5342400" cy="781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userDrawn="1">
            <p:ph type="body" sz="quarter" idx="16"/>
            <p:custDataLst>
              <p:tags r:id="rId10"/>
            </p:custDataLst>
          </p:nvPr>
        </p:nvSpPr>
        <p:spPr>
          <a:xfrm>
            <a:off x="6253200" y="4813200"/>
            <a:ext cx="5367600" cy="781200"/>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grpSp>
        <p:nvGrpSpPr>
          <p:cNvPr id="23" name="组合 22"/>
          <p:cNvGrpSpPr/>
          <p:nvPr userDrawn="1">
            <p:custDataLst>
              <p:tags r:id="rId11"/>
            </p:custDataLst>
          </p:nvPr>
        </p:nvGrpSpPr>
        <p:grpSpPr>
          <a:xfrm rot="0">
            <a:off x="11310620" y="443230"/>
            <a:ext cx="521335" cy="428625"/>
            <a:chOff x="383382" y="4958557"/>
            <a:chExt cx="521493" cy="428627"/>
          </a:xfrm>
        </p:grpSpPr>
        <p:cxnSp>
          <p:nvCxnSpPr>
            <p:cNvPr id="25" name="直接连接符 24"/>
            <p:cNvCxnSpPr/>
            <p:nvPr userDrawn="1">
              <p:custDataLst>
                <p:tags r:id="rId12"/>
              </p:custDataLst>
            </p:nvPr>
          </p:nvCxnSpPr>
          <p:spPr>
            <a:xfrm>
              <a:off x="383382" y="4958557"/>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custDataLst>
                <p:tags r:id="rId13"/>
              </p:custDataLst>
            </p:nvPr>
          </p:nvCxnSpPr>
          <p:spPr>
            <a:xfrm>
              <a:off x="383382" y="5172871"/>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custDataLst>
                <p:tags r:id="rId14"/>
              </p:custDataLst>
            </p:nvPr>
          </p:nvCxnSpPr>
          <p:spPr>
            <a:xfrm>
              <a:off x="383382" y="5387184"/>
              <a:ext cx="521493" cy="0"/>
            </a:xfrm>
            <a:prstGeom prst="line">
              <a:avLst/>
            </a:prstGeom>
            <a:ln w="63500">
              <a:gradFill>
                <a:gsLst>
                  <a:gs pos="0">
                    <a:schemeClr val="accent1">
                      <a:lumMod val="40000"/>
                      <a:lumOff val="60000"/>
                    </a:schemeClr>
                  </a:gs>
                  <a:gs pos="57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4" name="任意多边形: 形状 23"/>
          <p:cNvSpPr/>
          <p:nvPr userDrawn="1">
            <p:custDataLst>
              <p:tags r:id="rId1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63" name="任意多边形: 形状 62"/>
          <p:cNvSpPr/>
          <p:nvPr userDrawn="1">
            <p:custDataLst>
              <p:tags r:id="rId2"/>
            </p:custDataLst>
          </p:nvPr>
        </p:nvSpPr>
        <p:spPr>
          <a:xfrm>
            <a:off x="6471920" y="0"/>
            <a:ext cx="4498340" cy="219265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形状 63"/>
          <p:cNvSpPr/>
          <p:nvPr userDrawn="1">
            <p:custDataLst>
              <p:tags r:id="rId3"/>
            </p:custDataLst>
          </p:nvPr>
        </p:nvSpPr>
        <p:spPr>
          <a:xfrm>
            <a:off x="1465580" y="5164455"/>
            <a:ext cx="3559175" cy="1693545"/>
          </a:xfrm>
          <a:custGeom>
            <a:avLst/>
            <a:gdLst>
              <a:gd name="connsiteX0" fmla="*/ 1779745 w 3559491"/>
              <a:gd name="connsiteY0" fmla="*/ 0 h 1693763"/>
              <a:gd name="connsiteX1" fmla="*/ 3554851 w 3559491"/>
              <a:gd name="connsiteY1" fmla="*/ 1601882 h 1693763"/>
              <a:gd name="connsiteX2" fmla="*/ 3559491 w 3559491"/>
              <a:gd name="connsiteY2" fmla="*/ 1693763 h 1693763"/>
              <a:gd name="connsiteX3" fmla="*/ 0 w 3559491"/>
              <a:gd name="connsiteY3" fmla="*/ 1693763 h 1693763"/>
              <a:gd name="connsiteX4" fmla="*/ 4639 w 3559491"/>
              <a:gd name="connsiteY4" fmla="*/ 1601882 h 1693763"/>
              <a:gd name="connsiteX5" fmla="*/ 1779745 w 3559491"/>
              <a:gd name="connsiteY5" fmla="*/ 0 h 16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59491" h="1693763">
                <a:moveTo>
                  <a:pt x="1779745" y="0"/>
                </a:moveTo>
                <a:cubicBezTo>
                  <a:pt x="2703606" y="0"/>
                  <a:pt x="3463476" y="702129"/>
                  <a:pt x="3554851" y="1601882"/>
                </a:cubicBezTo>
                <a:lnTo>
                  <a:pt x="3559491" y="1693763"/>
                </a:lnTo>
                <a:lnTo>
                  <a:pt x="0" y="1693763"/>
                </a:lnTo>
                <a:lnTo>
                  <a:pt x="4639" y="1601882"/>
                </a:lnTo>
                <a:cubicBezTo>
                  <a:pt x="96014" y="702129"/>
                  <a:pt x="855884" y="0"/>
                  <a:pt x="1779745" y="0"/>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userDrawn="1">
            <p:custDataLst>
              <p:tags r:id="rId4"/>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userDrawn="1">
            <p:ph type="title" hasCustomPrompt="1"/>
            <p:custDataLst>
              <p:tags r:id="rId5"/>
            </p:custDataLst>
          </p:nvPr>
        </p:nvSpPr>
        <p:spPr>
          <a:xfrm>
            <a:off x="1522800" y="1339200"/>
            <a:ext cx="9144000" cy="2386800"/>
          </a:xfrm>
        </p:spPr>
        <p:txBody>
          <a:bodyPr anchor="b">
            <a:normAutofit/>
          </a:bodyPr>
          <a:lstStyle>
            <a:lvl1pPr algn="ctr">
              <a:defRPr sz="6000" baseline="0">
                <a:solidFill>
                  <a:schemeClr val="tx1">
                    <a:lumMod val="85000"/>
                    <a:lumOff val="15000"/>
                  </a:schemeClr>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p:txBody>
          <a:bodyPr/>
          <a:lstStyle/>
          <a:p>
            <a:endParaRPr lang="zh-CN" altLang="en-US" dirty="0"/>
          </a:p>
        </p:txBody>
      </p:sp>
      <p:sp>
        <p:nvSpPr>
          <p:cNvPr id="5" name="灯片编号占位符 4"/>
          <p:cNvSpPr>
            <a:spLocks noGrp="1"/>
          </p:cNvSpPr>
          <p:nvPr userDrawn="1">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9"/>
            </p:custDataLst>
          </p:nvPr>
        </p:nvSpPr>
        <p:spPr>
          <a:xfrm>
            <a:off x="1522413" y="3862800"/>
            <a:ext cx="9144000" cy="1656000"/>
          </a:xfrm>
        </p:spPr>
        <p:txBody>
          <a:bodyPr>
            <a:normAutofit/>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416040" y="4434840"/>
            <a:ext cx="4941771" cy="1122202"/>
          </a:xfrm>
        </p:spPr>
        <p:txBody>
          <a:bodyPr rtlCol="0" anchor="b">
            <a:noAutofit/>
          </a:bodyPr>
          <a:lstStyle>
            <a:lvl1pPr algn="l">
              <a:defRPr sz="3600" cap="all" spc="150" baseline="0">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endParaRPr lang="zh-CN" altLang="en-US" noProof="0"/>
          </a:p>
        </p:txBody>
      </p:sp>
      <p:sp>
        <p:nvSpPr>
          <p:cNvPr id="3" name="副标题 2"/>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latin typeface="Microsoft YaHei UI" panose="020B0503020204020204" pitchFamily="34" charset="-122"/>
                <a:ea typeface="Microsoft YaHei U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endParaRPr lang="zh-CN" altLang="en-US" noProof="0"/>
          </a:p>
        </p:txBody>
      </p:sp>
      <p:pic>
        <p:nvPicPr>
          <p:cNvPr id="8" name="图形 7"/>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a:fillRect/>
          </a:stretch>
        </p:blipFill>
        <p:spPr>
          <a:xfrm>
            <a:off x="0" y="0"/>
            <a:ext cx="9488312" cy="5054323"/>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议程">
    <p:bg>
      <p:bgPr>
        <a:solidFill>
          <a:schemeClr val="tx1"/>
        </a:solidFill>
        <a:effectLst/>
      </p:bgPr>
    </p:bg>
    <p:spTree>
      <p:nvGrpSpPr>
        <p:cNvPr id="1" name=""/>
        <p:cNvGrpSpPr/>
        <p:nvPr/>
      </p:nvGrpSpPr>
      <p:grpSpPr>
        <a:xfrm>
          <a:off x="0" y="0"/>
          <a:ext cx="0" cy="0"/>
          <a:chOff x="0" y="0"/>
          <a:chExt cx="0" cy="0"/>
        </a:xfrm>
      </p:grpSpPr>
      <p:pic>
        <p:nvPicPr>
          <p:cNvPr id="8" name="图形 7"/>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a:fillRect/>
          </a:stretch>
        </p:blipFill>
        <p:spPr>
          <a:xfrm>
            <a:off x="5488815" y="0"/>
            <a:ext cx="6703185" cy="6858000"/>
          </a:xfrm>
          <a:prstGeom prst="rect">
            <a:avLst/>
          </a:prstGeom>
        </p:spPr>
      </p:pic>
      <p:sp>
        <p:nvSpPr>
          <p:cNvPr id="2" name="标题 1"/>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endParaRPr lang="zh-CN" altLang="en-US" noProof="0"/>
          </a:p>
        </p:txBody>
      </p:sp>
      <p:sp>
        <p:nvSpPr>
          <p:cNvPr id="3" name="内容占位符 2"/>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2pPr>
            <a:lvl3pPr marL="91440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3pPr>
            <a:lvl4pPr marL="137160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4pPr>
            <a:lvl5pPr marL="1828800" indent="0">
              <a:lnSpc>
                <a:spcPct val="120000"/>
              </a:lnSpc>
              <a:spcBef>
                <a:spcPts val="1000"/>
              </a:spcBef>
              <a:buNone/>
              <a:defRPr sz="1400" baseline="0">
                <a:solidFill>
                  <a:schemeClr val="bg1"/>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4" name="日期占位符 3"/>
          <p:cNvSpPr>
            <a:spLocks noGrp="1"/>
          </p:cNvSpPr>
          <p:nvPr>
            <p:ph type="dt" sz="half" idx="10"/>
          </p:nvPr>
        </p:nvSpPr>
        <p:spPr>
          <a:xfrm>
            <a:off x="1333500" y="6356350"/>
            <a:ext cx="985157"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5" name="页脚占位符 4"/>
          <p:cNvSpPr>
            <a:spLocks noGrp="1"/>
          </p:cNvSpPr>
          <p:nvPr>
            <p:ph type="ftr" sz="quarter" idx="11"/>
          </p:nvPr>
        </p:nvSpPr>
        <p:spPr>
          <a:xfrm>
            <a:off x="2669886" y="6356349"/>
            <a:ext cx="248284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6" name="幻灯片编号占位符 5"/>
          <p:cNvSpPr>
            <a:spLocks noGrp="1"/>
          </p:cNvSpPr>
          <p:nvPr>
            <p:ph type="sldNum" sz="quarter" idx="12"/>
          </p:nvPr>
        </p:nvSpPr>
        <p:spPr>
          <a:xfrm>
            <a:off x="5536305" y="6356350"/>
            <a:ext cx="98755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日程表">
    <p:spTree>
      <p:nvGrpSpPr>
        <p:cNvPr id="1" name=""/>
        <p:cNvGrpSpPr/>
        <p:nvPr/>
      </p:nvGrpSpPr>
      <p:grpSpPr>
        <a:xfrm>
          <a:off x="0" y="0"/>
          <a:ext cx="0" cy="0"/>
          <a:chOff x="0" y="0"/>
          <a:chExt cx="0" cy="0"/>
        </a:xfrm>
      </p:grpSpPr>
      <p:sp>
        <p:nvSpPr>
          <p:cNvPr id="12" name="图形 10"/>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zh-CN" altLang="en-US"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单击此处编辑标题</a:t>
            </a:r>
            <a:endParaRPr lang="zh-CN" altLang="en-US" noProof="0"/>
          </a:p>
        </p:txBody>
      </p:sp>
      <p:sp>
        <p:nvSpPr>
          <p:cNvPr id="16" name="文本占位符 15"/>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endParaRPr lang="zh-CN" altLang="en-US" noProof="0"/>
          </a:p>
        </p:txBody>
      </p:sp>
      <p:sp>
        <p:nvSpPr>
          <p:cNvPr id="17" name="文本占位符 15"/>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endParaRPr lang="zh-CN" altLang="en-US" noProof="0"/>
          </a:p>
        </p:txBody>
      </p:sp>
      <p:sp>
        <p:nvSpPr>
          <p:cNvPr id="18" name="文本占位符 15"/>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endParaRPr lang="zh-CN" altLang="en-US" noProof="0"/>
          </a:p>
        </p:txBody>
      </p:sp>
      <p:sp>
        <p:nvSpPr>
          <p:cNvPr id="19" name="文本占位符 15"/>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endParaRPr lang="zh-CN" altLang="en-US" noProof="0"/>
          </a:p>
        </p:txBody>
      </p:sp>
      <p:sp>
        <p:nvSpPr>
          <p:cNvPr id="34" name="文本占位符 15"/>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endParaRPr lang="zh-CN" altLang="en-US" noProof="0"/>
          </a:p>
        </p:txBody>
      </p:sp>
      <p:sp>
        <p:nvSpPr>
          <p:cNvPr id="35" name="文本占位符 15"/>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endParaRPr lang="zh-CN" altLang="en-US" noProof="0"/>
          </a:p>
        </p:txBody>
      </p:sp>
      <p:sp>
        <p:nvSpPr>
          <p:cNvPr id="36" name="文本占位符 15"/>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endParaRPr lang="zh-CN" altLang="en-US" noProof="0"/>
          </a:p>
        </p:txBody>
      </p:sp>
      <p:sp>
        <p:nvSpPr>
          <p:cNvPr id="37" name="文本占位符 15"/>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endParaRPr lang="zh-CN" altLang="en-US" noProof="0"/>
          </a:p>
        </p:txBody>
      </p:sp>
      <p:cxnSp>
        <p:nvCxnSpPr>
          <p:cNvPr id="3" name="直接连接符​​(S) 2"/>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直接连接符​​(S) 3"/>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直接连接符​​(S) 7"/>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直接连接符​​(S) 8"/>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日期占位符 4"/>
          <p:cNvSpPr>
            <a:spLocks noGrp="1"/>
          </p:cNvSpPr>
          <p:nvPr>
            <p:ph type="dt" sz="half" idx="10"/>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6" name="页脚占位符 5"/>
          <p:cNvSpPr>
            <a:spLocks noGrp="1"/>
          </p:cNvSpPr>
          <p:nvPr>
            <p:ph type="ftr" sz="quarter" idx="11"/>
          </p:nvPr>
        </p:nvSpPr>
        <p:spPr>
          <a:xfrm>
            <a:off x="6175279" y="6356350"/>
            <a:ext cx="180871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pPr algn="l"/>
            <a:r>
              <a:rPr lang="zh-CN" altLang="en-US" noProof="0"/>
              <a:t>融资演讲稿</a:t>
            </a:r>
            <a:endParaRPr lang="zh-CN" altLang="en-US" noProof="0"/>
          </a:p>
        </p:txBody>
      </p:sp>
      <p:sp>
        <p:nvSpPr>
          <p:cNvPr id="7" name="灯片编号占位符 6"/>
          <p:cNvSpPr>
            <a:spLocks noGrp="1"/>
          </p:cNvSpPr>
          <p:nvPr>
            <p:ph type="sldNum" sz="quarter" idx="12"/>
          </p:nvPr>
        </p:nvSpPr>
        <p:spPr>
          <a:xfrm>
            <a:off x="10810874" y="6356350"/>
            <a:ext cx="542925"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2 列">
    <p:bg>
      <p:bgPr>
        <a:solidFill>
          <a:schemeClr val="tx1"/>
        </a:solidFill>
        <a:effectLst/>
      </p:bgPr>
    </p:bg>
    <p:spTree>
      <p:nvGrpSpPr>
        <p:cNvPr id="1" name=""/>
        <p:cNvGrpSpPr/>
        <p:nvPr/>
      </p:nvGrpSpPr>
      <p:grpSpPr>
        <a:xfrm>
          <a:off x="0" y="0"/>
          <a:ext cx="0" cy="0"/>
          <a:chOff x="0" y="0"/>
          <a:chExt cx="0" cy="0"/>
        </a:xfrm>
      </p:grpSpPr>
      <p:sp>
        <p:nvSpPr>
          <p:cNvPr id="14" name="标题 1"/>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5" name="文本占位符 15"/>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7" name="文本占位符 18"/>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31" name="文本占位符 15"/>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单击此处添加副标题</a:t>
            </a:r>
            <a:endParaRPr lang="zh-CN" altLang="en-US" noProof="0"/>
          </a:p>
        </p:txBody>
      </p:sp>
      <p:sp>
        <p:nvSpPr>
          <p:cNvPr id="32" name="文本占位符 18"/>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33" name="文本占位符 15"/>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单击此处添加副标题</a:t>
            </a:r>
            <a:endParaRPr lang="zh-CN" altLang="en-US" noProof="0"/>
          </a:p>
        </p:txBody>
      </p:sp>
      <p:sp>
        <p:nvSpPr>
          <p:cNvPr id="34" name="文本占位符 18"/>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2" name="文本占位符 15"/>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单击此处添加副标题</a:t>
            </a:r>
            <a:endParaRPr lang="zh-CN" altLang="en-US" noProof="0"/>
          </a:p>
        </p:txBody>
      </p:sp>
      <p:sp>
        <p:nvSpPr>
          <p:cNvPr id="13" name="文本占位符 18"/>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3" name="日期占位符 2"/>
          <p:cNvSpPr>
            <a:spLocks noGrp="1"/>
          </p:cNvSpPr>
          <p:nvPr>
            <p:ph type="dt" sz="half" idx="20"/>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p:cNvSpPr>
            <a:spLocks noGrp="1"/>
          </p:cNvSpPr>
          <p:nvPr>
            <p:ph type="ftr" sz="quarter" idx="2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5" name="灯片编号占位符 4"/>
          <p:cNvSpPr>
            <a:spLocks noGrp="1"/>
          </p:cNvSpPr>
          <p:nvPr>
            <p:ph type="sldNum" sz="quarter" idx="22"/>
          </p:nvPr>
        </p:nvSpPr>
        <p:spPr/>
        <p:txBody>
          <a:bodyPr rtlCol="0"/>
          <a:lstStyle>
            <a:lvl1pPr>
              <a:defRPr>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cxnSp>
        <p:nvCxnSpPr>
          <p:cNvPr id="2" name="直接连接符​​(S) 1"/>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内容 3 列">
    <p:bg>
      <p:bgPr>
        <a:solidFill>
          <a:schemeClr val="lt2"/>
        </a:solidFill>
        <a:effectLst/>
      </p:bgPr>
    </p:bg>
    <p:spTree>
      <p:nvGrpSpPr>
        <p:cNvPr id="1" name=""/>
        <p:cNvGrpSpPr/>
        <p:nvPr/>
      </p:nvGrpSpPr>
      <p:grpSpPr>
        <a:xfrm>
          <a:off x="0" y="0"/>
          <a:ext cx="0" cy="0"/>
          <a:chOff x="0" y="0"/>
          <a:chExt cx="0" cy="0"/>
        </a:xfrm>
      </p:grpSpPr>
      <p:sp>
        <p:nvSpPr>
          <p:cNvPr id="14" name="标题 1"/>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5" name="文本占位符 15"/>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7" name="文本占位符 18"/>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6" name="文本占位符 15"/>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8" name="文本占位符 18"/>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9" name="文本占位符 15"/>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0" name="文本占位符 18"/>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23" name="文本占位符 15"/>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4" name="文本占位符 18"/>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3" name="日期占位符 2"/>
          <p:cNvSpPr>
            <a:spLocks noGrp="1"/>
          </p:cNvSpPr>
          <p:nvPr>
            <p:ph type="dt" sz="half" idx="20"/>
          </p:nvPr>
        </p:nvSpPr>
        <p:spPr>
          <a:xfrm>
            <a:off x="5919680" y="6356350"/>
            <a:ext cx="947516"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p:cNvSpPr>
            <a:spLocks noGrp="1"/>
          </p:cNvSpPr>
          <p:nvPr>
            <p:ph type="ftr" sz="quarter" idx="21"/>
          </p:nvPr>
        </p:nvSpPr>
        <p:spPr>
          <a:xfrm>
            <a:off x="7161955" y="6356350"/>
            <a:ext cx="324394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5" name="灯片编号占位符 4"/>
          <p:cNvSpPr>
            <a:spLocks noGrp="1"/>
          </p:cNvSpPr>
          <p:nvPr>
            <p:ph type="sldNum" sz="quarter" idx="22"/>
          </p:nvPr>
        </p:nvSpPr>
        <p:spPr>
          <a:xfrm>
            <a:off x="10700656" y="6356350"/>
            <a:ext cx="653143"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pic>
        <p:nvPicPr>
          <p:cNvPr id="2" name="图形 1"/>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a:fillRect/>
          </a:stretch>
        </p:blipFill>
        <p:spPr>
          <a:xfrm>
            <a:off x="-4696" y="-1"/>
            <a:ext cx="4896735" cy="4385949"/>
          </a:xfrm>
          <a:prstGeom prst="rect">
            <a:avLst/>
          </a:prstGeom>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简介">
    <p:bg>
      <p:bgPr>
        <a:solidFill>
          <a:schemeClr val="lt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3" name="文本占位符 2"/>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单击此处编辑母版文本样式</a:t>
            </a:r>
            <a:endParaRPr lang="zh-CN" altLang="en-US" noProof="0"/>
          </a:p>
        </p:txBody>
      </p:sp>
      <p:cxnSp>
        <p:nvCxnSpPr>
          <p:cNvPr id="23" name="直接连接符​​(S) 22"/>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日期占位符 6"/>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10" name="页脚占位符 7"/>
          <p:cNvSpPr>
            <a:spLocks noGrp="1"/>
          </p:cNvSpPr>
          <p:nvPr>
            <p:ph type="ftr" sz="quarter" idx="11"/>
          </p:nvPr>
        </p:nvSpPr>
        <p:spPr>
          <a:xfrm>
            <a:off x="5224463" y="6356350"/>
            <a:ext cx="1743075"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11" name="幻灯片编号占位符 8"/>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分节符">
    <p:bg>
      <p:bgPr>
        <a:solidFill>
          <a:schemeClr val="lt2"/>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endParaRPr lang="zh-CN" altLang="en-US" noProof="0"/>
          </a:p>
        </p:txBody>
      </p:sp>
      <p:pic>
        <p:nvPicPr>
          <p:cNvPr id="5" name="图形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引言">
    <p:spTree>
      <p:nvGrpSpPr>
        <p:cNvPr id="1" name=""/>
        <p:cNvGrpSpPr/>
        <p:nvPr/>
      </p:nvGrpSpPr>
      <p:grpSpPr>
        <a:xfrm>
          <a:off x="0" y="0"/>
          <a:ext cx="0" cy="0"/>
          <a:chOff x="0" y="0"/>
          <a:chExt cx="0" cy="0"/>
        </a:xfrm>
      </p:grpSpPr>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标题 1"/>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cxnSp>
        <p:nvCxnSpPr>
          <p:cNvPr id="9" name="直接连接符​​(S) 8"/>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占位符 15"/>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2" name="文本占位符 18"/>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3" name="文本占位符 15"/>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4" name="文本占位符 18"/>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5" name="文本占位符 15"/>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16" name="文本占位符 18"/>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17" name="日期占位符 2"/>
          <p:cNvSpPr>
            <a:spLocks noGrp="1"/>
          </p:cNvSpPr>
          <p:nvPr>
            <p:ph type="dt" sz="half" idx="20"/>
          </p:nvPr>
        </p:nvSpPr>
        <p:spPr>
          <a:xfrm>
            <a:off x="5919680" y="6356350"/>
            <a:ext cx="947516"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18" name="页脚占位符 3"/>
          <p:cNvSpPr>
            <a:spLocks noGrp="1"/>
          </p:cNvSpPr>
          <p:nvPr>
            <p:ph type="ftr" sz="quarter" idx="21"/>
          </p:nvPr>
        </p:nvSpPr>
        <p:spPr>
          <a:xfrm>
            <a:off x="7161955" y="6356350"/>
            <a:ext cx="324394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19" name="灯片编号占位符 4"/>
          <p:cNvSpPr>
            <a:spLocks noGrp="1"/>
          </p:cNvSpPr>
          <p:nvPr>
            <p:ph type="sldNum" sz="quarter" idx="22"/>
          </p:nvPr>
        </p:nvSpPr>
        <p:spPr>
          <a:xfrm>
            <a:off x="10700656" y="6356350"/>
            <a:ext cx="653143"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三栏内容">
    <p:bg>
      <p:bgPr>
        <a:solidFill>
          <a:schemeClr val="lt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3" name="文本占位符 2"/>
          <p:cNvSpPr>
            <a:spLocks noGrp="1"/>
          </p:cNvSpPr>
          <p:nvPr>
            <p:ph type="body" idx="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4" name="内容占位符 3"/>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5" name="文本占位符 4"/>
          <p:cNvSpPr>
            <a:spLocks noGrp="1"/>
          </p:cNvSpPr>
          <p:nvPr>
            <p:ph type="body" sz="quarter" idx="3"/>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单击此处编辑母版文本样式</a:t>
            </a:r>
            <a:endParaRPr lang="zh-CN" altLang="en-US" noProof="0"/>
          </a:p>
        </p:txBody>
      </p:sp>
      <p:sp>
        <p:nvSpPr>
          <p:cNvPr id="6" name="内容占位符 5"/>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cxnSp>
        <p:nvCxnSpPr>
          <p:cNvPr id="16" name="直接连接符​​(S) 15"/>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S) 19"/>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idx="13"/>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22" name="内容占位符 3"/>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  内容">
    <p:bg>
      <p:bgPr>
        <a:solidFill>
          <a:schemeClr val="lt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pic>
        <p:nvPicPr>
          <p:cNvPr id="11" name="图形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图形 12"/>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图形 14"/>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文本占位符 2"/>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23" name="文本占位符 2"/>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24" name="文本占位符 2"/>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4" name="内容占位符 3"/>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单击以编辑</a:t>
            </a:r>
            <a:endParaRPr lang="zh-CN" altLang="en-US" noProof="0"/>
          </a:p>
        </p:txBody>
      </p:sp>
      <p:sp>
        <p:nvSpPr>
          <p:cNvPr id="25" name="内容占位符 3"/>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单击此处编辑母版文本样式</a:t>
            </a:r>
            <a:endParaRPr lang="zh-CN" altLang="en-US" noProof="0"/>
          </a:p>
        </p:txBody>
      </p:sp>
      <p:sp>
        <p:nvSpPr>
          <p:cNvPr id="6" name="内容占位符 5"/>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单击以编辑</a:t>
            </a:r>
            <a:endParaRPr lang="zh-CN" altLang="en-US" noProof="0"/>
          </a:p>
        </p:txBody>
      </p:sp>
      <p:sp>
        <p:nvSpPr>
          <p:cNvPr id="26" name="内容占位符 5"/>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latin typeface="Microsoft YaHei UI" panose="020B0503020204020204" pitchFamily="34" charset="-122"/>
                <a:ea typeface="Microsoft YaHei UI" panose="020B0503020204020204" pitchFamily="34" charset="-122"/>
              </a:defRPr>
            </a:lvl1pPr>
            <a:lvl2pPr marL="457200" indent="0" algn="ctr">
              <a:lnSpc>
                <a:spcPct val="100000"/>
              </a:lnSpc>
              <a:buNone/>
              <a:defRPr sz="1400" cap="none" spc="50" baseline="0">
                <a:solidFill>
                  <a:schemeClr val="bg1"/>
                </a:solidFill>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p:txBody>
      </p:sp>
      <p:sp>
        <p:nvSpPr>
          <p:cNvPr id="22" name="内容占位符 3"/>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单击以编辑</a:t>
            </a:r>
            <a:endParaRPr lang="zh-CN" altLang="en-US" noProof="0"/>
          </a:p>
        </p:txBody>
      </p:sp>
      <p:sp>
        <p:nvSpPr>
          <p:cNvPr id="27" name="内容占位符 3"/>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单击此处编辑母版文本样式</a:t>
            </a:r>
            <a:endParaRPr lang="zh-CN" altLang="en-US" noProof="0"/>
          </a:p>
        </p:txBody>
      </p: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两栏内容">
    <p:bg>
      <p:bgPr>
        <a:solidFill>
          <a:schemeClr val="lt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3" name="文本占位符 2"/>
          <p:cNvSpPr>
            <a:spLocks noGrp="1"/>
          </p:cNvSpPr>
          <p:nvPr>
            <p:ph type="body" idx="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4" name="内容占位符 3"/>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5" name="文本占位符 4"/>
          <p:cNvSpPr>
            <a:spLocks noGrp="1"/>
          </p:cNvSpPr>
          <p:nvPr>
            <p:ph type="body" sz="quarter" idx="3"/>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单击此处编辑母版文本样式</a:t>
            </a:r>
            <a:endParaRPr lang="zh-CN" altLang="en-US" noProof="0"/>
          </a:p>
        </p:txBody>
      </p:sp>
      <p:sp>
        <p:nvSpPr>
          <p:cNvPr id="6" name="内容占位符 5"/>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a:p>
        </p:txBody>
      </p: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pic>
        <p:nvPicPr>
          <p:cNvPr id="11" name="图形 10"/>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a:fillRect/>
          </a:stretch>
        </p:blipFill>
        <p:spPr>
          <a:xfrm>
            <a:off x="25785" y="0"/>
            <a:ext cx="4368030" cy="3912394"/>
          </a:xfrm>
          <a:prstGeom prst="rect">
            <a:avLst/>
          </a:prstGeom>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14" name="图形 13"/>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a:fillRect/>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标题 1"/>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20" name="文本占位符 15"/>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5" name="文本占位符 18"/>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26" name="文本占位符 15"/>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7" name="文本占位符 18"/>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28" name="文本占位符 15"/>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endParaRPr lang="zh-CN" altLang="en-US" noProof="0"/>
          </a:p>
        </p:txBody>
      </p:sp>
      <p:sp>
        <p:nvSpPr>
          <p:cNvPr id="29" name="文本占位符 18"/>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endParaRPr lang="zh-CN" altLang="en-US" noProof="0"/>
          </a:p>
        </p:txBody>
      </p:sp>
      <p:sp>
        <p:nvSpPr>
          <p:cNvPr id="21" name="日期占位符 6"/>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22" name="页脚占位符 7"/>
          <p:cNvSpPr>
            <a:spLocks noGrp="1"/>
          </p:cNvSpPr>
          <p:nvPr>
            <p:ph type="ftr" sz="quarter" idx="11"/>
          </p:nvPr>
        </p:nvSpPr>
        <p:spPr>
          <a:xfrm>
            <a:off x="4038600" y="6356350"/>
            <a:ext cx="41148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24" name="幻灯片编号占位符 8"/>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图表">
    <p:bg>
      <p:bgPr>
        <a:solidFill>
          <a:schemeClr val="lt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rtlCol="0">
            <a:normAutofit/>
          </a:bodyPr>
          <a:lstStyle>
            <a:lvl1pPr algn="l">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5" name="文本占位符 14"/>
          <p:cNvSpPr>
            <a:spLocks noGrp="1"/>
          </p:cNvSpPr>
          <p:nvPr>
            <p:ph type="body" sz="quarter" idx="16"/>
          </p:nvPr>
        </p:nvSpPr>
        <p:spPr>
          <a:xfrm>
            <a:off x="748749" y="1361938"/>
            <a:ext cx="6765925" cy="496888"/>
          </a:xfrm>
        </p:spPr>
        <p:txBody>
          <a:bodyPr rtlCol="0">
            <a:noAutofit/>
          </a:bodyPr>
          <a:lstStyle>
            <a:lvl1pPr marL="0" indent="0">
              <a:buNone/>
              <a:defRPr sz="1800">
                <a:latin typeface="Microsoft YaHei UI" panose="020B0503020204020204" pitchFamily="34" charset="-122"/>
                <a:ea typeface="Microsoft YaHei UI" panose="020B0503020204020204" pitchFamily="34" charset="-122"/>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zh-CN" altLang="en-US" noProof="0"/>
              <a:t>单击此处编辑母版文本样式</a:t>
            </a:r>
            <a:endParaRPr lang="zh-CN" altLang="en-US" noProof="0"/>
          </a:p>
        </p:txBody>
      </p:sp>
      <p:sp>
        <p:nvSpPr>
          <p:cNvPr id="7" name="图表占位符 6"/>
          <p:cNvSpPr>
            <a:spLocks noGrp="1"/>
          </p:cNvSpPr>
          <p:nvPr>
            <p:ph type="chart" sz="quarter" idx="13" hasCustomPrompt="1"/>
          </p:nvPr>
        </p:nvSpPr>
        <p:spPr>
          <a:xfrm>
            <a:off x="838200" y="2286002"/>
            <a:ext cx="6094270" cy="3542143"/>
          </a:xfrm>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单击图标以添加图表</a:t>
            </a:r>
            <a:endParaRPr lang="zh-CN" altLang="en-US" noProof="0"/>
          </a:p>
        </p:txBody>
      </p:sp>
      <p:sp>
        <p:nvSpPr>
          <p:cNvPr id="11" name="文本占位符 10"/>
          <p:cNvSpPr>
            <a:spLocks noGrp="1"/>
          </p:cNvSpPr>
          <p:nvPr>
            <p:ph type="body" sz="quarter" idx="14" hasCustomPrompt="1"/>
          </p:nvPr>
        </p:nvSpPr>
        <p:spPr>
          <a:xfrm>
            <a:off x="7858125" y="2284624"/>
            <a:ext cx="3147332" cy="306388"/>
          </a:xfrm>
        </p:spPr>
        <p:txBody>
          <a:bodyPr rtlCol="0">
            <a:noAutofit/>
          </a:bodyPr>
          <a:lstStyle>
            <a:lvl1pPr marL="0" indent="0">
              <a:buNone/>
              <a:defRPr sz="1400" cap="all" spc="15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zh-CN" altLang="en-US" noProof="0"/>
              <a:t>单击以编辑</a:t>
            </a:r>
            <a:endParaRPr lang="zh-CN" altLang="en-US" noProof="0"/>
          </a:p>
        </p:txBody>
      </p:sp>
      <p:sp>
        <p:nvSpPr>
          <p:cNvPr id="13" name="内容占位符 12"/>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latin typeface="Microsoft YaHei UI" panose="020B0503020204020204" pitchFamily="34" charset="-122"/>
                <a:ea typeface="Microsoft YaHei UI" panose="020B0503020204020204" pitchFamily="34" charset="-122"/>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zh-CN" altLang="en-US" noProof="0"/>
              <a:t>单击此处添加内容</a:t>
            </a:r>
            <a:endParaRPr lang="zh-CN" altLang="en-US" noProof="0"/>
          </a:p>
        </p:txBody>
      </p:sp>
      <p:sp>
        <p:nvSpPr>
          <p:cNvPr id="3" name="日期占位符 2"/>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5" name="灯片编号占位符 4"/>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日程表 2">
    <p:spTree>
      <p:nvGrpSpPr>
        <p:cNvPr id="1" name=""/>
        <p:cNvGrpSpPr/>
        <p:nvPr/>
      </p:nvGrpSpPr>
      <p:grpSpPr>
        <a:xfrm>
          <a:off x="0" y="0"/>
          <a:ext cx="0" cy="0"/>
          <a:chOff x="0" y="0"/>
          <a:chExt cx="0" cy="0"/>
        </a:xfrm>
      </p:grpSpPr>
      <p:sp>
        <p:nvSpPr>
          <p:cNvPr id="4" name="长方形 3"/>
          <p:cNvSpPr/>
          <p:nvPr userDrawn="1"/>
        </p:nvSpPr>
        <p:spPr>
          <a:xfrm>
            <a:off x="0" y="3057683"/>
            <a:ext cx="12191998" cy="20101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hasCustomPrompt="1"/>
          </p:nvPr>
        </p:nvSpPr>
        <p:spPr/>
        <p:txBody>
          <a:bodyPr rtlCol="0">
            <a:normAutofit/>
          </a:bodyPr>
          <a:lstStyle>
            <a:lvl1pPr algn="l">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6" name="文本占位符 10"/>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年</a:t>
            </a:r>
            <a:endParaRPr lang="zh-CN" altLang="en-ZA" noProof="0"/>
          </a:p>
        </p:txBody>
      </p:sp>
      <p:sp>
        <p:nvSpPr>
          <p:cNvPr id="7" name="文本占位符 10"/>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8" name="文本占位符 10"/>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9" name="文本占位符 10"/>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0" name="文本占位符 10"/>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2" name="文本占位符 10"/>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3" name="文本占位符 10"/>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4" name="文本占位符 10"/>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6" name="文本占位符 10"/>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7" name="文本占位符 10"/>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5" name="文本占位符 10"/>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8" name="文本占位符 10"/>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9" name="文本占位符 10"/>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1" name="文本占位符 10"/>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icrosoft YaHei UI" panose="020B0503020204020204" pitchFamily="34" charset="-122"/>
                <a:ea typeface="Microsoft YaHei UI" panose="020B0503020204020204" pitchFamily="34" charset="-122"/>
              </a:defRPr>
            </a:lvl1pPr>
          </a:lstStyle>
          <a:p>
            <a:pPr lvl="0" rtl="0"/>
            <a:r>
              <a:rPr lang="zh-CN" altLang="en-US" noProof="0"/>
              <a:t>年</a:t>
            </a:r>
            <a:endParaRPr lang="zh-CN" altLang="en-ZA" noProof="0"/>
          </a:p>
        </p:txBody>
      </p:sp>
      <p:sp>
        <p:nvSpPr>
          <p:cNvPr id="20" name="文本占位符 10"/>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1" name="文本占位符 10"/>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2" name="文本占位符 10"/>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3" name="文本占位符 10"/>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4" name="文本占位符 10"/>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5" name="文本占位符 10"/>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6" name="文本占位符 10"/>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8" name="文本占位符 10"/>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9" name="文本占位符 10"/>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7" name="文本占位符 10"/>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30" name="文本占位符 10"/>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31" name="文本占位符 10"/>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32" name="长方形 31"/>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ZA" noProof="0">
              <a:solidFill>
                <a:schemeClr val="tx1">
                  <a:lumMod val="75000"/>
                  <a:lumOff val="25000"/>
                </a:schemeClr>
              </a:solidFill>
              <a:latin typeface="Microsoft YaHei UI" panose="020B0503020204020204" pitchFamily="34" charset="-122"/>
              <a:ea typeface="Microsoft YaHei UI" panose="020B0503020204020204" pitchFamily="34" charset="-122"/>
            </a:endParaRPr>
          </a:p>
        </p:txBody>
      </p:sp>
      <p:sp>
        <p:nvSpPr>
          <p:cNvPr id="36" name="日期占位符 2"/>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37" name="页脚占位符 3"/>
          <p:cNvSpPr>
            <a:spLocks noGrp="1"/>
          </p:cNvSpPr>
          <p:nvPr>
            <p:ph type="ftr" sz="quarter" idx="11"/>
          </p:nvPr>
        </p:nvSpPr>
        <p:spPr>
          <a:xfrm>
            <a:off x="4038600" y="6356350"/>
            <a:ext cx="41148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38" name="灯片编号占位符 4"/>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martArt">
    <p:bg>
      <p:bgPr>
        <a:solidFill>
          <a:schemeClr val="lt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rtlCol="0">
            <a:normAutofit/>
          </a:bodyPr>
          <a:lstStyle>
            <a:lvl1pPr algn="ct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7" name="SmartArt 占位符 6"/>
          <p:cNvSpPr>
            <a:spLocks noGrp="1"/>
          </p:cNvSpPr>
          <p:nvPr>
            <p:ph type="pic" sz="quarter" idx="15" hasCustomPrompt="1"/>
          </p:nvPr>
        </p:nvSpPr>
        <p:spPr>
          <a:xfrm>
            <a:off x="838200" y="2139084"/>
            <a:ext cx="10515600" cy="3695338"/>
          </a:xfrm>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 </a:t>
            </a:r>
            <a:r>
              <a:rPr lang="en-US" altLang="zh-CN" noProof="0"/>
              <a:t>SmartArt </a:t>
            </a:r>
            <a:r>
              <a:rPr lang="zh-CN" altLang="en-US" noProof="0"/>
              <a:t>图形</a:t>
            </a:r>
            <a:endParaRPr lang="zh-CN" altLang="en-US" noProof="0"/>
          </a:p>
        </p:txBody>
      </p:sp>
      <p:sp>
        <p:nvSpPr>
          <p:cNvPr id="3" name="日期占位符 2"/>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cxnSp>
        <p:nvCxnSpPr>
          <p:cNvPr id="10" name="直接连接符​​(S) 9"/>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S) 11"/>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团队幻灯片 4 人">
    <p:bg>
      <p:bgPr>
        <a:solidFill>
          <a:schemeClr val="lt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1" name="图片占位符 10"/>
          <p:cNvSpPr>
            <a:spLocks noGrp="1"/>
          </p:cNvSpPr>
          <p:nvPr>
            <p:ph type="pic" sz="quarter" idx="14" hasCustomPrompt="1"/>
          </p:nvPr>
        </p:nvSpPr>
        <p:spPr>
          <a:xfrm>
            <a:off x="1487181" y="2886074"/>
            <a:ext cx="1845511" cy="1845511"/>
          </a:xfrm>
          <a:solidFill>
            <a:schemeClr val="bg1">
              <a:lumMod val="95000"/>
            </a:schemeClr>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3" name="文本占位符 2"/>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6" name="文本占位符 2"/>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7" name="图片占位符 10"/>
          <p:cNvSpPr>
            <a:spLocks noGrp="1"/>
          </p:cNvSpPr>
          <p:nvPr>
            <p:ph type="pic" sz="quarter" idx="15" hasCustomPrompt="1"/>
          </p:nvPr>
        </p:nvSpPr>
        <p:spPr>
          <a:xfrm>
            <a:off x="3836914" y="2886074"/>
            <a:ext cx="1845511" cy="1845511"/>
          </a:xfrm>
          <a:solidFill>
            <a:schemeClr val="bg1">
              <a:lumMod val="95000"/>
            </a:schemeClr>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23" name="文本占位符 2"/>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7" name="文本占位符 2"/>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8" name="图片占位符 10"/>
          <p:cNvSpPr>
            <a:spLocks noGrp="1"/>
          </p:cNvSpPr>
          <p:nvPr>
            <p:ph type="pic" sz="quarter" idx="16" hasCustomPrompt="1"/>
          </p:nvPr>
        </p:nvSpPr>
        <p:spPr>
          <a:xfrm>
            <a:off x="6327578" y="2886074"/>
            <a:ext cx="1845511" cy="1845511"/>
          </a:xfrm>
          <a:solidFill>
            <a:schemeClr val="bg1">
              <a:lumMod val="95000"/>
            </a:schemeClr>
          </a:solidFill>
        </p:spPr>
        <p:txBody>
          <a:bodyPr rtlCol="0"/>
          <a:lstStyle>
            <a:lvl2pPr>
              <a:defRPr>
                <a:latin typeface="Microsoft YaHei UI" panose="020B0503020204020204" pitchFamily="34" charset="-122"/>
                <a:ea typeface="Microsoft YaHei UI" panose="020B0503020204020204" pitchFamily="34" charset="-122"/>
              </a:defRPr>
            </a:lvl2pPr>
          </a:lstStyle>
          <a:p>
            <a:pPr lvl="1" rtl="0"/>
            <a:r>
              <a:rPr lang="zh-CN" altLang="en-US" noProof="0"/>
              <a:t>单击图标以添加图片</a:t>
            </a:r>
            <a:endParaRPr lang="zh-CN" altLang="en-US" noProof="0"/>
          </a:p>
        </p:txBody>
      </p:sp>
      <p:sp>
        <p:nvSpPr>
          <p:cNvPr id="24" name="文本占位符 2"/>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8" name="文本占位符 2"/>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9" name="图片占位符 10"/>
          <p:cNvSpPr>
            <a:spLocks noGrp="1"/>
          </p:cNvSpPr>
          <p:nvPr>
            <p:ph type="pic" sz="quarter" idx="17" hasCustomPrompt="1"/>
          </p:nvPr>
        </p:nvSpPr>
        <p:spPr>
          <a:xfrm>
            <a:off x="8747458" y="2886074"/>
            <a:ext cx="1845511" cy="1845511"/>
          </a:xfrm>
          <a:solidFill>
            <a:schemeClr val="bg1">
              <a:lumMod val="95000"/>
            </a:schemeClr>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25" name="文本占位符 2"/>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9" name="文本占位符 2"/>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cxnSp>
        <p:nvCxnSpPr>
          <p:cNvPr id="10" name="直接连接符​​(S) 9"/>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S) 14"/>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团队幻灯片 8 人">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1" name="图片占位符 10"/>
          <p:cNvSpPr>
            <a:spLocks noGrp="1"/>
          </p:cNvSpPr>
          <p:nvPr>
            <p:ph type="pic" sz="quarter" idx="14" hasCustomPrompt="1"/>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3" name="文本占位符 2"/>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6" name="文本占位符 2"/>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7" name="图片占位符 10"/>
          <p:cNvSpPr>
            <a:spLocks noGrp="1"/>
          </p:cNvSpPr>
          <p:nvPr>
            <p:ph type="pic" sz="quarter" idx="15" hasCustomPrompt="1"/>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23" name="文本占位符 2"/>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7" name="文本占位符 2"/>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8" name="图片占位符 10"/>
          <p:cNvSpPr>
            <a:spLocks noGrp="1"/>
          </p:cNvSpPr>
          <p:nvPr>
            <p:ph type="pic" sz="quarter" idx="16" hasCustomPrompt="1"/>
          </p:nvPr>
        </p:nvSpPr>
        <p:spPr>
          <a:xfrm>
            <a:off x="6716934" y="2428875"/>
            <a:ext cx="1066800" cy="1066800"/>
          </a:xfrm>
          <a:solidFill>
            <a:schemeClr val="tx1"/>
          </a:solidFill>
        </p:spPr>
        <p:txBody>
          <a:bodyPr rtlCol="0">
            <a:normAutofit/>
          </a:bodyPr>
          <a:lstStyle>
            <a:lvl1pPr marL="0" indent="0">
              <a:buNone/>
              <a:defRPr sz="90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900">
                <a:solidFill>
                  <a:schemeClr val="bg1"/>
                </a:solidFill>
              </a:defRPr>
            </a:lvl2pPr>
          </a:lstStyle>
          <a:p>
            <a:pPr lvl="0" rtl="0"/>
            <a:r>
              <a:rPr lang="zh-CN" altLang="en-US" noProof="0"/>
              <a:t>单击图标以添加图片</a:t>
            </a:r>
            <a:endParaRPr lang="zh-CN" altLang="en-US" noProof="0"/>
          </a:p>
        </p:txBody>
      </p:sp>
      <p:sp>
        <p:nvSpPr>
          <p:cNvPr id="24" name="文本占位符 2"/>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8" name="文本占位符 2"/>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9" name="图片占位符 10"/>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25" name="文本占位符 2"/>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9" name="文本占位符 2"/>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55" name="图片占位符 10"/>
          <p:cNvSpPr>
            <a:spLocks noGrp="1"/>
          </p:cNvSpPr>
          <p:nvPr>
            <p:ph type="pic" sz="quarter" idx="26" hasCustomPrompt="1"/>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54" name="文本占位符 2"/>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62" name="文本占位符 2"/>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56" name="图片占位符 10"/>
          <p:cNvSpPr>
            <a:spLocks noGrp="1"/>
          </p:cNvSpPr>
          <p:nvPr>
            <p:ph type="pic" sz="quarter" idx="27" hasCustomPrompt="1"/>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59" name="文本占位符 2"/>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63" name="文本占位符 2"/>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57" name="图片占位符 10"/>
          <p:cNvSpPr>
            <a:spLocks noGrp="1"/>
          </p:cNvSpPr>
          <p:nvPr>
            <p:ph type="pic" sz="quarter" idx="28" hasCustomPrompt="1"/>
          </p:nvPr>
        </p:nvSpPr>
        <p:spPr>
          <a:xfrm>
            <a:off x="6716934" y="4287711"/>
            <a:ext cx="1066800" cy="1066800"/>
          </a:xfrm>
          <a:solidFill>
            <a:schemeClr val="tx1"/>
          </a:solidFill>
        </p:spPr>
        <p:txBody>
          <a:bodyPr rtlCol="0">
            <a:normAutofit/>
          </a:bodyPr>
          <a:lstStyle>
            <a:lvl1pPr marL="0" indent="0">
              <a:buNone/>
              <a:defRPr sz="900">
                <a:solidFill>
                  <a:schemeClr val="bg1"/>
                </a:solidFill>
                <a:latin typeface="Microsoft YaHei UI" panose="020B0503020204020204" pitchFamily="34" charset="-122"/>
                <a:ea typeface="Microsoft YaHei UI" panose="020B0503020204020204" pitchFamily="34" charset="-122"/>
              </a:defRPr>
            </a:lvl1pPr>
            <a:lvl2pPr marL="457200" indent="0">
              <a:lnSpc>
                <a:spcPct val="100000"/>
              </a:lnSpc>
              <a:buNone/>
              <a:defRPr sz="900">
                <a:solidFill>
                  <a:schemeClr val="bg1"/>
                </a:solidFill>
              </a:defRPr>
            </a:lvl2pPr>
          </a:lstStyle>
          <a:p>
            <a:pPr lvl="0" rtl="0"/>
            <a:r>
              <a:rPr lang="zh-CN" altLang="en-US" noProof="0"/>
              <a:t>单击图标以添加图片</a:t>
            </a:r>
            <a:endParaRPr lang="zh-CN" altLang="en-US" noProof="0"/>
          </a:p>
        </p:txBody>
      </p:sp>
      <p:sp>
        <p:nvSpPr>
          <p:cNvPr id="60" name="文本占位符 2"/>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64" name="文本占位符 2"/>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58" name="图片占位符 10"/>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endParaRPr lang="zh-CN" altLang="en-US" noProof="0"/>
          </a:p>
        </p:txBody>
      </p:sp>
      <p:sp>
        <p:nvSpPr>
          <p:cNvPr id="61" name="文本占位符 2"/>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65" name="文本占位符 2"/>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7" name="日期占位符 6"/>
          <p:cNvSpPr>
            <a:spLocks noGrp="1"/>
          </p:cNvSpPr>
          <p:nvPr>
            <p:ph type="dt" sz="half" idx="10"/>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pic>
        <p:nvPicPr>
          <p:cNvPr id="13" name="图形 1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图形 1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基金">
    <p:bg>
      <p:bgPr>
        <a:solidFill>
          <a:schemeClr val="bg1"/>
        </a:solidFill>
        <a:effectLst/>
      </p:bgPr>
    </p:bg>
    <p:spTree>
      <p:nvGrpSpPr>
        <p:cNvPr id="1" name=""/>
        <p:cNvGrpSpPr/>
        <p:nvPr/>
      </p:nvGrpSpPr>
      <p:grpSpPr>
        <a:xfrm>
          <a:off x="0" y="0"/>
          <a:ext cx="0" cy="0"/>
          <a:chOff x="0" y="0"/>
          <a:chExt cx="0" cy="0"/>
        </a:xfrm>
      </p:grpSpPr>
      <p:cxnSp>
        <p:nvCxnSpPr>
          <p:cNvPr id="16" name="直接连接符​​(S) 15"/>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S) 19"/>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11" name="内容占位符 10"/>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zh-CN" altLang="en-US" noProof="0"/>
              <a:t>单击此处添加内容</a:t>
            </a:r>
            <a:endParaRPr lang="zh-CN" altLang="en-US" noProof="0"/>
          </a:p>
        </p:txBody>
      </p:sp>
      <p:sp>
        <p:nvSpPr>
          <p:cNvPr id="3" name="文本占位符 2"/>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17" name="文本占位符 2"/>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4" name="内容占位符 3"/>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endParaRPr lang="zh-CN" altLang="en-US" noProof="0"/>
          </a:p>
        </p:txBody>
      </p:sp>
      <p:sp>
        <p:nvSpPr>
          <p:cNvPr id="24" name="内容占位符 10"/>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zh-CN" altLang="en-US" noProof="0"/>
              <a:t>单击此处添加内容</a:t>
            </a:r>
            <a:endParaRPr lang="zh-CN" altLang="en-US" noProof="0"/>
          </a:p>
        </p:txBody>
      </p:sp>
      <p:sp>
        <p:nvSpPr>
          <p:cNvPr id="5" name="文本占位符 4"/>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18" name="文本占位符 4"/>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单击以编辑</a:t>
            </a:r>
            <a:endParaRPr lang="zh-CN" altLang="en-US" noProof="0"/>
          </a:p>
        </p:txBody>
      </p:sp>
      <p:sp>
        <p:nvSpPr>
          <p:cNvPr id="6" name="内容占位符 5"/>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endParaRPr lang="zh-CN" altLang="en-US" noProof="0"/>
          </a:p>
        </p:txBody>
      </p:sp>
      <p:sp>
        <p:nvSpPr>
          <p:cNvPr id="25" name="内容占位符 10"/>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zh-CN" altLang="en-US" noProof="0"/>
              <a:t>单击此处添加内容</a:t>
            </a:r>
            <a:endParaRPr lang="zh-CN" altLang="en-US" noProof="0"/>
          </a:p>
        </p:txBody>
      </p:sp>
      <p:sp>
        <p:nvSpPr>
          <p:cNvPr id="21" name="文本占位符 2"/>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19" name="文本占位符 2"/>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22" name="内容占位符 3"/>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endParaRPr lang="zh-CN" altLang="en-US" noProof="0"/>
          </a:p>
        </p:txBody>
      </p:sp>
      <p:sp>
        <p:nvSpPr>
          <p:cNvPr id="26" name="内容占位符 10"/>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zh-CN" altLang="en-US" noProof="0"/>
              <a:t>单击此处添加内容</a:t>
            </a:r>
            <a:endParaRPr lang="zh-CN" altLang="en-US" noProof="0"/>
          </a:p>
        </p:txBody>
      </p:sp>
      <p:sp>
        <p:nvSpPr>
          <p:cNvPr id="14" name="文本占位符 2"/>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en-US" altLang="zh-CN" noProof="0"/>
          </a:p>
        </p:txBody>
      </p:sp>
      <p:sp>
        <p:nvSpPr>
          <p:cNvPr id="23" name="文本占位符 2"/>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endParaRPr lang="zh-CN" altLang="en-US" noProof="0"/>
          </a:p>
        </p:txBody>
      </p:sp>
      <p:sp>
        <p:nvSpPr>
          <p:cNvPr id="15" name="内容占位符 3"/>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endParaRPr lang="zh-CN" altLang="en-US" noProof="0"/>
          </a:p>
        </p:txBody>
      </p:sp>
      <p:sp>
        <p:nvSpPr>
          <p:cNvPr id="7" name="日期占位符 6"/>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9" name="幻灯片编号占位符 8"/>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摘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endParaRPr lang="zh-CN" altLang="en-US" noProof="0"/>
          </a:p>
        </p:txBody>
      </p:sp>
      <p:sp>
        <p:nvSpPr>
          <p:cNvPr id="3" name="文本占位符 2"/>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单击此处编辑母版文本样式</a:t>
            </a:r>
            <a:endParaRPr lang="zh-CN" altLang="en-US" noProof="0"/>
          </a:p>
        </p:txBody>
      </p:sp>
      <p:cxnSp>
        <p:nvCxnSpPr>
          <p:cNvPr id="23" name="直接连接符​​(S) 22"/>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S) 11"/>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日期占位符 6"/>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22" name="页脚占位符 7"/>
          <p:cNvSpPr>
            <a:spLocks noGrp="1"/>
          </p:cNvSpPr>
          <p:nvPr>
            <p:ph type="ftr" sz="quarter" idx="11"/>
          </p:nvPr>
        </p:nvSpPr>
        <p:spPr>
          <a:xfrm>
            <a:off x="4038600" y="6356350"/>
            <a:ext cx="41148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24" name="幻灯片编号占位符 8"/>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结束语">
    <p:bg>
      <p:bgPr>
        <a:solidFill>
          <a:schemeClr val="lt2"/>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endParaRPr lang="zh-CN" altLang="en-US" noProof="0"/>
          </a:p>
        </p:txBody>
      </p:sp>
      <p:sp>
        <p:nvSpPr>
          <p:cNvPr id="3" name="副标题 2"/>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latin typeface="Microsoft YaHei UI" panose="020B0503020204020204" pitchFamily="34" charset="-122"/>
                <a:ea typeface="Microsoft YaHei U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endParaRPr lang="zh-CN" altLang="en-US" noProof="0"/>
          </a:p>
        </p:txBody>
      </p:sp>
      <p:pic>
        <p:nvPicPr>
          <p:cNvPr id="6" name="图形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日期占位符 6"/>
          <p:cNvSpPr>
            <a:spLocks noGrp="1"/>
          </p:cNvSpPr>
          <p:nvPr>
            <p:ph type="dt" sz="half" idx="10"/>
          </p:nvPr>
        </p:nvSpPr>
        <p:spPr>
          <a:xfrm>
            <a:off x="4267200" y="6356350"/>
            <a:ext cx="1774371"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10" name="页脚占位符 7"/>
          <p:cNvSpPr>
            <a:spLocks noGrp="1"/>
          </p:cNvSpPr>
          <p:nvPr>
            <p:ph type="ftr" sz="quarter" idx="11"/>
          </p:nvPr>
        </p:nvSpPr>
        <p:spPr>
          <a:xfrm>
            <a:off x="6479721" y="6356350"/>
            <a:ext cx="2661557"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11" name="幻灯片编号占位符 8"/>
          <p:cNvSpPr>
            <a:spLocks noGrp="1"/>
          </p:cNvSpPr>
          <p:nvPr>
            <p:ph type="sldNum" sz="quarter" idx="12"/>
          </p:nvPr>
        </p:nvSpPr>
        <p:spPr>
          <a:xfrm>
            <a:off x="9579428" y="6356350"/>
            <a:ext cx="1774371"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6" Type="http://schemas.openxmlformats.org/officeDocument/2006/relationships/theme" Target="../theme/theme2.xml"/><Relationship Id="rId25" Type="http://schemas.openxmlformats.org/officeDocument/2006/relationships/tags" Target="../tags/tag257.xml"/><Relationship Id="rId24" Type="http://schemas.openxmlformats.org/officeDocument/2006/relationships/tags" Target="../tags/tag256.xml"/><Relationship Id="rId23" Type="http://schemas.openxmlformats.org/officeDocument/2006/relationships/tags" Target="../tags/tag255.xml"/><Relationship Id="rId22" Type="http://schemas.openxmlformats.org/officeDocument/2006/relationships/tags" Target="../tags/tag254.xml"/><Relationship Id="rId21" Type="http://schemas.openxmlformats.org/officeDocument/2006/relationships/tags" Target="../tags/tag253.xml"/><Relationship Id="rId20" Type="http://schemas.openxmlformats.org/officeDocument/2006/relationships/tags" Target="../tags/tag252.xml"/><Relationship Id="rId2" Type="http://schemas.openxmlformats.org/officeDocument/2006/relationships/slideLayout" Target="../slideLayouts/slideLayout22.xml"/><Relationship Id="rId19" Type="http://schemas.openxmlformats.org/officeDocument/2006/relationships/slideLayout" Target="../slideLayouts/slideLayout39.xml"/><Relationship Id="rId18" Type="http://schemas.openxmlformats.org/officeDocument/2006/relationships/slideLayout" Target="../slideLayouts/slideLayout38.xml"/><Relationship Id="rId17" Type="http://schemas.openxmlformats.org/officeDocument/2006/relationships/slideLayout" Target="../slideLayouts/slideLayout37.xml"/><Relationship Id="rId16" Type="http://schemas.openxmlformats.org/officeDocument/2006/relationships/slideLayout" Target="../slideLayouts/slideLayout36.xml"/><Relationship Id="rId15" Type="http://schemas.openxmlformats.org/officeDocument/2006/relationships/slideLayout" Target="../slideLayouts/slideLayout35.xml"/><Relationship Id="rId14" Type="http://schemas.openxmlformats.org/officeDocument/2006/relationships/slideLayout" Target="../slideLayouts/slideLayout34.xml"/><Relationship Id="rId13" Type="http://schemas.openxmlformats.org/officeDocument/2006/relationships/slideLayout" Target="../slideLayouts/slideLayout33.xml"/><Relationship Id="rId12" Type="http://schemas.openxmlformats.org/officeDocument/2006/relationships/slideLayout" Target="../slideLayouts/slideLayout32.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8.xml"/><Relationship Id="rId8" Type="http://schemas.openxmlformats.org/officeDocument/2006/relationships/slideLayout" Target="../slideLayouts/slideLayout47.xml"/><Relationship Id="rId7" Type="http://schemas.openxmlformats.org/officeDocument/2006/relationships/slideLayout" Target="../slideLayouts/slideLayout46.xml"/><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 Id="rId3" Type="http://schemas.openxmlformats.org/officeDocument/2006/relationships/slideLayout" Target="../slideLayouts/slideLayout42.xml"/><Relationship Id="rId21" Type="http://schemas.openxmlformats.org/officeDocument/2006/relationships/theme" Target="../theme/theme3.xml"/><Relationship Id="rId20" Type="http://schemas.openxmlformats.org/officeDocument/2006/relationships/slideLayout" Target="../slideLayouts/slideLayout59.xml"/><Relationship Id="rId2" Type="http://schemas.openxmlformats.org/officeDocument/2006/relationships/slideLayout" Target="../slideLayouts/slideLayout41.xml"/><Relationship Id="rId19" Type="http://schemas.openxmlformats.org/officeDocument/2006/relationships/slideLayout" Target="../slideLayouts/slideLayout58.xml"/><Relationship Id="rId18" Type="http://schemas.openxmlformats.org/officeDocument/2006/relationships/slideLayout" Target="../slideLayouts/slideLayout57.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zh-CN" altLang="en-US" noProof="0"/>
              <a:t>单击此处编辑母版标题样式</a:t>
            </a:r>
            <a:endParaRPr lang="zh-CN" altLang="en-US" noProof="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icrosoft YaHei UI" panose="020B0503020204020204" pitchFamily="34" charset="-122"/>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n-cs"/>
        </a:defRPr>
      </a:lvl5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4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zh-CN" altLang="en-US" noProof="0"/>
              <a:t>单击此处编辑母版标题样式</a:t>
            </a:r>
            <a:endParaRPr lang="zh-CN" altLang="en-US" noProof="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zh-CN" altLang="en-US" noProof="0"/>
              <a:t>单击此处编辑母版文本样式</a:t>
            </a:r>
            <a:endParaRPr lang="zh-CN" altLang="en-US" noProof="0"/>
          </a:p>
          <a:p>
            <a:pPr lvl="1" rtl="0"/>
            <a:r>
              <a:rPr lang="zh-CN" altLang="en-US" noProof="0"/>
              <a:t>第二级</a:t>
            </a:r>
            <a:endParaRPr lang="zh-CN" altLang="en-US" noProof="0"/>
          </a:p>
          <a:p>
            <a:pPr lvl="2" rtl="0"/>
            <a:r>
              <a:rPr lang="zh-CN" altLang="en-US" noProof="0"/>
              <a:t>第三级</a:t>
            </a:r>
            <a:endParaRPr lang="zh-CN" altLang="en-US" noProof="0"/>
          </a:p>
          <a:p>
            <a:pPr lvl="3" rtl="0"/>
            <a:r>
              <a:rPr lang="zh-CN" altLang="en-US" noProof="0"/>
              <a:t>第四级</a:t>
            </a:r>
            <a:endParaRPr lang="zh-CN" altLang="en-US" noProof="0"/>
          </a:p>
          <a:p>
            <a:pPr lvl="4" rtl="0"/>
            <a:r>
              <a:rPr lang="zh-CN" altLang="en-US" noProof="0"/>
              <a:t>第五级</a:t>
            </a:r>
            <a:endParaRPr lang="zh-CN" altLang="en-US" noProof="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latin typeface="Microsoft YaHei UI" panose="020B0503020204020204" pitchFamily="34" charset="-122"/>
                <a:ea typeface="Microsoft YaHei UI" panose="020B0503020204020204" pitchFamily="34" charset="-122"/>
              </a:defRPr>
            </a:lvl1pPr>
          </a:lstStyle>
          <a:p>
            <a:r>
              <a:rPr lang="zh-CN" altLang="en-US" noProof="0"/>
              <a:t>融资演讲稿</a:t>
            </a:r>
            <a:endParaRPr lang="zh-CN" altLang="en-US" noProof="0"/>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fld>
            <a:endParaRPr lang="zh-CN" altLang="en-US" noProof="0"/>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icrosoft YaHei UI" panose="020B0503020204020204" pitchFamily="34" charset="-122"/>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n-cs"/>
        </a:defRPr>
      </a:lvl5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1.xml"/><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3.xml"/><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27.xml"/><Relationship Id="rId7" Type="http://schemas.openxmlformats.org/officeDocument/2006/relationships/tags" Target="../tags/tag272.xml"/><Relationship Id="rId6" Type="http://schemas.openxmlformats.org/officeDocument/2006/relationships/tags" Target="../tags/tag271.xml"/><Relationship Id="rId5" Type="http://schemas.openxmlformats.org/officeDocument/2006/relationships/tags" Target="../tags/tag270.xml"/><Relationship Id="rId4" Type="http://schemas.openxmlformats.org/officeDocument/2006/relationships/tags" Target="../tags/tag269.xml"/><Relationship Id="rId3" Type="http://schemas.openxmlformats.org/officeDocument/2006/relationships/tags" Target="../tags/tag268.xml"/><Relationship Id="rId2" Type="http://schemas.openxmlformats.org/officeDocument/2006/relationships/tags" Target="../tags/tag267.xml"/><Relationship Id="rId1" Type="http://schemas.openxmlformats.org/officeDocument/2006/relationships/tags" Target="../tags/tag266.xml"/></Relationships>
</file>

<file path=ppt/slides/_rels/slide4.xml.rels><?xml version="1.0" encoding="UTF-8" standalone="yes"?>
<Relationships xmlns="http://schemas.openxmlformats.org/package/2006/relationships"><Relationship Id="rId9" Type="http://schemas.openxmlformats.org/officeDocument/2006/relationships/tags" Target="../tags/tag279.xml"/><Relationship Id="rId8" Type="http://schemas.openxmlformats.org/officeDocument/2006/relationships/image" Target="../media/image28.wmf"/><Relationship Id="rId7" Type="http://schemas.openxmlformats.org/officeDocument/2006/relationships/oleObject" Target="../embeddings/oleObject1.bin"/><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8" Type="http://schemas.openxmlformats.org/officeDocument/2006/relationships/notesSlide" Target="../notesSlides/notesSlide4.xml"/><Relationship Id="rId17" Type="http://schemas.openxmlformats.org/officeDocument/2006/relationships/vmlDrawing" Target="../drawings/vmlDrawing1.vml"/><Relationship Id="rId16" Type="http://schemas.openxmlformats.org/officeDocument/2006/relationships/slideLayout" Target="../slideLayouts/slideLayout27.xml"/><Relationship Id="rId15" Type="http://schemas.openxmlformats.org/officeDocument/2006/relationships/tags" Target="../tags/tag281.xml"/><Relationship Id="rId14" Type="http://schemas.openxmlformats.org/officeDocument/2006/relationships/tags" Target="../tags/tag280.xml"/><Relationship Id="rId13" Type="http://schemas.openxmlformats.org/officeDocument/2006/relationships/image" Target="../media/image30.wmf"/><Relationship Id="rId12" Type="http://schemas.openxmlformats.org/officeDocument/2006/relationships/oleObject" Target="../embeddings/oleObject3.bin"/><Relationship Id="rId11" Type="http://schemas.openxmlformats.org/officeDocument/2006/relationships/image" Target="../media/image29.wmf"/><Relationship Id="rId10" Type="http://schemas.openxmlformats.org/officeDocument/2006/relationships/oleObject" Target="../embeddings/oleObject2.bin"/><Relationship Id="rId1" Type="http://schemas.openxmlformats.org/officeDocument/2006/relationships/tags" Target="../tags/tag273.xml"/></Relationships>
</file>

<file path=ppt/slides/_rels/slide5.xml.rels><?xml version="1.0" encoding="UTF-8" standalone="yes"?>
<Relationships xmlns="http://schemas.openxmlformats.org/package/2006/relationships"><Relationship Id="rId9" Type="http://schemas.openxmlformats.org/officeDocument/2006/relationships/image" Target="../media/image32.wmf"/><Relationship Id="rId8" Type="http://schemas.openxmlformats.org/officeDocument/2006/relationships/oleObject" Target="../embeddings/oleObject5.bin"/><Relationship Id="rId7" Type="http://schemas.openxmlformats.org/officeDocument/2006/relationships/image" Target="../media/image31.wmf"/><Relationship Id="rId6" Type="http://schemas.openxmlformats.org/officeDocument/2006/relationships/oleObject" Target="../embeddings/oleObject4.bin"/><Relationship Id="rId5" Type="http://schemas.openxmlformats.org/officeDocument/2006/relationships/tags" Target="../tags/tag286.xml"/><Relationship Id="rId4" Type="http://schemas.openxmlformats.org/officeDocument/2006/relationships/tags" Target="../tags/tag285.xml"/><Relationship Id="rId3" Type="http://schemas.openxmlformats.org/officeDocument/2006/relationships/tags" Target="../tags/tag284.xml"/><Relationship Id="rId24" Type="http://schemas.openxmlformats.org/officeDocument/2006/relationships/notesSlide" Target="../notesSlides/notesSlide5.xml"/><Relationship Id="rId23" Type="http://schemas.openxmlformats.org/officeDocument/2006/relationships/vmlDrawing" Target="../drawings/vmlDrawing2.vml"/><Relationship Id="rId22" Type="http://schemas.openxmlformats.org/officeDocument/2006/relationships/slideLayout" Target="../slideLayouts/slideLayout27.xml"/><Relationship Id="rId21" Type="http://schemas.openxmlformats.org/officeDocument/2006/relationships/tags" Target="../tags/tag290.xml"/><Relationship Id="rId20" Type="http://schemas.openxmlformats.org/officeDocument/2006/relationships/tags" Target="../tags/tag289.xml"/><Relationship Id="rId2" Type="http://schemas.openxmlformats.org/officeDocument/2006/relationships/tags" Target="../tags/tag283.xml"/><Relationship Id="rId19" Type="http://schemas.openxmlformats.org/officeDocument/2006/relationships/tags" Target="../tags/tag288.xml"/><Relationship Id="rId18" Type="http://schemas.openxmlformats.org/officeDocument/2006/relationships/tags" Target="../tags/tag287.xml"/><Relationship Id="rId17" Type="http://schemas.openxmlformats.org/officeDocument/2006/relationships/image" Target="../media/image36.wmf"/><Relationship Id="rId16" Type="http://schemas.openxmlformats.org/officeDocument/2006/relationships/oleObject" Target="../embeddings/oleObject9.bin"/><Relationship Id="rId15" Type="http://schemas.openxmlformats.org/officeDocument/2006/relationships/image" Target="../media/image35.emf"/><Relationship Id="rId14" Type="http://schemas.openxmlformats.org/officeDocument/2006/relationships/oleObject" Target="../embeddings/oleObject8.bin"/><Relationship Id="rId13" Type="http://schemas.openxmlformats.org/officeDocument/2006/relationships/image" Target="../media/image34.emf"/><Relationship Id="rId12" Type="http://schemas.openxmlformats.org/officeDocument/2006/relationships/oleObject" Target="../embeddings/oleObject7.bin"/><Relationship Id="rId11" Type="http://schemas.openxmlformats.org/officeDocument/2006/relationships/image" Target="../media/image33.wmf"/><Relationship Id="rId10" Type="http://schemas.openxmlformats.org/officeDocument/2006/relationships/oleObject" Target="../embeddings/oleObject6.bin"/><Relationship Id="rId1" Type="http://schemas.openxmlformats.org/officeDocument/2006/relationships/tags" Target="../tags/tag282.xml"/></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tags" Target="../tags/tag296.xml"/><Relationship Id="rId7" Type="http://schemas.openxmlformats.org/officeDocument/2006/relationships/image" Target="../media/image37.png"/><Relationship Id="rId6" Type="http://schemas.openxmlformats.org/officeDocument/2006/relationships/oleObject" Target="../embeddings/oleObject10.bin"/><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tags" Target="../tags/tag293.xml"/><Relationship Id="rId23" Type="http://schemas.openxmlformats.org/officeDocument/2006/relationships/notesSlide" Target="../notesSlides/notesSlide6.xml"/><Relationship Id="rId22" Type="http://schemas.openxmlformats.org/officeDocument/2006/relationships/vmlDrawing" Target="../drawings/vmlDrawing3.vml"/><Relationship Id="rId21" Type="http://schemas.openxmlformats.org/officeDocument/2006/relationships/slideLayout" Target="../slideLayouts/slideLayout27.xml"/><Relationship Id="rId20" Type="http://schemas.openxmlformats.org/officeDocument/2006/relationships/tags" Target="../tags/tag300.xml"/><Relationship Id="rId2" Type="http://schemas.openxmlformats.org/officeDocument/2006/relationships/tags" Target="../tags/tag292.xml"/><Relationship Id="rId19" Type="http://schemas.openxmlformats.org/officeDocument/2006/relationships/image" Target="../media/image41.png"/><Relationship Id="rId18" Type="http://schemas.openxmlformats.org/officeDocument/2006/relationships/customXml" Target="../ink/ink1.xml"/><Relationship Id="rId17" Type="http://schemas.openxmlformats.org/officeDocument/2006/relationships/image" Target="../media/image40.wmf"/><Relationship Id="rId16" Type="http://schemas.openxmlformats.org/officeDocument/2006/relationships/oleObject" Target="../embeddings/oleObject13.bin"/><Relationship Id="rId15" Type="http://schemas.openxmlformats.org/officeDocument/2006/relationships/image" Target="../media/image39.wmf"/><Relationship Id="rId14" Type="http://schemas.openxmlformats.org/officeDocument/2006/relationships/oleObject" Target="../embeddings/oleObject12.bin"/><Relationship Id="rId13" Type="http://schemas.openxmlformats.org/officeDocument/2006/relationships/tags" Target="../tags/tag299.xml"/><Relationship Id="rId12" Type="http://schemas.openxmlformats.org/officeDocument/2006/relationships/tags" Target="../tags/tag298.xml"/><Relationship Id="rId11" Type="http://schemas.openxmlformats.org/officeDocument/2006/relationships/tags" Target="../tags/tag297.xml"/><Relationship Id="rId10" Type="http://schemas.openxmlformats.org/officeDocument/2006/relationships/image" Target="../media/image38.wmf"/><Relationship Id="rId1" Type="http://schemas.openxmlformats.org/officeDocument/2006/relationships/tags" Target="../tags/tag291.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vmlDrawing" Target="../drawings/vmlDrawing4.vml"/><Relationship Id="rId5" Type="http://schemas.openxmlformats.org/officeDocument/2006/relationships/slideLayout" Target="../slideLayouts/slideLayout51.xml"/><Relationship Id="rId4" Type="http://schemas.openxmlformats.org/officeDocument/2006/relationships/image" Target="../media/image43.wmf"/><Relationship Id="rId3" Type="http://schemas.openxmlformats.org/officeDocument/2006/relationships/oleObject" Target="../embeddings/oleObject15.bin"/><Relationship Id="rId2" Type="http://schemas.openxmlformats.org/officeDocument/2006/relationships/image" Target="../media/image42.wmf"/><Relationship Id="rId1" Type="http://schemas.openxmlformats.org/officeDocument/2006/relationships/oleObject" Target="../embeddings/oleObject14.bin"/></Relationships>
</file>

<file path=ppt/slides/_rels/slide8.xml.rels><?xml version="1.0" encoding="UTF-8" standalone="yes"?>
<Relationships xmlns="http://schemas.openxmlformats.org/package/2006/relationships"><Relationship Id="rId9" Type="http://schemas.openxmlformats.org/officeDocument/2006/relationships/image" Target="../media/image44.wmf"/><Relationship Id="rId8" Type="http://schemas.openxmlformats.org/officeDocument/2006/relationships/oleObject" Target="../embeddings/oleObject16.bin"/><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8" Type="http://schemas.openxmlformats.org/officeDocument/2006/relationships/notesSlide" Target="../notesSlides/notesSlide8.xml"/><Relationship Id="rId27" Type="http://schemas.openxmlformats.org/officeDocument/2006/relationships/vmlDrawing" Target="../drawings/vmlDrawing5.vml"/><Relationship Id="rId26" Type="http://schemas.openxmlformats.org/officeDocument/2006/relationships/slideLayout" Target="../slideLayouts/slideLayout27.xml"/><Relationship Id="rId25" Type="http://schemas.openxmlformats.org/officeDocument/2006/relationships/tags" Target="../tags/tag313.xml"/><Relationship Id="rId24" Type="http://schemas.openxmlformats.org/officeDocument/2006/relationships/image" Target="../media/image49.emf"/><Relationship Id="rId23" Type="http://schemas.openxmlformats.org/officeDocument/2006/relationships/oleObject" Target="../embeddings/oleObject20.bin"/><Relationship Id="rId22" Type="http://schemas.openxmlformats.org/officeDocument/2006/relationships/image" Target="../media/image48.emf"/><Relationship Id="rId21" Type="http://schemas.openxmlformats.org/officeDocument/2006/relationships/oleObject" Target="../embeddings/oleObject19.bin"/><Relationship Id="rId20" Type="http://schemas.openxmlformats.org/officeDocument/2006/relationships/image" Target="../media/image47.wmf"/><Relationship Id="rId2" Type="http://schemas.openxmlformats.org/officeDocument/2006/relationships/tags" Target="../tags/tag302.xml"/><Relationship Id="rId19" Type="http://schemas.openxmlformats.org/officeDocument/2006/relationships/oleObject" Target="../embeddings/oleObject18.bin"/><Relationship Id="rId18" Type="http://schemas.openxmlformats.org/officeDocument/2006/relationships/tags" Target="../tags/tag312.xml"/><Relationship Id="rId17" Type="http://schemas.openxmlformats.org/officeDocument/2006/relationships/tags" Target="../tags/tag311.xml"/><Relationship Id="rId16" Type="http://schemas.openxmlformats.org/officeDocument/2006/relationships/image" Target="../media/image46.wmf"/><Relationship Id="rId15" Type="http://schemas.openxmlformats.org/officeDocument/2006/relationships/oleObject" Target="../embeddings/oleObject17.bin"/><Relationship Id="rId14" Type="http://schemas.openxmlformats.org/officeDocument/2006/relationships/tags" Target="../tags/tag310.xml"/><Relationship Id="rId13" Type="http://schemas.openxmlformats.org/officeDocument/2006/relationships/image" Target="../media/image45.png"/><Relationship Id="rId12" Type="http://schemas.openxmlformats.org/officeDocument/2006/relationships/customXml" Target="../ink/ink2.xml"/><Relationship Id="rId11" Type="http://schemas.openxmlformats.org/officeDocument/2006/relationships/tags" Target="../tags/tag309.xml"/><Relationship Id="rId10" Type="http://schemas.openxmlformats.org/officeDocument/2006/relationships/tags" Target="../tags/tag308.xml"/><Relationship Id="rId1" Type="http://schemas.openxmlformats.org/officeDocument/2006/relationships/tags" Target="../tags/tag301.xml"/></Relationships>
</file>

<file path=ppt/slides/_rels/slide9.xml.rels><?xml version="1.0" encoding="UTF-8" standalone="yes"?>
<Relationships xmlns="http://schemas.openxmlformats.org/package/2006/relationships"><Relationship Id="rId9" Type="http://schemas.openxmlformats.org/officeDocument/2006/relationships/image" Target="../media/image51.emf"/><Relationship Id="rId8" Type="http://schemas.openxmlformats.org/officeDocument/2006/relationships/oleObject" Target="../embeddings/oleObject22.bin"/><Relationship Id="rId7" Type="http://schemas.openxmlformats.org/officeDocument/2006/relationships/image" Target="../media/image50.emf"/><Relationship Id="rId6" Type="http://schemas.openxmlformats.org/officeDocument/2006/relationships/oleObject" Target="../embeddings/oleObject21.bin"/><Relationship Id="rId5" Type="http://schemas.openxmlformats.org/officeDocument/2006/relationships/tags" Target="../tags/tag318.xml"/><Relationship Id="rId4" Type="http://schemas.openxmlformats.org/officeDocument/2006/relationships/tags" Target="../tags/tag317.xml"/><Relationship Id="rId3" Type="http://schemas.openxmlformats.org/officeDocument/2006/relationships/tags" Target="../tags/tag316.xml"/><Relationship Id="rId22" Type="http://schemas.openxmlformats.org/officeDocument/2006/relationships/notesSlide" Target="../notesSlides/notesSlide9.xml"/><Relationship Id="rId21" Type="http://schemas.openxmlformats.org/officeDocument/2006/relationships/vmlDrawing" Target="../drawings/vmlDrawing6.vml"/><Relationship Id="rId20" Type="http://schemas.openxmlformats.org/officeDocument/2006/relationships/slideLayout" Target="../slideLayouts/slideLayout27.xml"/><Relationship Id="rId2" Type="http://schemas.openxmlformats.org/officeDocument/2006/relationships/tags" Target="../tags/tag315.xml"/><Relationship Id="rId19" Type="http://schemas.openxmlformats.org/officeDocument/2006/relationships/tags" Target="../tags/tag326.xml"/><Relationship Id="rId18" Type="http://schemas.openxmlformats.org/officeDocument/2006/relationships/image" Target="../media/image52.emf"/><Relationship Id="rId17" Type="http://schemas.openxmlformats.org/officeDocument/2006/relationships/oleObject" Target="../embeddings/oleObject23.bin"/><Relationship Id="rId16" Type="http://schemas.openxmlformats.org/officeDocument/2006/relationships/tags" Target="../tags/tag325.xml"/><Relationship Id="rId15" Type="http://schemas.openxmlformats.org/officeDocument/2006/relationships/tags" Target="../tags/tag324.xml"/><Relationship Id="rId14" Type="http://schemas.openxmlformats.org/officeDocument/2006/relationships/tags" Target="../tags/tag323.xml"/><Relationship Id="rId13" Type="http://schemas.openxmlformats.org/officeDocument/2006/relationships/tags" Target="../tags/tag322.xml"/><Relationship Id="rId12" Type="http://schemas.openxmlformats.org/officeDocument/2006/relationships/tags" Target="../tags/tag321.xml"/><Relationship Id="rId11" Type="http://schemas.openxmlformats.org/officeDocument/2006/relationships/tags" Target="../tags/tag320.xml"/><Relationship Id="rId10" Type="http://schemas.openxmlformats.org/officeDocument/2006/relationships/tags" Target="../tags/tag319.xml"/><Relationship Id="rId1" Type="http://schemas.openxmlformats.org/officeDocument/2006/relationships/tags" Target="../tags/tag314.xml"/></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25.bin"/><Relationship Id="rId8" Type="http://schemas.openxmlformats.org/officeDocument/2006/relationships/image" Target="../media/image53.wmf"/><Relationship Id="rId7" Type="http://schemas.openxmlformats.org/officeDocument/2006/relationships/oleObject" Target="../embeddings/oleObject24.bin"/><Relationship Id="rId6" Type="http://schemas.openxmlformats.org/officeDocument/2006/relationships/tags" Target="../tags/tag332.xml"/><Relationship Id="rId5" Type="http://schemas.openxmlformats.org/officeDocument/2006/relationships/tags" Target="../tags/tag331.xml"/><Relationship Id="rId4" Type="http://schemas.openxmlformats.org/officeDocument/2006/relationships/tags" Target="../tags/tag330.xml"/><Relationship Id="rId34" Type="http://schemas.openxmlformats.org/officeDocument/2006/relationships/notesSlide" Target="../notesSlides/notesSlide10.xml"/><Relationship Id="rId33" Type="http://schemas.openxmlformats.org/officeDocument/2006/relationships/vmlDrawing" Target="../drawings/vmlDrawing7.vml"/><Relationship Id="rId32" Type="http://schemas.openxmlformats.org/officeDocument/2006/relationships/slideLayout" Target="../slideLayouts/slideLayout27.xml"/><Relationship Id="rId31" Type="http://schemas.openxmlformats.org/officeDocument/2006/relationships/tags" Target="../tags/tag343.xml"/><Relationship Id="rId30" Type="http://schemas.openxmlformats.org/officeDocument/2006/relationships/tags" Target="../tags/tag342.xml"/><Relationship Id="rId3" Type="http://schemas.openxmlformats.org/officeDocument/2006/relationships/tags" Target="../tags/tag329.xml"/><Relationship Id="rId29" Type="http://schemas.openxmlformats.org/officeDocument/2006/relationships/image" Target="../media/image58.emf"/><Relationship Id="rId28" Type="http://schemas.openxmlformats.org/officeDocument/2006/relationships/oleObject" Target="../embeddings/oleObject30.bin"/><Relationship Id="rId27" Type="http://schemas.openxmlformats.org/officeDocument/2006/relationships/image" Target="../media/image57.wmf"/><Relationship Id="rId26" Type="http://schemas.openxmlformats.org/officeDocument/2006/relationships/oleObject" Target="../embeddings/oleObject29.bin"/><Relationship Id="rId25" Type="http://schemas.openxmlformats.org/officeDocument/2006/relationships/tags" Target="../tags/tag341.xml"/><Relationship Id="rId24" Type="http://schemas.openxmlformats.org/officeDocument/2006/relationships/tags" Target="../tags/tag340.xml"/><Relationship Id="rId23" Type="http://schemas.openxmlformats.org/officeDocument/2006/relationships/image" Target="../media/image46.wmf"/><Relationship Id="rId22" Type="http://schemas.openxmlformats.org/officeDocument/2006/relationships/oleObject" Target="../embeddings/oleObject28.bin"/><Relationship Id="rId21" Type="http://schemas.openxmlformats.org/officeDocument/2006/relationships/tags" Target="../tags/tag339.xml"/><Relationship Id="rId20" Type="http://schemas.openxmlformats.org/officeDocument/2006/relationships/tags" Target="../tags/tag338.xml"/><Relationship Id="rId2" Type="http://schemas.openxmlformats.org/officeDocument/2006/relationships/tags" Target="../tags/tag328.xml"/><Relationship Id="rId19" Type="http://schemas.openxmlformats.org/officeDocument/2006/relationships/tags" Target="../tags/tag337.xml"/><Relationship Id="rId18" Type="http://schemas.openxmlformats.org/officeDocument/2006/relationships/tags" Target="../tags/tag336.xml"/><Relationship Id="rId17" Type="http://schemas.openxmlformats.org/officeDocument/2006/relationships/tags" Target="../tags/tag335.xml"/><Relationship Id="rId16" Type="http://schemas.openxmlformats.org/officeDocument/2006/relationships/image" Target="../media/image56.wmf"/><Relationship Id="rId15" Type="http://schemas.openxmlformats.org/officeDocument/2006/relationships/oleObject" Target="../embeddings/oleObject27.bin"/><Relationship Id="rId14" Type="http://schemas.openxmlformats.org/officeDocument/2006/relationships/tags" Target="../tags/tag334.xml"/><Relationship Id="rId13" Type="http://schemas.openxmlformats.org/officeDocument/2006/relationships/tags" Target="../tags/tag333.xml"/><Relationship Id="rId12" Type="http://schemas.openxmlformats.org/officeDocument/2006/relationships/image" Target="../media/image55.emf"/><Relationship Id="rId11" Type="http://schemas.openxmlformats.org/officeDocument/2006/relationships/oleObject" Target="../embeddings/oleObject26.bin"/><Relationship Id="rId10" Type="http://schemas.openxmlformats.org/officeDocument/2006/relationships/image" Target="../media/image54.wmf"/><Relationship Id="rId1" Type="http://schemas.openxmlformats.org/officeDocument/2006/relationships/tags" Target="../tags/tag327.xml"/></Relationships>
</file>

<file path=ppt/slides/_rels/slide11.xml.rels><?xml version="1.0" encoding="UTF-8" standalone="yes"?>
<Relationships xmlns="http://schemas.openxmlformats.org/package/2006/relationships"><Relationship Id="rId9" Type="http://schemas.openxmlformats.org/officeDocument/2006/relationships/image" Target="../media/image60.wmf"/><Relationship Id="rId8" Type="http://schemas.openxmlformats.org/officeDocument/2006/relationships/oleObject" Target="../embeddings/oleObject32.bin"/><Relationship Id="rId7" Type="http://schemas.openxmlformats.org/officeDocument/2006/relationships/image" Target="../media/image59.wmf"/><Relationship Id="rId6" Type="http://schemas.openxmlformats.org/officeDocument/2006/relationships/oleObject" Target="../embeddings/oleObject31.bin"/><Relationship Id="rId5" Type="http://schemas.openxmlformats.org/officeDocument/2006/relationships/tags" Target="../tags/tag348.xml"/><Relationship Id="rId4" Type="http://schemas.openxmlformats.org/officeDocument/2006/relationships/tags" Target="../tags/tag347.xml"/><Relationship Id="rId3" Type="http://schemas.openxmlformats.org/officeDocument/2006/relationships/tags" Target="../tags/tag346.xml"/><Relationship Id="rId21" Type="http://schemas.openxmlformats.org/officeDocument/2006/relationships/notesSlide" Target="../notesSlides/notesSlide11.xml"/><Relationship Id="rId20" Type="http://schemas.openxmlformats.org/officeDocument/2006/relationships/vmlDrawing" Target="../drawings/vmlDrawing8.vml"/><Relationship Id="rId2" Type="http://schemas.openxmlformats.org/officeDocument/2006/relationships/tags" Target="../tags/tag345.xml"/><Relationship Id="rId19" Type="http://schemas.openxmlformats.org/officeDocument/2006/relationships/slideLayout" Target="../slideLayouts/slideLayout27.xml"/><Relationship Id="rId18" Type="http://schemas.openxmlformats.org/officeDocument/2006/relationships/tags" Target="../tags/tag351.xml"/><Relationship Id="rId17" Type="http://schemas.openxmlformats.org/officeDocument/2006/relationships/image" Target="../media/image63.wmf"/><Relationship Id="rId16" Type="http://schemas.openxmlformats.org/officeDocument/2006/relationships/oleObject" Target="../embeddings/oleObject35.bin"/><Relationship Id="rId15" Type="http://schemas.openxmlformats.org/officeDocument/2006/relationships/tags" Target="../tags/tag350.xml"/><Relationship Id="rId14" Type="http://schemas.openxmlformats.org/officeDocument/2006/relationships/tags" Target="../tags/tag349.xml"/><Relationship Id="rId13" Type="http://schemas.openxmlformats.org/officeDocument/2006/relationships/image" Target="../media/image62.wmf"/><Relationship Id="rId12" Type="http://schemas.openxmlformats.org/officeDocument/2006/relationships/oleObject" Target="../embeddings/oleObject34.bin"/><Relationship Id="rId11" Type="http://schemas.openxmlformats.org/officeDocument/2006/relationships/image" Target="../media/image61.wmf"/><Relationship Id="rId10" Type="http://schemas.openxmlformats.org/officeDocument/2006/relationships/oleObject" Target="../embeddings/oleObject33.bin"/><Relationship Id="rId1" Type="http://schemas.openxmlformats.org/officeDocument/2006/relationships/tags" Target="../tags/tag344.xml"/></Relationships>
</file>

<file path=ppt/slides/_rels/slide12.xml.rels><?xml version="1.0" encoding="UTF-8" standalone="yes"?>
<Relationships xmlns="http://schemas.openxmlformats.org/package/2006/relationships"><Relationship Id="rId9" Type="http://schemas.openxmlformats.org/officeDocument/2006/relationships/image" Target="../media/image65.wmf"/><Relationship Id="rId8" Type="http://schemas.openxmlformats.org/officeDocument/2006/relationships/oleObject" Target="../embeddings/oleObject37.bin"/><Relationship Id="rId7" Type="http://schemas.openxmlformats.org/officeDocument/2006/relationships/image" Target="../media/image64.wmf"/><Relationship Id="rId6" Type="http://schemas.openxmlformats.org/officeDocument/2006/relationships/oleObject" Target="../embeddings/oleObject36.bin"/><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tags" Target="../tags/tag354.xml"/><Relationship Id="rId25" Type="http://schemas.openxmlformats.org/officeDocument/2006/relationships/notesSlide" Target="../notesSlides/notesSlide12.xml"/><Relationship Id="rId24" Type="http://schemas.openxmlformats.org/officeDocument/2006/relationships/vmlDrawing" Target="../drawings/vmlDrawing9.vml"/><Relationship Id="rId23" Type="http://schemas.openxmlformats.org/officeDocument/2006/relationships/slideLayout" Target="../slideLayouts/slideLayout27.xml"/><Relationship Id="rId22" Type="http://schemas.openxmlformats.org/officeDocument/2006/relationships/tags" Target="../tags/tag359.xml"/><Relationship Id="rId21" Type="http://schemas.openxmlformats.org/officeDocument/2006/relationships/tags" Target="../tags/tag358.xml"/><Relationship Id="rId20" Type="http://schemas.openxmlformats.org/officeDocument/2006/relationships/image" Target="../media/image70.wmf"/><Relationship Id="rId2" Type="http://schemas.openxmlformats.org/officeDocument/2006/relationships/tags" Target="../tags/tag353.xml"/><Relationship Id="rId19" Type="http://schemas.openxmlformats.org/officeDocument/2006/relationships/oleObject" Target="../embeddings/oleObject42.bin"/><Relationship Id="rId18" Type="http://schemas.openxmlformats.org/officeDocument/2006/relationships/image" Target="../media/image69.wmf"/><Relationship Id="rId17" Type="http://schemas.openxmlformats.org/officeDocument/2006/relationships/oleObject" Target="../embeddings/oleObject41.bin"/><Relationship Id="rId16" Type="http://schemas.openxmlformats.org/officeDocument/2006/relationships/tags" Target="../tags/tag357.xml"/><Relationship Id="rId15" Type="http://schemas.openxmlformats.org/officeDocument/2006/relationships/image" Target="../media/image68.wmf"/><Relationship Id="rId14" Type="http://schemas.openxmlformats.org/officeDocument/2006/relationships/oleObject" Target="../embeddings/oleObject40.bin"/><Relationship Id="rId13" Type="http://schemas.openxmlformats.org/officeDocument/2006/relationships/image" Target="../media/image67.wmf"/><Relationship Id="rId12" Type="http://schemas.openxmlformats.org/officeDocument/2006/relationships/oleObject" Target="../embeddings/oleObject39.bin"/><Relationship Id="rId11" Type="http://schemas.openxmlformats.org/officeDocument/2006/relationships/image" Target="../media/image66.wmf"/><Relationship Id="rId10" Type="http://schemas.openxmlformats.org/officeDocument/2006/relationships/oleObject" Target="../embeddings/oleObject38.bin"/><Relationship Id="rId1" Type="http://schemas.openxmlformats.org/officeDocument/2006/relationships/tags" Target="../tags/tag352.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27.xml"/><Relationship Id="rId7" Type="http://schemas.openxmlformats.org/officeDocument/2006/relationships/tags" Target="../tags/tag366.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 Type="http://schemas.openxmlformats.org/officeDocument/2006/relationships/tags" Target="../tags/tag360.xml"/></Relationships>
</file>

<file path=ppt/slides/_rels/slide14.xml.rels><?xml version="1.0" encoding="UTF-8" standalone="yes"?>
<Relationships xmlns="http://schemas.openxmlformats.org/package/2006/relationships"><Relationship Id="rId9" Type="http://schemas.openxmlformats.org/officeDocument/2006/relationships/tags" Target="../tags/tag375.xml"/><Relationship Id="rId8" Type="http://schemas.openxmlformats.org/officeDocument/2006/relationships/tags" Target="../tags/tag374.xml"/><Relationship Id="rId7" Type="http://schemas.openxmlformats.org/officeDocument/2006/relationships/tags" Target="../tags/tag373.xml"/><Relationship Id="rId6" Type="http://schemas.openxmlformats.org/officeDocument/2006/relationships/tags" Target="../tags/tag372.xml"/><Relationship Id="rId5" Type="http://schemas.openxmlformats.org/officeDocument/2006/relationships/tags" Target="../tags/tag371.xml"/><Relationship Id="rId4" Type="http://schemas.openxmlformats.org/officeDocument/2006/relationships/tags" Target="../tags/tag370.xml"/><Relationship Id="rId3" Type="http://schemas.openxmlformats.org/officeDocument/2006/relationships/tags" Target="../tags/tag369.xml"/><Relationship Id="rId22" Type="http://schemas.openxmlformats.org/officeDocument/2006/relationships/notesSlide" Target="../notesSlides/notesSlide14.xml"/><Relationship Id="rId21" Type="http://schemas.openxmlformats.org/officeDocument/2006/relationships/vmlDrawing" Target="../drawings/vmlDrawing10.vml"/><Relationship Id="rId20" Type="http://schemas.openxmlformats.org/officeDocument/2006/relationships/slideLayout" Target="../slideLayouts/slideLayout27.xml"/><Relationship Id="rId2" Type="http://schemas.openxmlformats.org/officeDocument/2006/relationships/tags" Target="../tags/tag368.xml"/><Relationship Id="rId19" Type="http://schemas.openxmlformats.org/officeDocument/2006/relationships/tags" Target="../tags/tag377.xml"/><Relationship Id="rId18" Type="http://schemas.openxmlformats.org/officeDocument/2006/relationships/image" Target="../media/image74.png"/><Relationship Id="rId17" Type="http://schemas.openxmlformats.org/officeDocument/2006/relationships/customXml" Target="../ink/ink5.xml"/><Relationship Id="rId16" Type="http://schemas.openxmlformats.org/officeDocument/2006/relationships/image" Target="../media/image73.png"/><Relationship Id="rId15" Type="http://schemas.openxmlformats.org/officeDocument/2006/relationships/customXml" Target="../ink/ink4.xml"/><Relationship Id="rId14" Type="http://schemas.openxmlformats.org/officeDocument/2006/relationships/image" Target="../media/image72.png"/><Relationship Id="rId13" Type="http://schemas.openxmlformats.org/officeDocument/2006/relationships/customXml" Target="../ink/ink3.xml"/><Relationship Id="rId12" Type="http://schemas.openxmlformats.org/officeDocument/2006/relationships/tags" Target="../tags/tag376.xml"/><Relationship Id="rId11" Type="http://schemas.openxmlformats.org/officeDocument/2006/relationships/image" Target="../media/image71.png"/><Relationship Id="rId10" Type="http://schemas.openxmlformats.org/officeDocument/2006/relationships/oleObject" Target="../embeddings/oleObject43.bin"/><Relationship Id="rId1" Type="http://schemas.openxmlformats.org/officeDocument/2006/relationships/tags" Target="../tags/tag367.xml"/></Relationships>
</file>

<file path=ppt/slides/_rels/slide15.xml.rels><?xml version="1.0" encoding="UTF-8" standalone="yes"?>
<Relationships xmlns="http://schemas.openxmlformats.org/package/2006/relationships"><Relationship Id="rId9" Type="http://schemas.openxmlformats.org/officeDocument/2006/relationships/image" Target="../media/image76.wmf"/><Relationship Id="rId8" Type="http://schemas.openxmlformats.org/officeDocument/2006/relationships/oleObject" Target="../embeddings/oleObject45.bin"/><Relationship Id="rId7" Type="http://schemas.openxmlformats.org/officeDocument/2006/relationships/image" Target="../media/image75.wmf"/><Relationship Id="rId6" Type="http://schemas.openxmlformats.org/officeDocument/2006/relationships/oleObject" Target="../embeddings/oleObject44.bin"/><Relationship Id="rId5" Type="http://schemas.openxmlformats.org/officeDocument/2006/relationships/tags" Target="../tags/tag382.xml"/><Relationship Id="rId4" Type="http://schemas.openxmlformats.org/officeDocument/2006/relationships/tags" Target="../tags/tag381.xml"/><Relationship Id="rId3" Type="http://schemas.openxmlformats.org/officeDocument/2006/relationships/tags" Target="../tags/tag380.xml"/><Relationship Id="rId2" Type="http://schemas.openxmlformats.org/officeDocument/2006/relationships/tags" Target="../tags/tag379.xml"/><Relationship Id="rId16" Type="http://schemas.openxmlformats.org/officeDocument/2006/relationships/notesSlide" Target="../notesSlides/notesSlide15.xml"/><Relationship Id="rId15" Type="http://schemas.openxmlformats.org/officeDocument/2006/relationships/vmlDrawing" Target="../drawings/vmlDrawing11.vml"/><Relationship Id="rId14" Type="http://schemas.openxmlformats.org/officeDocument/2006/relationships/slideLayout" Target="../slideLayouts/slideLayout27.xml"/><Relationship Id="rId13" Type="http://schemas.openxmlformats.org/officeDocument/2006/relationships/tags" Target="../tags/tag384.xml"/><Relationship Id="rId12" Type="http://schemas.openxmlformats.org/officeDocument/2006/relationships/tags" Target="../tags/tag383.xml"/><Relationship Id="rId11" Type="http://schemas.openxmlformats.org/officeDocument/2006/relationships/image" Target="../media/image77.wmf"/><Relationship Id="rId10" Type="http://schemas.openxmlformats.org/officeDocument/2006/relationships/oleObject" Target="../embeddings/oleObject46.bin"/><Relationship Id="rId1" Type="http://schemas.openxmlformats.org/officeDocument/2006/relationships/tags" Target="../tags/tag378.xml"/></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78.wmf"/><Relationship Id="rId7" Type="http://schemas.openxmlformats.org/officeDocument/2006/relationships/oleObject" Target="../embeddings/oleObject47.bin"/><Relationship Id="rId6" Type="http://schemas.openxmlformats.org/officeDocument/2006/relationships/tags" Target="../tags/tag390.xml"/><Relationship Id="rId5" Type="http://schemas.openxmlformats.org/officeDocument/2006/relationships/tags" Target="../tags/tag389.xml"/><Relationship Id="rId4" Type="http://schemas.openxmlformats.org/officeDocument/2006/relationships/tags" Target="../tags/tag388.xml"/><Relationship Id="rId3" Type="http://schemas.openxmlformats.org/officeDocument/2006/relationships/tags" Target="../tags/tag387.xml"/><Relationship Id="rId22" Type="http://schemas.openxmlformats.org/officeDocument/2006/relationships/notesSlide" Target="../notesSlides/notesSlide16.xml"/><Relationship Id="rId21" Type="http://schemas.openxmlformats.org/officeDocument/2006/relationships/vmlDrawing" Target="../drawings/vmlDrawing12.vml"/><Relationship Id="rId20" Type="http://schemas.openxmlformats.org/officeDocument/2006/relationships/slideLayout" Target="../slideLayouts/slideLayout27.xml"/><Relationship Id="rId2" Type="http://schemas.openxmlformats.org/officeDocument/2006/relationships/tags" Target="../tags/tag386.xml"/><Relationship Id="rId19" Type="http://schemas.openxmlformats.org/officeDocument/2006/relationships/tags" Target="../tags/tag395.xml"/><Relationship Id="rId18" Type="http://schemas.openxmlformats.org/officeDocument/2006/relationships/tags" Target="../tags/tag394.xml"/><Relationship Id="rId17" Type="http://schemas.openxmlformats.org/officeDocument/2006/relationships/tags" Target="../tags/tag393.xml"/><Relationship Id="rId16" Type="http://schemas.openxmlformats.org/officeDocument/2006/relationships/tags" Target="../tags/tag392.xml"/><Relationship Id="rId15" Type="http://schemas.openxmlformats.org/officeDocument/2006/relationships/image" Target="../media/image81.wmf"/><Relationship Id="rId14" Type="http://schemas.openxmlformats.org/officeDocument/2006/relationships/oleObject" Target="../embeddings/oleObject50.bin"/><Relationship Id="rId13" Type="http://schemas.openxmlformats.org/officeDocument/2006/relationships/tags" Target="../tags/tag391.xml"/><Relationship Id="rId12" Type="http://schemas.openxmlformats.org/officeDocument/2006/relationships/image" Target="../media/image80.wmf"/><Relationship Id="rId11" Type="http://schemas.openxmlformats.org/officeDocument/2006/relationships/oleObject" Target="../embeddings/oleObject49.bin"/><Relationship Id="rId10" Type="http://schemas.openxmlformats.org/officeDocument/2006/relationships/image" Target="../media/image79.wmf"/><Relationship Id="rId1" Type="http://schemas.openxmlformats.org/officeDocument/2006/relationships/tags" Target="../tags/tag385.xml"/></Relationships>
</file>

<file path=ppt/slides/_rels/slide17.xml.rels><?xml version="1.0" encoding="UTF-8" standalone="yes"?>
<Relationships xmlns="http://schemas.openxmlformats.org/package/2006/relationships"><Relationship Id="rId9" Type="http://schemas.openxmlformats.org/officeDocument/2006/relationships/image" Target="../media/image83.wmf"/><Relationship Id="rId8" Type="http://schemas.openxmlformats.org/officeDocument/2006/relationships/oleObject" Target="../embeddings/oleObject52.bin"/><Relationship Id="rId7" Type="http://schemas.openxmlformats.org/officeDocument/2006/relationships/image" Target="../media/image82.wmf"/><Relationship Id="rId6" Type="http://schemas.openxmlformats.org/officeDocument/2006/relationships/oleObject" Target="../embeddings/oleObject51.bin"/><Relationship Id="rId5" Type="http://schemas.openxmlformats.org/officeDocument/2006/relationships/tags" Target="../tags/tag400.xml"/><Relationship Id="rId4" Type="http://schemas.openxmlformats.org/officeDocument/2006/relationships/tags" Target="../tags/tag399.xml"/><Relationship Id="rId3" Type="http://schemas.openxmlformats.org/officeDocument/2006/relationships/tags" Target="../tags/tag398.xml"/><Relationship Id="rId22" Type="http://schemas.openxmlformats.org/officeDocument/2006/relationships/notesSlide" Target="../notesSlides/notesSlide17.xml"/><Relationship Id="rId21" Type="http://schemas.openxmlformats.org/officeDocument/2006/relationships/vmlDrawing" Target="../drawings/vmlDrawing13.vml"/><Relationship Id="rId20" Type="http://schemas.openxmlformats.org/officeDocument/2006/relationships/slideLayout" Target="../slideLayouts/slideLayout27.xml"/><Relationship Id="rId2" Type="http://schemas.openxmlformats.org/officeDocument/2006/relationships/tags" Target="../tags/tag397.xml"/><Relationship Id="rId19" Type="http://schemas.openxmlformats.org/officeDocument/2006/relationships/tags" Target="../tags/tag404.xml"/><Relationship Id="rId18" Type="http://schemas.openxmlformats.org/officeDocument/2006/relationships/tags" Target="../tags/tag403.xml"/><Relationship Id="rId17" Type="http://schemas.openxmlformats.org/officeDocument/2006/relationships/image" Target="../media/image86.wmf"/><Relationship Id="rId16" Type="http://schemas.openxmlformats.org/officeDocument/2006/relationships/oleObject" Target="../embeddings/oleObject55.bin"/><Relationship Id="rId15" Type="http://schemas.openxmlformats.org/officeDocument/2006/relationships/tags" Target="../tags/tag402.xml"/><Relationship Id="rId14" Type="http://schemas.openxmlformats.org/officeDocument/2006/relationships/image" Target="../media/image85.wmf"/><Relationship Id="rId13" Type="http://schemas.openxmlformats.org/officeDocument/2006/relationships/oleObject" Target="../embeddings/oleObject54.bin"/><Relationship Id="rId12" Type="http://schemas.openxmlformats.org/officeDocument/2006/relationships/tags" Target="../tags/tag401.xml"/><Relationship Id="rId11" Type="http://schemas.openxmlformats.org/officeDocument/2006/relationships/image" Target="../media/image84.wmf"/><Relationship Id="rId10" Type="http://schemas.openxmlformats.org/officeDocument/2006/relationships/oleObject" Target="../embeddings/oleObject53.bin"/><Relationship Id="rId1" Type="http://schemas.openxmlformats.org/officeDocument/2006/relationships/tags" Target="../tags/tag396.xml"/></Relationships>
</file>

<file path=ppt/slides/_rels/slide18.xml.rels><?xml version="1.0" encoding="UTF-8" standalone="yes"?>
<Relationships xmlns="http://schemas.openxmlformats.org/package/2006/relationships"><Relationship Id="rId9" Type="http://schemas.openxmlformats.org/officeDocument/2006/relationships/tags" Target="../tags/tag411.xml"/><Relationship Id="rId8" Type="http://schemas.openxmlformats.org/officeDocument/2006/relationships/tags" Target="../tags/tag410.xml"/><Relationship Id="rId7" Type="http://schemas.openxmlformats.org/officeDocument/2006/relationships/image" Target="../media/image87.wmf"/><Relationship Id="rId6" Type="http://schemas.openxmlformats.org/officeDocument/2006/relationships/oleObject" Target="../embeddings/oleObject56.bin"/><Relationship Id="rId5" Type="http://schemas.openxmlformats.org/officeDocument/2006/relationships/tags" Target="../tags/tag409.xml"/><Relationship Id="rId4" Type="http://schemas.openxmlformats.org/officeDocument/2006/relationships/tags" Target="../tags/tag408.xml"/><Relationship Id="rId30" Type="http://schemas.openxmlformats.org/officeDocument/2006/relationships/notesSlide" Target="../notesSlides/notesSlide18.xml"/><Relationship Id="rId3" Type="http://schemas.openxmlformats.org/officeDocument/2006/relationships/tags" Target="../tags/tag407.xml"/><Relationship Id="rId29" Type="http://schemas.openxmlformats.org/officeDocument/2006/relationships/vmlDrawing" Target="../drawings/vmlDrawing14.vml"/><Relationship Id="rId28" Type="http://schemas.openxmlformats.org/officeDocument/2006/relationships/slideLayout" Target="../slideLayouts/slideLayout27.xml"/><Relationship Id="rId27" Type="http://schemas.openxmlformats.org/officeDocument/2006/relationships/tags" Target="../tags/tag419.xml"/><Relationship Id="rId26" Type="http://schemas.openxmlformats.org/officeDocument/2006/relationships/tags" Target="../tags/tag418.xml"/><Relationship Id="rId25" Type="http://schemas.openxmlformats.org/officeDocument/2006/relationships/tags" Target="../tags/tag417.xml"/><Relationship Id="rId24" Type="http://schemas.openxmlformats.org/officeDocument/2006/relationships/tags" Target="../tags/tag416.xml"/><Relationship Id="rId23" Type="http://schemas.openxmlformats.org/officeDocument/2006/relationships/tags" Target="../tags/tag415.xml"/><Relationship Id="rId22" Type="http://schemas.openxmlformats.org/officeDocument/2006/relationships/tags" Target="../tags/tag414.xml"/><Relationship Id="rId21" Type="http://schemas.openxmlformats.org/officeDocument/2006/relationships/tags" Target="../tags/tag413.xml"/><Relationship Id="rId20" Type="http://schemas.openxmlformats.org/officeDocument/2006/relationships/image" Target="../media/image92.wmf"/><Relationship Id="rId2" Type="http://schemas.openxmlformats.org/officeDocument/2006/relationships/tags" Target="../tags/tag406.xml"/><Relationship Id="rId19" Type="http://schemas.openxmlformats.org/officeDocument/2006/relationships/oleObject" Target="../embeddings/oleObject61.bin"/><Relationship Id="rId18" Type="http://schemas.openxmlformats.org/officeDocument/2006/relationships/image" Target="../media/image91.wmf"/><Relationship Id="rId17" Type="http://schemas.openxmlformats.org/officeDocument/2006/relationships/oleObject" Target="../embeddings/oleObject60.bin"/><Relationship Id="rId16" Type="http://schemas.openxmlformats.org/officeDocument/2006/relationships/image" Target="../media/image90.wmf"/><Relationship Id="rId15" Type="http://schemas.openxmlformats.org/officeDocument/2006/relationships/oleObject" Target="../embeddings/oleObject59.bin"/><Relationship Id="rId14" Type="http://schemas.openxmlformats.org/officeDocument/2006/relationships/image" Target="../media/image89.wmf"/><Relationship Id="rId13" Type="http://schemas.openxmlformats.org/officeDocument/2006/relationships/oleObject" Target="../embeddings/oleObject58.bin"/><Relationship Id="rId12" Type="http://schemas.openxmlformats.org/officeDocument/2006/relationships/image" Target="../media/image88.wmf"/><Relationship Id="rId11" Type="http://schemas.openxmlformats.org/officeDocument/2006/relationships/oleObject" Target="../embeddings/oleObject57.bin"/><Relationship Id="rId10" Type="http://schemas.openxmlformats.org/officeDocument/2006/relationships/tags" Target="../tags/tag412.xml"/><Relationship Id="rId1" Type="http://schemas.openxmlformats.org/officeDocument/2006/relationships/tags" Target="../tags/tag405.xml"/></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63.bin"/><Relationship Id="rId8" Type="http://schemas.openxmlformats.org/officeDocument/2006/relationships/image" Target="../media/image93.wmf"/><Relationship Id="rId7" Type="http://schemas.openxmlformats.org/officeDocument/2006/relationships/oleObject" Target="../embeddings/oleObject62.bin"/><Relationship Id="rId6" Type="http://schemas.openxmlformats.org/officeDocument/2006/relationships/tags" Target="../tags/tag425.xml"/><Relationship Id="rId5" Type="http://schemas.openxmlformats.org/officeDocument/2006/relationships/tags" Target="../tags/tag424.xml"/><Relationship Id="rId4" Type="http://schemas.openxmlformats.org/officeDocument/2006/relationships/tags" Target="../tags/tag423.xml"/><Relationship Id="rId3" Type="http://schemas.openxmlformats.org/officeDocument/2006/relationships/tags" Target="../tags/tag422.xml"/><Relationship Id="rId21" Type="http://schemas.openxmlformats.org/officeDocument/2006/relationships/notesSlide" Target="../notesSlides/notesSlide19.xml"/><Relationship Id="rId20" Type="http://schemas.openxmlformats.org/officeDocument/2006/relationships/vmlDrawing" Target="../drawings/vmlDrawing15.vml"/><Relationship Id="rId2" Type="http://schemas.openxmlformats.org/officeDocument/2006/relationships/tags" Target="../tags/tag421.xml"/><Relationship Id="rId19" Type="http://schemas.openxmlformats.org/officeDocument/2006/relationships/slideLayout" Target="../slideLayouts/slideLayout27.xml"/><Relationship Id="rId18" Type="http://schemas.openxmlformats.org/officeDocument/2006/relationships/tags" Target="../tags/tag429.xml"/><Relationship Id="rId17" Type="http://schemas.openxmlformats.org/officeDocument/2006/relationships/tags" Target="../tags/tag428.xml"/><Relationship Id="rId16" Type="http://schemas.openxmlformats.org/officeDocument/2006/relationships/tags" Target="../tags/tag427.xml"/><Relationship Id="rId15" Type="http://schemas.openxmlformats.org/officeDocument/2006/relationships/tags" Target="../tags/tag426.xml"/><Relationship Id="rId14" Type="http://schemas.openxmlformats.org/officeDocument/2006/relationships/image" Target="../media/image96.wmf"/><Relationship Id="rId13" Type="http://schemas.openxmlformats.org/officeDocument/2006/relationships/oleObject" Target="../embeddings/oleObject65.bin"/><Relationship Id="rId12" Type="http://schemas.openxmlformats.org/officeDocument/2006/relationships/image" Target="../media/image95.wmf"/><Relationship Id="rId11" Type="http://schemas.openxmlformats.org/officeDocument/2006/relationships/oleObject" Target="../embeddings/oleObject64.bin"/><Relationship Id="rId10" Type="http://schemas.openxmlformats.org/officeDocument/2006/relationships/image" Target="../media/image94.wmf"/><Relationship Id="rId1" Type="http://schemas.openxmlformats.org/officeDocument/2006/relationships/tags" Target="../tags/tag420.xml"/></Relationships>
</file>

<file path=ppt/slides/_rels/slide20.xml.rels><?xml version="1.0" encoding="UTF-8" standalone="yes"?>
<Relationships xmlns="http://schemas.openxmlformats.org/package/2006/relationships"><Relationship Id="rId9" Type="http://schemas.openxmlformats.org/officeDocument/2006/relationships/tags" Target="../tags/tag436.xml"/><Relationship Id="rId8" Type="http://schemas.openxmlformats.org/officeDocument/2006/relationships/tags" Target="../tags/tag435.xml"/><Relationship Id="rId7" Type="http://schemas.openxmlformats.org/officeDocument/2006/relationships/image" Target="../media/image97.wmf"/><Relationship Id="rId6" Type="http://schemas.openxmlformats.org/officeDocument/2006/relationships/oleObject" Target="../embeddings/oleObject66.bin"/><Relationship Id="rId5" Type="http://schemas.openxmlformats.org/officeDocument/2006/relationships/tags" Target="../tags/tag434.xml"/><Relationship Id="rId4" Type="http://schemas.openxmlformats.org/officeDocument/2006/relationships/tags" Target="../tags/tag433.xml"/><Relationship Id="rId3" Type="http://schemas.openxmlformats.org/officeDocument/2006/relationships/tags" Target="../tags/tag432.xml"/><Relationship Id="rId27" Type="http://schemas.openxmlformats.org/officeDocument/2006/relationships/notesSlide" Target="../notesSlides/notesSlide20.xml"/><Relationship Id="rId26" Type="http://schemas.openxmlformats.org/officeDocument/2006/relationships/vmlDrawing" Target="../drawings/vmlDrawing16.vml"/><Relationship Id="rId25" Type="http://schemas.openxmlformats.org/officeDocument/2006/relationships/slideLayout" Target="../slideLayouts/slideLayout27.xml"/><Relationship Id="rId24" Type="http://schemas.openxmlformats.org/officeDocument/2006/relationships/tags" Target="../tags/tag443.xml"/><Relationship Id="rId23" Type="http://schemas.openxmlformats.org/officeDocument/2006/relationships/tags" Target="../tags/tag442.xml"/><Relationship Id="rId22" Type="http://schemas.openxmlformats.org/officeDocument/2006/relationships/tags" Target="../tags/tag441.xml"/><Relationship Id="rId21" Type="http://schemas.openxmlformats.org/officeDocument/2006/relationships/tags" Target="../tags/tag440.xml"/><Relationship Id="rId20" Type="http://schemas.openxmlformats.org/officeDocument/2006/relationships/tags" Target="../tags/tag439.xml"/><Relationship Id="rId2" Type="http://schemas.openxmlformats.org/officeDocument/2006/relationships/tags" Target="../tags/tag431.xml"/><Relationship Id="rId19" Type="http://schemas.openxmlformats.org/officeDocument/2006/relationships/image" Target="../media/image96.wmf"/><Relationship Id="rId18" Type="http://schemas.openxmlformats.org/officeDocument/2006/relationships/oleObject" Target="../embeddings/oleObject70.bin"/><Relationship Id="rId17" Type="http://schemas.openxmlformats.org/officeDocument/2006/relationships/image" Target="../media/image100.wmf"/><Relationship Id="rId16" Type="http://schemas.openxmlformats.org/officeDocument/2006/relationships/oleObject" Target="../embeddings/oleObject69.bin"/><Relationship Id="rId15" Type="http://schemas.openxmlformats.org/officeDocument/2006/relationships/tags" Target="../tags/tag438.xml"/><Relationship Id="rId14" Type="http://schemas.openxmlformats.org/officeDocument/2006/relationships/image" Target="../media/image99.wmf"/><Relationship Id="rId13" Type="http://schemas.openxmlformats.org/officeDocument/2006/relationships/oleObject" Target="../embeddings/oleObject68.bin"/><Relationship Id="rId12" Type="http://schemas.openxmlformats.org/officeDocument/2006/relationships/tags" Target="../tags/tag437.xml"/><Relationship Id="rId11" Type="http://schemas.openxmlformats.org/officeDocument/2006/relationships/image" Target="../media/image98.wmf"/><Relationship Id="rId10" Type="http://schemas.openxmlformats.org/officeDocument/2006/relationships/oleObject" Target="../embeddings/oleObject67.bin"/><Relationship Id="rId1" Type="http://schemas.openxmlformats.org/officeDocument/2006/relationships/tags" Target="../tags/tag430.xml"/></Relationships>
</file>

<file path=ppt/slides/_rels/slide21.xml.rels><?xml version="1.0" encoding="UTF-8" standalone="yes"?>
<Relationships xmlns="http://schemas.openxmlformats.org/package/2006/relationships"><Relationship Id="rId9" Type="http://schemas.openxmlformats.org/officeDocument/2006/relationships/tags" Target="../tags/tag452.xml"/><Relationship Id="rId8" Type="http://schemas.openxmlformats.org/officeDocument/2006/relationships/tags" Target="../tags/tag451.xml"/><Relationship Id="rId7" Type="http://schemas.openxmlformats.org/officeDocument/2006/relationships/tags" Target="../tags/tag450.xml"/><Relationship Id="rId6" Type="http://schemas.openxmlformats.org/officeDocument/2006/relationships/tags" Target="../tags/tag449.xml"/><Relationship Id="rId5" Type="http://schemas.openxmlformats.org/officeDocument/2006/relationships/tags" Target="../tags/tag448.xml"/><Relationship Id="rId4" Type="http://schemas.openxmlformats.org/officeDocument/2006/relationships/tags" Target="../tags/tag447.xml"/><Relationship Id="rId3" Type="http://schemas.openxmlformats.org/officeDocument/2006/relationships/tags" Target="../tags/tag446.xml"/><Relationship Id="rId2" Type="http://schemas.openxmlformats.org/officeDocument/2006/relationships/tags" Target="../tags/tag445.xml"/><Relationship Id="rId12" Type="http://schemas.openxmlformats.org/officeDocument/2006/relationships/notesSlide" Target="../notesSlides/notesSlide21.xml"/><Relationship Id="rId11" Type="http://schemas.openxmlformats.org/officeDocument/2006/relationships/slideLayout" Target="../slideLayouts/slideLayout27.xml"/><Relationship Id="rId10" Type="http://schemas.openxmlformats.org/officeDocument/2006/relationships/tags" Target="../tags/tag453.xml"/><Relationship Id="rId1" Type="http://schemas.openxmlformats.org/officeDocument/2006/relationships/tags" Target="../tags/tag444.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23.xml"/><Relationship Id="rId5" Type="http://schemas.openxmlformats.org/officeDocument/2006/relationships/tags" Target="../tags/tag458.xml"/><Relationship Id="rId4" Type="http://schemas.openxmlformats.org/officeDocument/2006/relationships/tags" Target="../tags/tag457.xml"/><Relationship Id="rId3" Type="http://schemas.openxmlformats.org/officeDocument/2006/relationships/tags" Target="../tags/tag456.xml"/><Relationship Id="rId2" Type="http://schemas.openxmlformats.org/officeDocument/2006/relationships/tags" Target="../tags/tag455.xml"/><Relationship Id="rId1" Type="http://schemas.openxmlformats.org/officeDocument/2006/relationships/tags" Target="../tags/tag454.xml"/></Relationships>
</file>

<file path=ppt/slides/_rels/slide23.xml.rels><?xml version="1.0" encoding="UTF-8" standalone="yes"?>
<Relationships xmlns="http://schemas.openxmlformats.org/package/2006/relationships"><Relationship Id="rId9" Type="http://schemas.openxmlformats.org/officeDocument/2006/relationships/tags" Target="../tags/tag465.xml"/><Relationship Id="rId8" Type="http://schemas.openxmlformats.org/officeDocument/2006/relationships/tags" Target="../tags/tag464.xml"/><Relationship Id="rId7" Type="http://schemas.openxmlformats.org/officeDocument/2006/relationships/image" Target="../media/image102.png"/><Relationship Id="rId6" Type="http://schemas.openxmlformats.org/officeDocument/2006/relationships/image" Target="../media/image101.png"/><Relationship Id="rId5" Type="http://schemas.openxmlformats.org/officeDocument/2006/relationships/tags" Target="../tags/tag463.xml"/><Relationship Id="rId4" Type="http://schemas.openxmlformats.org/officeDocument/2006/relationships/tags" Target="../tags/tag462.xml"/><Relationship Id="rId3" Type="http://schemas.openxmlformats.org/officeDocument/2006/relationships/tags" Target="../tags/tag461.xml"/><Relationship Id="rId2" Type="http://schemas.openxmlformats.org/officeDocument/2006/relationships/tags" Target="../tags/tag460.xml"/><Relationship Id="rId11" Type="http://schemas.openxmlformats.org/officeDocument/2006/relationships/slideLayout" Target="../slideLayouts/slideLayout27.xml"/><Relationship Id="rId10" Type="http://schemas.openxmlformats.org/officeDocument/2006/relationships/tags" Target="../tags/tag466.xml"/><Relationship Id="rId1" Type="http://schemas.openxmlformats.org/officeDocument/2006/relationships/tags" Target="../tags/tag459.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473.xml"/><Relationship Id="rId7" Type="http://schemas.openxmlformats.org/officeDocument/2006/relationships/tags" Target="../tags/tag472.xml"/><Relationship Id="rId6" Type="http://schemas.openxmlformats.org/officeDocument/2006/relationships/image" Target="../media/image103.png"/><Relationship Id="rId5" Type="http://schemas.openxmlformats.org/officeDocument/2006/relationships/tags" Target="../tags/tag471.xml"/><Relationship Id="rId4" Type="http://schemas.openxmlformats.org/officeDocument/2006/relationships/tags" Target="../tags/tag470.xml"/><Relationship Id="rId3" Type="http://schemas.openxmlformats.org/officeDocument/2006/relationships/tags" Target="../tags/tag469.xml"/><Relationship Id="rId2" Type="http://schemas.openxmlformats.org/officeDocument/2006/relationships/tags" Target="../tags/tag468.xml"/><Relationship Id="rId1" Type="http://schemas.openxmlformats.org/officeDocument/2006/relationships/tags" Target="../tags/tag467.xml"/></Relationships>
</file>

<file path=ppt/slides/_rels/slide25.xml.rels><?xml version="1.0" encoding="UTF-8" standalone="yes"?>
<Relationships xmlns="http://schemas.openxmlformats.org/package/2006/relationships"><Relationship Id="rId9" Type="http://schemas.openxmlformats.org/officeDocument/2006/relationships/tags" Target="../tags/tag480.xml"/><Relationship Id="rId8" Type="http://schemas.openxmlformats.org/officeDocument/2006/relationships/tags" Target="../tags/tag479.xml"/><Relationship Id="rId7" Type="http://schemas.openxmlformats.org/officeDocument/2006/relationships/image" Target="../media/image105.png"/><Relationship Id="rId6" Type="http://schemas.openxmlformats.org/officeDocument/2006/relationships/image" Target="../media/image104.png"/><Relationship Id="rId5" Type="http://schemas.openxmlformats.org/officeDocument/2006/relationships/tags" Target="../tags/tag478.xml"/><Relationship Id="rId4" Type="http://schemas.openxmlformats.org/officeDocument/2006/relationships/tags" Target="../tags/tag477.xml"/><Relationship Id="rId3" Type="http://schemas.openxmlformats.org/officeDocument/2006/relationships/tags" Target="../tags/tag476.xml"/><Relationship Id="rId2" Type="http://schemas.openxmlformats.org/officeDocument/2006/relationships/tags" Target="../tags/tag475.xml"/><Relationship Id="rId10" Type="http://schemas.openxmlformats.org/officeDocument/2006/relationships/slideLayout" Target="../slideLayouts/slideLayout27.xml"/><Relationship Id="rId1" Type="http://schemas.openxmlformats.org/officeDocument/2006/relationships/tags" Target="../tags/tag474.xml"/></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487.xml"/><Relationship Id="rId7" Type="http://schemas.openxmlformats.org/officeDocument/2006/relationships/tags" Target="../tags/tag486.xml"/><Relationship Id="rId6" Type="http://schemas.openxmlformats.org/officeDocument/2006/relationships/image" Target="../media/image106.png"/><Relationship Id="rId5" Type="http://schemas.openxmlformats.org/officeDocument/2006/relationships/tags" Target="../tags/tag485.xml"/><Relationship Id="rId4" Type="http://schemas.openxmlformats.org/officeDocument/2006/relationships/tags" Target="../tags/tag484.xml"/><Relationship Id="rId3" Type="http://schemas.openxmlformats.org/officeDocument/2006/relationships/tags" Target="../tags/tag483.xml"/><Relationship Id="rId2" Type="http://schemas.openxmlformats.org/officeDocument/2006/relationships/tags" Target="../tags/tag482.xml"/><Relationship Id="rId1" Type="http://schemas.openxmlformats.org/officeDocument/2006/relationships/tags" Target="../tags/tag481.xml"/></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494.xml"/><Relationship Id="rId7" Type="http://schemas.openxmlformats.org/officeDocument/2006/relationships/tags" Target="../tags/tag493.xml"/><Relationship Id="rId6" Type="http://schemas.openxmlformats.org/officeDocument/2006/relationships/image" Target="../media/image107.jpeg"/><Relationship Id="rId5" Type="http://schemas.openxmlformats.org/officeDocument/2006/relationships/tags" Target="../tags/tag492.xml"/><Relationship Id="rId4" Type="http://schemas.openxmlformats.org/officeDocument/2006/relationships/tags" Target="../tags/tag491.xml"/><Relationship Id="rId3" Type="http://schemas.openxmlformats.org/officeDocument/2006/relationships/tags" Target="../tags/tag490.xml"/><Relationship Id="rId2" Type="http://schemas.openxmlformats.org/officeDocument/2006/relationships/tags" Target="../tags/tag489.xml"/><Relationship Id="rId1" Type="http://schemas.openxmlformats.org/officeDocument/2006/relationships/tags" Target="../tags/tag488.xml"/></Relationships>
</file>

<file path=ppt/slides/_rels/slide28.xml.rels><?xml version="1.0" encoding="UTF-8" standalone="yes"?>
<Relationships xmlns="http://schemas.openxmlformats.org/package/2006/relationships"><Relationship Id="rId9" Type="http://schemas.openxmlformats.org/officeDocument/2006/relationships/tags" Target="../tags/tag501.xml"/><Relationship Id="rId8" Type="http://schemas.openxmlformats.org/officeDocument/2006/relationships/tags" Target="../tags/tag500.xml"/><Relationship Id="rId7" Type="http://schemas.openxmlformats.org/officeDocument/2006/relationships/image" Target="../media/image109.jpeg"/><Relationship Id="rId6" Type="http://schemas.openxmlformats.org/officeDocument/2006/relationships/image" Target="../media/image108.jpeg"/><Relationship Id="rId5" Type="http://schemas.openxmlformats.org/officeDocument/2006/relationships/tags" Target="../tags/tag499.xml"/><Relationship Id="rId4" Type="http://schemas.openxmlformats.org/officeDocument/2006/relationships/tags" Target="../tags/tag498.xml"/><Relationship Id="rId3" Type="http://schemas.openxmlformats.org/officeDocument/2006/relationships/tags" Target="../tags/tag497.xml"/><Relationship Id="rId2" Type="http://schemas.openxmlformats.org/officeDocument/2006/relationships/tags" Target="../tags/tag496.xml"/><Relationship Id="rId14" Type="http://schemas.openxmlformats.org/officeDocument/2006/relationships/slideLayout" Target="../slideLayouts/slideLayout27.xml"/><Relationship Id="rId13" Type="http://schemas.openxmlformats.org/officeDocument/2006/relationships/tags" Target="../tags/tag504.xml"/><Relationship Id="rId12" Type="http://schemas.openxmlformats.org/officeDocument/2006/relationships/tags" Target="../tags/tag503.xml"/><Relationship Id="rId11" Type="http://schemas.openxmlformats.org/officeDocument/2006/relationships/tags" Target="../tags/tag502.xml"/><Relationship Id="rId10" Type="http://schemas.openxmlformats.org/officeDocument/2006/relationships/image" Target="../media/image110.png"/><Relationship Id="rId1" Type="http://schemas.openxmlformats.org/officeDocument/2006/relationships/tags" Target="../tags/tag495.xml"/></Relationships>
</file>

<file path=ppt/slides/_rels/slide29.xml.rels><?xml version="1.0" encoding="UTF-8" standalone="yes"?>
<Relationships xmlns="http://schemas.openxmlformats.org/package/2006/relationships"><Relationship Id="rId9" Type="http://schemas.openxmlformats.org/officeDocument/2006/relationships/tags" Target="../tags/tag512.xml"/><Relationship Id="rId8" Type="http://schemas.openxmlformats.org/officeDocument/2006/relationships/tags" Target="../tags/tag511.xml"/><Relationship Id="rId7" Type="http://schemas.openxmlformats.org/officeDocument/2006/relationships/image" Target="../media/image110.png"/><Relationship Id="rId6" Type="http://schemas.openxmlformats.org/officeDocument/2006/relationships/tags" Target="../tags/tag510.xml"/><Relationship Id="rId5" Type="http://schemas.openxmlformats.org/officeDocument/2006/relationships/tags" Target="../tags/tag509.xml"/><Relationship Id="rId4" Type="http://schemas.openxmlformats.org/officeDocument/2006/relationships/tags" Target="../tags/tag508.xml"/><Relationship Id="rId3" Type="http://schemas.openxmlformats.org/officeDocument/2006/relationships/tags" Target="../tags/tag507.xml"/><Relationship Id="rId2" Type="http://schemas.openxmlformats.org/officeDocument/2006/relationships/tags" Target="../tags/tag506.xml"/><Relationship Id="rId10" Type="http://schemas.openxmlformats.org/officeDocument/2006/relationships/slideLayout" Target="../slideLayouts/slideLayout27.xml"/><Relationship Id="rId1" Type="http://schemas.openxmlformats.org/officeDocument/2006/relationships/tags" Target="../tags/tag505.xml"/></Relationships>
</file>

<file path=ppt/slides/_rels/slide30.xml.rels><?xml version="1.0" encoding="UTF-8" standalone="yes"?>
<Relationships xmlns="http://schemas.openxmlformats.org/package/2006/relationships"><Relationship Id="rId9" Type="http://schemas.openxmlformats.org/officeDocument/2006/relationships/tags" Target="../tags/tag520.xml"/><Relationship Id="rId8" Type="http://schemas.openxmlformats.org/officeDocument/2006/relationships/tags" Target="../tags/tag519.xml"/><Relationship Id="rId7" Type="http://schemas.openxmlformats.org/officeDocument/2006/relationships/image" Target="../media/image111.png"/><Relationship Id="rId6" Type="http://schemas.openxmlformats.org/officeDocument/2006/relationships/tags" Target="../tags/tag518.xml"/><Relationship Id="rId5" Type="http://schemas.openxmlformats.org/officeDocument/2006/relationships/tags" Target="../tags/tag517.xml"/><Relationship Id="rId4" Type="http://schemas.openxmlformats.org/officeDocument/2006/relationships/tags" Target="../tags/tag516.xml"/><Relationship Id="rId3" Type="http://schemas.openxmlformats.org/officeDocument/2006/relationships/tags" Target="../tags/tag515.xml"/><Relationship Id="rId2" Type="http://schemas.openxmlformats.org/officeDocument/2006/relationships/tags" Target="../tags/tag514.xml"/><Relationship Id="rId11" Type="http://schemas.openxmlformats.org/officeDocument/2006/relationships/slideLayout" Target="../slideLayouts/slideLayout27.xml"/><Relationship Id="rId10" Type="http://schemas.openxmlformats.org/officeDocument/2006/relationships/tags" Target="../tags/tag521.xml"/><Relationship Id="rId1" Type="http://schemas.openxmlformats.org/officeDocument/2006/relationships/tags" Target="../tags/tag513.xml"/></Relationships>
</file>

<file path=ppt/slides/_rels/slide31.xml.rels><?xml version="1.0" encoding="UTF-8" standalone="yes"?>
<Relationships xmlns="http://schemas.openxmlformats.org/package/2006/relationships"><Relationship Id="rId9" Type="http://schemas.openxmlformats.org/officeDocument/2006/relationships/tags" Target="../tags/tag528.xml"/><Relationship Id="rId8" Type="http://schemas.openxmlformats.org/officeDocument/2006/relationships/image" Target="../media/image113.png"/><Relationship Id="rId7" Type="http://schemas.openxmlformats.org/officeDocument/2006/relationships/image" Target="../media/image112.png"/><Relationship Id="rId6" Type="http://schemas.openxmlformats.org/officeDocument/2006/relationships/tags" Target="../tags/tag527.xml"/><Relationship Id="rId5" Type="http://schemas.openxmlformats.org/officeDocument/2006/relationships/tags" Target="../tags/tag526.xml"/><Relationship Id="rId4" Type="http://schemas.openxmlformats.org/officeDocument/2006/relationships/tags" Target="../tags/tag525.xml"/><Relationship Id="rId3" Type="http://schemas.openxmlformats.org/officeDocument/2006/relationships/tags" Target="../tags/tag524.xml"/><Relationship Id="rId2" Type="http://schemas.openxmlformats.org/officeDocument/2006/relationships/tags" Target="../tags/tag523.xml"/><Relationship Id="rId13" Type="http://schemas.openxmlformats.org/officeDocument/2006/relationships/slideLayout" Target="../slideLayouts/slideLayout27.xml"/><Relationship Id="rId12" Type="http://schemas.openxmlformats.org/officeDocument/2006/relationships/tags" Target="../tags/tag531.xml"/><Relationship Id="rId11" Type="http://schemas.openxmlformats.org/officeDocument/2006/relationships/tags" Target="../tags/tag530.xml"/><Relationship Id="rId10" Type="http://schemas.openxmlformats.org/officeDocument/2006/relationships/tags" Target="../tags/tag529.xml"/><Relationship Id="rId1" Type="http://schemas.openxmlformats.org/officeDocument/2006/relationships/tags" Target="../tags/tag522.xml"/></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538.xml"/><Relationship Id="rId7" Type="http://schemas.openxmlformats.org/officeDocument/2006/relationships/tags" Target="../tags/tag537.xml"/><Relationship Id="rId6" Type="http://schemas.openxmlformats.org/officeDocument/2006/relationships/image" Target="../media/image114.png"/><Relationship Id="rId5" Type="http://schemas.openxmlformats.org/officeDocument/2006/relationships/tags" Target="../tags/tag536.xml"/><Relationship Id="rId4" Type="http://schemas.openxmlformats.org/officeDocument/2006/relationships/tags" Target="../tags/tag535.xml"/><Relationship Id="rId3" Type="http://schemas.openxmlformats.org/officeDocument/2006/relationships/tags" Target="../tags/tag534.xml"/><Relationship Id="rId2" Type="http://schemas.openxmlformats.org/officeDocument/2006/relationships/tags" Target="../tags/tag533.xml"/><Relationship Id="rId1" Type="http://schemas.openxmlformats.org/officeDocument/2006/relationships/tags" Target="../tags/tag532.xml"/></Relationships>
</file>

<file path=ppt/slides/_rels/slide33.xml.rels><?xml version="1.0" encoding="UTF-8" standalone="yes"?>
<Relationships xmlns="http://schemas.openxmlformats.org/package/2006/relationships"><Relationship Id="rId9" Type="http://schemas.openxmlformats.org/officeDocument/2006/relationships/tags" Target="../tags/tag545.xml"/><Relationship Id="rId8" Type="http://schemas.openxmlformats.org/officeDocument/2006/relationships/tags" Target="../tags/tag544.xml"/><Relationship Id="rId7" Type="http://schemas.openxmlformats.org/officeDocument/2006/relationships/image" Target="../media/image116.png"/><Relationship Id="rId6" Type="http://schemas.openxmlformats.org/officeDocument/2006/relationships/image" Target="../media/image115.png"/><Relationship Id="rId5" Type="http://schemas.openxmlformats.org/officeDocument/2006/relationships/tags" Target="../tags/tag543.xml"/><Relationship Id="rId4" Type="http://schemas.openxmlformats.org/officeDocument/2006/relationships/tags" Target="../tags/tag542.xml"/><Relationship Id="rId3" Type="http://schemas.openxmlformats.org/officeDocument/2006/relationships/tags" Target="../tags/tag541.xml"/><Relationship Id="rId2" Type="http://schemas.openxmlformats.org/officeDocument/2006/relationships/tags" Target="../tags/tag540.xml"/><Relationship Id="rId10" Type="http://schemas.openxmlformats.org/officeDocument/2006/relationships/slideLayout" Target="../slideLayouts/slideLayout27.xml"/><Relationship Id="rId1" Type="http://schemas.openxmlformats.org/officeDocument/2006/relationships/tags" Target="../tags/tag539.xml"/></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552.xml"/><Relationship Id="rId7" Type="http://schemas.openxmlformats.org/officeDocument/2006/relationships/tags" Target="../tags/tag551.xml"/><Relationship Id="rId6" Type="http://schemas.openxmlformats.org/officeDocument/2006/relationships/image" Target="../media/image117.png"/><Relationship Id="rId5" Type="http://schemas.openxmlformats.org/officeDocument/2006/relationships/tags" Target="../tags/tag550.xml"/><Relationship Id="rId4" Type="http://schemas.openxmlformats.org/officeDocument/2006/relationships/tags" Target="../tags/tag549.xml"/><Relationship Id="rId3" Type="http://schemas.openxmlformats.org/officeDocument/2006/relationships/tags" Target="../tags/tag548.xml"/><Relationship Id="rId2" Type="http://schemas.openxmlformats.org/officeDocument/2006/relationships/tags" Target="../tags/tag547.xml"/><Relationship Id="rId1" Type="http://schemas.openxmlformats.org/officeDocument/2006/relationships/tags" Target="../tags/tag546.xml"/></Relationships>
</file>

<file path=ppt/slides/_rels/slide35.xml.rels><?xml version="1.0" encoding="UTF-8" standalone="yes"?>
<Relationships xmlns="http://schemas.openxmlformats.org/package/2006/relationships"><Relationship Id="rId9" Type="http://schemas.openxmlformats.org/officeDocument/2006/relationships/tags" Target="../tags/tag560.xml"/><Relationship Id="rId8" Type="http://schemas.openxmlformats.org/officeDocument/2006/relationships/tags" Target="../tags/tag559.xml"/><Relationship Id="rId7" Type="http://schemas.openxmlformats.org/officeDocument/2006/relationships/image" Target="../media/image118.png"/><Relationship Id="rId6" Type="http://schemas.openxmlformats.org/officeDocument/2006/relationships/tags" Target="../tags/tag558.xml"/><Relationship Id="rId5" Type="http://schemas.openxmlformats.org/officeDocument/2006/relationships/tags" Target="../tags/tag557.xml"/><Relationship Id="rId4" Type="http://schemas.openxmlformats.org/officeDocument/2006/relationships/tags" Target="../tags/tag556.xml"/><Relationship Id="rId3" Type="http://schemas.openxmlformats.org/officeDocument/2006/relationships/tags" Target="../tags/tag555.xml"/><Relationship Id="rId2" Type="http://schemas.openxmlformats.org/officeDocument/2006/relationships/tags" Target="../tags/tag554.xml"/><Relationship Id="rId10" Type="http://schemas.openxmlformats.org/officeDocument/2006/relationships/slideLayout" Target="../slideLayouts/slideLayout27.xml"/><Relationship Id="rId1" Type="http://schemas.openxmlformats.org/officeDocument/2006/relationships/tags" Target="../tags/tag553.xml"/></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23.xml"/><Relationship Id="rId5" Type="http://schemas.openxmlformats.org/officeDocument/2006/relationships/tags" Target="../tags/tag565.xml"/><Relationship Id="rId4" Type="http://schemas.openxmlformats.org/officeDocument/2006/relationships/tags" Target="../tags/tag564.xml"/><Relationship Id="rId3" Type="http://schemas.openxmlformats.org/officeDocument/2006/relationships/tags" Target="../tags/tag563.xml"/><Relationship Id="rId2" Type="http://schemas.openxmlformats.org/officeDocument/2006/relationships/tags" Target="../tags/tag562.xml"/><Relationship Id="rId1" Type="http://schemas.openxmlformats.org/officeDocument/2006/relationships/tags" Target="../tags/tag561.xml"/></Relationships>
</file>

<file path=ppt/slides/_rels/slide37.xml.rels><?xml version="1.0" encoding="UTF-8" standalone="yes"?>
<Relationships xmlns="http://schemas.openxmlformats.org/package/2006/relationships"><Relationship Id="rId9" Type="http://schemas.openxmlformats.org/officeDocument/2006/relationships/tags" Target="../tags/tag572.xml"/><Relationship Id="rId8" Type="http://schemas.openxmlformats.org/officeDocument/2006/relationships/tags" Target="../tags/tag571.xml"/><Relationship Id="rId7" Type="http://schemas.openxmlformats.org/officeDocument/2006/relationships/image" Target="../media/image120.jpeg"/><Relationship Id="rId6" Type="http://schemas.openxmlformats.org/officeDocument/2006/relationships/image" Target="../media/image119.jpeg"/><Relationship Id="rId5" Type="http://schemas.openxmlformats.org/officeDocument/2006/relationships/tags" Target="../tags/tag570.xml"/><Relationship Id="rId4" Type="http://schemas.openxmlformats.org/officeDocument/2006/relationships/tags" Target="../tags/tag569.xml"/><Relationship Id="rId3" Type="http://schemas.openxmlformats.org/officeDocument/2006/relationships/tags" Target="../tags/tag568.xml"/><Relationship Id="rId2" Type="http://schemas.openxmlformats.org/officeDocument/2006/relationships/tags" Target="../tags/tag567.xml"/><Relationship Id="rId11" Type="http://schemas.openxmlformats.org/officeDocument/2006/relationships/slideLayout" Target="../slideLayouts/slideLayout27.xml"/><Relationship Id="rId10" Type="http://schemas.openxmlformats.org/officeDocument/2006/relationships/tags" Target="../tags/tag573.xml"/><Relationship Id="rId1" Type="http://schemas.openxmlformats.org/officeDocument/2006/relationships/tags" Target="../tags/tag566.xml"/></Relationships>
</file>

<file path=ppt/slides/_rels/slide38.xml.rels><?xml version="1.0" encoding="UTF-8" standalone="yes"?>
<Relationships xmlns="http://schemas.openxmlformats.org/package/2006/relationships"><Relationship Id="rId9" Type="http://schemas.openxmlformats.org/officeDocument/2006/relationships/tags" Target="../tags/tag581.xml"/><Relationship Id="rId8" Type="http://schemas.openxmlformats.org/officeDocument/2006/relationships/tags" Target="../tags/tag580.xml"/><Relationship Id="rId7" Type="http://schemas.openxmlformats.org/officeDocument/2006/relationships/tags" Target="../tags/tag579.xml"/><Relationship Id="rId6" Type="http://schemas.openxmlformats.org/officeDocument/2006/relationships/image" Target="../media/image121.jpeg"/><Relationship Id="rId5" Type="http://schemas.openxmlformats.org/officeDocument/2006/relationships/tags" Target="../tags/tag578.xml"/><Relationship Id="rId4" Type="http://schemas.openxmlformats.org/officeDocument/2006/relationships/tags" Target="../tags/tag577.xml"/><Relationship Id="rId3" Type="http://schemas.openxmlformats.org/officeDocument/2006/relationships/tags" Target="../tags/tag576.xml"/><Relationship Id="rId2" Type="http://schemas.openxmlformats.org/officeDocument/2006/relationships/tags" Target="../tags/tag575.xml"/><Relationship Id="rId10" Type="http://schemas.openxmlformats.org/officeDocument/2006/relationships/slideLayout" Target="../slideLayouts/slideLayout27.xml"/><Relationship Id="rId1" Type="http://schemas.openxmlformats.org/officeDocument/2006/relationships/tags" Target="../tags/tag574.xml"/></Relationships>
</file>

<file path=ppt/slides/_rels/slide39.xml.rels><?xml version="1.0" encoding="UTF-8" standalone="yes"?>
<Relationships xmlns="http://schemas.openxmlformats.org/package/2006/relationships"><Relationship Id="rId9" Type="http://schemas.openxmlformats.org/officeDocument/2006/relationships/tags" Target="../tags/tag588.xml"/><Relationship Id="rId8" Type="http://schemas.openxmlformats.org/officeDocument/2006/relationships/tags" Target="../tags/tag587.xml"/><Relationship Id="rId7" Type="http://schemas.openxmlformats.org/officeDocument/2006/relationships/image" Target="../media/image123.png"/><Relationship Id="rId6" Type="http://schemas.openxmlformats.org/officeDocument/2006/relationships/image" Target="../media/image122.png"/><Relationship Id="rId5" Type="http://schemas.openxmlformats.org/officeDocument/2006/relationships/tags" Target="../tags/tag586.xml"/><Relationship Id="rId4" Type="http://schemas.openxmlformats.org/officeDocument/2006/relationships/tags" Target="../tags/tag585.xml"/><Relationship Id="rId3" Type="http://schemas.openxmlformats.org/officeDocument/2006/relationships/tags" Target="../tags/tag584.xml"/><Relationship Id="rId2" Type="http://schemas.openxmlformats.org/officeDocument/2006/relationships/tags" Target="../tags/tag583.xml"/><Relationship Id="rId11" Type="http://schemas.openxmlformats.org/officeDocument/2006/relationships/slideLayout" Target="../slideLayouts/slideLayout27.xml"/><Relationship Id="rId10" Type="http://schemas.openxmlformats.org/officeDocument/2006/relationships/tags" Target="../tags/tag589.xml"/><Relationship Id="rId1" Type="http://schemas.openxmlformats.org/officeDocument/2006/relationships/tags" Target="../tags/tag582.xml"/></Relationships>
</file>

<file path=ppt/slides/_rels/slide40.xml.rels><?xml version="1.0" encoding="UTF-8" standalone="yes"?>
<Relationships xmlns="http://schemas.openxmlformats.org/package/2006/relationships"><Relationship Id="rId9" Type="http://schemas.openxmlformats.org/officeDocument/2006/relationships/tags" Target="../tags/tag597.xml"/><Relationship Id="rId8" Type="http://schemas.openxmlformats.org/officeDocument/2006/relationships/tags" Target="../tags/tag596.xml"/><Relationship Id="rId7" Type="http://schemas.openxmlformats.org/officeDocument/2006/relationships/tags" Target="../tags/tag595.xml"/><Relationship Id="rId6" Type="http://schemas.openxmlformats.org/officeDocument/2006/relationships/image" Target="../media/image124.png"/><Relationship Id="rId5" Type="http://schemas.openxmlformats.org/officeDocument/2006/relationships/tags" Target="../tags/tag594.xml"/><Relationship Id="rId4" Type="http://schemas.openxmlformats.org/officeDocument/2006/relationships/tags" Target="../tags/tag593.xml"/><Relationship Id="rId3" Type="http://schemas.openxmlformats.org/officeDocument/2006/relationships/tags" Target="../tags/tag592.xml"/><Relationship Id="rId2" Type="http://schemas.openxmlformats.org/officeDocument/2006/relationships/tags" Target="../tags/tag591.xml"/><Relationship Id="rId10" Type="http://schemas.openxmlformats.org/officeDocument/2006/relationships/slideLayout" Target="../slideLayouts/slideLayout27.xml"/><Relationship Id="rId1" Type="http://schemas.openxmlformats.org/officeDocument/2006/relationships/tags" Target="../tags/tag590.xml"/></Relationships>
</file>

<file path=ppt/slides/_rels/slide41.xml.rels><?xml version="1.0" encoding="UTF-8" standalone="yes"?>
<Relationships xmlns="http://schemas.openxmlformats.org/package/2006/relationships"><Relationship Id="rId9" Type="http://schemas.openxmlformats.org/officeDocument/2006/relationships/tags" Target="../tags/tag605.xml"/><Relationship Id="rId8" Type="http://schemas.openxmlformats.org/officeDocument/2006/relationships/tags" Target="../tags/tag604.xml"/><Relationship Id="rId7" Type="http://schemas.openxmlformats.org/officeDocument/2006/relationships/tags" Target="../tags/tag603.xml"/><Relationship Id="rId6" Type="http://schemas.openxmlformats.org/officeDocument/2006/relationships/image" Target="../media/image125.png"/><Relationship Id="rId5" Type="http://schemas.openxmlformats.org/officeDocument/2006/relationships/tags" Target="../tags/tag602.xml"/><Relationship Id="rId4" Type="http://schemas.openxmlformats.org/officeDocument/2006/relationships/tags" Target="../tags/tag601.xml"/><Relationship Id="rId3" Type="http://schemas.openxmlformats.org/officeDocument/2006/relationships/tags" Target="../tags/tag600.xml"/><Relationship Id="rId2" Type="http://schemas.openxmlformats.org/officeDocument/2006/relationships/tags" Target="../tags/tag599.xml"/><Relationship Id="rId10" Type="http://schemas.openxmlformats.org/officeDocument/2006/relationships/slideLayout" Target="../slideLayouts/slideLayout27.xml"/><Relationship Id="rId1" Type="http://schemas.openxmlformats.org/officeDocument/2006/relationships/tags" Target="../tags/tag598.xml"/></Relationships>
</file>

<file path=ppt/slides/_rels/slide4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612.xml"/><Relationship Id="rId7" Type="http://schemas.openxmlformats.org/officeDocument/2006/relationships/image" Target="../media/image126.png"/><Relationship Id="rId6" Type="http://schemas.openxmlformats.org/officeDocument/2006/relationships/tags" Target="../tags/tag611.xml"/><Relationship Id="rId5" Type="http://schemas.openxmlformats.org/officeDocument/2006/relationships/tags" Target="../tags/tag610.xml"/><Relationship Id="rId4" Type="http://schemas.openxmlformats.org/officeDocument/2006/relationships/tags" Target="../tags/tag609.xml"/><Relationship Id="rId3" Type="http://schemas.openxmlformats.org/officeDocument/2006/relationships/tags" Target="../tags/tag608.xml"/><Relationship Id="rId2" Type="http://schemas.openxmlformats.org/officeDocument/2006/relationships/tags" Target="../tags/tag607.xml"/><Relationship Id="rId1" Type="http://schemas.openxmlformats.org/officeDocument/2006/relationships/tags" Target="../tags/tag606.xml"/></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tags" Target="../tags/tag619.xml"/><Relationship Id="rId6" Type="http://schemas.openxmlformats.org/officeDocument/2006/relationships/tags" Target="../tags/tag618.xml"/><Relationship Id="rId5" Type="http://schemas.openxmlformats.org/officeDocument/2006/relationships/tags" Target="../tags/tag617.xml"/><Relationship Id="rId4" Type="http://schemas.openxmlformats.org/officeDocument/2006/relationships/tags" Target="../tags/tag616.xml"/><Relationship Id="rId3" Type="http://schemas.openxmlformats.org/officeDocument/2006/relationships/tags" Target="../tags/tag615.xml"/><Relationship Id="rId2" Type="http://schemas.openxmlformats.org/officeDocument/2006/relationships/tags" Target="../tags/tag614.xml"/><Relationship Id="rId1" Type="http://schemas.openxmlformats.org/officeDocument/2006/relationships/tags" Target="../tags/tag613.xml"/></Relationships>
</file>

<file path=ppt/slides/_rels/slide44.xml.rels><?xml version="1.0" encoding="UTF-8" standalone="yes"?>
<Relationships xmlns="http://schemas.openxmlformats.org/package/2006/relationships"><Relationship Id="rId9" Type="http://schemas.openxmlformats.org/officeDocument/2006/relationships/tags" Target="../tags/tag626.xml"/><Relationship Id="rId8" Type="http://schemas.openxmlformats.org/officeDocument/2006/relationships/tags" Target="../tags/tag625.xml"/><Relationship Id="rId7" Type="http://schemas.openxmlformats.org/officeDocument/2006/relationships/image" Target="../media/image128.jpeg"/><Relationship Id="rId6" Type="http://schemas.openxmlformats.org/officeDocument/2006/relationships/image" Target="../media/image127.png"/><Relationship Id="rId5" Type="http://schemas.openxmlformats.org/officeDocument/2006/relationships/tags" Target="../tags/tag624.xml"/><Relationship Id="rId4" Type="http://schemas.openxmlformats.org/officeDocument/2006/relationships/tags" Target="../tags/tag623.xml"/><Relationship Id="rId3" Type="http://schemas.openxmlformats.org/officeDocument/2006/relationships/tags" Target="../tags/tag622.xml"/><Relationship Id="rId2" Type="http://schemas.openxmlformats.org/officeDocument/2006/relationships/tags" Target="../tags/tag621.xml"/><Relationship Id="rId10" Type="http://schemas.openxmlformats.org/officeDocument/2006/relationships/slideLayout" Target="../slideLayouts/slideLayout27.xml"/><Relationship Id="rId1" Type="http://schemas.openxmlformats.org/officeDocument/2006/relationships/tags" Target="../tags/tag620.xml"/></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634.xml"/><Relationship Id="rId7" Type="http://schemas.openxmlformats.org/officeDocument/2006/relationships/tags" Target="../tags/tag633.xml"/><Relationship Id="rId6" Type="http://schemas.openxmlformats.org/officeDocument/2006/relationships/tags" Target="../tags/tag632.xml"/><Relationship Id="rId5" Type="http://schemas.openxmlformats.org/officeDocument/2006/relationships/tags" Target="../tags/tag631.xml"/><Relationship Id="rId4" Type="http://schemas.openxmlformats.org/officeDocument/2006/relationships/tags" Target="../tags/tag630.xml"/><Relationship Id="rId3" Type="http://schemas.openxmlformats.org/officeDocument/2006/relationships/tags" Target="../tags/tag629.xml"/><Relationship Id="rId2" Type="http://schemas.openxmlformats.org/officeDocument/2006/relationships/tags" Target="../tags/tag628.xml"/><Relationship Id="rId1" Type="http://schemas.openxmlformats.org/officeDocument/2006/relationships/tags" Target="../tags/tag627.xml"/></Relationships>
</file>

<file path=ppt/slides/_rels/slide46.xml.rels><?xml version="1.0" encoding="UTF-8" standalone="yes"?>
<Relationships xmlns="http://schemas.openxmlformats.org/package/2006/relationships"><Relationship Id="rId9" Type="http://schemas.openxmlformats.org/officeDocument/2006/relationships/tags" Target="../tags/tag642.xml"/><Relationship Id="rId8" Type="http://schemas.openxmlformats.org/officeDocument/2006/relationships/tags" Target="../tags/tag641.xml"/><Relationship Id="rId7" Type="http://schemas.openxmlformats.org/officeDocument/2006/relationships/tags" Target="../tags/tag640.xml"/><Relationship Id="rId6" Type="http://schemas.openxmlformats.org/officeDocument/2006/relationships/image" Target="../media/image129.png"/><Relationship Id="rId5" Type="http://schemas.openxmlformats.org/officeDocument/2006/relationships/tags" Target="../tags/tag639.xml"/><Relationship Id="rId4" Type="http://schemas.openxmlformats.org/officeDocument/2006/relationships/tags" Target="../tags/tag638.xml"/><Relationship Id="rId3" Type="http://schemas.openxmlformats.org/officeDocument/2006/relationships/tags" Target="../tags/tag637.xml"/><Relationship Id="rId2" Type="http://schemas.openxmlformats.org/officeDocument/2006/relationships/tags" Target="../tags/tag636.xml"/><Relationship Id="rId10" Type="http://schemas.openxmlformats.org/officeDocument/2006/relationships/slideLayout" Target="../slideLayouts/slideLayout27.xml"/><Relationship Id="rId1" Type="http://schemas.openxmlformats.org/officeDocument/2006/relationships/tags" Target="../tags/tag635.xml"/></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650.xml"/><Relationship Id="rId7" Type="http://schemas.openxmlformats.org/officeDocument/2006/relationships/tags" Target="../tags/tag649.xml"/><Relationship Id="rId6" Type="http://schemas.openxmlformats.org/officeDocument/2006/relationships/tags" Target="../tags/tag648.xml"/><Relationship Id="rId5" Type="http://schemas.openxmlformats.org/officeDocument/2006/relationships/tags" Target="../tags/tag647.xml"/><Relationship Id="rId4" Type="http://schemas.openxmlformats.org/officeDocument/2006/relationships/tags" Target="../tags/tag646.xml"/><Relationship Id="rId3" Type="http://schemas.openxmlformats.org/officeDocument/2006/relationships/tags" Target="../tags/tag645.xml"/><Relationship Id="rId2" Type="http://schemas.openxmlformats.org/officeDocument/2006/relationships/tags" Target="../tags/tag644.xml"/><Relationship Id="rId1" Type="http://schemas.openxmlformats.org/officeDocument/2006/relationships/tags" Target="../tags/tag643.xml"/></Relationships>
</file>

<file path=ppt/slides/_rels/slide48.xml.rels><?xml version="1.0" encoding="UTF-8" standalone="yes"?>
<Relationships xmlns="http://schemas.openxmlformats.org/package/2006/relationships"><Relationship Id="rId9" Type="http://schemas.openxmlformats.org/officeDocument/2006/relationships/tags" Target="../tags/tag658.xml"/><Relationship Id="rId8" Type="http://schemas.openxmlformats.org/officeDocument/2006/relationships/image" Target="../media/image130.jpeg"/><Relationship Id="rId7" Type="http://schemas.openxmlformats.org/officeDocument/2006/relationships/tags" Target="../tags/tag657.xml"/><Relationship Id="rId6" Type="http://schemas.openxmlformats.org/officeDocument/2006/relationships/tags" Target="../tags/tag656.xml"/><Relationship Id="rId5" Type="http://schemas.openxmlformats.org/officeDocument/2006/relationships/tags" Target="../tags/tag655.xml"/><Relationship Id="rId4" Type="http://schemas.openxmlformats.org/officeDocument/2006/relationships/tags" Target="../tags/tag654.xml"/><Relationship Id="rId3" Type="http://schemas.openxmlformats.org/officeDocument/2006/relationships/tags" Target="../tags/tag653.xml"/><Relationship Id="rId2" Type="http://schemas.openxmlformats.org/officeDocument/2006/relationships/tags" Target="../tags/tag652.xml"/><Relationship Id="rId12" Type="http://schemas.openxmlformats.org/officeDocument/2006/relationships/slideLayout" Target="../slideLayouts/slideLayout27.xml"/><Relationship Id="rId11" Type="http://schemas.openxmlformats.org/officeDocument/2006/relationships/tags" Target="../tags/tag660.xml"/><Relationship Id="rId10" Type="http://schemas.openxmlformats.org/officeDocument/2006/relationships/tags" Target="../tags/tag659.xml"/><Relationship Id="rId1" Type="http://schemas.openxmlformats.org/officeDocument/2006/relationships/tags" Target="../tags/tag651.xml"/></Relationships>
</file>

<file path=ppt/slides/_rels/slide49.xml.rels><?xml version="1.0" encoding="UTF-8" standalone="yes"?>
<Relationships xmlns="http://schemas.openxmlformats.org/package/2006/relationships"><Relationship Id="rId9" Type="http://schemas.openxmlformats.org/officeDocument/2006/relationships/tags" Target="../tags/tag668.xml"/><Relationship Id="rId8" Type="http://schemas.openxmlformats.org/officeDocument/2006/relationships/tags" Target="../tags/tag667.xml"/><Relationship Id="rId7" Type="http://schemas.openxmlformats.org/officeDocument/2006/relationships/tags" Target="../tags/tag666.xml"/><Relationship Id="rId6" Type="http://schemas.openxmlformats.org/officeDocument/2006/relationships/image" Target="../media/image131.png"/><Relationship Id="rId5" Type="http://schemas.openxmlformats.org/officeDocument/2006/relationships/tags" Target="../tags/tag665.xml"/><Relationship Id="rId4" Type="http://schemas.openxmlformats.org/officeDocument/2006/relationships/tags" Target="../tags/tag664.xml"/><Relationship Id="rId3" Type="http://schemas.openxmlformats.org/officeDocument/2006/relationships/tags" Target="../tags/tag663.xml"/><Relationship Id="rId2" Type="http://schemas.openxmlformats.org/officeDocument/2006/relationships/tags" Target="../tags/tag662.xml"/><Relationship Id="rId10" Type="http://schemas.openxmlformats.org/officeDocument/2006/relationships/slideLayout" Target="../slideLayouts/slideLayout27.xml"/><Relationship Id="rId1" Type="http://schemas.openxmlformats.org/officeDocument/2006/relationships/tags" Target="../tags/tag661.xml"/></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675.xml"/><Relationship Id="rId7" Type="http://schemas.openxmlformats.org/officeDocument/2006/relationships/tags" Target="../tags/tag674.xml"/><Relationship Id="rId6" Type="http://schemas.openxmlformats.org/officeDocument/2006/relationships/image" Target="../media/image132.png"/><Relationship Id="rId5" Type="http://schemas.openxmlformats.org/officeDocument/2006/relationships/tags" Target="../tags/tag673.xml"/><Relationship Id="rId4" Type="http://schemas.openxmlformats.org/officeDocument/2006/relationships/tags" Target="../tags/tag672.xml"/><Relationship Id="rId3" Type="http://schemas.openxmlformats.org/officeDocument/2006/relationships/tags" Target="../tags/tag671.xml"/><Relationship Id="rId2" Type="http://schemas.openxmlformats.org/officeDocument/2006/relationships/tags" Target="../tags/tag670.xml"/><Relationship Id="rId1" Type="http://schemas.openxmlformats.org/officeDocument/2006/relationships/tags" Target="../tags/tag669.xml"/></Relationships>
</file>

<file path=ppt/slides/_rels/slide51.xml.rels><?xml version="1.0" encoding="UTF-8" standalone="yes"?>
<Relationships xmlns="http://schemas.openxmlformats.org/package/2006/relationships"><Relationship Id="rId9" Type="http://schemas.openxmlformats.org/officeDocument/2006/relationships/tags" Target="../tags/tag683.xml"/><Relationship Id="rId8" Type="http://schemas.openxmlformats.org/officeDocument/2006/relationships/tags" Target="../tags/tag682.xml"/><Relationship Id="rId7" Type="http://schemas.openxmlformats.org/officeDocument/2006/relationships/tags" Target="../tags/tag681.xml"/><Relationship Id="rId6" Type="http://schemas.openxmlformats.org/officeDocument/2006/relationships/image" Target="../media/image133.png"/><Relationship Id="rId5" Type="http://schemas.openxmlformats.org/officeDocument/2006/relationships/tags" Target="../tags/tag680.xml"/><Relationship Id="rId4" Type="http://schemas.openxmlformats.org/officeDocument/2006/relationships/tags" Target="../tags/tag679.xml"/><Relationship Id="rId3" Type="http://schemas.openxmlformats.org/officeDocument/2006/relationships/tags" Target="../tags/tag678.xml"/><Relationship Id="rId2" Type="http://schemas.openxmlformats.org/officeDocument/2006/relationships/tags" Target="../tags/tag677.xml"/><Relationship Id="rId10" Type="http://schemas.openxmlformats.org/officeDocument/2006/relationships/slideLayout" Target="../slideLayouts/slideLayout27.xml"/><Relationship Id="rId1" Type="http://schemas.openxmlformats.org/officeDocument/2006/relationships/tags" Target="../tags/tag676.xml"/></Relationships>
</file>

<file path=ppt/slides/_rels/slide52.xml.rels><?xml version="1.0" encoding="UTF-8" standalone="yes"?>
<Relationships xmlns="http://schemas.openxmlformats.org/package/2006/relationships"><Relationship Id="rId9" Type="http://schemas.openxmlformats.org/officeDocument/2006/relationships/tags" Target="../tags/tag690.xml"/><Relationship Id="rId8" Type="http://schemas.openxmlformats.org/officeDocument/2006/relationships/tags" Target="../tags/tag689.xml"/><Relationship Id="rId7" Type="http://schemas.openxmlformats.org/officeDocument/2006/relationships/image" Target="../media/image135.png"/><Relationship Id="rId6" Type="http://schemas.openxmlformats.org/officeDocument/2006/relationships/image" Target="../media/image134.png"/><Relationship Id="rId5" Type="http://schemas.openxmlformats.org/officeDocument/2006/relationships/tags" Target="../tags/tag688.xml"/><Relationship Id="rId4" Type="http://schemas.openxmlformats.org/officeDocument/2006/relationships/tags" Target="../tags/tag687.xml"/><Relationship Id="rId3" Type="http://schemas.openxmlformats.org/officeDocument/2006/relationships/tags" Target="../tags/tag686.xml"/><Relationship Id="rId2" Type="http://schemas.openxmlformats.org/officeDocument/2006/relationships/tags" Target="../tags/tag685.xml"/><Relationship Id="rId11" Type="http://schemas.openxmlformats.org/officeDocument/2006/relationships/slideLayout" Target="../slideLayouts/slideLayout27.xml"/><Relationship Id="rId10" Type="http://schemas.openxmlformats.org/officeDocument/2006/relationships/tags" Target="../tags/tag691.xml"/><Relationship Id="rId1" Type="http://schemas.openxmlformats.org/officeDocument/2006/relationships/tags" Target="../tags/tag684.xml"/></Relationships>
</file>

<file path=ppt/slides/_rels/slide53.xml.rels><?xml version="1.0" encoding="UTF-8" standalone="yes"?>
<Relationships xmlns="http://schemas.openxmlformats.org/package/2006/relationships"><Relationship Id="rId9" Type="http://schemas.openxmlformats.org/officeDocument/2006/relationships/tags" Target="../tags/tag699.xml"/><Relationship Id="rId8" Type="http://schemas.openxmlformats.org/officeDocument/2006/relationships/tags" Target="../tags/tag698.xml"/><Relationship Id="rId7" Type="http://schemas.openxmlformats.org/officeDocument/2006/relationships/tags" Target="../tags/tag697.xml"/><Relationship Id="rId6" Type="http://schemas.openxmlformats.org/officeDocument/2006/relationships/image" Target="../media/image136.png"/><Relationship Id="rId5" Type="http://schemas.openxmlformats.org/officeDocument/2006/relationships/tags" Target="../tags/tag696.xml"/><Relationship Id="rId4" Type="http://schemas.openxmlformats.org/officeDocument/2006/relationships/tags" Target="../tags/tag695.xml"/><Relationship Id="rId3" Type="http://schemas.openxmlformats.org/officeDocument/2006/relationships/tags" Target="../tags/tag694.xml"/><Relationship Id="rId2" Type="http://schemas.openxmlformats.org/officeDocument/2006/relationships/tags" Target="../tags/tag693.xml"/><Relationship Id="rId11" Type="http://schemas.openxmlformats.org/officeDocument/2006/relationships/slideLayout" Target="../slideLayouts/slideLayout27.xml"/><Relationship Id="rId10" Type="http://schemas.openxmlformats.org/officeDocument/2006/relationships/tags" Target="../tags/tag700.xml"/><Relationship Id="rId1" Type="http://schemas.openxmlformats.org/officeDocument/2006/relationships/tags" Target="../tags/tag69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custDataLst>
              <p:tags r:id="rId1"/>
            </p:custDataLst>
          </p:nvPr>
        </p:nvSpPr>
        <p:spPr>
          <a:xfrm>
            <a:off x="1857375" y="2868295"/>
            <a:ext cx="8498840" cy="1068070"/>
          </a:xfrm>
        </p:spPr>
        <p:txBody>
          <a:bodyPr>
            <a:normAutofit fontScale="90000"/>
          </a:bodyPr>
          <a:p>
            <a:pPr marL="0" indent="0" algn="ctr">
              <a:lnSpc>
                <a:spcPct val="100000"/>
              </a:lnSpc>
              <a:spcBef>
                <a:spcPts val="0"/>
              </a:spcBef>
              <a:spcAft>
                <a:spcPts val="0"/>
              </a:spcAft>
              <a:buSzPct val="100000"/>
              <a:buNone/>
            </a:pPr>
            <a:r>
              <a:rPr lang="zh-CN" altLang="en-US" sz="6000" dirty="0">
                <a:solidFill>
                  <a:schemeClr val="accent1">
                    <a:lumMod val="50000"/>
                  </a:schemeClr>
                </a:solidFill>
                <a:ea typeface="微软雅黑" panose="020B0503020204020204" pitchFamily="34" charset="-122"/>
              </a:rPr>
              <a:t>线性代数（第一至</a:t>
            </a:r>
            <a:r>
              <a:rPr lang="zh-CN" altLang="en-US" sz="6000" dirty="0">
                <a:solidFill>
                  <a:schemeClr val="accent1">
                    <a:lumMod val="50000"/>
                  </a:schemeClr>
                </a:solidFill>
                <a:ea typeface="微软雅黑" panose="020B0503020204020204" pitchFamily="34" charset="-122"/>
              </a:rPr>
              <a:t>三章）</a:t>
            </a:r>
            <a:endParaRPr lang="zh-CN" altLang="en-US" sz="6000" dirty="0">
              <a:solidFill>
                <a:schemeClr val="accent1">
                  <a:lumMod val="50000"/>
                </a:schemeClr>
              </a:solidFill>
              <a:ea typeface="微软雅黑" panose="020B0503020204020204" pitchFamily="34" charset="-122"/>
            </a:endParaRPr>
          </a:p>
        </p:txBody>
      </p:sp>
      <p:sp>
        <p:nvSpPr>
          <p:cNvPr id="6" name="副标题 5"/>
          <p:cNvSpPr>
            <a:spLocks noGrp="1"/>
          </p:cNvSpPr>
          <p:nvPr>
            <p:ph type="subTitle" idx="1"/>
            <p:custDataLst>
              <p:tags r:id="rId2"/>
            </p:custDataLst>
          </p:nvPr>
        </p:nvSpPr>
        <p:spPr/>
        <p:txBody>
          <a:bodyPr>
            <a:noAutofit/>
          </a:bodyPr>
          <a:p>
            <a:pPr marL="0" lvl="0" indent="0" algn="ctr">
              <a:lnSpc>
                <a:spcPct val="100000"/>
              </a:lnSpc>
              <a:spcBef>
                <a:spcPts val="0"/>
              </a:spcBef>
              <a:spcAft>
                <a:spcPts val="1000"/>
              </a:spcAft>
              <a:buSzPct val="100000"/>
              <a:buNone/>
            </a:pPr>
            <a:r>
              <a:rPr lang="en-US" altLang="zh-CN" sz="3600" dirty="0">
                <a:solidFill>
                  <a:schemeClr val="dk1">
                    <a:lumMod val="75000"/>
                    <a:lumOff val="25000"/>
                  </a:schemeClr>
                </a:solidFill>
              </a:rPr>
              <a:t>——电信2308</a:t>
            </a:r>
            <a:endParaRPr lang="en-US" altLang="zh-CN" sz="3600" dirty="0">
              <a:solidFill>
                <a:schemeClr val="dk1">
                  <a:lumMod val="75000"/>
                  <a:lumOff val="25000"/>
                </a:schemeClr>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custDataLst>
              <p:tags r:id="rId1"/>
            </p:custDataLst>
          </p:nvPr>
        </p:nvSpPr>
        <p:spPr/>
        <p:txBody>
          <a:bodyPr rtlCol="0"/>
          <a:p>
            <a:pPr rtl="0"/>
            <a:fld id="{19B51A1E-902D-48AF-9020-955120F399B6}" type="slidenum">
              <a:rPr lang="en-ZA" altLang="zh-CN" smtClean="0">
                <a:solidFill>
                  <a:schemeClr val="dk1">
                    <a:tint val="75000"/>
                    <a:lumMod val="85000"/>
                    <a:lumOff val="15000"/>
                  </a:schemeClr>
                </a:solidFill>
              </a:rPr>
            </a:fld>
            <a:endParaRPr lang="en-ZA" altLang="zh-CN" dirty="0" smtClean="0">
              <a:solidFill>
                <a:schemeClr val="dk1">
                  <a:tint val="75000"/>
                  <a:lumMod val="85000"/>
                  <a:lumOff val="15000"/>
                </a:schemeClr>
              </a:solidFill>
            </a:endParaRPr>
          </a:p>
        </p:txBody>
      </p:sp>
      <p:sp>
        <p:nvSpPr>
          <p:cNvPr id="9" name="18"/>
          <p:cNvSpPr txBox="1"/>
          <p:nvPr>
            <p:custDataLst>
              <p:tags r:id="rId2"/>
            </p:custDataLst>
          </p:nvPr>
        </p:nvSpPr>
        <p:spPr>
          <a:xfrm>
            <a:off x="4997027" y="1844248"/>
            <a:ext cx="2197946" cy="1200329"/>
          </a:xfrm>
          <a:prstGeom prst="rect">
            <a:avLst/>
          </a:prstGeom>
          <a:noFill/>
        </p:spPr>
        <p:txBody>
          <a:bodyPr wrap="square" rtlCol="0">
            <a:normAutofit/>
          </a:bodyPr>
          <a:p>
            <a:pPr algn="ctr"/>
            <a:r>
              <a:rPr lang="en-US" altLang="zh-CN" sz="7200" b="1">
                <a:solidFill>
                  <a:schemeClr val="accent1">
                    <a:lumMod val="50000"/>
                  </a:schemeClr>
                </a:solidFill>
                <a:latin typeface="Arial" panose="020B0604020202020204" pitchFamily="34" charset="0"/>
                <a:ea typeface="微软雅黑" panose="020B0503020204020204" pitchFamily="34" charset="-122"/>
              </a:rPr>
              <a:t>01</a:t>
            </a:r>
            <a:endParaRPr lang="en-US" altLang="zh-CN" sz="7200" b="1">
              <a:solidFill>
                <a:schemeClr val="accent1">
                  <a:lumMod val="50000"/>
                </a:schemeClr>
              </a:solidFill>
              <a:latin typeface="Arial" panose="020B0604020202020204" pitchFamily="34" charset="0"/>
              <a:ea typeface="微软雅黑" panose="020B0503020204020204" pitchFamily="34" charset="-122"/>
            </a:endParaRPr>
          </a:p>
        </p:txBody>
      </p:sp>
      <p:sp>
        <p:nvSpPr>
          <p:cNvPr id="3" name="标题 2"/>
          <p:cNvSpPr>
            <a:spLocks noGrp="1"/>
          </p:cNvSpPr>
          <p:nvPr>
            <p:ph type="title"/>
            <p:custDataLst>
              <p:tags r:id="rId3"/>
            </p:custDataLst>
          </p:nvPr>
        </p:nvSpPr>
        <p:spPr/>
        <p:txBody>
          <a:bodyPr>
            <a:normAutofit/>
          </a:bodyPr>
          <a:p>
            <a:pPr marL="0" lvl="0" indent="0" algn="ctr">
              <a:lnSpc>
                <a:spcPct val="100000"/>
              </a:lnSpc>
              <a:spcBef>
                <a:spcPts val="0"/>
              </a:spcBef>
              <a:spcAft>
                <a:spcPts val="0"/>
              </a:spcAft>
              <a:buSzPct val="100000"/>
              <a:buNone/>
            </a:pPr>
            <a:r>
              <a:rPr lang="zh-CN" altLang="en-US" sz="4400" dirty="0">
                <a:solidFill>
                  <a:schemeClr val="accent1">
                    <a:lumMod val="50000"/>
                  </a:schemeClr>
                </a:solidFill>
                <a:ea typeface="微软雅黑" panose="020B0503020204020204" pitchFamily="34" charset="-122"/>
              </a:rPr>
              <a:t>第一章</a:t>
            </a:r>
            <a:endParaRPr lang="zh-CN" altLang="en-US" sz="4400" dirty="0">
              <a:solidFill>
                <a:schemeClr val="accent1">
                  <a:lumMod val="50000"/>
                </a:schemeClr>
              </a:solidFill>
              <a:ea typeface="微软雅黑" panose="020B0503020204020204" pitchFamily="34" charset="-122"/>
            </a:endParaRPr>
          </a:p>
        </p:txBody>
      </p:sp>
      <p:sp>
        <p:nvSpPr>
          <p:cNvPr id="5" name="文本占位符 4"/>
          <p:cNvSpPr>
            <a:spLocks noGrp="1"/>
          </p:cNvSpPr>
          <p:nvPr>
            <p:ph type="body" idx="1"/>
            <p:custDataLst>
              <p:tags r:id="rId4"/>
            </p:custDataLst>
          </p:nvPr>
        </p:nvSpPr>
        <p:spPr/>
        <p:txBody>
          <a:bodyPr>
            <a:normAutofit fontScale="50000"/>
          </a:bodyPr>
          <a:p>
            <a:pPr marL="0" lvl="0" indent="0" algn="ctr">
              <a:lnSpc>
                <a:spcPct val="130000"/>
              </a:lnSpc>
              <a:spcBef>
                <a:spcPts val="0"/>
              </a:spcBef>
              <a:spcAft>
                <a:spcPts val="1000"/>
              </a:spcAft>
              <a:buSzPct val="100000"/>
              <a:buNone/>
            </a:pPr>
            <a:r>
              <a:rPr lang="zh-CN" altLang="en-US" sz="2000" dirty="0">
                <a:solidFill>
                  <a:schemeClr val="dk1">
                    <a:lumMod val="85000"/>
                    <a:lumOff val="15000"/>
                  </a:schemeClr>
                </a:solidFill>
              </a:rPr>
              <a:t>第一章作为最基础，同时也是最简单的一章，对于复习而言，我想大家对于知识点的关注是比较少的。所以，一些很基础的点我们不会展开，比如行列式的引入等。我们决定只展开几个重要的知识点，然后列举一些比较重要的题型。</a:t>
            </a:r>
            <a:endParaRPr lang="zh-CN" altLang="en-US" sz="2000" dirty="0">
              <a:solidFill>
                <a:schemeClr val="dk1">
                  <a:lumMod val="85000"/>
                  <a:lumOff val="15000"/>
                </a:schemeClr>
              </a:solidFill>
            </a:endParaRPr>
          </a:p>
        </p:txBody>
      </p:sp>
    </p:spTree>
    <p:custDataLst>
      <p:tags r:id="rId5"/>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 name="组合 3"/>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6" name="幻灯片编号占位符 5"/>
          <p:cNvSpPr>
            <a:spLocks noGrp="1"/>
          </p:cNvSpPr>
          <p:nvPr>
            <p:ph type="sldNum" sz="quarter" idx="12"/>
            <p:custDataLst>
              <p:tags r:id="rId6"/>
            </p:custDataLst>
          </p:nvPr>
        </p:nvSpPr>
        <p:spPr>
          <a:xfrm>
            <a:off x="8610600" y="6356350"/>
            <a:ext cx="2743200" cy="365125"/>
          </a:xfrm>
        </p:spPr>
        <p:txBody>
          <a:bodyPr rtlCol="0"/>
          <a:lstStyle/>
          <a:p>
            <a:pPr rtl="0"/>
            <a:fld id="{B5CEABB6-07DC-46E8-9B57-56EC44A396E5}" type="slidenum">
              <a:rPr lang="en-US" altLang="zh-CN" smtClean="0">
                <a:solidFill>
                  <a:schemeClr val="dk1">
                    <a:tint val="75000"/>
                  </a:schemeClr>
                </a:solidFill>
                <a:latin typeface="微软雅黑" panose="020B0503020204020204" pitchFamily="34" charset="-122"/>
                <a:ea typeface="微软雅黑" panose="020B0503020204020204" pitchFamily="34" charset="-122"/>
              </a:rPr>
            </a:fld>
            <a:endParaRPr lang="en-US" altLang="zh-CN" dirty="0" smtClean="0">
              <a:solidFill>
                <a:schemeClr val="dk1">
                  <a:tint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78460" y="581660"/>
            <a:ext cx="8113395" cy="810895"/>
          </a:xfrm>
          <a:prstGeom prst="rect">
            <a:avLst/>
          </a:prstGeom>
          <a:noFill/>
        </p:spPr>
        <p:txBody>
          <a:bodyPr wrap="square" rtlCol="0">
            <a:noAutofit/>
          </a:bodyPr>
          <a:lstStyle/>
          <a:p>
            <a:r>
              <a:rPr lang="zh-CN" altLang="en-US" sz="2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行列式性质：（用于化简行列式）</a:t>
            </a:r>
            <a:endParaRPr lang="zh-CN" alt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nvSpPr>
        <p:spPr>
          <a:xfrm>
            <a:off x="884555" y="396240"/>
            <a:ext cx="9117965" cy="6036310"/>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lang="en-US" sz="2800" kern="1200" cap="all" spc="150" baseline="0" dirty="0">
                <a:solidFill>
                  <a:schemeClr val="tx1"/>
                </a:solidFill>
                <a:latin typeface="Microsoft YaHei UI" panose="020B0503020204020204" pitchFamily="34" charset="-122"/>
                <a:ea typeface="Microsoft YaHei UI" panose="020B0503020204020204" pitchFamily="34" charset="-122"/>
                <a:cs typeface="+mj-cs"/>
              </a:defRPr>
            </a:lvl1pPr>
          </a:lstStyle>
          <a:p>
            <a:pPr rtl="0"/>
            <a:br>
              <a:rPr lang="en-US" altLang="zh-CN"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br>
              <a:rPr lang="zh-CN" altLang="en-US"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）行列互换（转置），行列式的值不变</a:t>
            </a:r>
            <a:b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b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）两行（列）互换，行列式变号</a:t>
            </a:r>
            <a:b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b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）提公因式：行列式的某一行（列）的所有元素都乘以同一数</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，等于用数</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乘此行列式</a:t>
            </a:r>
            <a:b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b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）拆列分配：行列式中如果某一行（列）的元素都是两组数之和，那么这个行列式就等于两个行列式之和。</a:t>
            </a:r>
            <a:b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b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）一行（列）乘</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加到另一行（列），行列式的值不变。</a:t>
            </a:r>
            <a:b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b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）两行成比例，行列式的值为</a:t>
            </a:r>
            <a:r>
              <a:rPr lang="en-US" altLang="zh-CN"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br>
              <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700" b="0" i="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1" name="组合 10"/>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6"/>
            </p:custDataLst>
          </p:nvPr>
        </p:nvSpPr>
        <p:spPr>
          <a:xfrm>
            <a:off x="1203158" y="433137"/>
            <a:ext cx="3265714" cy="368300"/>
          </a:xfrm>
          <a:prstGeom prst="rect">
            <a:avLst/>
          </a:prstGeom>
          <a:noFill/>
        </p:spPr>
        <p:txBody>
          <a:bodyPr wrap="square" rtlCol="0">
            <a:spAutoFit/>
          </a:bodyPr>
          <a:lstStyle/>
          <a:p>
            <a:r>
              <a:rPr lang="zh-CN" altLang="en-US" dirty="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dirty="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dirty="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计算 </a:t>
            </a:r>
            <a:r>
              <a:rPr lang="en-US" altLang="zh-CN" i="1" dirty="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dirty="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阶行列式</a:t>
            </a:r>
            <a:endParaRPr lang="zh-CN" altLang="en-US" dirty="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对象 122882"/>
          <p:cNvGraphicFramePr/>
          <p:nvPr/>
        </p:nvGraphicFramePr>
        <p:xfrm>
          <a:off x="472753" y="1282318"/>
          <a:ext cx="3338513" cy="2220912"/>
        </p:xfrm>
        <a:graphic>
          <a:graphicData uri="http://schemas.openxmlformats.org/presentationml/2006/ole">
            <mc:AlternateContent xmlns:mc="http://schemas.openxmlformats.org/markup-compatibility/2006">
              <mc:Choice xmlns:v="urn:schemas-microsoft-com:vml" Requires="v">
                <p:oleObj spid="_x0000_s4" name="" r:id="rId7" imgW="3340100" imgH="2222500" progId="Equation.3">
                  <p:embed/>
                </p:oleObj>
              </mc:Choice>
              <mc:Fallback>
                <p:oleObj name="" r:id="rId7" imgW="3340100" imgH="2222500" progId="Equation.3">
                  <p:embed/>
                  <p:pic>
                    <p:nvPicPr>
                      <p:cNvPr id="0" name="对象 12288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2753" y="1282318"/>
                        <a:ext cx="3338513" cy="222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文本框 122886"/>
          <p:cNvSpPr txBox="1">
            <a:spLocks noChangeArrowheads="1"/>
          </p:cNvSpPr>
          <p:nvPr>
            <p:custDataLst>
              <p:tags r:id="rId9"/>
            </p:custDataLst>
          </p:nvPr>
        </p:nvSpPr>
        <p:spPr bwMode="auto">
          <a:xfrm>
            <a:off x="5431398" y="924570"/>
            <a:ext cx="5595829"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解：将第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至 </a:t>
            </a:r>
            <a:r>
              <a:rPr lang="en-US" altLang="zh-CN"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列都加到第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列得</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7" name="对象 122884"/>
          <p:cNvGraphicFramePr/>
          <p:nvPr/>
        </p:nvGraphicFramePr>
        <p:xfrm>
          <a:off x="5852795" y="2018030"/>
          <a:ext cx="3808730" cy="2220595"/>
        </p:xfrm>
        <a:graphic>
          <a:graphicData uri="http://schemas.openxmlformats.org/presentationml/2006/ole">
            <mc:AlternateContent xmlns:mc="http://schemas.openxmlformats.org/markup-compatibility/2006">
              <mc:Choice xmlns:v="urn:schemas-microsoft-com:vml" Requires="v">
                <p:oleObj spid="_x0000_s8" name="" r:id="rId10" imgW="3810000" imgH="2222500" progId="Equation.3">
                  <p:embed/>
                </p:oleObj>
              </mc:Choice>
              <mc:Fallback>
                <p:oleObj name="" r:id="rId10" imgW="3810000" imgH="2222500" progId="Equation.3">
                  <p:embed/>
                  <p:pic>
                    <p:nvPicPr>
                      <p:cNvPr id="0" name="对象 12288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52795" y="2018030"/>
                        <a:ext cx="3808730" cy="2220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对象 122885"/>
          <p:cNvGraphicFramePr/>
          <p:nvPr/>
        </p:nvGraphicFramePr>
        <p:xfrm>
          <a:off x="5273675" y="2962910"/>
          <a:ext cx="533400" cy="266700"/>
        </p:xfrm>
        <a:graphic>
          <a:graphicData uri="http://schemas.openxmlformats.org/presentationml/2006/ole">
            <mc:AlternateContent xmlns:mc="http://schemas.openxmlformats.org/markup-compatibility/2006">
              <mc:Choice xmlns:v="urn:schemas-microsoft-com:vml" Requires="v">
                <p:oleObj spid="_x0000_s10" name="" r:id="rId12" imgW="532765" imgH="266065" progId="Equation.3">
                  <p:embed/>
                </p:oleObj>
              </mc:Choice>
              <mc:Fallback>
                <p:oleObj name="" r:id="rId12" imgW="532765" imgH="266065" progId="Equation.3">
                  <p:embed/>
                  <p:pic>
                    <p:nvPicPr>
                      <p:cNvPr id="0" name="对象 122885"/>
                      <p:cNvPicPr preferRelativeResize="0">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73675" y="2962910"/>
                        <a:ext cx="5334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灯片编号占位符 3"/>
          <p:cNvSpPr>
            <a:spLocks noGrp="1"/>
          </p:cNvSpPr>
          <p:nvPr>
            <p:custDataLst>
              <p:tags r:id="rId14"/>
            </p:custDataLst>
          </p:nvPr>
        </p:nvSpPr>
        <p:spPr>
          <a:xfrm>
            <a:off x="10700656" y="6356350"/>
            <a:ext cx="653143"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19B51A1E-902D-48AF-9020-955120F399B6}" type="slidenum">
              <a:rPr lang="en-ZA" altLang="zh-CN" smtClean="0">
                <a:solidFill>
                  <a:schemeClr val="dk1">
                    <a:tint val="75000"/>
                  </a:schemeClr>
                </a:solidFill>
                <a:latin typeface="微软雅黑" panose="020B0503020204020204" pitchFamily="34" charset="-122"/>
                <a:ea typeface="微软雅黑" panose="020B0503020204020204" pitchFamily="34" charset="-122"/>
              </a:rPr>
            </a:fld>
            <a:endParaRPr lang="en-ZA" altLang="zh-CN" dirty="0" smtClean="0">
              <a:solidFill>
                <a:schemeClr val="dk1">
                  <a:tint val="75000"/>
                </a:schemeClr>
              </a:solidFill>
              <a:latin typeface="微软雅黑" panose="020B0503020204020204" pitchFamily="34" charset="-122"/>
              <a:ea typeface="微软雅黑" panose="020B0503020204020204" pitchFamily="34" charset="-122"/>
            </a:endParaRPr>
          </a:p>
        </p:txBody>
      </p:sp>
    </p:spTree>
    <p:custDataLst>
      <p:tags r:id="rId15"/>
    </p:custData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graphicFrame>
        <p:nvGraphicFramePr>
          <p:cNvPr id="27" name="对象 63489"/>
          <p:cNvGraphicFramePr/>
          <p:nvPr/>
        </p:nvGraphicFramePr>
        <p:xfrm>
          <a:off x="2237105" y="330835"/>
          <a:ext cx="4304030" cy="2221230"/>
        </p:xfrm>
        <a:graphic>
          <a:graphicData uri="http://schemas.openxmlformats.org/presentationml/2006/ole">
            <mc:AlternateContent xmlns:mc="http://schemas.openxmlformats.org/markup-compatibility/2006">
              <mc:Choice xmlns:v="urn:schemas-microsoft-com:vml" Requires="v">
                <p:oleObj spid="_x0000_s2" name="" r:id="rId6" imgW="4305300" imgH="2222500" progId="Equation.3">
                  <p:embed/>
                </p:oleObj>
              </mc:Choice>
              <mc:Fallback>
                <p:oleObj name="" r:id="rId6" imgW="4305300" imgH="2222500" progId="Equation.3">
                  <p:embed/>
                  <p:pic>
                    <p:nvPicPr>
                      <p:cNvPr id="0" name="对象 6348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7105" y="330835"/>
                        <a:ext cx="4304030" cy="222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8" name="对象 63502"/>
          <p:cNvGraphicFramePr/>
          <p:nvPr/>
        </p:nvGraphicFramePr>
        <p:xfrm>
          <a:off x="1663700" y="1288415"/>
          <a:ext cx="533400" cy="266700"/>
        </p:xfrm>
        <a:graphic>
          <a:graphicData uri="http://schemas.openxmlformats.org/presentationml/2006/ole">
            <mc:AlternateContent xmlns:mc="http://schemas.openxmlformats.org/markup-compatibility/2006">
              <mc:Choice xmlns:v="urn:schemas-microsoft-com:vml" Requires="v">
                <p:oleObj spid="_x0000_s3" name="" r:id="rId8" imgW="532765" imgH="266065" progId="Equation.3">
                  <p:embed/>
                </p:oleObj>
              </mc:Choice>
              <mc:Fallback>
                <p:oleObj name="" r:id="rId8" imgW="532765" imgH="266065" progId="Equation.3">
                  <p:embed/>
                  <p:pic>
                    <p:nvPicPr>
                      <p:cNvPr id="0" name="对象 63502"/>
                      <p:cNvPicPr preferRelativeResize="0">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63700" y="1288415"/>
                        <a:ext cx="5334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 name="对象 63491"/>
          <p:cNvGraphicFramePr/>
          <p:nvPr/>
        </p:nvGraphicFramePr>
        <p:xfrm>
          <a:off x="1930400" y="3041650"/>
          <a:ext cx="5433695" cy="2221230"/>
        </p:xfrm>
        <a:graphic>
          <a:graphicData uri="http://schemas.openxmlformats.org/presentationml/2006/ole">
            <mc:AlternateContent xmlns:mc="http://schemas.openxmlformats.org/markup-compatibility/2006">
              <mc:Choice xmlns:v="urn:schemas-microsoft-com:vml" Requires="v">
                <p:oleObj spid="_x0000_s4" name="" r:id="rId10" imgW="5435600" imgH="2222500" progId="Equation.3">
                  <p:embed/>
                </p:oleObj>
              </mc:Choice>
              <mc:Fallback>
                <p:oleObj name="" r:id="rId10" imgW="5435600" imgH="2222500" progId="Equation.3">
                  <p:embed/>
                  <p:pic>
                    <p:nvPicPr>
                      <p:cNvPr id="0" name="对象 63491"/>
                      <p:cNvPicPr preferRelativeResize="0">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0400" y="3041650"/>
                        <a:ext cx="5433695" cy="222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 name="对象 63492"/>
          <p:cNvGraphicFramePr/>
          <p:nvPr/>
        </p:nvGraphicFramePr>
        <p:xfrm>
          <a:off x="6417945" y="3738880"/>
          <a:ext cx="381000" cy="561975"/>
        </p:xfrm>
        <a:graphic>
          <a:graphicData uri="http://schemas.openxmlformats.org/presentationml/2006/ole">
            <mc:AlternateContent xmlns:mc="http://schemas.openxmlformats.org/markup-compatibility/2006">
              <mc:Choice xmlns:v="urn:schemas-microsoft-com:vml" Requires="v">
                <p:oleObj spid="_x0000_s5" name="" r:id="rId12" imgW="145415" imgH="212725" progId="Equation.3">
                  <p:embed/>
                </p:oleObj>
              </mc:Choice>
              <mc:Fallback>
                <p:oleObj name="" r:id="rId12" imgW="145415" imgH="212725" progId="Equation.3">
                  <p:embed/>
                  <p:pic>
                    <p:nvPicPr>
                      <p:cNvPr id="0" name="对象 63492"/>
                      <p:cNvPicPr preferRelativeResize="0">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17945" y="3738880"/>
                        <a:ext cx="3810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 name="对象 63501"/>
          <p:cNvGraphicFramePr/>
          <p:nvPr/>
        </p:nvGraphicFramePr>
        <p:xfrm>
          <a:off x="4546600" y="4283075"/>
          <a:ext cx="381000" cy="561975"/>
        </p:xfrm>
        <a:graphic>
          <a:graphicData uri="http://schemas.openxmlformats.org/presentationml/2006/ole">
            <mc:AlternateContent xmlns:mc="http://schemas.openxmlformats.org/markup-compatibility/2006">
              <mc:Choice xmlns:v="urn:schemas-microsoft-com:vml" Requires="v">
                <p:oleObj spid="_x0000_s6" name="" r:id="rId14" imgW="145415" imgH="212725" progId="Equation.3">
                  <p:embed/>
                </p:oleObj>
              </mc:Choice>
              <mc:Fallback>
                <p:oleObj name="" r:id="rId14" imgW="145415" imgH="212725" progId="Equation.3">
                  <p:embed/>
                  <p:pic>
                    <p:nvPicPr>
                      <p:cNvPr id="0" name="对象 63501"/>
                      <p:cNvPicPr preferRelativeResize="0">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46600" y="4283075"/>
                        <a:ext cx="3810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 name="对象 32"/>
          <p:cNvGraphicFramePr/>
          <p:nvPr/>
        </p:nvGraphicFramePr>
        <p:xfrm>
          <a:off x="1930400" y="5968726"/>
          <a:ext cx="3098800" cy="406400"/>
        </p:xfrm>
        <a:graphic>
          <a:graphicData uri="http://schemas.openxmlformats.org/presentationml/2006/ole">
            <mc:AlternateContent xmlns:mc="http://schemas.openxmlformats.org/markup-compatibility/2006">
              <mc:Choice xmlns:v="urn:schemas-microsoft-com:vml" Requires="v">
                <p:oleObj spid="_x0000_s8" name="" r:id="rId16" imgW="3096260" imgH="405765" progId="Equation.3">
                  <p:embed/>
                </p:oleObj>
              </mc:Choice>
              <mc:Fallback>
                <p:oleObj name="" r:id="rId16" imgW="3096260" imgH="405765" progId="Equation.3">
                  <p:embed/>
                  <p:pic>
                    <p:nvPicPr>
                      <p:cNvPr id="0" name="对象 63494"/>
                      <p:cNvPicPr preferRelativeResize="0">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30400" y="5968726"/>
                        <a:ext cx="30988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 name="矩形 63504"/>
          <p:cNvSpPr>
            <a:spLocks noChangeArrowheads="1"/>
          </p:cNvSpPr>
          <p:nvPr>
            <p:custDataLst>
              <p:tags r:id="rId18"/>
            </p:custDataLst>
          </p:nvPr>
        </p:nvSpPr>
        <p:spPr bwMode="auto">
          <a:xfrm>
            <a:off x="8661400" y="1441450"/>
            <a:ext cx="1866900" cy="1009650"/>
          </a:xfrm>
          <a:prstGeom prst="rect">
            <a:avLst/>
          </a:prstGeom>
          <a:solidFill>
            <a:schemeClr val="accent1"/>
          </a:solidFill>
          <a:ln w="9525">
            <a:solidFill>
              <a:srgbClr val="FF0000"/>
            </a:solidFill>
            <a:prstDash val="dash"/>
            <a:miter lim="800000"/>
          </a:ln>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36" name="矩形 63505"/>
          <p:cNvSpPr>
            <a:spLocks noChangeArrowheads="1"/>
          </p:cNvSpPr>
          <p:nvPr>
            <p:custDataLst>
              <p:tags r:id="rId19"/>
            </p:custDataLst>
          </p:nvPr>
        </p:nvSpPr>
        <p:spPr bwMode="auto">
          <a:xfrm>
            <a:off x="8836025" y="1460500"/>
            <a:ext cx="10972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dk1">
                    <a:lumMod val="85000"/>
                    <a:lumOff val="15000"/>
                  </a:schemeClr>
                </a:solidFill>
                <a:latin typeface="微软雅黑" panose="020B0503020204020204" pitchFamily="34" charset="-122"/>
                <a:ea typeface="微软雅黑" panose="020B0503020204020204" pitchFamily="34" charset="-122"/>
              </a:rPr>
              <a:t>将第一行</a:t>
            </a:r>
            <a:endParaRPr lang="zh-CN" altLang="en-US" dirty="0">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7" name="矩形 63506"/>
          <p:cNvSpPr>
            <a:spLocks noChangeArrowheads="1"/>
          </p:cNvSpPr>
          <p:nvPr>
            <p:custDataLst>
              <p:tags r:id="rId20"/>
            </p:custDataLst>
          </p:nvPr>
        </p:nvSpPr>
        <p:spPr bwMode="auto">
          <a:xfrm>
            <a:off x="8747125" y="1946275"/>
            <a:ext cx="1325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减到其它行</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2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1"/>
            </p:custDataLst>
          </p:nvPr>
        </p:nvGrpSpPr>
        <p:grpSpPr>
          <a:xfrm rot="0">
            <a:off x="11310620" y="443230"/>
            <a:ext cx="521335" cy="428625"/>
            <a:chOff x="383382" y="4958557"/>
            <a:chExt cx="521493" cy="428627"/>
          </a:xfrm>
        </p:grpSpPr>
        <p:cxnSp>
          <p:nvCxnSpPr>
            <p:cNvPr id="21" name="直接连接符 20"/>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9"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graphicFrame>
        <p:nvGraphicFramePr>
          <p:cNvPr id="3" name="对象 74781"/>
          <p:cNvGraphicFramePr/>
          <p:nvPr/>
        </p:nvGraphicFramePr>
        <p:xfrm>
          <a:off x="5803900" y="649605"/>
          <a:ext cx="7411720" cy="1724025"/>
        </p:xfrm>
        <a:graphic>
          <a:graphicData uri="http://schemas.openxmlformats.org/presentationml/2006/ole">
            <mc:AlternateContent xmlns:mc="http://schemas.openxmlformats.org/markup-compatibility/2006">
              <mc:Choice xmlns:v="urn:schemas-microsoft-com:vml" Requires="v">
                <p:oleObj spid="_x0000_s2" name="" r:id="rId6" imgW="7410450" imgH="1724025" progId="Paint.Picture">
                  <p:embed/>
                </p:oleObj>
              </mc:Choice>
              <mc:Fallback>
                <p:oleObj name="" r:id="rId6" imgW="7410450" imgH="1724025" progId="Paint.Picture">
                  <p:embed/>
                  <p:pic>
                    <p:nvPicPr>
                      <p:cNvPr id="0" name="对象 7478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03900" y="649605"/>
                        <a:ext cx="741172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文本框 74753"/>
          <p:cNvSpPr txBox="1">
            <a:spLocks noChangeArrowheads="1"/>
          </p:cNvSpPr>
          <p:nvPr>
            <p:custDataLst>
              <p:tags r:id="rId8"/>
            </p:custDataLst>
          </p:nvPr>
        </p:nvSpPr>
        <p:spPr bwMode="auto">
          <a:xfrm>
            <a:off x="4424045" y="1325880"/>
            <a:ext cx="1828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例二：计算</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74756"/>
          <p:cNvSpPr txBox="1">
            <a:spLocks noChangeArrowheads="1"/>
          </p:cNvSpPr>
          <p:nvPr/>
        </p:nvSpPr>
        <p:spPr bwMode="auto">
          <a:xfrm>
            <a:off x="4204335" y="3399155"/>
            <a:ext cx="609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dirty="0">
                <a:solidFill>
                  <a:srgbClr val="000000"/>
                </a:solidFill>
                <a:latin typeface="微软雅黑" panose="020B0503020204020204" pitchFamily="34" charset="-122"/>
                <a:ea typeface="微软雅黑" panose="020B0503020204020204" pitchFamily="34" charset="-122"/>
              </a:rPr>
              <a:t>解：</a:t>
            </a:r>
            <a:endParaRPr lang="zh-CN" altLang="en-US" dirty="0">
              <a:solidFill>
                <a:srgbClr val="000000"/>
              </a:solidFill>
              <a:latin typeface="微软雅黑" panose="020B0503020204020204" pitchFamily="34" charset="-122"/>
              <a:ea typeface="微软雅黑" panose="020B0503020204020204" pitchFamily="34" charset="-122"/>
            </a:endParaRPr>
          </a:p>
        </p:txBody>
      </p:sp>
      <p:graphicFrame>
        <p:nvGraphicFramePr>
          <p:cNvPr id="8" name="对象 74769"/>
          <p:cNvGraphicFramePr/>
          <p:nvPr/>
        </p:nvGraphicFramePr>
        <p:xfrm>
          <a:off x="4803140" y="3528060"/>
          <a:ext cx="281305" cy="266700"/>
        </p:xfrm>
        <a:graphic>
          <a:graphicData uri="http://schemas.openxmlformats.org/presentationml/2006/ole">
            <mc:AlternateContent xmlns:mc="http://schemas.openxmlformats.org/markup-compatibility/2006">
              <mc:Choice xmlns:v="urn:schemas-microsoft-com:vml" Requires="v">
                <p:oleObj spid="_x0000_s9" name="" r:id="rId9" imgW="278765" imgH="266065" progId="Equation.3">
                  <p:embed/>
                </p:oleObj>
              </mc:Choice>
              <mc:Fallback>
                <p:oleObj name="" r:id="rId9" imgW="278765" imgH="266065" progId="Equation.3">
                  <p:embed/>
                  <p:pic>
                    <p:nvPicPr>
                      <p:cNvPr id="0" name="对象 7476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3140" y="3528060"/>
                        <a:ext cx="28130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直接连接符 74770"/>
          <p:cNvSpPr>
            <a:spLocks noChangeShapeType="1"/>
          </p:cNvSpPr>
          <p:nvPr>
            <p:custDataLst>
              <p:tags r:id="rId11"/>
            </p:custDataLst>
          </p:nvPr>
        </p:nvSpPr>
        <p:spPr bwMode="auto">
          <a:xfrm>
            <a:off x="5103495" y="3645535"/>
            <a:ext cx="1008380" cy="0"/>
          </a:xfrm>
          <a:prstGeom prst="line">
            <a:avLst/>
          </a:prstGeom>
          <a:noFill/>
          <a:ln w="12700">
            <a:solidFill>
              <a:schemeClr val="dk1"/>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2" name="直接连接符 74771"/>
          <p:cNvSpPr>
            <a:spLocks noChangeShapeType="1"/>
          </p:cNvSpPr>
          <p:nvPr>
            <p:custDataLst>
              <p:tags r:id="rId12"/>
            </p:custDataLst>
          </p:nvPr>
        </p:nvSpPr>
        <p:spPr bwMode="auto">
          <a:xfrm>
            <a:off x="5103495" y="3705860"/>
            <a:ext cx="1008380" cy="0"/>
          </a:xfrm>
          <a:prstGeom prst="line">
            <a:avLst/>
          </a:prstGeom>
          <a:noFill/>
          <a:ln w="12700">
            <a:solidFill>
              <a:schemeClr val="dk1"/>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3" name="文本框 74772"/>
          <p:cNvSpPr txBox="1">
            <a:spLocks noChangeArrowheads="1"/>
          </p:cNvSpPr>
          <p:nvPr>
            <p:custDataLst>
              <p:tags r:id="rId13"/>
            </p:custDataLst>
          </p:nvPr>
        </p:nvSpPr>
        <p:spPr bwMode="auto">
          <a:xfrm>
            <a:off x="5135245" y="3294380"/>
            <a:ext cx="1136650"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50000"/>
              </a:spcBef>
            </a:pPr>
            <a:r>
              <a:rPr lang="zh-CN" altLang="en-US" sz="1800" dirty="0">
                <a:solidFill>
                  <a:schemeClr val="lt1">
                    <a:lumMod val="50000"/>
                  </a:schemeClr>
                </a:solidFill>
                <a:latin typeface="微软雅黑" panose="020B0503020204020204" pitchFamily="34" charset="-122"/>
                <a:ea typeface="微软雅黑" panose="020B0503020204020204" pitchFamily="34" charset="-122"/>
              </a:rPr>
              <a:t>逐行相减</a:t>
            </a:r>
            <a:endParaRPr lang="zh-CN" altLang="en-US" sz="1800" dirty="0">
              <a:solidFill>
                <a:schemeClr val="lt1">
                  <a:lumMod val="50000"/>
                </a:schemeClr>
              </a:solidFill>
              <a:latin typeface="微软雅黑" panose="020B0503020204020204" pitchFamily="34" charset="-122"/>
              <a:ea typeface="微软雅黑" panose="020B0503020204020204" pitchFamily="34" charset="-122"/>
            </a:endParaRPr>
          </a:p>
        </p:txBody>
      </p:sp>
      <p:graphicFrame>
        <p:nvGraphicFramePr>
          <p:cNvPr id="14" name="对象 13"/>
          <p:cNvGraphicFramePr/>
          <p:nvPr/>
        </p:nvGraphicFramePr>
        <p:xfrm>
          <a:off x="6403810" y="2681544"/>
          <a:ext cx="3389312" cy="1674813"/>
        </p:xfrm>
        <a:graphic>
          <a:graphicData uri="http://schemas.openxmlformats.org/presentationml/2006/ole">
            <mc:AlternateContent xmlns:mc="http://schemas.openxmlformats.org/markup-compatibility/2006">
              <mc:Choice xmlns:v="urn:schemas-microsoft-com:vml" Requires="v">
                <p:oleObj spid="_x0000_s15" name="" r:id="rId14" imgW="3390900" imgH="1676400" progId="Equation.3">
                  <p:embed/>
                </p:oleObj>
              </mc:Choice>
              <mc:Fallback>
                <p:oleObj name="" r:id="rId14" imgW="3390900" imgH="1676400" progId="Equation.3">
                  <p:embed/>
                  <p:pic>
                    <p:nvPicPr>
                      <p:cNvPr id="0" name="对象 7475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03810" y="2681544"/>
                        <a:ext cx="3389312" cy="167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对象 15"/>
          <p:cNvGraphicFramePr/>
          <p:nvPr/>
        </p:nvGraphicFramePr>
        <p:xfrm>
          <a:off x="6333339" y="4972445"/>
          <a:ext cx="3175000" cy="1674813"/>
        </p:xfrm>
        <a:graphic>
          <a:graphicData uri="http://schemas.openxmlformats.org/presentationml/2006/ole">
            <mc:AlternateContent xmlns:mc="http://schemas.openxmlformats.org/markup-compatibility/2006">
              <mc:Choice xmlns:v="urn:schemas-microsoft-com:vml" Requires="v">
                <p:oleObj spid="_x0000_s17" name="" r:id="rId16" imgW="3175000" imgH="1676400" progId="Equation.3">
                  <p:embed/>
                </p:oleObj>
              </mc:Choice>
              <mc:Fallback>
                <p:oleObj name="" r:id="rId16" imgW="3175000" imgH="1676400" progId="Equation.3">
                  <p:embed/>
                  <p:pic>
                    <p:nvPicPr>
                      <p:cNvPr id="0" name="对象 7477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33339" y="4972445"/>
                        <a:ext cx="3175000" cy="167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p14="http://schemas.microsoft.com/office/powerpoint/2010/main">
        <mc:Choice Requires="p14">
          <p:contentPart r:id="rId18" p14:bwMode="auto">
            <p14:nvContentPartPr>
              <p14:cNvPr id="18" name="墨迹 17"/>
              <p14:cNvContentPartPr/>
              <p14:nvPr/>
            </p14:nvContentPartPr>
            <p14:xfrm>
              <a:off x="12188458" y="627804"/>
              <a:ext cx="1086120" cy="411120"/>
            </p14:xfrm>
          </p:contentPart>
        </mc:Choice>
        <mc:Fallback xmlns="">
          <p:pic>
            <p:nvPicPr>
              <p:cNvPr id="18" name="墨迹 17"/>
            </p:nvPicPr>
            <p:blipFill>
              <a:blip r:embed="rId19"/>
            </p:blipFill>
            <p:spPr>
              <a:xfrm>
                <a:off x="12188458" y="627804"/>
                <a:ext cx="1086120" cy="411120"/>
              </a:xfrm>
              <a:prstGeom prst="rect"/>
            </p:spPr>
          </p:pic>
        </mc:Fallback>
      </mc:AlternateContent>
    </p:spTree>
    <p:custDataLst>
      <p:tags r:id="rId2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对象 21"/>
          <p:cNvGraphicFramePr/>
          <p:nvPr/>
        </p:nvGraphicFramePr>
        <p:xfrm>
          <a:off x="6309012" y="761416"/>
          <a:ext cx="3263900" cy="1763712"/>
        </p:xfrm>
        <a:graphic>
          <a:graphicData uri="http://schemas.openxmlformats.org/presentationml/2006/ole">
            <mc:AlternateContent xmlns:mc="http://schemas.openxmlformats.org/markup-compatibility/2006">
              <mc:Choice xmlns:v="urn:schemas-microsoft-com:vml" Requires="v">
                <p:oleObj spid="_x0000_s2" name="" r:id="rId1" imgW="3263900" imgH="1765300" progId="Equation.3">
                  <p:embed/>
                </p:oleObj>
              </mc:Choice>
              <mc:Fallback>
                <p:oleObj name="" r:id="rId1" imgW="3263900" imgH="1765300" progId="Equation.3">
                  <p:embed/>
                  <p:pic>
                    <p:nvPicPr>
                      <p:cNvPr id="0" name="对象 7477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9012" y="761416"/>
                        <a:ext cx="3263900" cy="176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 name="对象 22"/>
          <p:cNvGraphicFramePr/>
          <p:nvPr/>
        </p:nvGraphicFramePr>
        <p:xfrm>
          <a:off x="6309012" y="3572161"/>
          <a:ext cx="663575" cy="366713"/>
        </p:xfrm>
        <a:graphic>
          <a:graphicData uri="http://schemas.openxmlformats.org/presentationml/2006/ole">
            <mc:AlternateContent xmlns:mc="http://schemas.openxmlformats.org/markup-compatibility/2006">
              <mc:Choice xmlns:v="urn:schemas-microsoft-com:vml" Requires="v">
                <p:oleObj spid="_x0000_s3" name="" r:id="rId3" imgW="660400" imgH="368300" progId="Equation.3">
                  <p:embed/>
                </p:oleObj>
              </mc:Choice>
              <mc:Fallback>
                <p:oleObj name="" r:id="rId3" imgW="660400" imgH="368300" progId="Equation.3">
                  <p:embed/>
                  <p:pic>
                    <p:nvPicPr>
                      <p:cNvPr id="0" name="对象 7477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9012" y="3572161"/>
                        <a:ext cx="663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7" name="直接连接符 6"/>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6"/>
            </p:custDataLst>
          </p:nvPr>
        </p:nvSpPr>
        <p:spPr>
          <a:xfrm>
            <a:off x="524583" y="248693"/>
            <a:ext cx="3458220" cy="368300"/>
          </a:xfrm>
          <a:prstGeom prst="rect">
            <a:avLst/>
          </a:prstGeom>
          <a:noFill/>
        </p:spPr>
        <p:txBody>
          <a:bodyPr wrap="square" rtlCol="0">
            <a:spAutoFit/>
          </a:bodyPr>
          <a:lstStyle/>
          <a:p>
            <a:r>
              <a:rPr lang="zh-CN" altLang="en-US" b="1" dirty="0">
                <a:solidFill>
                  <a:schemeClr val="dk1"/>
                </a:solidFill>
                <a:latin typeface="微软雅黑" panose="020B0503020204020204" pitchFamily="34" charset="-122"/>
                <a:ea typeface="微软雅黑" panose="020B0503020204020204" pitchFamily="34" charset="-122"/>
              </a:rPr>
              <a:t>例三：高化法</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2" name="矩形 125954"/>
          <p:cNvSpPr>
            <a:spLocks noChangeArrowheads="1"/>
          </p:cNvSpPr>
          <p:nvPr>
            <p:custDataLst>
              <p:tags r:id="rId7"/>
            </p:custDataLst>
          </p:nvPr>
        </p:nvSpPr>
        <p:spPr bwMode="auto">
          <a:xfrm>
            <a:off x="4658514" y="1768108"/>
            <a:ext cx="172021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例   计算行列式</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3" name="对象 125955"/>
          <p:cNvGraphicFramePr/>
          <p:nvPr/>
        </p:nvGraphicFramePr>
        <p:xfrm>
          <a:off x="7184059" y="1228358"/>
          <a:ext cx="3910013" cy="1536700"/>
        </p:xfrm>
        <a:graphic>
          <a:graphicData uri="http://schemas.openxmlformats.org/presentationml/2006/ole">
            <mc:AlternateContent xmlns:mc="http://schemas.openxmlformats.org/markup-compatibility/2006">
              <mc:Choice xmlns:v="urn:schemas-microsoft-com:vml" Requires="v">
                <p:oleObj spid="_x0000_s2" name="" r:id="rId8" imgW="3911600" imgH="1536700" progId="Equation.3">
                  <p:embed/>
                </p:oleObj>
              </mc:Choice>
              <mc:Fallback>
                <p:oleObj name="" r:id="rId8" imgW="3911600" imgH="1536700" progId="Equation.3">
                  <p:embed/>
                  <p:pic>
                    <p:nvPicPr>
                      <p:cNvPr id="0" name="对象 12595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84059" y="1228358"/>
                        <a:ext cx="3910013"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文本框 125956"/>
          <p:cNvSpPr txBox="1">
            <a:spLocks noChangeArrowheads="1"/>
          </p:cNvSpPr>
          <p:nvPr/>
        </p:nvSpPr>
        <p:spPr bwMode="auto">
          <a:xfrm>
            <a:off x="5394325" y="3114040"/>
            <a:ext cx="6400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rPr>
              <a:t>解：</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16" name="文本框 125972"/>
          <p:cNvSpPr txBox="1">
            <a:spLocks noChangeArrowheads="1"/>
          </p:cNvSpPr>
          <p:nvPr>
            <p:custDataLst>
              <p:tags r:id="rId10"/>
            </p:custDataLst>
          </p:nvPr>
        </p:nvSpPr>
        <p:spPr bwMode="auto">
          <a:xfrm>
            <a:off x="5956300" y="3126740"/>
            <a:ext cx="533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当 </a:t>
            </a:r>
            <a:r>
              <a:rPr lang="en-US" altLang="zh-CN"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或 </a:t>
            </a:r>
            <a:r>
              <a:rPr lang="zh-CN" altLang="en-US"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y</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时，</a:t>
            </a:r>
            <a:r>
              <a:rPr lang="en-US" altLang="zh-CN"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D</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 0</a:t>
            </a:r>
            <a:r>
              <a:rPr lang="en-US" altLang="zh-CN" sz="1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文本框 125972"/>
          <p:cNvSpPr txBox="1">
            <a:spLocks noChangeArrowheads="1"/>
          </p:cNvSpPr>
          <p:nvPr>
            <p:custDataLst>
              <p:tags r:id="rId11"/>
            </p:custDataLst>
          </p:nvPr>
        </p:nvSpPr>
        <p:spPr bwMode="auto">
          <a:xfrm>
            <a:off x="6005405" y="3958496"/>
            <a:ext cx="533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当 </a:t>
            </a:r>
            <a:r>
              <a:rPr lang="en-US" altLang="zh-CN"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 !</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或 </a:t>
            </a:r>
            <a:r>
              <a:rPr lang="zh-CN" altLang="en-US"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y !</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时</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p14="http://schemas.microsoft.com/office/powerpoint/2010/main">
        <mc:Choice Requires="p14">
          <p:contentPart r:id="rId12" p14:bwMode="auto">
            <p14:nvContentPartPr>
              <p14:cNvPr id="26" name="墨迹 25"/>
              <p14:cNvContentPartPr/>
              <p14:nvPr/>
            </p14:nvContentPartPr>
            <p14:xfrm>
              <a:off x="1695895" y="3207432"/>
              <a:ext cx="4134600" cy="1048320"/>
            </p14:xfrm>
          </p:contentPart>
        </mc:Choice>
        <mc:Fallback xmlns="">
          <p:pic>
            <p:nvPicPr>
              <p:cNvPr id="26" name="墨迹 25"/>
            </p:nvPicPr>
            <p:blipFill>
              <a:blip r:embed="rId13"/>
            </p:blipFill>
            <p:spPr>
              <a:xfrm>
                <a:off x="1695895" y="3207432"/>
                <a:ext cx="4134600" cy="1048320"/>
              </a:xfrm>
              <a:prstGeom prst="rect"/>
            </p:spPr>
          </p:pic>
        </mc:Fallback>
      </mc:AlternateContent>
      <p:sp>
        <p:nvSpPr>
          <p:cNvPr id="27" name="文本框 26"/>
          <p:cNvSpPr txBox="1"/>
          <p:nvPr>
            <p:custDataLst>
              <p:tags r:id="rId14"/>
            </p:custDataLst>
          </p:nvPr>
        </p:nvSpPr>
        <p:spPr>
          <a:xfrm>
            <a:off x="350635" y="3429000"/>
            <a:ext cx="1170350" cy="1198880"/>
          </a:xfrm>
          <a:prstGeom prst="rect">
            <a:avLst/>
          </a:prstGeom>
          <a:noFill/>
        </p:spPr>
        <p:txBody>
          <a:bodyPr wrap="square" rtlCol="0">
            <a:spAutoFit/>
          </a:bodyPr>
          <a:lstStyle/>
          <a:p>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不会打不等号，谅解一下吧（</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QAQ)</a:t>
            </a:r>
            <a:endPar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9" name="对象 125960"/>
          <p:cNvGraphicFramePr/>
          <p:nvPr/>
        </p:nvGraphicFramePr>
        <p:xfrm>
          <a:off x="4420870" y="5310505"/>
          <a:ext cx="533400" cy="266700"/>
        </p:xfrm>
        <a:graphic>
          <a:graphicData uri="http://schemas.openxmlformats.org/presentationml/2006/ole">
            <mc:AlternateContent xmlns:mc="http://schemas.openxmlformats.org/markup-compatibility/2006">
              <mc:Choice xmlns:v="urn:schemas-microsoft-com:vml" Requires="v">
                <p:oleObj spid="_x0000_s3" name="" r:id="rId15" imgW="532765" imgH="266065" progId="Equation.3">
                  <p:embed/>
                </p:oleObj>
              </mc:Choice>
              <mc:Fallback>
                <p:oleObj name="" r:id="rId15" imgW="532765" imgH="266065" progId="Equation.3">
                  <p:embed/>
                  <p:pic>
                    <p:nvPicPr>
                      <p:cNvPr id="0" name="对象 125960"/>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20870" y="5310505"/>
                        <a:ext cx="5334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 name="直接连接符 125961"/>
          <p:cNvSpPr>
            <a:spLocks noChangeShapeType="1"/>
          </p:cNvSpPr>
          <p:nvPr>
            <p:custDataLst>
              <p:tags r:id="rId17"/>
            </p:custDataLst>
          </p:nvPr>
        </p:nvSpPr>
        <p:spPr bwMode="auto">
          <a:xfrm>
            <a:off x="5005070" y="4553585"/>
            <a:ext cx="0" cy="1835150"/>
          </a:xfrm>
          <a:prstGeom prst="line">
            <a:avLst/>
          </a:prstGeom>
          <a:noFill/>
          <a:ln w="9525">
            <a:solidFill>
              <a:schemeClr val="dk1"/>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31" name="直接连接符 125962"/>
          <p:cNvSpPr>
            <a:spLocks noChangeShapeType="1"/>
          </p:cNvSpPr>
          <p:nvPr>
            <p:custDataLst>
              <p:tags r:id="rId18"/>
            </p:custDataLst>
          </p:nvPr>
        </p:nvSpPr>
        <p:spPr bwMode="auto">
          <a:xfrm>
            <a:off x="8623300" y="4561205"/>
            <a:ext cx="0" cy="1835150"/>
          </a:xfrm>
          <a:prstGeom prst="line">
            <a:avLst/>
          </a:prstGeom>
          <a:noFill/>
          <a:ln w="9525">
            <a:solidFill>
              <a:schemeClr val="dk1"/>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graphicFrame>
        <p:nvGraphicFramePr>
          <p:cNvPr id="32" name="对象 125971"/>
          <p:cNvGraphicFramePr/>
          <p:nvPr/>
        </p:nvGraphicFramePr>
        <p:xfrm>
          <a:off x="5505450" y="4900930"/>
          <a:ext cx="3073400" cy="1511300"/>
        </p:xfrm>
        <a:graphic>
          <a:graphicData uri="http://schemas.openxmlformats.org/presentationml/2006/ole">
            <mc:AlternateContent xmlns:mc="http://schemas.openxmlformats.org/markup-compatibility/2006">
              <mc:Choice xmlns:v="urn:schemas-microsoft-com:vml" Requires="v">
                <p:oleObj spid="_x0000_s4" name="" r:id="rId19" imgW="3073400" imgH="1511300" progId="Equation.3">
                  <p:embed/>
                </p:oleObj>
              </mc:Choice>
              <mc:Fallback>
                <p:oleObj name="" r:id="rId19" imgW="3073400" imgH="1511300" progId="Equation.3">
                  <p:embed/>
                  <p:pic>
                    <p:nvPicPr>
                      <p:cNvPr id="0" name="对象 125971"/>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505450" y="4900930"/>
                        <a:ext cx="30734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 name="对象 32"/>
          <p:cNvGraphicFramePr/>
          <p:nvPr/>
        </p:nvGraphicFramePr>
        <p:xfrm>
          <a:off x="8667584" y="4561389"/>
          <a:ext cx="2932112" cy="1917700"/>
        </p:xfrm>
        <a:graphic>
          <a:graphicData uri="http://schemas.openxmlformats.org/presentationml/2006/ole">
            <mc:AlternateContent xmlns:mc="http://schemas.openxmlformats.org/markup-compatibility/2006">
              <mc:Choice xmlns:v="urn:schemas-microsoft-com:vml" Requires="v">
                <p:oleObj spid="_x0000_s5" name="" r:id="rId21" imgW="2235200" imgH="1461135" progId="Equation.3">
                  <p:embed/>
                </p:oleObj>
              </mc:Choice>
              <mc:Fallback>
                <p:oleObj name="" r:id="rId21" imgW="2235200" imgH="1461135" progId="Equation.3">
                  <p:embed/>
                  <p:pic>
                    <p:nvPicPr>
                      <p:cNvPr id="0" name="对象 125963"/>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667584" y="4561389"/>
                        <a:ext cx="2932112"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 name="对象 39"/>
          <p:cNvGraphicFramePr/>
          <p:nvPr/>
        </p:nvGraphicFramePr>
        <p:xfrm>
          <a:off x="5056021" y="4555528"/>
          <a:ext cx="3616325" cy="1892300"/>
        </p:xfrm>
        <a:graphic>
          <a:graphicData uri="http://schemas.openxmlformats.org/presentationml/2006/ole">
            <mc:AlternateContent xmlns:mc="http://schemas.openxmlformats.org/markup-compatibility/2006">
              <mc:Choice xmlns:v="urn:schemas-microsoft-com:vml" Requires="v">
                <p:oleObj spid="_x0000_s9" name="" r:id="rId23" imgW="2757805" imgH="1441450" progId="Equation.3">
                  <p:embed/>
                </p:oleObj>
              </mc:Choice>
              <mc:Fallback>
                <p:oleObj name="" r:id="rId23" imgW="2757805" imgH="1441450" progId="Equation.3">
                  <p:embed/>
                  <p:pic>
                    <p:nvPicPr>
                      <p:cNvPr id="0" name="对象 125959"/>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56021" y="4555528"/>
                        <a:ext cx="3616325"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fltVal val="0"/>
                                          </p:val>
                                        </p:tav>
                                        <p:tav tm="100000">
                                          <p:val>
                                            <p:strVal val="#ppt_w"/>
                                          </p:val>
                                        </p:tav>
                                      </p:tavLst>
                                    </p:anim>
                                    <p:anim calcmode="lin" valueType="num">
                                      <p:cBhvr>
                                        <p:cTn id="8" dur="500" fill="hold"/>
                                        <p:tgtEl>
                                          <p:spTgt spid="33"/>
                                        </p:tgtEl>
                                        <p:attrNameLst>
                                          <p:attrName>ppt_h</p:attrName>
                                        </p:attrNameLst>
                                      </p:cBhvr>
                                      <p:tavLst>
                                        <p:tav tm="0">
                                          <p:val>
                                            <p:fltVal val="0"/>
                                          </p:val>
                                        </p:tav>
                                        <p:tav tm="100000">
                                          <p:val>
                                            <p:strVal val="#ppt_h"/>
                                          </p:val>
                                        </p:tav>
                                      </p:tavLst>
                                    </p:anim>
                                    <p:animEffect transition="in" filter="fade">
                                      <p:cBhvr>
                                        <p:cTn id="9" dur="500"/>
                                        <p:tgtEl>
                                          <p:spTgt spid="33"/>
                                        </p:tgtEl>
                                      </p:cBhvr>
                                    </p:animEffect>
                                  </p:childTnLst>
                                </p:cTn>
                              </p:par>
                              <p:par>
                                <p:cTn id="10" presetID="53" presetClass="entr" presetSubtype="16" fill="hold" nodeType="withEffect">
                                  <p:stCondLst>
                                    <p:cond delay="0"/>
                                  </p:stCondLst>
                                  <p:childTnLst>
                                    <p:set>
                                      <p:cBhvr>
                                        <p:cTn id="11" dur="1" fill="hold">
                                          <p:stCondLst>
                                            <p:cond delay="0"/>
                                          </p:stCondLst>
                                        </p:cTn>
                                        <p:tgtEl>
                                          <p:spTgt spid="40"/>
                                        </p:tgtEl>
                                        <p:attrNameLst>
                                          <p:attrName>style.visibility</p:attrName>
                                        </p:attrNameLst>
                                      </p:cBhvr>
                                      <p:to>
                                        <p:strVal val="visible"/>
                                      </p:to>
                                    </p:set>
                                    <p:anim calcmode="lin" valueType="num">
                                      <p:cBhvr>
                                        <p:cTn id="12" dur="500" fill="hold"/>
                                        <p:tgtEl>
                                          <p:spTgt spid="40"/>
                                        </p:tgtEl>
                                        <p:attrNameLst>
                                          <p:attrName>ppt_w</p:attrName>
                                        </p:attrNameLst>
                                      </p:cBhvr>
                                      <p:tavLst>
                                        <p:tav tm="0">
                                          <p:val>
                                            <p:fltVal val="0"/>
                                          </p:val>
                                        </p:tav>
                                        <p:tav tm="100000">
                                          <p:val>
                                            <p:strVal val="#ppt_w"/>
                                          </p:val>
                                        </p:tav>
                                      </p:tavLst>
                                    </p:anim>
                                    <p:anim calcmode="lin" valueType="num">
                                      <p:cBhvr>
                                        <p:cTn id="13" dur="500" fill="hold"/>
                                        <p:tgtEl>
                                          <p:spTgt spid="40"/>
                                        </p:tgtEl>
                                        <p:attrNameLst>
                                          <p:attrName>ppt_h</p:attrName>
                                        </p:attrNameLst>
                                      </p:cBhvr>
                                      <p:tavLst>
                                        <p:tav tm="0">
                                          <p:val>
                                            <p:fltVal val="0"/>
                                          </p:val>
                                        </p:tav>
                                        <p:tav tm="100000">
                                          <p:val>
                                            <p:strVal val="#ppt_h"/>
                                          </p:val>
                                        </p:tav>
                                      </p:tavLst>
                                    </p:anim>
                                    <p:animEffect transition="in" filter="fade">
                                      <p:cBhvr>
                                        <p:cTn id="14" dur="500"/>
                                        <p:tgtEl>
                                          <p:spTgt spid="4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Effect transition="in" filter="fade">
                                      <p:cBhvr>
                                        <p:cTn id="19" dur="500"/>
                                        <p:tgtEl>
                                          <p:spTgt spid="24"/>
                                        </p:tgtEl>
                                      </p:cBhvr>
                                    </p:animEffect>
                                  </p:childTnLst>
                                </p:cTn>
                              </p:par>
                              <p:par>
                                <p:cTn id="20" presetID="53" presetClass="entr" presetSubtype="16"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p:cTn id="22" dur="500" fill="hold"/>
                                        <p:tgtEl>
                                          <p:spTgt spid="26"/>
                                        </p:tgtEl>
                                        <p:attrNameLst>
                                          <p:attrName>ppt_w</p:attrName>
                                        </p:attrNameLst>
                                      </p:cBhvr>
                                      <p:tavLst>
                                        <p:tav tm="0">
                                          <p:val>
                                            <p:fltVal val="0"/>
                                          </p:val>
                                        </p:tav>
                                        <p:tav tm="100000">
                                          <p:val>
                                            <p:strVal val="#ppt_w"/>
                                          </p:val>
                                        </p:tav>
                                      </p:tavLst>
                                    </p:anim>
                                    <p:anim calcmode="lin" valueType="num">
                                      <p:cBhvr>
                                        <p:cTn id="23" dur="500" fill="hold"/>
                                        <p:tgtEl>
                                          <p:spTgt spid="26"/>
                                        </p:tgtEl>
                                        <p:attrNameLst>
                                          <p:attrName>ppt_h</p:attrName>
                                        </p:attrNameLst>
                                      </p:cBhvr>
                                      <p:tavLst>
                                        <p:tav tm="0">
                                          <p:val>
                                            <p:fltVal val="0"/>
                                          </p:val>
                                        </p:tav>
                                        <p:tav tm="100000">
                                          <p:val>
                                            <p:strVal val="#ppt_h"/>
                                          </p:val>
                                        </p:tav>
                                      </p:tavLst>
                                    </p:anim>
                                    <p:animEffect transition="in" filter="fade">
                                      <p:cBhvr>
                                        <p:cTn id="24" dur="500"/>
                                        <p:tgtEl>
                                          <p:spTgt spid="2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p:cTn id="27" dur="500" fill="hold"/>
                                        <p:tgtEl>
                                          <p:spTgt spid="27"/>
                                        </p:tgtEl>
                                        <p:attrNameLst>
                                          <p:attrName>ppt_w</p:attrName>
                                        </p:attrNameLst>
                                      </p:cBhvr>
                                      <p:tavLst>
                                        <p:tav tm="0">
                                          <p:val>
                                            <p:fltVal val="0"/>
                                          </p:val>
                                        </p:tav>
                                        <p:tav tm="100000">
                                          <p:val>
                                            <p:strVal val="#ppt_w"/>
                                          </p:val>
                                        </p:tav>
                                      </p:tavLst>
                                    </p:anim>
                                    <p:anim calcmode="lin" valueType="num">
                                      <p:cBhvr>
                                        <p:cTn id="28" dur="500" fill="hold"/>
                                        <p:tgtEl>
                                          <p:spTgt spid="27"/>
                                        </p:tgtEl>
                                        <p:attrNameLst>
                                          <p:attrName>ppt_h</p:attrName>
                                        </p:attrNameLst>
                                      </p:cBhvr>
                                      <p:tavLst>
                                        <p:tav tm="0">
                                          <p:val>
                                            <p:fltVal val="0"/>
                                          </p:val>
                                        </p:tav>
                                        <p:tav tm="100000">
                                          <p:val>
                                            <p:strVal val="#ppt_h"/>
                                          </p:val>
                                        </p:tav>
                                      </p:tavLst>
                                    </p:anim>
                                    <p:animEffect transition="in" filter="fade">
                                      <p:cBhvr>
                                        <p:cTn id="2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graphicFrame>
        <p:nvGraphicFramePr>
          <p:cNvPr id="24" name="对象 23"/>
          <p:cNvGraphicFramePr/>
          <p:nvPr/>
        </p:nvGraphicFramePr>
        <p:xfrm>
          <a:off x="2613301" y="522288"/>
          <a:ext cx="3478212" cy="2222500"/>
        </p:xfrm>
        <a:graphic>
          <a:graphicData uri="http://schemas.openxmlformats.org/presentationml/2006/ole">
            <mc:AlternateContent xmlns:mc="http://schemas.openxmlformats.org/markup-compatibility/2006">
              <mc:Choice xmlns:v="urn:schemas-microsoft-com:vml" Requires="v">
                <p:oleObj spid="_x0000_s2" name="" r:id="rId6" imgW="2651125" imgH="1693545" progId="Equation.3">
                  <p:embed/>
                </p:oleObj>
              </mc:Choice>
              <mc:Fallback>
                <p:oleObj name="" r:id="rId6" imgW="2651125" imgH="1693545" progId="Equation.3">
                  <p:embed/>
                  <p:pic>
                    <p:nvPicPr>
                      <p:cNvPr id="0" name="对象 12698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3301" y="522288"/>
                        <a:ext cx="3478212"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 name="对象 24"/>
          <p:cNvGraphicFramePr/>
          <p:nvPr/>
        </p:nvGraphicFramePr>
        <p:xfrm>
          <a:off x="2869879" y="3360165"/>
          <a:ext cx="5368925" cy="2540000"/>
        </p:xfrm>
        <a:graphic>
          <a:graphicData uri="http://schemas.openxmlformats.org/presentationml/2006/ole">
            <mc:AlternateContent xmlns:mc="http://schemas.openxmlformats.org/markup-compatibility/2006">
              <mc:Choice xmlns:v="urn:schemas-microsoft-com:vml" Requires="v">
                <p:oleObj spid="_x0000_s3" name="" r:id="rId8" imgW="4093210" imgH="1935480" progId="Equation.3">
                  <p:embed/>
                </p:oleObj>
              </mc:Choice>
              <mc:Fallback>
                <p:oleObj name="" r:id="rId8" imgW="4093210" imgH="1935480" progId="Equation.3">
                  <p:embed/>
                  <p:pic>
                    <p:nvPicPr>
                      <p:cNvPr id="0" name="对象 12699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69879" y="3360165"/>
                        <a:ext cx="5368925"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 name="矩形 126994"/>
          <p:cNvSpPr>
            <a:spLocks noChangeArrowheads="1"/>
          </p:cNvSpPr>
          <p:nvPr>
            <p:custDataLst>
              <p:tags r:id="rId10"/>
            </p:custDataLst>
          </p:nvPr>
        </p:nvSpPr>
        <p:spPr bwMode="auto">
          <a:xfrm>
            <a:off x="8656955" y="1325880"/>
            <a:ext cx="1990725" cy="1419225"/>
          </a:xfrm>
          <a:prstGeom prst="rect">
            <a:avLst/>
          </a:prstGeom>
          <a:solidFill>
            <a:schemeClr val="accent1"/>
          </a:solidFill>
          <a:ln w="9525">
            <a:solidFill>
              <a:srgbClr val="FF0000"/>
            </a:solidFill>
            <a:prstDash val="dash"/>
            <a:miter lim="800000"/>
          </a:ln>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8" name="矩形 126995"/>
          <p:cNvSpPr>
            <a:spLocks noChangeArrowheads="1"/>
          </p:cNvSpPr>
          <p:nvPr>
            <p:custDataLst>
              <p:tags r:id="rId11"/>
            </p:custDataLst>
          </p:nvPr>
        </p:nvSpPr>
        <p:spPr bwMode="auto">
          <a:xfrm>
            <a:off x="8650605" y="1346200"/>
            <a:ext cx="17830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注意“鸡爪”型</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矩形 126999"/>
          <p:cNvSpPr>
            <a:spLocks noChangeArrowheads="1"/>
          </p:cNvSpPr>
          <p:nvPr>
            <p:custDataLst>
              <p:tags r:id="rId12"/>
            </p:custDataLst>
          </p:nvPr>
        </p:nvSpPr>
        <p:spPr bwMode="auto">
          <a:xfrm>
            <a:off x="8647430" y="1773555"/>
            <a:ext cx="868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行列式</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0" name="矩形 127001"/>
          <p:cNvSpPr>
            <a:spLocks noChangeArrowheads="1"/>
          </p:cNvSpPr>
          <p:nvPr>
            <p:custDataLst>
              <p:tags r:id="rId13"/>
            </p:custDataLst>
          </p:nvPr>
        </p:nvSpPr>
        <p:spPr bwMode="auto">
          <a:xfrm>
            <a:off x="8647430" y="2230755"/>
            <a:ext cx="868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的处理</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1" name="直接连接符 127002"/>
          <p:cNvSpPr>
            <a:spLocks noChangeShapeType="1"/>
          </p:cNvSpPr>
          <p:nvPr>
            <p:custDataLst>
              <p:tags r:id="rId14"/>
            </p:custDataLst>
          </p:nvPr>
        </p:nvSpPr>
        <p:spPr bwMode="auto">
          <a:xfrm>
            <a:off x="9868535" y="1951355"/>
            <a:ext cx="628650" cy="0"/>
          </a:xfrm>
          <a:prstGeom prst="line">
            <a:avLst/>
          </a:prstGeom>
          <a:noFill/>
          <a:ln w="28575">
            <a:solidFill>
              <a:schemeClr val="dk1"/>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32" name="直接连接符 127003"/>
          <p:cNvSpPr>
            <a:spLocks noChangeShapeType="1"/>
          </p:cNvSpPr>
          <p:nvPr>
            <p:custDataLst>
              <p:tags r:id="rId15"/>
            </p:custDataLst>
          </p:nvPr>
        </p:nvSpPr>
        <p:spPr bwMode="auto">
          <a:xfrm rot="5400000">
            <a:off x="9566910" y="2263775"/>
            <a:ext cx="628650" cy="0"/>
          </a:xfrm>
          <a:prstGeom prst="line">
            <a:avLst/>
          </a:prstGeom>
          <a:noFill/>
          <a:ln w="28575">
            <a:solidFill>
              <a:schemeClr val="dk1"/>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33" name="直接连接符 127004"/>
          <p:cNvSpPr>
            <a:spLocks noChangeShapeType="1"/>
          </p:cNvSpPr>
          <p:nvPr>
            <p:custDataLst>
              <p:tags r:id="rId16"/>
            </p:custDataLst>
          </p:nvPr>
        </p:nvSpPr>
        <p:spPr bwMode="auto">
          <a:xfrm>
            <a:off x="9881235" y="1954530"/>
            <a:ext cx="581025" cy="561975"/>
          </a:xfrm>
          <a:prstGeom prst="line">
            <a:avLst/>
          </a:prstGeom>
          <a:noFill/>
          <a:ln w="28575">
            <a:solidFill>
              <a:schemeClr val="dk1"/>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graphicFrame>
        <p:nvGraphicFramePr>
          <p:cNvPr id="34" name="对象 33"/>
          <p:cNvGraphicFramePr/>
          <p:nvPr/>
        </p:nvGraphicFramePr>
        <p:xfrm>
          <a:off x="8826821" y="4424363"/>
          <a:ext cx="990600" cy="406400"/>
        </p:xfrm>
        <a:graphic>
          <a:graphicData uri="http://schemas.openxmlformats.org/presentationml/2006/ole">
            <mc:AlternateContent xmlns:mc="http://schemas.openxmlformats.org/markup-compatibility/2006">
              <mc:Choice xmlns:v="urn:schemas-microsoft-com:vml" Requires="v">
                <p:oleObj spid="_x0000_s4" name="" r:id="rId17" imgW="755015" imgH="309880" progId="Equation.3">
                  <p:embed/>
                </p:oleObj>
              </mc:Choice>
              <mc:Fallback>
                <p:oleObj name="" r:id="rId17" imgW="755015" imgH="309880" progId="Equation.3">
                  <p:embed/>
                  <p:pic>
                    <p:nvPicPr>
                      <p:cNvPr id="0" name="对象 12699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826821" y="4424363"/>
                        <a:ext cx="990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ppt_x"/>
                                          </p:val>
                                        </p:tav>
                                        <p:tav tm="100000">
                                          <p:val>
                                            <p:strVal val="#ppt_x"/>
                                          </p:val>
                                        </p:tav>
                                      </p:tavLst>
                                    </p:anim>
                                    <p:anim calcmode="lin" valueType="num">
                                      <p:cBhvr additive="base">
                                        <p:cTn id="1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34" name="矩形 123905"/>
          <p:cNvSpPr>
            <a:spLocks noChangeArrowheads="1"/>
          </p:cNvSpPr>
          <p:nvPr>
            <p:custDataLst>
              <p:tags r:id="rId6"/>
            </p:custDataLst>
          </p:nvPr>
        </p:nvSpPr>
        <p:spPr bwMode="auto">
          <a:xfrm>
            <a:off x="3194050" y="851535"/>
            <a:ext cx="3470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例   计算行列式</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5" name="对象 123906"/>
          <p:cNvGraphicFramePr/>
          <p:nvPr/>
        </p:nvGraphicFramePr>
        <p:xfrm>
          <a:off x="5418455" y="454660"/>
          <a:ext cx="4431030" cy="1320800"/>
        </p:xfrm>
        <a:graphic>
          <a:graphicData uri="http://schemas.openxmlformats.org/presentationml/2006/ole">
            <mc:AlternateContent xmlns:mc="http://schemas.openxmlformats.org/markup-compatibility/2006">
              <mc:Choice xmlns:v="urn:schemas-microsoft-com:vml" Requires="v">
                <p:oleObj spid="_x0000_s2" name="" r:id="rId7" imgW="4430395" imgH="1320165" progId="Equation.3">
                  <p:embed/>
                </p:oleObj>
              </mc:Choice>
              <mc:Fallback>
                <p:oleObj name="" r:id="rId7" imgW="4430395" imgH="1320165" progId="Equation.3">
                  <p:embed/>
                  <p:pic>
                    <p:nvPicPr>
                      <p:cNvPr id="0" name="对象 12390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8455" y="454660"/>
                        <a:ext cx="443103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 name="文本框 123907"/>
          <p:cNvSpPr txBox="1">
            <a:spLocks noChangeArrowheads="1"/>
          </p:cNvSpPr>
          <p:nvPr/>
        </p:nvSpPr>
        <p:spPr bwMode="auto">
          <a:xfrm>
            <a:off x="3030855" y="1867535"/>
            <a:ext cx="137033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解：</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38" name="文本框 123908"/>
          <p:cNvSpPr txBox="1">
            <a:spLocks noChangeArrowheads="1"/>
          </p:cNvSpPr>
          <p:nvPr/>
        </p:nvSpPr>
        <p:spPr bwMode="auto">
          <a:xfrm>
            <a:off x="3622675" y="1840230"/>
            <a:ext cx="3124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“高化”</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9" name="对象 38"/>
          <p:cNvGraphicFramePr/>
          <p:nvPr/>
        </p:nvGraphicFramePr>
        <p:xfrm>
          <a:off x="7154911" y="5017073"/>
          <a:ext cx="533400" cy="342900"/>
        </p:xfrm>
        <a:graphic>
          <a:graphicData uri="http://schemas.openxmlformats.org/presentationml/2006/ole">
            <mc:AlternateContent xmlns:mc="http://schemas.openxmlformats.org/markup-compatibility/2006">
              <mc:Choice xmlns:v="urn:schemas-microsoft-com:vml" Requires="v">
                <p:oleObj spid="_x0000_s3" name="" r:id="rId9" imgW="533400" imgH="342900" progId="Equation.3">
                  <p:embed/>
                </p:oleObj>
              </mc:Choice>
              <mc:Fallback>
                <p:oleObj name="" r:id="rId9" imgW="533400" imgH="342900" progId="Equation.3">
                  <p:embed/>
                  <p:pic>
                    <p:nvPicPr>
                      <p:cNvPr id="0" name="对象 3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54911" y="5017073"/>
                        <a:ext cx="533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 name="对象 39"/>
          <p:cNvGraphicFramePr/>
          <p:nvPr/>
        </p:nvGraphicFramePr>
        <p:xfrm>
          <a:off x="3715376" y="2302941"/>
          <a:ext cx="4022725" cy="1816100"/>
        </p:xfrm>
        <a:graphic>
          <a:graphicData uri="http://schemas.openxmlformats.org/presentationml/2006/ole">
            <mc:AlternateContent xmlns:mc="http://schemas.openxmlformats.org/markup-compatibility/2006">
              <mc:Choice xmlns:v="urn:schemas-microsoft-com:vml" Requires="v">
                <p:oleObj spid="_x0000_s4" name="" r:id="rId11" imgW="3067050" imgH="1383665" progId="Equation.3">
                  <p:embed/>
                </p:oleObj>
              </mc:Choice>
              <mc:Fallback>
                <p:oleObj name="" r:id="rId11" imgW="3067050" imgH="1383665" progId="Equation.3">
                  <p:embed/>
                  <p:pic>
                    <p:nvPicPr>
                      <p:cNvPr id="0" name="对象 3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15376" y="2302941"/>
                        <a:ext cx="40227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2" name="矩形 123923"/>
          <p:cNvSpPr>
            <a:spLocks noChangeArrowheads="1"/>
          </p:cNvSpPr>
          <p:nvPr>
            <p:custDataLst>
              <p:tags r:id="rId13"/>
            </p:custDataLst>
          </p:nvPr>
        </p:nvSpPr>
        <p:spPr bwMode="auto">
          <a:xfrm>
            <a:off x="9410700" y="2535555"/>
            <a:ext cx="1990725" cy="1419225"/>
          </a:xfrm>
          <a:prstGeom prst="rect">
            <a:avLst/>
          </a:prstGeom>
          <a:solidFill>
            <a:schemeClr val="accent1"/>
          </a:solidFill>
          <a:ln w="9525">
            <a:solidFill>
              <a:srgbClr val="FF0000"/>
            </a:solidFill>
            <a:prstDash val="dash"/>
            <a:miter lim="800000"/>
          </a:ln>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43" name="矩形 123919"/>
          <p:cNvSpPr>
            <a:spLocks noChangeArrowheads="1"/>
          </p:cNvSpPr>
          <p:nvPr>
            <p:custDataLst>
              <p:tags r:id="rId14"/>
            </p:custDataLst>
          </p:nvPr>
        </p:nvSpPr>
        <p:spPr bwMode="auto">
          <a:xfrm>
            <a:off x="9394825" y="2516505"/>
            <a:ext cx="15544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第一行分别乘</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graphicFrame>
        <p:nvGraphicFramePr>
          <p:cNvPr id="44" name="对象 123920"/>
          <p:cNvGraphicFramePr/>
          <p:nvPr/>
        </p:nvGraphicFramePr>
        <p:xfrm>
          <a:off x="9502775" y="3011805"/>
          <a:ext cx="1206500" cy="381000"/>
        </p:xfrm>
        <a:graphic>
          <a:graphicData uri="http://schemas.openxmlformats.org/presentationml/2006/ole">
            <mc:AlternateContent xmlns:mc="http://schemas.openxmlformats.org/markup-compatibility/2006">
              <mc:Choice xmlns:v="urn:schemas-microsoft-com:vml" Requires="v">
                <p:oleObj spid="_x0000_s5" name="" r:id="rId15" imgW="1205865" imgH="381000" progId="Equation.3">
                  <p:embed/>
                </p:oleObj>
              </mc:Choice>
              <mc:Fallback>
                <p:oleObj name="" r:id="rId15" imgW="1205865" imgH="381000" progId="Equation.3">
                  <p:embed/>
                  <p:pic>
                    <p:nvPicPr>
                      <p:cNvPr id="0" name="对象 123920"/>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502775" y="3011805"/>
                        <a:ext cx="1206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 name="矩形 123921"/>
          <p:cNvSpPr>
            <a:spLocks noChangeArrowheads="1"/>
          </p:cNvSpPr>
          <p:nvPr>
            <p:custDataLst>
              <p:tags r:id="rId17"/>
            </p:custDataLst>
          </p:nvPr>
        </p:nvSpPr>
        <p:spPr bwMode="auto">
          <a:xfrm>
            <a:off x="9420225" y="3478530"/>
            <a:ext cx="137414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第 </a:t>
            </a: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2, 3, 4 </a:t>
            </a:r>
            <a:r>
              <a:rPr lang="zh-CN" altLang="en-US" dirty="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行</a:t>
            </a:r>
            <a:endParaRPr lang="zh-CN" altLang="en-US" dirty="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矩形 123922"/>
          <p:cNvSpPr>
            <a:spLocks noChangeArrowheads="1"/>
          </p:cNvSpPr>
          <p:nvPr>
            <p:custDataLst>
              <p:tags r:id="rId18"/>
            </p:custDataLst>
          </p:nvPr>
        </p:nvSpPr>
        <p:spPr bwMode="auto">
          <a:xfrm>
            <a:off x="10639425" y="2945130"/>
            <a:ext cx="6400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减到</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48" name="矩形 123924"/>
          <p:cNvSpPr>
            <a:spLocks noChangeArrowheads="1"/>
          </p:cNvSpPr>
          <p:nvPr>
            <p:custDataLst>
              <p:tags r:id="rId19"/>
            </p:custDataLst>
          </p:nvPr>
        </p:nvSpPr>
        <p:spPr bwMode="auto">
          <a:xfrm>
            <a:off x="9404985" y="4895850"/>
            <a:ext cx="1990725" cy="914400"/>
          </a:xfrm>
          <a:prstGeom prst="rect">
            <a:avLst/>
          </a:prstGeom>
          <a:solidFill>
            <a:schemeClr val="accent1"/>
          </a:solidFill>
          <a:ln w="9525">
            <a:solidFill>
              <a:srgbClr val="FF0000"/>
            </a:solidFill>
            <a:prstDash val="dash"/>
            <a:miter lim="800000"/>
          </a:ln>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49" name="矩形 123925"/>
          <p:cNvSpPr>
            <a:spLocks noChangeArrowheads="1"/>
          </p:cNvSpPr>
          <p:nvPr>
            <p:custDataLst>
              <p:tags r:id="rId20"/>
            </p:custDataLst>
          </p:nvPr>
        </p:nvSpPr>
        <p:spPr bwMode="auto">
          <a:xfrm>
            <a:off x="9389110" y="4897120"/>
            <a:ext cx="147447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按第一行</a:t>
            </a: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列</a:t>
            </a: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矩形 123928"/>
          <p:cNvSpPr>
            <a:spLocks noChangeArrowheads="1"/>
          </p:cNvSpPr>
          <p:nvPr>
            <p:custDataLst>
              <p:tags r:id="rId21"/>
            </p:custDataLst>
          </p:nvPr>
        </p:nvSpPr>
        <p:spPr bwMode="auto">
          <a:xfrm>
            <a:off x="9414510" y="5314950"/>
            <a:ext cx="6400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展开</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graphicFrame>
        <p:nvGraphicFramePr>
          <p:cNvPr id="52" name="对象 123915"/>
          <p:cNvGraphicFramePr/>
          <p:nvPr/>
        </p:nvGraphicFramePr>
        <p:xfrm>
          <a:off x="2926715" y="3065780"/>
          <a:ext cx="533400" cy="266700"/>
        </p:xfrm>
        <a:graphic>
          <a:graphicData uri="http://schemas.openxmlformats.org/presentationml/2006/ole">
            <mc:AlternateContent xmlns:mc="http://schemas.openxmlformats.org/markup-compatibility/2006">
              <mc:Choice xmlns:v="urn:schemas-microsoft-com:vml" Requires="v">
                <p:oleObj spid="_x0000_s6" name="" r:id="rId22" imgW="532765" imgH="266065" progId="Equation.3">
                  <p:embed/>
                </p:oleObj>
              </mc:Choice>
              <mc:Fallback>
                <p:oleObj name="" r:id="rId22" imgW="532765" imgH="266065" progId="Equation.3">
                  <p:embed/>
                  <p:pic>
                    <p:nvPicPr>
                      <p:cNvPr id="0" name="对象 123915"/>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26715" y="3065780"/>
                        <a:ext cx="5334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 name="直接连接符 123916"/>
          <p:cNvSpPr>
            <a:spLocks noChangeShapeType="1"/>
          </p:cNvSpPr>
          <p:nvPr>
            <p:custDataLst>
              <p:tags r:id="rId24"/>
            </p:custDataLst>
          </p:nvPr>
        </p:nvSpPr>
        <p:spPr bwMode="auto">
          <a:xfrm>
            <a:off x="3568065" y="2394585"/>
            <a:ext cx="0" cy="1691005"/>
          </a:xfrm>
          <a:prstGeom prst="line">
            <a:avLst/>
          </a:prstGeom>
          <a:noFill/>
          <a:ln w="9525">
            <a:solidFill>
              <a:schemeClr val="dk1"/>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54" name="直接连接符 123917"/>
          <p:cNvSpPr>
            <a:spLocks noChangeShapeType="1"/>
          </p:cNvSpPr>
          <p:nvPr>
            <p:custDataLst>
              <p:tags r:id="rId25"/>
            </p:custDataLst>
          </p:nvPr>
        </p:nvSpPr>
        <p:spPr bwMode="auto">
          <a:xfrm>
            <a:off x="7853045" y="2392680"/>
            <a:ext cx="0" cy="1691005"/>
          </a:xfrm>
          <a:prstGeom prst="line">
            <a:avLst/>
          </a:prstGeom>
          <a:noFill/>
          <a:ln w="9525">
            <a:solidFill>
              <a:schemeClr val="dk1"/>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graphicFrame>
        <p:nvGraphicFramePr>
          <p:cNvPr id="55" name="对象 123931"/>
          <p:cNvGraphicFramePr/>
          <p:nvPr/>
        </p:nvGraphicFramePr>
        <p:xfrm>
          <a:off x="4180840" y="2802255"/>
          <a:ext cx="3592830" cy="1295400"/>
        </p:xfrm>
        <a:graphic>
          <a:graphicData uri="http://schemas.openxmlformats.org/presentationml/2006/ole">
            <mc:AlternateContent xmlns:mc="http://schemas.openxmlformats.org/markup-compatibility/2006">
              <mc:Choice xmlns:v="urn:schemas-microsoft-com:vml" Requires="v">
                <p:oleObj spid="_x0000_s7" name="" r:id="rId26" imgW="3594100" imgH="1295400" progId="Equation.3">
                  <p:embed/>
                </p:oleObj>
              </mc:Choice>
              <mc:Fallback>
                <p:oleObj name="" r:id="rId26" imgW="3594100" imgH="1295400" progId="Equation.3">
                  <p:embed/>
                  <p:pic>
                    <p:nvPicPr>
                      <p:cNvPr id="0" name="对象 12393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180840" y="2802255"/>
                        <a:ext cx="359283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 name="对象 55"/>
          <p:cNvGraphicFramePr/>
          <p:nvPr/>
        </p:nvGraphicFramePr>
        <p:xfrm>
          <a:off x="1764349" y="4582020"/>
          <a:ext cx="2752725" cy="1854200"/>
        </p:xfrm>
        <a:graphic>
          <a:graphicData uri="http://schemas.openxmlformats.org/presentationml/2006/ole">
            <mc:AlternateContent xmlns:mc="http://schemas.openxmlformats.org/markup-compatibility/2006">
              <mc:Choice xmlns:v="urn:schemas-microsoft-com:vml" Requires="v">
                <p:oleObj spid="_x0000_s8" name="" r:id="rId28" imgW="2099945" imgH="1412875" progId="Equation.3">
                  <p:embed/>
                </p:oleObj>
              </mc:Choice>
              <mc:Fallback>
                <p:oleObj name="" r:id="rId28" imgW="2099945" imgH="1412875" progId="Equation.3">
                  <p:embed/>
                  <p:pic>
                    <p:nvPicPr>
                      <p:cNvPr id="0" name="对象 55"/>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764349" y="4582020"/>
                        <a:ext cx="2752725"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文本框 9"/>
          <p:cNvSpPr txBox="1"/>
          <p:nvPr>
            <p:custDataLst>
              <p:tags r:id="rId30"/>
            </p:custDataLst>
          </p:nvPr>
        </p:nvSpPr>
        <p:spPr>
          <a:xfrm>
            <a:off x="507722" y="85266"/>
            <a:ext cx="1835379" cy="368300"/>
          </a:xfrm>
          <a:prstGeom prst="rect">
            <a:avLst/>
          </a:prstGeom>
          <a:noFill/>
        </p:spPr>
        <p:txBody>
          <a:bodyPr wrap="square" rtlCol="0">
            <a:spAutoFit/>
          </a:bodyPr>
          <a:lstStyle/>
          <a:p>
            <a:r>
              <a:rPr lang="zh-CN" altLang="en-US" b="1" dirty="0">
                <a:solidFill>
                  <a:schemeClr val="dk1"/>
                </a:solidFill>
                <a:latin typeface="微软雅黑" panose="020B0503020204020204" pitchFamily="34" charset="-122"/>
                <a:ea typeface="微软雅黑" panose="020B0503020204020204" pitchFamily="34" charset="-122"/>
              </a:rPr>
              <a:t>还是高化</a:t>
            </a:r>
            <a:endParaRPr lang="zh-CN" altLang="en-US" b="1" dirty="0">
              <a:solidFill>
                <a:schemeClr val="dk1"/>
              </a:solidFill>
              <a:latin typeface="微软雅黑" panose="020B0503020204020204" pitchFamily="34" charset="-122"/>
              <a:ea typeface="微软雅黑" panose="020B0503020204020204" pitchFamily="34" charset="-122"/>
            </a:endParaRPr>
          </a:p>
        </p:txBody>
      </p:sp>
    </p:spTree>
    <p:custDataLst>
      <p:tags r:id="rId3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anim calcmode="lin" valueType="num">
                                      <p:cBhvr>
                                        <p:cTn id="8" dur="1000" fill="hold"/>
                                        <p:tgtEl>
                                          <p:spTgt spid="40"/>
                                        </p:tgtEl>
                                        <p:attrNameLst>
                                          <p:attrName>ppt_x</p:attrName>
                                        </p:attrNameLst>
                                      </p:cBhvr>
                                      <p:tavLst>
                                        <p:tav tm="0">
                                          <p:val>
                                            <p:strVal val="#ppt_x"/>
                                          </p:val>
                                        </p:tav>
                                        <p:tav tm="100000">
                                          <p:val>
                                            <p:strVal val="#ppt_x"/>
                                          </p:val>
                                        </p:tav>
                                      </p:tavLst>
                                    </p:anim>
                                    <p:anim calcmode="lin" valueType="num">
                                      <p:cBhvr>
                                        <p:cTn id="9" dur="1000" fill="hold"/>
                                        <p:tgtEl>
                                          <p:spTgt spid="4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1000"/>
                                        <p:tgtEl>
                                          <p:spTgt spid="56"/>
                                        </p:tgtEl>
                                      </p:cBhvr>
                                    </p:animEffect>
                                    <p:anim calcmode="lin" valueType="num">
                                      <p:cBhvr>
                                        <p:cTn id="13" dur="1000" fill="hold"/>
                                        <p:tgtEl>
                                          <p:spTgt spid="56"/>
                                        </p:tgtEl>
                                        <p:attrNameLst>
                                          <p:attrName>ppt_x</p:attrName>
                                        </p:attrNameLst>
                                      </p:cBhvr>
                                      <p:tavLst>
                                        <p:tav tm="0">
                                          <p:val>
                                            <p:strVal val="#ppt_x"/>
                                          </p:val>
                                        </p:tav>
                                        <p:tav tm="100000">
                                          <p:val>
                                            <p:strVal val="#ppt_x"/>
                                          </p:val>
                                        </p:tav>
                                      </p:tavLst>
                                    </p:anim>
                                    <p:anim calcmode="lin" valueType="num">
                                      <p:cBhvr>
                                        <p:cTn id="14" dur="1000" fill="hold"/>
                                        <p:tgtEl>
                                          <p:spTgt spid="5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anim calcmode="lin" valueType="num">
                                      <p:cBhvr>
                                        <p:cTn id="18" dur="1000" fill="hold"/>
                                        <p:tgtEl>
                                          <p:spTgt spid="39"/>
                                        </p:tgtEl>
                                        <p:attrNameLst>
                                          <p:attrName>ppt_x</p:attrName>
                                        </p:attrNameLst>
                                      </p:cBhvr>
                                      <p:tavLst>
                                        <p:tav tm="0">
                                          <p:val>
                                            <p:strVal val="#ppt_x"/>
                                          </p:val>
                                        </p:tav>
                                        <p:tav tm="100000">
                                          <p:val>
                                            <p:strVal val="#ppt_x"/>
                                          </p:val>
                                        </p:tav>
                                      </p:tavLst>
                                    </p:anim>
                                    <p:anim calcmode="lin" valueType="num">
                                      <p:cBhvr>
                                        <p:cTn id="19"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graphicFrame>
        <p:nvGraphicFramePr>
          <p:cNvPr id="35" name="对象 34"/>
          <p:cNvGraphicFramePr/>
          <p:nvPr/>
        </p:nvGraphicFramePr>
        <p:xfrm>
          <a:off x="5257800" y="3505200"/>
          <a:ext cx="3719513" cy="1627188"/>
        </p:xfrm>
        <a:graphic>
          <a:graphicData uri="http://schemas.openxmlformats.org/presentationml/2006/ole">
            <mc:AlternateContent xmlns:mc="http://schemas.openxmlformats.org/markup-compatibility/2006">
              <mc:Choice xmlns:v="urn:schemas-microsoft-com:vml" Requires="v">
                <p:oleObj spid="_x0000_s2" name="" r:id="rId6" imgW="3721100" imgH="1625600" progId="Equation.3">
                  <p:embed/>
                </p:oleObj>
              </mc:Choice>
              <mc:Fallback>
                <p:oleObj name="" r:id="rId6" imgW="3721100" imgH="1625600" progId="Equation.3">
                  <p:embed/>
                  <p:pic>
                    <p:nvPicPr>
                      <p:cNvPr id="0" name="对象 3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3505200"/>
                        <a:ext cx="3719513"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 name="对象 35"/>
          <p:cNvGraphicFramePr/>
          <p:nvPr/>
        </p:nvGraphicFramePr>
        <p:xfrm>
          <a:off x="1690688" y="5487988"/>
          <a:ext cx="3440112" cy="417512"/>
        </p:xfrm>
        <a:graphic>
          <a:graphicData uri="http://schemas.openxmlformats.org/presentationml/2006/ole">
            <mc:AlternateContent xmlns:mc="http://schemas.openxmlformats.org/markup-compatibility/2006">
              <mc:Choice xmlns:v="urn:schemas-microsoft-com:vml" Requires="v">
                <p:oleObj spid="_x0000_s3" name="" r:id="rId8" imgW="3441700" imgH="419100" progId="Equation.3">
                  <p:embed/>
                </p:oleObj>
              </mc:Choice>
              <mc:Fallback>
                <p:oleObj name="" r:id="rId8" imgW="3441700" imgH="419100" progId="Equation.3">
                  <p:embed/>
                  <p:pic>
                    <p:nvPicPr>
                      <p:cNvPr id="0" name="对象 3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0688" y="5487988"/>
                        <a:ext cx="344011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 name="对象 36"/>
          <p:cNvGraphicFramePr/>
          <p:nvPr/>
        </p:nvGraphicFramePr>
        <p:xfrm>
          <a:off x="1217561" y="3383149"/>
          <a:ext cx="3921125" cy="1638300"/>
        </p:xfrm>
        <a:graphic>
          <a:graphicData uri="http://schemas.openxmlformats.org/presentationml/2006/ole">
            <mc:AlternateContent xmlns:mc="http://schemas.openxmlformats.org/markup-compatibility/2006">
              <mc:Choice xmlns:v="urn:schemas-microsoft-com:vml" Requires="v">
                <p:oleObj spid="_x0000_s4" name="" r:id="rId10" imgW="3924300" imgH="1638300" progId="Equation.3">
                  <p:embed/>
                </p:oleObj>
              </mc:Choice>
              <mc:Fallback>
                <p:oleObj name="" r:id="rId10" imgW="3924300" imgH="1638300" progId="Equation.3">
                  <p:embed/>
                  <p:pic>
                    <p:nvPicPr>
                      <p:cNvPr id="0" name="对象 3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7561" y="3383149"/>
                        <a:ext cx="39211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 name="对象 37"/>
          <p:cNvGraphicFramePr/>
          <p:nvPr/>
        </p:nvGraphicFramePr>
        <p:xfrm>
          <a:off x="5226050" y="5519738"/>
          <a:ext cx="1652588" cy="381000"/>
        </p:xfrm>
        <a:graphic>
          <a:graphicData uri="http://schemas.openxmlformats.org/presentationml/2006/ole">
            <mc:AlternateContent xmlns:mc="http://schemas.openxmlformats.org/markup-compatibility/2006">
              <mc:Choice xmlns:v="urn:schemas-microsoft-com:vml" Requires="v">
                <p:oleObj spid="_x0000_s5" name="" r:id="rId12" imgW="1650365" imgH="381000" progId="Equation.3">
                  <p:embed/>
                </p:oleObj>
              </mc:Choice>
              <mc:Fallback>
                <p:oleObj name="" r:id="rId12" imgW="1650365" imgH="381000" progId="Equation.3">
                  <p:embed/>
                  <p:pic>
                    <p:nvPicPr>
                      <p:cNvPr id="0" name="对象 3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26050" y="5519738"/>
                        <a:ext cx="16525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 name="文本框 92164"/>
          <p:cNvSpPr txBox="1">
            <a:spLocks noChangeArrowheads="1"/>
          </p:cNvSpPr>
          <p:nvPr>
            <p:custDataLst>
              <p:tags r:id="rId14"/>
            </p:custDataLst>
          </p:nvPr>
        </p:nvSpPr>
        <p:spPr bwMode="auto">
          <a:xfrm>
            <a:off x="1447800" y="2795905"/>
            <a:ext cx="289750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dirty="0">
                <a:solidFill>
                  <a:schemeClr val="lt1">
                    <a:lumMod val="50000"/>
                  </a:schemeClr>
                </a:solidFill>
                <a:latin typeface="微软雅黑" panose="020B0503020204020204" pitchFamily="34" charset="-122"/>
                <a:ea typeface="微软雅黑" panose="020B0503020204020204" pitchFamily="34" charset="-122"/>
              </a:rPr>
              <a:t>按第一列展开</a:t>
            </a:r>
            <a:endParaRPr lang="zh-CN" altLang="en-US" dirty="0">
              <a:solidFill>
                <a:schemeClr val="lt1">
                  <a:lumMod val="50000"/>
                </a:schemeClr>
              </a:solidFill>
              <a:latin typeface="微软雅黑" panose="020B0503020204020204" pitchFamily="34" charset="-122"/>
              <a:ea typeface="微软雅黑" panose="020B0503020204020204" pitchFamily="34" charset="-122"/>
            </a:endParaRPr>
          </a:p>
        </p:txBody>
      </p:sp>
      <p:sp>
        <p:nvSpPr>
          <p:cNvPr id="41" name="文本框 92163"/>
          <p:cNvSpPr txBox="1">
            <a:spLocks noChangeArrowheads="1"/>
          </p:cNvSpPr>
          <p:nvPr/>
        </p:nvSpPr>
        <p:spPr bwMode="auto">
          <a:xfrm>
            <a:off x="874395" y="2778760"/>
            <a:ext cx="1313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dirty="0">
                <a:solidFill>
                  <a:srgbClr val="000000"/>
                </a:solidFill>
                <a:latin typeface="微软雅黑" panose="020B0503020204020204" pitchFamily="34" charset="-122"/>
                <a:ea typeface="微软雅黑" panose="020B0503020204020204" pitchFamily="34" charset="-122"/>
              </a:rPr>
              <a:t>解：</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43" name="文本框 92161"/>
          <p:cNvSpPr txBox="1">
            <a:spLocks noChangeArrowheads="1"/>
          </p:cNvSpPr>
          <p:nvPr>
            <p:custDataLst>
              <p:tags r:id="rId15"/>
            </p:custDataLst>
          </p:nvPr>
        </p:nvSpPr>
        <p:spPr bwMode="auto">
          <a:xfrm>
            <a:off x="744855" y="1327785"/>
            <a:ext cx="2054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例四   计算</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4" name="对象 92169"/>
          <p:cNvGraphicFramePr/>
          <p:nvPr/>
        </p:nvGraphicFramePr>
        <p:xfrm>
          <a:off x="2097405" y="557530"/>
          <a:ext cx="3998595" cy="2044700"/>
        </p:xfrm>
        <a:graphic>
          <a:graphicData uri="http://schemas.openxmlformats.org/presentationml/2006/ole">
            <mc:AlternateContent xmlns:mc="http://schemas.openxmlformats.org/markup-compatibility/2006">
              <mc:Choice xmlns:v="urn:schemas-microsoft-com:vml" Requires="v">
                <p:oleObj spid="_x0000_s7" name="" r:id="rId16" imgW="4000500" imgH="2044700" progId="Equation.3">
                  <p:embed/>
                </p:oleObj>
              </mc:Choice>
              <mc:Fallback>
                <p:oleObj name="" r:id="rId16" imgW="4000500" imgH="2044700" progId="Equation.3">
                  <p:embed/>
                  <p:pic>
                    <p:nvPicPr>
                      <p:cNvPr id="0" name="对象 9216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97405" y="557530"/>
                        <a:ext cx="3998595"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1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randombar(horizontal)">
                                      <p:cBhvr>
                                        <p:cTn id="7" dur="500"/>
                                        <p:tgtEl>
                                          <p:spTgt spid="37"/>
                                        </p:tgtEl>
                                      </p:cBhvr>
                                    </p:animEffect>
                                  </p:childTnLst>
                                </p:cTn>
                              </p:par>
                              <p:par>
                                <p:cTn id="8" presetID="14" presetClass="entr" presetSubtype="1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randombar(horizontal)">
                                      <p:cBhvr>
                                        <p:cTn id="10" dur="500"/>
                                        <p:tgtEl>
                                          <p:spTgt spid="35"/>
                                        </p:tgtEl>
                                      </p:cBhvr>
                                    </p:animEffect>
                                  </p:childTnLst>
                                </p:cTn>
                              </p:par>
                              <p:par>
                                <p:cTn id="11" presetID="14" presetClass="entr" presetSubtype="1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randombar(horizontal)">
                                      <p:cBhvr>
                                        <p:cTn id="13" dur="500"/>
                                        <p:tgtEl>
                                          <p:spTgt spid="36"/>
                                        </p:tgtEl>
                                      </p:cBhvr>
                                    </p:animEffect>
                                  </p:childTnLst>
                                </p:cTn>
                              </p:par>
                              <p:par>
                                <p:cTn id="14" presetID="14" presetClass="entr" presetSubtype="10" fill="hold"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randombar(horizontal)">
                                      <p:cBhvr>
                                        <p:cTn id="1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graphicFrame>
        <p:nvGraphicFramePr>
          <p:cNvPr id="35" name="对象 34"/>
          <p:cNvGraphicFramePr/>
          <p:nvPr/>
        </p:nvGraphicFramePr>
        <p:xfrm>
          <a:off x="2127250" y="2800350"/>
          <a:ext cx="2984500" cy="103188"/>
        </p:xfrm>
        <a:graphic>
          <a:graphicData uri="http://schemas.openxmlformats.org/presentationml/2006/ole">
            <mc:AlternateContent xmlns:mc="http://schemas.openxmlformats.org/markup-compatibility/2006">
              <mc:Choice xmlns:v="urn:schemas-microsoft-com:vml" Requires="v">
                <p:oleObj spid="_x0000_s2" name="" r:id="rId6" imgW="2360295" imgH="101600" progId="Equation.3">
                  <p:embed/>
                </p:oleObj>
              </mc:Choice>
              <mc:Fallback>
                <p:oleObj name="" r:id="rId6" imgW="2360295" imgH="101600" progId="Equation.3">
                  <p:embed/>
                  <p:pic>
                    <p:nvPicPr>
                      <p:cNvPr id="0" name="对象 9318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7250" y="2800350"/>
                        <a:ext cx="2984500"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 name="对象 35"/>
          <p:cNvGraphicFramePr/>
          <p:nvPr/>
        </p:nvGraphicFramePr>
        <p:xfrm>
          <a:off x="2127250" y="2082800"/>
          <a:ext cx="2652713" cy="417513"/>
        </p:xfrm>
        <a:graphic>
          <a:graphicData uri="http://schemas.openxmlformats.org/presentationml/2006/ole">
            <mc:AlternateContent xmlns:mc="http://schemas.openxmlformats.org/markup-compatibility/2006">
              <mc:Choice xmlns:v="urn:schemas-microsoft-com:vml" Requires="v">
                <p:oleObj spid="_x0000_s3" name="" r:id="rId8" imgW="2654300" imgH="419100" progId="Equation.3">
                  <p:embed/>
                </p:oleObj>
              </mc:Choice>
              <mc:Fallback>
                <p:oleObj name="" r:id="rId8" imgW="2654300" imgH="419100" progId="Equation.3">
                  <p:embed/>
                  <p:pic>
                    <p:nvPicPr>
                      <p:cNvPr id="0" name="对象 93187"/>
                      <p:cNvPicPr preferRelativeResize="0">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7250" y="2082800"/>
                        <a:ext cx="2652713"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 name="对象 36"/>
          <p:cNvGraphicFramePr/>
          <p:nvPr/>
        </p:nvGraphicFramePr>
        <p:xfrm>
          <a:off x="2127250" y="3175000"/>
          <a:ext cx="5334000" cy="417513"/>
        </p:xfrm>
        <a:graphic>
          <a:graphicData uri="http://schemas.openxmlformats.org/presentationml/2006/ole">
            <mc:AlternateContent xmlns:mc="http://schemas.openxmlformats.org/markup-compatibility/2006">
              <mc:Choice xmlns:v="urn:schemas-microsoft-com:vml" Requires="v">
                <p:oleObj spid="_x0000_s4" name="" r:id="rId10" imgW="5334000" imgH="419100" progId="Equation.3">
                  <p:embed/>
                </p:oleObj>
              </mc:Choice>
              <mc:Fallback>
                <p:oleObj name="" r:id="rId10" imgW="5334000" imgH="419100" progId="Equation.3">
                  <p:embed/>
                  <p:pic>
                    <p:nvPicPr>
                      <p:cNvPr id="0" name="对象 93188"/>
                      <p:cNvPicPr preferRelativeResize="0">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7250" y="3175000"/>
                        <a:ext cx="533400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 name="对象 37"/>
          <p:cNvGraphicFramePr/>
          <p:nvPr/>
        </p:nvGraphicFramePr>
        <p:xfrm>
          <a:off x="2120900" y="3851275"/>
          <a:ext cx="5969000" cy="417513"/>
        </p:xfrm>
        <a:graphic>
          <a:graphicData uri="http://schemas.openxmlformats.org/presentationml/2006/ole">
            <mc:AlternateContent xmlns:mc="http://schemas.openxmlformats.org/markup-compatibility/2006">
              <mc:Choice xmlns:v="urn:schemas-microsoft-com:vml" Requires="v">
                <p:oleObj spid="_x0000_s5" name="" r:id="rId12" imgW="5969000" imgH="419100" progId="Equation.3">
                  <p:embed/>
                </p:oleObj>
              </mc:Choice>
              <mc:Fallback>
                <p:oleObj name="" r:id="rId12" imgW="5969000" imgH="419100" progId="Equation.3">
                  <p:embed/>
                  <p:pic>
                    <p:nvPicPr>
                      <p:cNvPr id="0" name="对象 93189"/>
                      <p:cNvPicPr preferRelativeResize="0">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20900" y="3851275"/>
                        <a:ext cx="596900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 name="对象 38"/>
          <p:cNvGraphicFramePr/>
          <p:nvPr/>
        </p:nvGraphicFramePr>
        <p:xfrm>
          <a:off x="2127250" y="4564063"/>
          <a:ext cx="5981700" cy="417512"/>
        </p:xfrm>
        <a:graphic>
          <a:graphicData uri="http://schemas.openxmlformats.org/presentationml/2006/ole">
            <mc:AlternateContent xmlns:mc="http://schemas.openxmlformats.org/markup-compatibility/2006">
              <mc:Choice xmlns:v="urn:schemas-microsoft-com:vml" Requires="v">
                <p:oleObj spid="_x0000_s6" name="" r:id="rId14" imgW="5981700" imgH="419100" progId="Equation.3">
                  <p:embed/>
                </p:oleObj>
              </mc:Choice>
              <mc:Fallback>
                <p:oleObj name="" r:id="rId14" imgW="5981700" imgH="419100" progId="Equation.3">
                  <p:embed/>
                  <p:pic>
                    <p:nvPicPr>
                      <p:cNvPr id="0" name="对象 93190"/>
                      <p:cNvPicPr preferRelativeResize="0">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27250" y="4564063"/>
                        <a:ext cx="598170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 name="文本框 93191"/>
          <p:cNvSpPr txBox="1">
            <a:spLocks noChangeArrowheads="1"/>
          </p:cNvSpPr>
          <p:nvPr>
            <p:custDataLst>
              <p:tags r:id="rId16"/>
            </p:custDataLst>
          </p:nvPr>
        </p:nvSpPr>
        <p:spPr bwMode="auto">
          <a:xfrm>
            <a:off x="1504950" y="776605"/>
            <a:ext cx="607504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进一步，由                                递推可得：</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2" name="对象 93192"/>
          <p:cNvGraphicFramePr/>
          <p:nvPr/>
        </p:nvGraphicFramePr>
        <p:xfrm>
          <a:off x="2731770" y="773430"/>
          <a:ext cx="1979295" cy="379730"/>
        </p:xfrm>
        <a:graphic>
          <a:graphicData uri="http://schemas.openxmlformats.org/presentationml/2006/ole">
            <mc:AlternateContent xmlns:mc="http://schemas.openxmlformats.org/markup-compatibility/2006">
              <mc:Choice xmlns:v="urn:schemas-microsoft-com:vml" Requires="v">
                <p:oleObj spid="_x0000_s7" name="" r:id="rId17" imgW="1980565" imgH="381000" progId="Equation.3">
                  <p:embed/>
                </p:oleObj>
              </mc:Choice>
              <mc:Fallback>
                <p:oleObj name="" r:id="rId17" imgW="1980565" imgH="381000" progId="Equation.3">
                  <p:embed/>
                  <p:pic>
                    <p:nvPicPr>
                      <p:cNvPr id="0" name="对象 93192"/>
                      <p:cNvPicPr preferRelativeResize="0">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31770" y="773430"/>
                        <a:ext cx="1979295" cy="379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 name="对象 93186"/>
          <p:cNvGraphicFramePr/>
          <p:nvPr/>
        </p:nvGraphicFramePr>
        <p:xfrm>
          <a:off x="1692275" y="1428750"/>
          <a:ext cx="3170555" cy="381000"/>
        </p:xfrm>
        <a:graphic>
          <a:graphicData uri="http://schemas.openxmlformats.org/presentationml/2006/ole">
            <mc:AlternateContent xmlns:mc="http://schemas.openxmlformats.org/markup-compatibility/2006">
              <mc:Choice xmlns:v="urn:schemas-microsoft-com:vml" Requires="v">
                <p:oleObj spid="_x0000_s9" name="" r:id="rId19" imgW="3173730" imgH="381000" progId="Equation.3">
                  <p:embed/>
                </p:oleObj>
              </mc:Choice>
              <mc:Fallback>
                <p:oleObj name="" r:id="rId19" imgW="3173730" imgH="381000" progId="Equation.3">
                  <p:embed/>
                  <p:pic>
                    <p:nvPicPr>
                      <p:cNvPr id="0" name="对象 93186"/>
                      <p:cNvPicPr preferRelativeResize="0">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92275" y="1428750"/>
                        <a:ext cx="317055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 name="直接连接符 93194"/>
          <p:cNvSpPr>
            <a:spLocks noChangeShapeType="1"/>
          </p:cNvSpPr>
          <p:nvPr>
            <p:custDataLst>
              <p:tags r:id="rId21"/>
            </p:custDataLst>
          </p:nvPr>
        </p:nvSpPr>
        <p:spPr bwMode="auto">
          <a:xfrm>
            <a:off x="2600325" y="1819275"/>
            <a:ext cx="1704975"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Tree>
    <p:custDataLst>
      <p:tags r:id="rId2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6"/>
            </p:custDataLst>
          </p:nvPr>
        </p:nvSpPr>
        <p:spPr>
          <a:xfrm>
            <a:off x="3157641" y="1894586"/>
            <a:ext cx="5565341" cy="1198880"/>
          </a:xfrm>
          <a:prstGeom prst="rect">
            <a:avLst/>
          </a:prstGeom>
          <a:noFill/>
        </p:spPr>
        <p:txBody>
          <a:bodyPr wrap="square" rtlCol="0">
            <a:spAutoFit/>
          </a:bodyPr>
          <a:lstStyle/>
          <a:p>
            <a:pPr algn="ctr"/>
            <a:r>
              <a:rPr lang="zh-CN" altLang="en-US"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一种特殊的行列式：</a:t>
            </a:r>
            <a:endPar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范德蒙德行列式</a:t>
            </a:r>
            <a:endPar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7"/>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90" name="文本框 133122"/>
          <p:cNvSpPr txBox="1">
            <a:spLocks noChangeArrowheads="1"/>
          </p:cNvSpPr>
          <p:nvPr/>
        </p:nvSpPr>
        <p:spPr bwMode="auto">
          <a:xfrm>
            <a:off x="3278051" y="3542352"/>
            <a:ext cx="914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000000"/>
                </a:solidFill>
                <a:latin typeface="微软雅黑" panose="020B0503020204020204" pitchFamily="34" charset="-122"/>
                <a:ea typeface="微软雅黑" panose="020B0503020204020204" pitchFamily="34" charset="-122"/>
              </a:rPr>
              <a:t>证：</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91" name="矩形 90"/>
          <p:cNvSpPr>
            <a:spLocks noChangeArrowheads="1"/>
          </p:cNvSpPr>
          <p:nvPr>
            <p:custDataLst>
              <p:tags r:id="rId6"/>
            </p:custDataLst>
          </p:nvPr>
        </p:nvSpPr>
        <p:spPr bwMode="auto">
          <a:xfrm>
            <a:off x="4238500" y="4178929"/>
            <a:ext cx="5216525"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从 </a:t>
            </a:r>
            <a:r>
              <a:rPr lang="en-US" altLang="zh-CN" i="1" dirty="0" err="1">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D</a:t>
            </a:r>
            <a:r>
              <a:rPr lang="en-US" altLang="zh-CN" i="1" baseline="-25000" dirty="0" err="1">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的最后一行开始，</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2" name="矩形 91"/>
          <p:cNvSpPr>
            <a:spLocks noChangeArrowheads="1"/>
          </p:cNvSpPr>
          <p:nvPr>
            <p:custDataLst>
              <p:tags r:id="rId7"/>
            </p:custDataLst>
          </p:nvPr>
        </p:nvSpPr>
        <p:spPr bwMode="auto">
          <a:xfrm>
            <a:off x="4248025" y="3539166"/>
            <a:ext cx="7831137"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下面假设结论对 </a:t>
            </a:r>
            <a:r>
              <a:rPr lang="en-US" altLang="zh-CN" i="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baseline="-250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阶成立，要证结论对 </a:t>
            </a:r>
            <a:r>
              <a:rPr lang="en-US" altLang="zh-CN" i="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阶也成立。</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3" name="矩形 92"/>
          <p:cNvSpPr>
            <a:spLocks noChangeArrowheads="1"/>
          </p:cNvSpPr>
          <p:nvPr>
            <p:custDataLst>
              <p:tags r:id="rId8"/>
            </p:custDataLst>
          </p:nvPr>
        </p:nvSpPr>
        <p:spPr bwMode="auto">
          <a:xfrm>
            <a:off x="4141662" y="4818692"/>
            <a:ext cx="4619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的 </a:t>
            </a:r>
            <a:r>
              <a:rPr lang="en-US" altLang="zh-CN"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a:t>
            </a:r>
            <a:r>
              <a:rPr lang="en-US" altLang="zh-CN"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倍减到下一行，得：</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4" name="矩形 93"/>
          <p:cNvSpPr>
            <a:spLocks noChangeArrowheads="1"/>
          </p:cNvSpPr>
          <p:nvPr>
            <p:custDataLst>
              <p:tags r:id="rId9"/>
            </p:custDataLst>
          </p:nvPr>
        </p:nvSpPr>
        <p:spPr bwMode="auto">
          <a:xfrm>
            <a:off x="7954837" y="4104316"/>
            <a:ext cx="3535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rPr>
              <a:t>由下而上，依次将上一行</a:t>
            </a:r>
            <a:endParaRPr lang="zh-CN" altLang="en-US" dirty="0">
              <a:solidFill>
                <a:schemeClr val="lt1">
                  <a:lumMod val="50000"/>
                </a:schemeClr>
              </a:solidFill>
              <a:latin typeface="微软雅黑" panose="020B0503020204020204" pitchFamily="34" charset="-122"/>
              <a:ea typeface="微软雅黑" panose="020B0503020204020204" pitchFamily="34" charset="-122"/>
            </a:endParaRPr>
          </a:p>
        </p:txBody>
      </p:sp>
      <p:graphicFrame>
        <p:nvGraphicFramePr>
          <p:cNvPr id="96" name="对象 133138"/>
          <p:cNvGraphicFramePr/>
          <p:nvPr/>
        </p:nvGraphicFramePr>
        <p:xfrm>
          <a:off x="3662680" y="454025"/>
          <a:ext cx="7713980" cy="2809875"/>
        </p:xfrm>
        <a:graphic>
          <a:graphicData uri="http://schemas.openxmlformats.org/presentationml/2006/ole">
            <mc:AlternateContent xmlns:mc="http://schemas.openxmlformats.org/markup-compatibility/2006">
              <mc:Choice xmlns:v="urn:schemas-microsoft-com:vml" Requires="v">
                <p:oleObj spid="_x0000_s2" name="" r:id="rId10" imgW="7715250" imgH="2809875" progId="Paint.Picture">
                  <p:embed/>
                </p:oleObj>
              </mc:Choice>
              <mc:Fallback>
                <p:oleObj name="" r:id="rId10" imgW="7715250" imgH="2809875" progId="Paint.Picture">
                  <p:embed/>
                  <p:pic>
                    <p:nvPicPr>
                      <p:cNvPr id="0" name="对象 13313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62680" y="454025"/>
                        <a:ext cx="7713980"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8" name="文本框 133140"/>
          <p:cNvSpPr txBox="1">
            <a:spLocks noChangeArrowheads="1"/>
          </p:cNvSpPr>
          <p:nvPr>
            <p:custDataLst>
              <p:tags r:id="rId12"/>
            </p:custDataLst>
          </p:nvPr>
        </p:nvSpPr>
        <p:spPr bwMode="auto">
          <a:xfrm>
            <a:off x="2310130" y="436245"/>
            <a:ext cx="5826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chemeClr val="lt1">
                    <a:lumMod val="50000"/>
                  </a:schemeClr>
                </a:solidFill>
                <a:latin typeface="微软雅黑" panose="020B0503020204020204" pitchFamily="34" charset="-122"/>
                <a:ea typeface="微软雅黑" panose="020B0503020204020204" pitchFamily="34" charset="-122"/>
              </a:rPr>
              <a:t>证明：</a:t>
            </a:r>
            <a:r>
              <a:rPr lang="zh-CN" altLang="en-US" u="sng" dirty="0">
                <a:solidFill>
                  <a:schemeClr val="lt1">
                    <a:lumMod val="50000"/>
                  </a:schemeClr>
                </a:solidFill>
                <a:latin typeface="微软雅黑" panose="020B0503020204020204" pitchFamily="34" charset="-122"/>
                <a:ea typeface="微软雅黑" panose="020B0503020204020204" pitchFamily="34" charset="-122"/>
              </a:rPr>
              <a:t>范德蒙德行列式</a:t>
            </a:r>
            <a:endParaRPr lang="zh-CN" altLang="en-US" u="sng" dirty="0">
              <a:solidFill>
                <a:schemeClr val="lt1">
                  <a:lumMod val="50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r:id="rId13" p14:bwMode="auto">
            <p14:nvContentPartPr>
              <p14:cNvPr id="3" name="墨迹 2"/>
              <p14:cNvContentPartPr/>
              <p14:nvPr/>
            </p14:nvContentPartPr>
            <p14:xfrm>
              <a:off x="10281991" y="972684"/>
              <a:ext cx="974520" cy="105840"/>
            </p14:xfrm>
          </p:contentPart>
        </mc:Choice>
        <mc:Fallback xmlns="">
          <p:pic>
            <p:nvPicPr>
              <p:cNvPr id="3" name="墨迹 2"/>
            </p:nvPicPr>
            <p:blipFill>
              <a:blip r:embed="rId14"/>
            </p:blipFill>
            <p:spPr>
              <a:xfrm>
                <a:off x="10281991" y="972684"/>
                <a:ext cx="974520" cy="1058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4" name="墨迹 3"/>
              <p14:cNvContentPartPr/>
              <p14:nvPr/>
            </p14:nvContentPartPr>
            <p14:xfrm>
              <a:off x="8578111" y="1558764"/>
              <a:ext cx="360" cy="360"/>
            </p14:xfrm>
          </p:contentPart>
        </mc:Choice>
        <mc:Fallback xmlns="">
          <p:pic>
            <p:nvPicPr>
              <p:cNvPr id="4" name="墨迹 3"/>
            </p:nvPicPr>
            <p:blipFill>
              <a:blip r:embed="rId16"/>
            </p:blipFill>
            <p:spPr>
              <a:xfrm>
                <a:off x="8578111" y="1558764"/>
                <a:ext cx="360" cy="3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5" name="墨迹 4"/>
              <p14:cNvContentPartPr/>
              <p14:nvPr/>
            </p14:nvContentPartPr>
            <p14:xfrm>
              <a:off x="10604191" y="394524"/>
              <a:ext cx="1041120" cy="205560"/>
            </p14:xfrm>
          </p:contentPart>
        </mc:Choice>
        <mc:Fallback xmlns="">
          <p:pic>
            <p:nvPicPr>
              <p:cNvPr id="5" name="墨迹 4"/>
            </p:nvPicPr>
            <p:blipFill>
              <a:blip r:embed="rId18"/>
            </p:blipFill>
            <p:spPr>
              <a:xfrm>
                <a:off x="10604191" y="394524"/>
                <a:ext cx="1041120" cy="205560"/>
              </a:xfrm>
              <a:prstGeom prst="rect"/>
            </p:spPr>
          </p:pic>
        </mc:Fallback>
      </mc:AlternateContent>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barn(inVertical)">
                                      <p:cBhvr>
                                        <p:cTn id="7" dur="500"/>
                                        <p:tgtEl>
                                          <p:spTgt spid="90"/>
                                        </p:tgtEl>
                                      </p:cBhvr>
                                    </p:animEffect>
                                  </p:childTnLst>
                                </p:cTn>
                              </p:par>
                              <p:par>
                                <p:cTn id="8" presetID="16" presetClass="entr" presetSubtype="21" fill="hold" grpId="1"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barn(inVertical)">
                                      <p:cBhvr>
                                        <p:cTn id="10" dur="500"/>
                                        <p:tgtEl>
                                          <p:spTgt spid="91"/>
                                        </p:tgtEl>
                                      </p:cBhvr>
                                    </p:animEffect>
                                  </p:childTnLst>
                                </p:cTn>
                              </p:par>
                              <p:par>
                                <p:cTn id="11" presetID="16" presetClass="entr" presetSubtype="21" fill="hold" grpId="1" nodeType="withEffect">
                                  <p:stCondLst>
                                    <p:cond delay="0"/>
                                  </p:stCondLst>
                                  <p:childTnLst>
                                    <p:set>
                                      <p:cBhvr>
                                        <p:cTn id="12" dur="1" fill="hold">
                                          <p:stCondLst>
                                            <p:cond delay="0"/>
                                          </p:stCondLst>
                                        </p:cTn>
                                        <p:tgtEl>
                                          <p:spTgt spid="92"/>
                                        </p:tgtEl>
                                        <p:attrNameLst>
                                          <p:attrName>style.visibility</p:attrName>
                                        </p:attrNameLst>
                                      </p:cBhvr>
                                      <p:to>
                                        <p:strVal val="visible"/>
                                      </p:to>
                                    </p:set>
                                    <p:animEffect transition="in" filter="barn(inVertical)">
                                      <p:cBhvr>
                                        <p:cTn id="13" dur="500"/>
                                        <p:tgtEl>
                                          <p:spTgt spid="92"/>
                                        </p:tgtEl>
                                      </p:cBhvr>
                                    </p:animEffect>
                                  </p:childTnLst>
                                </p:cTn>
                              </p:par>
                              <p:par>
                                <p:cTn id="14" presetID="16" presetClass="entr" presetSubtype="21" fill="hold" grpId="1" nodeType="with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barn(inVertical)">
                                      <p:cBhvr>
                                        <p:cTn id="16" dur="500"/>
                                        <p:tgtEl>
                                          <p:spTgt spid="93"/>
                                        </p:tgtEl>
                                      </p:cBhvr>
                                    </p:animEffect>
                                  </p:childTnLst>
                                </p:cTn>
                              </p:par>
                              <p:par>
                                <p:cTn id="17" presetID="16" presetClass="entr" presetSubtype="21" fill="hold" grpId="1" nodeType="with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barn(inVertical)">
                                      <p:cBhvr>
                                        <p:cTn id="19"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p:bldP spid="91" grpId="1"/>
      <p:bldP spid="92" grpId="0"/>
      <p:bldP spid="92" grpId="1"/>
      <p:bldP spid="93" grpId="0"/>
      <p:bldP spid="93" grpId="1"/>
      <p:bldP spid="94" grpId="0"/>
      <p:bldP spid="94"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graphicFrame>
        <p:nvGraphicFramePr>
          <p:cNvPr id="35" name="对象 34"/>
          <p:cNvGraphicFramePr/>
          <p:nvPr/>
        </p:nvGraphicFramePr>
        <p:xfrm>
          <a:off x="1198563" y="3938588"/>
          <a:ext cx="6172200" cy="622300"/>
        </p:xfrm>
        <a:graphic>
          <a:graphicData uri="http://schemas.openxmlformats.org/presentationml/2006/ole">
            <mc:AlternateContent xmlns:mc="http://schemas.openxmlformats.org/markup-compatibility/2006">
              <mc:Choice xmlns:v="urn:schemas-microsoft-com:vml" Requires="v">
                <p:oleObj spid="_x0000_s2" name="" r:id="rId6" imgW="6169660" imgH="622300" progId="Equation.3">
                  <p:embed/>
                </p:oleObj>
              </mc:Choice>
              <mc:Fallback>
                <p:oleObj name="" r:id="rId6" imgW="6169660" imgH="622300" progId="Equation.3">
                  <p:embed/>
                  <p:pic>
                    <p:nvPicPr>
                      <p:cNvPr id="0" name="对象 9625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8563" y="3938588"/>
                        <a:ext cx="61722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 name="对象 35"/>
          <p:cNvGraphicFramePr/>
          <p:nvPr/>
        </p:nvGraphicFramePr>
        <p:xfrm>
          <a:off x="1651000" y="4629150"/>
          <a:ext cx="2220913" cy="622300"/>
        </p:xfrm>
        <a:graphic>
          <a:graphicData uri="http://schemas.openxmlformats.org/presentationml/2006/ole">
            <mc:AlternateContent xmlns:mc="http://schemas.openxmlformats.org/markup-compatibility/2006">
              <mc:Choice xmlns:v="urn:schemas-microsoft-com:vml" Requires="v">
                <p:oleObj spid="_x0000_s3" name="" r:id="rId8" imgW="2221230" imgH="622300" progId="Equation.3">
                  <p:embed/>
                </p:oleObj>
              </mc:Choice>
              <mc:Fallback>
                <p:oleObj name="" r:id="rId8" imgW="2221230" imgH="622300" progId="Equation.3">
                  <p:embed/>
                  <p:pic>
                    <p:nvPicPr>
                      <p:cNvPr id="0" name="对象 9625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51000" y="4629150"/>
                        <a:ext cx="2220913"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 name="对象 36"/>
          <p:cNvGraphicFramePr/>
          <p:nvPr/>
        </p:nvGraphicFramePr>
        <p:xfrm>
          <a:off x="1198563" y="533361"/>
          <a:ext cx="7388225" cy="1778000"/>
        </p:xfrm>
        <a:graphic>
          <a:graphicData uri="http://schemas.openxmlformats.org/presentationml/2006/ole">
            <mc:AlternateContent xmlns:mc="http://schemas.openxmlformats.org/markup-compatibility/2006">
              <mc:Choice xmlns:v="urn:schemas-microsoft-com:vml" Requires="v">
                <p:oleObj spid="_x0000_s4" name="" r:id="rId10" imgW="7391400" imgH="1778000" progId="Equation.3">
                  <p:embed/>
                </p:oleObj>
              </mc:Choice>
              <mc:Fallback>
                <p:oleObj name="" r:id="rId10" imgW="7391400" imgH="1778000" progId="Equation.3">
                  <p:embed/>
                  <p:pic>
                    <p:nvPicPr>
                      <p:cNvPr id="0" name="对象 9625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98563" y="533361"/>
                        <a:ext cx="7388225"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 name="圆角矩形标注 96260"/>
          <p:cNvSpPr>
            <a:spLocks noChangeArrowheads="1"/>
          </p:cNvSpPr>
          <p:nvPr/>
        </p:nvSpPr>
        <p:spPr bwMode="auto">
          <a:xfrm>
            <a:off x="1892300" y="2206625"/>
            <a:ext cx="3409950" cy="490538"/>
          </a:xfrm>
          <a:prstGeom prst="wedgeRoundRectCallout">
            <a:avLst>
              <a:gd name="adj1" fmla="val 96278"/>
              <a:gd name="adj2" fmla="val -164565"/>
              <a:gd name="adj3" fmla="val 16667"/>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lIns="0" tIns="0" rIns="0" bIns="0" anchor="ctr" anchorCtr="1"/>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n</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阶范德蒙德行列式</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矩形 38"/>
          <p:cNvSpPr>
            <a:spLocks noChangeArrowheads="1"/>
          </p:cNvSpPr>
          <p:nvPr>
            <p:custDataLst>
              <p:tags r:id="rId12"/>
            </p:custDataLst>
          </p:nvPr>
        </p:nvSpPr>
        <p:spPr bwMode="auto">
          <a:xfrm>
            <a:off x="1055688" y="3079750"/>
            <a:ext cx="3230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rPr>
              <a:t>由归纳法假设，即得：</a:t>
            </a:r>
            <a:endParaRPr lang="zh-CN" altLang="en-US" dirty="0">
              <a:solidFill>
                <a:schemeClr val="lt1">
                  <a:lumMod val="50000"/>
                </a:schemeClr>
              </a:solidFill>
              <a:latin typeface="微软雅黑" panose="020B0503020204020204" pitchFamily="34" charset="-122"/>
              <a:ea typeface="微软雅黑" panose="020B0503020204020204" pitchFamily="34" charset="-122"/>
            </a:endParaRPr>
          </a:p>
        </p:txBody>
      </p:sp>
    </p:spTree>
    <p:custDataLst>
      <p:tags r:id="rId1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36" name="文本框 97283"/>
          <p:cNvSpPr txBox="1">
            <a:spLocks noChangeArrowheads="1"/>
          </p:cNvSpPr>
          <p:nvPr/>
        </p:nvSpPr>
        <p:spPr bwMode="auto">
          <a:xfrm>
            <a:off x="2396490" y="1982470"/>
            <a:ext cx="1146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000000"/>
                </a:solidFill>
                <a:latin typeface="微软雅黑" panose="020B0503020204020204" pitchFamily="34" charset="-122"/>
                <a:ea typeface="微软雅黑" panose="020B0503020204020204" pitchFamily="34" charset="-122"/>
              </a:rPr>
              <a:t>解：</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37" name="文本框 97284"/>
          <p:cNvSpPr txBox="1">
            <a:spLocks noChangeArrowheads="1"/>
          </p:cNvSpPr>
          <p:nvPr>
            <p:custDataLst>
              <p:tags r:id="rId6"/>
            </p:custDataLst>
          </p:nvPr>
        </p:nvSpPr>
        <p:spPr bwMode="auto">
          <a:xfrm>
            <a:off x="2960370" y="2017395"/>
            <a:ext cx="5288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将 </a:t>
            </a:r>
            <a:r>
              <a:rPr lang="en-US" altLang="zh-CN" i="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D</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的第 </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行加到第 </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行得</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8" name="对象 37"/>
          <p:cNvGraphicFramePr/>
          <p:nvPr/>
        </p:nvGraphicFramePr>
        <p:xfrm>
          <a:off x="3195985" y="2791334"/>
          <a:ext cx="4430713" cy="1306512"/>
        </p:xfrm>
        <a:graphic>
          <a:graphicData uri="http://schemas.openxmlformats.org/presentationml/2006/ole">
            <mc:AlternateContent xmlns:mc="http://schemas.openxmlformats.org/markup-compatibility/2006">
              <mc:Choice xmlns:v="urn:schemas-microsoft-com:vml" Requires="v">
                <p:oleObj spid="_x0000_s2" name="" r:id="rId7" imgW="4432300" imgH="1308100" progId="Equation.3">
                  <p:embed/>
                </p:oleObj>
              </mc:Choice>
              <mc:Fallback>
                <p:oleObj name="" r:id="rId7" imgW="4432300" imgH="1308100" progId="Equation.3">
                  <p:embed/>
                  <p:pic>
                    <p:nvPicPr>
                      <p:cNvPr id="0" name="对象 9728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95985" y="2791334"/>
                        <a:ext cx="4430713"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 name="对象 38"/>
          <p:cNvGraphicFramePr/>
          <p:nvPr/>
        </p:nvGraphicFramePr>
        <p:xfrm>
          <a:off x="3503167" y="5063840"/>
          <a:ext cx="4024313" cy="341312"/>
        </p:xfrm>
        <a:graphic>
          <a:graphicData uri="http://schemas.openxmlformats.org/presentationml/2006/ole">
            <mc:AlternateContent xmlns:mc="http://schemas.openxmlformats.org/markup-compatibility/2006">
              <mc:Choice xmlns:v="urn:schemas-microsoft-com:vml" Requires="v">
                <p:oleObj spid="_x0000_s3" name="" r:id="rId9" imgW="4023995" imgH="342900" progId="Equation.3">
                  <p:embed/>
                </p:oleObj>
              </mc:Choice>
              <mc:Fallback>
                <p:oleObj name="" r:id="rId9" imgW="4023995" imgH="342900" progId="Equation.3">
                  <p:embed/>
                  <p:pic>
                    <p:nvPicPr>
                      <p:cNvPr id="0" name="对象 9728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3167" y="5063840"/>
                        <a:ext cx="402431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 name="对象 39"/>
          <p:cNvGraphicFramePr/>
          <p:nvPr/>
        </p:nvGraphicFramePr>
        <p:xfrm>
          <a:off x="7773446" y="2793527"/>
          <a:ext cx="3162300" cy="1306513"/>
        </p:xfrm>
        <a:graphic>
          <a:graphicData uri="http://schemas.openxmlformats.org/presentationml/2006/ole">
            <mc:AlternateContent xmlns:mc="http://schemas.openxmlformats.org/markup-compatibility/2006">
              <mc:Choice xmlns:v="urn:schemas-microsoft-com:vml" Requires="v">
                <p:oleObj spid="_x0000_s4" name="" r:id="rId11" imgW="3162300" imgH="1308100" progId="Equation.3">
                  <p:embed/>
                </p:oleObj>
              </mc:Choice>
              <mc:Fallback>
                <p:oleObj name="" r:id="rId11" imgW="3162300" imgH="1308100" progId="Equation.3">
                  <p:embed/>
                  <p:pic>
                    <p:nvPicPr>
                      <p:cNvPr id="0" name="对象 9728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73446" y="2793527"/>
                        <a:ext cx="3162300" cy="130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2" name="文本框 97281"/>
          <p:cNvSpPr txBox="1">
            <a:spLocks noChangeArrowheads="1"/>
          </p:cNvSpPr>
          <p:nvPr>
            <p:custDataLst>
              <p:tags r:id="rId13"/>
            </p:custDataLst>
          </p:nvPr>
        </p:nvSpPr>
        <p:spPr bwMode="auto">
          <a:xfrm>
            <a:off x="2948940" y="760095"/>
            <a:ext cx="3651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chemeClr val="lt1">
                    <a:lumMod val="50000"/>
                  </a:schemeClr>
                </a:solidFill>
                <a:latin typeface="微软雅黑" panose="020B0503020204020204" pitchFamily="34" charset="-122"/>
                <a:ea typeface="微软雅黑" panose="020B0503020204020204" pitchFamily="34" charset="-122"/>
              </a:rPr>
              <a:t>试用范德蒙行列式计算</a:t>
            </a:r>
            <a:endParaRPr lang="zh-CN" altLang="en-US" dirty="0">
              <a:solidFill>
                <a:schemeClr val="lt1">
                  <a:lumMod val="50000"/>
                </a:schemeClr>
              </a:solidFill>
              <a:latin typeface="微软雅黑" panose="020B0503020204020204" pitchFamily="34" charset="-122"/>
              <a:ea typeface="微软雅黑" panose="020B0503020204020204" pitchFamily="34" charset="-122"/>
            </a:endParaRPr>
          </a:p>
        </p:txBody>
      </p:sp>
      <p:graphicFrame>
        <p:nvGraphicFramePr>
          <p:cNvPr id="43" name="对象 97282"/>
          <p:cNvGraphicFramePr/>
          <p:nvPr/>
        </p:nvGraphicFramePr>
        <p:xfrm>
          <a:off x="6206490" y="379095"/>
          <a:ext cx="3213100" cy="1306830"/>
        </p:xfrm>
        <a:graphic>
          <a:graphicData uri="http://schemas.openxmlformats.org/presentationml/2006/ole">
            <mc:AlternateContent xmlns:mc="http://schemas.openxmlformats.org/markup-compatibility/2006">
              <mc:Choice xmlns:v="urn:schemas-microsoft-com:vml" Requires="v">
                <p:oleObj spid="_x0000_s5" name="" r:id="rId14" imgW="3213100" imgH="1308100" progId="Equation.3">
                  <p:embed/>
                </p:oleObj>
              </mc:Choice>
              <mc:Fallback>
                <p:oleObj name="" r:id="rId14" imgW="3213100" imgH="1308100" progId="Equation.3">
                  <p:embed/>
                  <p:pic>
                    <p:nvPicPr>
                      <p:cNvPr id="0" name="对象 9728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06490" y="379095"/>
                        <a:ext cx="3213100" cy="130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 name="矩形 97288"/>
          <p:cNvSpPr>
            <a:spLocks noChangeArrowheads="1"/>
          </p:cNvSpPr>
          <p:nvPr>
            <p:custDataLst>
              <p:tags r:id="rId16"/>
            </p:custDataLst>
          </p:nvPr>
        </p:nvSpPr>
        <p:spPr bwMode="auto">
          <a:xfrm>
            <a:off x="2398395" y="753745"/>
            <a:ext cx="79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rPr>
              <a:t>例五</a:t>
            </a:r>
            <a:endParaRPr lang="zh-CN" altLang="en-US" dirty="0">
              <a:solidFill>
                <a:schemeClr val="lt1">
                  <a:lumMod val="50000"/>
                </a:schemeClr>
              </a:solidFill>
              <a:latin typeface="微软雅黑" panose="020B0503020204020204" pitchFamily="34" charset="-122"/>
              <a:ea typeface="微软雅黑" panose="020B0503020204020204" pitchFamily="34" charset="-122"/>
            </a:endParaRPr>
          </a:p>
        </p:txBody>
      </p:sp>
      <p:sp>
        <p:nvSpPr>
          <p:cNvPr id="45" name="矩形 44"/>
          <p:cNvSpPr>
            <a:spLocks noChangeArrowheads="1"/>
          </p:cNvSpPr>
          <p:nvPr>
            <p:custDataLst>
              <p:tags r:id="rId17"/>
            </p:custDataLst>
          </p:nvPr>
        </p:nvSpPr>
        <p:spPr bwMode="auto">
          <a:xfrm>
            <a:off x="3833367" y="3725577"/>
            <a:ext cx="3686175" cy="33337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dk1"/>
              </a:solidFill>
              <a:latin typeface="微软雅黑" panose="020B0503020204020204" pitchFamily="34" charset="-122"/>
              <a:ea typeface="微软雅黑" panose="020B0503020204020204" pitchFamily="34" charset="-122"/>
            </a:endParaRPr>
          </a:p>
        </p:txBody>
      </p:sp>
      <p:sp>
        <p:nvSpPr>
          <p:cNvPr id="46" name="圆角矩形标注 97292"/>
          <p:cNvSpPr>
            <a:spLocks noChangeArrowheads="1"/>
          </p:cNvSpPr>
          <p:nvPr>
            <p:custDataLst>
              <p:tags r:id="rId18"/>
            </p:custDataLst>
          </p:nvPr>
        </p:nvSpPr>
        <p:spPr bwMode="auto">
          <a:xfrm>
            <a:off x="5411342" y="4351052"/>
            <a:ext cx="3000375" cy="490538"/>
          </a:xfrm>
          <a:prstGeom prst="wedgeRoundRectCallout">
            <a:avLst>
              <a:gd name="adj1" fmla="val 95292"/>
              <a:gd name="adj2" fmla="val -197574"/>
              <a:gd name="adj3" fmla="val 16667"/>
            </a:avLst>
          </a:prstGeom>
          <a:noFill/>
          <a:ln w="12700">
            <a:solidFill>
              <a:srgbClr val="0000FF"/>
            </a:solidFill>
            <a:miter lim="800000"/>
          </a:ln>
          <a:extLst>
            <a:ext uri="{909E8E84-426E-40DD-AFC4-6F175D3DCCD1}">
              <a14:hiddenFill xmlns:a14="http://schemas.microsoft.com/office/drawing/2010/main">
                <a:solidFill>
                  <a:srgbClr val="FFFFFF"/>
                </a:solidFill>
              </a14:hiddenFill>
            </a:ext>
          </a:extLst>
        </p:spPr>
        <p:txBody>
          <a:bodyPr lIns="0" tIns="0" rIns="0" bIns="0" anchor="ctr" anchorCtr="1"/>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3 </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阶范德蒙德行列式</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circle(in)">
                                      <p:cBhvr>
                                        <p:cTn id="7" dur="2000"/>
                                        <p:tgtEl>
                                          <p:spTgt spid="38"/>
                                        </p:tgtEl>
                                      </p:cBhvr>
                                    </p:animEffect>
                                  </p:childTnLst>
                                </p:cTn>
                              </p:par>
                              <p:par>
                                <p:cTn id="8" presetID="6" presetClass="entr" presetSubtype="16"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circle(in)">
                                      <p:cBhvr>
                                        <p:cTn id="10" dur="2000"/>
                                        <p:tgtEl>
                                          <p:spTgt spid="39"/>
                                        </p:tgtEl>
                                      </p:cBhvr>
                                    </p:animEffect>
                                  </p:childTnLst>
                                </p:cTn>
                              </p:par>
                              <p:par>
                                <p:cTn id="11" presetID="6" presetClass="entr" presetSubtype="16"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circle(in)">
                                      <p:cBhvr>
                                        <p:cTn id="13" dur="2000"/>
                                        <p:tgtEl>
                                          <p:spTgt spid="40"/>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circle(in)">
                                      <p:cBhvr>
                                        <p:cTn id="16" dur="2000"/>
                                        <p:tgtEl>
                                          <p:spTgt spid="45"/>
                                        </p:tgtEl>
                                      </p:cBhvr>
                                    </p:animEffect>
                                  </p:childTnLst>
                                </p:cTn>
                              </p:par>
                              <p:par>
                                <p:cTn id="17" presetID="6" presetClass="entr" presetSubtype="16" fill="hold" grpId="2" nodeType="with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circle(in)">
                                      <p:cBhvr>
                                        <p:cTn id="19" dur="2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nimBg="1"/>
      <p:bldP spid="46" grpId="0" animBg="1"/>
      <p:bldP spid="46" grpId="1" animBg="1"/>
      <p:bldP spid="46" grpId="2"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36" name="矩形 102406"/>
          <p:cNvSpPr>
            <a:spLocks noChangeArrowheads="1"/>
          </p:cNvSpPr>
          <p:nvPr/>
        </p:nvSpPr>
        <p:spPr bwMode="auto">
          <a:xfrm>
            <a:off x="530225" y="4545330"/>
            <a:ext cx="1577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000000"/>
                </a:solidFill>
                <a:latin typeface="微软雅黑" panose="020B0503020204020204" pitchFamily="34" charset="-122"/>
                <a:ea typeface="微软雅黑" panose="020B0503020204020204" pitchFamily="34" charset="-122"/>
              </a:rPr>
              <a:t>解：</a:t>
            </a:r>
            <a:endParaRPr lang="zh-CN" altLang="en-US" dirty="0">
              <a:solidFill>
                <a:srgbClr val="000000"/>
              </a:solidFill>
              <a:latin typeface="微软雅黑" panose="020B0503020204020204" pitchFamily="34" charset="-122"/>
              <a:ea typeface="微软雅黑" panose="020B0503020204020204" pitchFamily="34" charset="-122"/>
            </a:endParaRPr>
          </a:p>
        </p:txBody>
      </p:sp>
      <p:graphicFrame>
        <p:nvGraphicFramePr>
          <p:cNvPr id="37" name="对象 102407"/>
          <p:cNvGraphicFramePr/>
          <p:nvPr/>
        </p:nvGraphicFramePr>
        <p:xfrm>
          <a:off x="1412875" y="4632960"/>
          <a:ext cx="2362200" cy="381000"/>
        </p:xfrm>
        <a:graphic>
          <a:graphicData uri="http://schemas.openxmlformats.org/presentationml/2006/ole">
            <mc:AlternateContent xmlns:mc="http://schemas.openxmlformats.org/markup-compatibility/2006">
              <mc:Choice xmlns:v="urn:schemas-microsoft-com:vml" Requires="v">
                <p:oleObj spid="_x0000_s2" name="" r:id="rId6" imgW="2360930" imgH="381000" progId="Equation.3">
                  <p:embed/>
                </p:oleObj>
              </mc:Choice>
              <mc:Fallback>
                <p:oleObj name="" r:id="rId6" imgW="2360930" imgH="381000" progId="Equation.3">
                  <p:embed/>
                  <p:pic>
                    <p:nvPicPr>
                      <p:cNvPr id="0" name="对象 10240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2875" y="4632960"/>
                        <a:ext cx="2362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 name="对象 102408"/>
          <p:cNvGraphicFramePr/>
          <p:nvPr/>
        </p:nvGraphicFramePr>
        <p:xfrm>
          <a:off x="3787775" y="3718560"/>
          <a:ext cx="2463800" cy="2222500"/>
        </p:xfrm>
        <a:graphic>
          <a:graphicData uri="http://schemas.openxmlformats.org/presentationml/2006/ole">
            <mc:AlternateContent xmlns:mc="http://schemas.openxmlformats.org/markup-compatibility/2006">
              <mc:Choice xmlns:v="urn:schemas-microsoft-com:vml" Requires="v">
                <p:oleObj spid="_x0000_s3" name="" r:id="rId8" imgW="2463800" imgH="2222500" progId="Equation.3">
                  <p:embed/>
                </p:oleObj>
              </mc:Choice>
              <mc:Fallback>
                <p:oleObj name="" r:id="rId8" imgW="2463800" imgH="2222500" progId="Equation.3">
                  <p:embed/>
                  <p:pic>
                    <p:nvPicPr>
                      <p:cNvPr id="0" name="对象 10240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87775" y="3718560"/>
                        <a:ext cx="246380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 name="对象 38"/>
          <p:cNvGraphicFramePr/>
          <p:nvPr/>
        </p:nvGraphicFramePr>
        <p:xfrm>
          <a:off x="6447557" y="4342369"/>
          <a:ext cx="1943100" cy="863600"/>
        </p:xfrm>
        <a:graphic>
          <a:graphicData uri="http://schemas.openxmlformats.org/presentationml/2006/ole">
            <mc:AlternateContent xmlns:mc="http://schemas.openxmlformats.org/markup-compatibility/2006">
              <mc:Choice xmlns:v="urn:schemas-microsoft-com:vml" Requires="v">
                <p:oleObj spid="_x0000_s4" name="" r:id="rId10" imgW="1942465" imgH="862965" progId="Equation.3">
                  <p:embed/>
                </p:oleObj>
              </mc:Choice>
              <mc:Fallback>
                <p:oleObj name="" r:id="rId10" imgW="1942465" imgH="862965" progId="Equation.3">
                  <p:embed/>
                  <p:pic>
                    <p:nvPicPr>
                      <p:cNvPr id="0" name="对象 10240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47557" y="4342369"/>
                        <a:ext cx="19431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 name="文本框 102401"/>
          <p:cNvSpPr txBox="1">
            <a:spLocks noChangeArrowheads="1"/>
          </p:cNvSpPr>
          <p:nvPr>
            <p:custDataLst>
              <p:tags r:id="rId12"/>
            </p:custDataLst>
          </p:nvPr>
        </p:nvSpPr>
        <p:spPr bwMode="auto">
          <a:xfrm>
            <a:off x="530225" y="1331595"/>
            <a:ext cx="235140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2" name="对象 102403"/>
          <p:cNvGraphicFramePr/>
          <p:nvPr/>
        </p:nvGraphicFramePr>
        <p:xfrm>
          <a:off x="3800475" y="431800"/>
          <a:ext cx="3009900" cy="2221230"/>
        </p:xfrm>
        <a:graphic>
          <a:graphicData uri="http://schemas.openxmlformats.org/presentationml/2006/ole">
            <mc:AlternateContent xmlns:mc="http://schemas.openxmlformats.org/markup-compatibility/2006">
              <mc:Choice xmlns:v="urn:schemas-microsoft-com:vml" Requires="v">
                <p:oleObj spid="_x0000_s5" name="" r:id="rId13" imgW="3009900" imgH="2222500" progId="Equation.3">
                  <p:embed/>
                </p:oleObj>
              </mc:Choice>
              <mc:Fallback>
                <p:oleObj name="" r:id="rId13" imgW="3009900" imgH="2222500" progId="Equation.3">
                  <p:embed/>
                  <p:pic>
                    <p:nvPicPr>
                      <p:cNvPr id="0" name="对象 10240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00475" y="431800"/>
                        <a:ext cx="3009900" cy="222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 name="文本框 102404"/>
          <p:cNvSpPr txBox="1">
            <a:spLocks noChangeArrowheads="1"/>
          </p:cNvSpPr>
          <p:nvPr>
            <p:custDataLst>
              <p:tags r:id="rId15"/>
            </p:custDataLst>
          </p:nvPr>
        </p:nvSpPr>
        <p:spPr bwMode="auto">
          <a:xfrm>
            <a:off x="1787525" y="2744470"/>
            <a:ext cx="188150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rPr>
              <a:t>求</a:t>
            </a:r>
            <a:endParaRPr lang="zh-CN" altLang="en-US" dirty="0">
              <a:solidFill>
                <a:schemeClr val="lt1">
                  <a:lumMod val="50000"/>
                </a:schemeClr>
              </a:solidFill>
              <a:latin typeface="微软雅黑" panose="020B0503020204020204" pitchFamily="34" charset="-122"/>
              <a:ea typeface="微软雅黑" panose="020B0503020204020204" pitchFamily="34" charset="-122"/>
            </a:endParaRPr>
          </a:p>
        </p:txBody>
      </p:sp>
      <p:graphicFrame>
        <p:nvGraphicFramePr>
          <p:cNvPr id="44" name="对象 102405"/>
          <p:cNvGraphicFramePr/>
          <p:nvPr/>
        </p:nvGraphicFramePr>
        <p:xfrm>
          <a:off x="2343150" y="2809875"/>
          <a:ext cx="2462530" cy="381000"/>
        </p:xfrm>
        <a:graphic>
          <a:graphicData uri="http://schemas.openxmlformats.org/presentationml/2006/ole">
            <mc:AlternateContent xmlns:mc="http://schemas.openxmlformats.org/markup-compatibility/2006">
              <mc:Choice xmlns:v="urn:schemas-microsoft-com:vml" Requires="v">
                <p:oleObj spid="_x0000_s7" name="" r:id="rId16" imgW="2462530" imgH="381000" progId="Equation.3">
                  <p:embed/>
                </p:oleObj>
              </mc:Choice>
              <mc:Fallback>
                <p:oleObj name="" r:id="rId16" imgW="2462530" imgH="381000" progId="Equation.3">
                  <p:embed/>
                  <p:pic>
                    <p:nvPicPr>
                      <p:cNvPr id="0" name="对象 10240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43150" y="2809875"/>
                        <a:ext cx="246253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 name="矩形 102415"/>
          <p:cNvSpPr>
            <a:spLocks noChangeArrowheads="1"/>
          </p:cNvSpPr>
          <p:nvPr>
            <p:custDataLst>
              <p:tags r:id="rId18"/>
            </p:custDataLst>
          </p:nvPr>
        </p:nvSpPr>
        <p:spPr bwMode="auto">
          <a:xfrm>
            <a:off x="1797050" y="1303020"/>
            <a:ext cx="3067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设 </a:t>
            </a:r>
            <a:r>
              <a:rPr lang="en-US" altLang="zh-CN" i="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阶行列式</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graphicFrame>
        <p:nvGraphicFramePr>
          <p:cNvPr id="36" name="对象 68616"/>
          <p:cNvGraphicFramePr/>
          <p:nvPr/>
        </p:nvGraphicFramePr>
        <p:xfrm>
          <a:off x="4523105" y="434340"/>
          <a:ext cx="3859530" cy="1714500"/>
        </p:xfrm>
        <a:graphic>
          <a:graphicData uri="http://schemas.openxmlformats.org/presentationml/2006/ole">
            <mc:AlternateContent xmlns:mc="http://schemas.openxmlformats.org/markup-compatibility/2006">
              <mc:Choice xmlns:v="urn:schemas-microsoft-com:vml" Requires="v">
                <p:oleObj spid="_x0000_s2" name="" r:id="rId6" imgW="3860800" imgH="1714500" progId="Equation.3">
                  <p:embed/>
                </p:oleObj>
              </mc:Choice>
              <mc:Fallback>
                <p:oleObj name="" r:id="rId6" imgW="3860800" imgH="1714500" progId="Equation.3">
                  <p:embed/>
                  <p:pic>
                    <p:nvPicPr>
                      <p:cNvPr id="0" name="对象 6861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23105" y="434340"/>
                        <a:ext cx="385953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 name="矩形 68618"/>
          <p:cNvSpPr>
            <a:spLocks noChangeAspect="1" noChangeArrowheads="1" noTextEdit="1"/>
          </p:cNvSpPr>
          <p:nvPr>
            <p:custDataLst>
              <p:tags r:id="rId8"/>
            </p:custDataLst>
          </p:nvPr>
        </p:nvSpPr>
        <p:spPr bwMode="auto">
          <a:xfrm>
            <a:off x="1768475" y="1078865"/>
            <a:ext cx="224663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38" name="矩形 68621"/>
          <p:cNvSpPr>
            <a:spLocks noChangeArrowheads="1"/>
          </p:cNvSpPr>
          <p:nvPr>
            <p:custDataLst>
              <p:tags r:id="rId9"/>
            </p:custDataLst>
          </p:nvPr>
        </p:nvSpPr>
        <p:spPr bwMode="auto">
          <a:xfrm>
            <a:off x="1779905" y="1072515"/>
            <a:ext cx="326263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0" rIns="9000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已知 </a:t>
            </a:r>
            <a:r>
              <a:rPr lang="en-US" altLang="zh-CN" i="1" dirty="0" err="1">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abcd</a:t>
            </a:r>
            <a:r>
              <a:rPr lang="en-US" altLang="zh-CN" i="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，计算</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文本框 68632"/>
          <p:cNvSpPr txBox="1">
            <a:spLocks noChangeArrowheads="1"/>
          </p:cNvSpPr>
          <p:nvPr>
            <p:custDataLst>
              <p:tags r:id="rId10"/>
            </p:custDataLst>
          </p:nvPr>
        </p:nvSpPr>
        <p:spPr bwMode="auto">
          <a:xfrm>
            <a:off x="469900" y="1029335"/>
            <a:ext cx="208470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0" name="对象 39"/>
          <p:cNvGraphicFramePr/>
          <p:nvPr/>
        </p:nvGraphicFramePr>
        <p:xfrm>
          <a:off x="8293100" y="4978400"/>
          <a:ext cx="533400" cy="342900"/>
        </p:xfrm>
        <a:graphic>
          <a:graphicData uri="http://schemas.openxmlformats.org/presentationml/2006/ole">
            <mc:AlternateContent xmlns:mc="http://schemas.openxmlformats.org/markup-compatibility/2006">
              <mc:Choice xmlns:v="urn:schemas-microsoft-com:vml" Requires="v">
                <p:oleObj spid="_x0000_s3" name="" r:id="rId11" imgW="533400" imgH="342900" progId="Equation.3">
                  <p:embed/>
                </p:oleObj>
              </mc:Choice>
              <mc:Fallback>
                <p:oleObj name="" r:id="rId11" imgW="533400" imgH="342900" progId="Equation.3">
                  <p:embed/>
                  <p:pic>
                    <p:nvPicPr>
                      <p:cNvPr id="0" name="对象 6863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93100" y="4978400"/>
                        <a:ext cx="533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 name="对象 40"/>
          <p:cNvGraphicFramePr/>
          <p:nvPr/>
        </p:nvGraphicFramePr>
        <p:xfrm>
          <a:off x="1236662" y="4248150"/>
          <a:ext cx="3403600" cy="1803400"/>
        </p:xfrm>
        <a:graphic>
          <a:graphicData uri="http://schemas.openxmlformats.org/presentationml/2006/ole">
            <mc:AlternateContent xmlns:mc="http://schemas.openxmlformats.org/markup-compatibility/2006">
              <mc:Choice xmlns:v="urn:schemas-microsoft-com:vml" Requires="v">
                <p:oleObj spid="_x0000_s4" name="" r:id="rId13" imgW="3403600" imgH="1803400" progId="Equation.3">
                  <p:embed/>
                </p:oleObj>
              </mc:Choice>
              <mc:Fallback>
                <p:oleObj name="" r:id="rId13" imgW="3403600" imgH="1803400" progId="Equation.3">
                  <p:embed/>
                  <p:pic>
                    <p:nvPicPr>
                      <p:cNvPr id="0" name="对象 68636"/>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36662" y="4248150"/>
                        <a:ext cx="3403600"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2" name="对象 41"/>
          <p:cNvGraphicFramePr/>
          <p:nvPr/>
        </p:nvGraphicFramePr>
        <p:xfrm>
          <a:off x="4640262" y="4292601"/>
          <a:ext cx="3390900" cy="1714500"/>
        </p:xfrm>
        <a:graphic>
          <a:graphicData uri="http://schemas.openxmlformats.org/presentationml/2006/ole">
            <mc:AlternateContent xmlns:mc="http://schemas.openxmlformats.org/markup-compatibility/2006">
              <mc:Choice xmlns:v="urn:schemas-microsoft-com:vml" Requires="v">
                <p:oleObj spid="_x0000_s5" name="" r:id="rId15" imgW="3390900" imgH="1714500" progId="Equation.3">
                  <p:embed/>
                </p:oleObj>
              </mc:Choice>
              <mc:Fallback>
                <p:oleObj name="" r:id="rId15" imgW="3390900" imgH="1714500" progId="Equation.3">
                  <p:embed/>
                  <p:pic>
                    <p:nvPicPr>
                      <p:cNvPr id="0" name="对象 6863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0262" y="4292601"/>
                        <a:ext cx="33909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 name="对象 68633"/>
          <p:cNvGraphicFramePr/>
          <p:nvPr/>
        </p:nvGraphicFramePr>
        <p:xfrm>
          <a:off x="1140460" y="2222500"/>
          <a:ext cx="2743200" cy="1714500"/>
        </p:xfrm>
        <a:graphic>
          <a:graphicData uri="http://schemas.openxmlformats.org/presentationml/2006/ole">
            <mc:AlternateContent xmlns:mc="http://schemas.openxmlformats.org/markup-compatibility/2006">
              <mc:Choice xmlns:v="urn:schemas-microsoft-com:vml" Requires="v">
                <p:oleObj spid="_x0000_s6" name="" r:id="rId17" imgW="2743200" imgH="1714500" progId="Equation.3">
                  <p:embed/>
                </p:oleObj>
              </mc:Choice>
              <mc:Fallback>
                <p:oleObj name="" r:id="rId17" imgW="2743200" imgH="1714500" progId="Equation.3">
                  <p:embed/>
                  <p:pic>
                    <p:nvPicPr>
                      <p:cNvPr id="0" name="对象 6863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40460" y="2222500"/>
                        <a:ext cx="27432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5" name="对象 68634"/>
          <p:cNvGraphicFramePr/>
          <p:nvPr/>
        </p:nvGraphicFramePr>
        <p:xfrm>
          <a:off x="3915410" y="2225675"/>
          <a:ext cx="2729230" cy="1714500"/>
        </p:xfrm>
        <a:graphic>
          <a:graphicData uri="http://schemas.openxmlformats.org/presentationml/2006/ole">
            <mc:AlternateContent xmlns:mc="http://schemas.openxmlformats.org/markup-compatibility/2006">
              <mc:Choice xmlns:v="urn:schemas-microsoft-com:vml" Requires="v">
                <p:oleObj spid="_x0000_s8" name="" r:id="rId19" imgW="2730500" imgH="1714500" progId="Equation.3">
                  <p:embed/>
                </p:oleObj>
              </mc:Choice>
              <mc:Fallback>
                <p:oleObj name="" r:id="rId19" imgW="2730500" imgH="1714500" progId="Equation.3">
                  <p:embed/>
                  <p:pic>
                    <p:nvPicPr>
                      <p:cNvPr id="0" name="对象 68634"/>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15410" y="2225675"/>
                        <a:ext cx="272923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 name="矩形 68638"/>
          <p:cNvSpPr>
            <a:spLocks noChangeArrowheads="1"/>
          </p:cNvSpPr>
          <p:nvPr/>
        </p:nvSpPr>
        <p:spPr bwMode="auto">
          <a:xfrm>
            <a:off x="532765" y="2805430"/>
            <a:ext cx="1511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000000"/>
                </a:solidFill>
                <a:latin typeface="微软雅黑" panose="020B0503020204020204" pitchFamily="34" charset="-122"/>
                <a:ea typeface="微软雅黑" panose="020B0503020204020204" pitchFamily="34" charset="-122"/>
              </a:rPr>
              <a:t>解：</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48" name="矩形 68643"/>
          <p:cNvSpPr>
            <a:spLocks noChangeArrowheads="1"/>
          </p:cNvSpPr>
          <p:nvPr>
            <p:custDataLst>
              <p:tags r:id="rId21"/>
            </p:custDataLst>
          </p:nvPr>
        </p:nvSpPr>
        <p:spPr bwMode="auto">
          <a:xfrm>
            <a:off x="7450455" y="2638425"/>
            <a:ext cx="1129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baseline="-2500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baseline="-2500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列</a:t>
            </a:r>
            <a:endParaRPr lang="zh-CN" altLang="en-US">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矩形 68645"/>
          <p:cNvSpPr>
            <a:spLocks noChangeArrowheads="1"/>
          </p:cNvSpPr>
          <p:nvPr>
            <p:custDataLst>
              <p:tags r:id="rId22"/>
            </p:custDataLst>
          </p:nvPr>
        </p:nvSpPr>
        <p:spPr bwMode="auto">
          <a:xfrm>
            <a:off x="7448550" y="3038475"/>
            <a:ext cx="102235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baseline="-2500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4</a:t>
            </a:r>
            <a:r>
              <a:rPr lang="en-US" altLang="zh-CN" baseline="-2500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列</a:t>
            </a:r>
            <a:endParaRPr lang="zh-CN" altLang="en-US">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矩形 68646"/>
          <p:cNvSpPr>
            <a:spLocks noChangeArrowheads="1"/>
          </p:cNvSpPr>
          <p:nvPr>
            <p:custDataLst>
              <p:tags r:id="rId23"/>
            </p:custDataLst>
          </p:nvPr>
        </p:nvSpPr>
        <p:spPr bwMode="auto">
          <a:xfrm>
            <a:off x="7447280" y="3437255"/>
            <a:ext cx="102235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baseline="-2500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baseline="-25000">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rPr>
              <a:t>列</a:t>
            </a:r>
            <a:endParaRPr lang="zh-CN" altLang="en-US">
              <a:solidFill>
                <a:schemeClr val="dk2">
                  <a:lumMod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矩形 68648"/>
          <p:cNvSpPr>
            <a:spLocks noChangeArrowheads="1"/>
          </p:cNvSpPr>
          <p:nvPr>
            <p:custDataLst>
              <p:tags r:id="rId24"/>
            </p:custDataLst>
          </p:nvPr>
        </p:nvSpPr>
        <p:spPr bwMode="auto">
          <a:xfrm>
            <a:off x="7004050" y="2867025"/>
            <a:ext cx="4876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dk2">
                    <a:lumMod val="25000"/>
                  </a:schemeClr>
                </a:solidFill>
                <a:latin typeface="微软雅黑" panose="020B0503020204020204" pitchFamily="34" charset="-122"/>
                <a:ea typeface="微软雅黑" panose="020B0503020204020204" pitchFamily="34" charset="-122"/>
              </a:rPr>
              <a:t>交</a:t>
            </a:r>
            <a:endParaRPr lang="zh-CN" altLang="en-US">
              <a:solidFill>
                <a:schemeClr val="dk2">
                  <a:lumMod val="25000"/>
                </a:schemeClr>
              </a:solidFill>
              <a:latin typeface="微软雅黑" panose="020B0503020204020204" pitchFamily="34" charset="-122"/>
              <a:ea typeface="微软雅黑" panose="020B0503020204020204" pitchFamily="34" charset="-122"/>
            </a:endParaRPr>
          </a:p>
          <a:p>
            <a:pPr eaLnBrk="1" hangingPunct="1"/>
            <a:r>
              <a:rPr lang="zh-CN" altLang="en-US">
                <a:solidFill>
                  <a:schemeClr val="dk2">
                    <a:lumMod val="25000"/>
                  </a:schemeClr>
                </a:solidFill>
                <a:latin typeface="微软雅黑" panose="020B0503020204020204" pitchFamily="34" charset="-122"/>
                <a:ea typeface="微软雅黑" panose="020B0503020204020204" pitchFamily="34" charset="-122"/>
              </a:rPr>
              <a:t>换</a:t>
            </a:r>
            <a:endParaRPr lang="zh-CN" altLang="en-US">
              <a:solidFill>
                <a:schemeClr val="dk2">
                  <a:lumMod val="25000"/>
                </a:schemeClr>
              </a:solidFill>
              <a:latin typeface="微软雅黑" panose="020B0503020204020204" pitchFamily="34" charset="-122"/>
              <a:ea typeface="微软雅黑" panose="020B0503020204020204" pitchFamily="34" charset="-122"/>
            </a:endParaRPr>
          </a:p>
        </p:txBody>
      </p:sp>
      <p:sp>
        <p:nvSpPr>
          <p:cNvPr id="52" name="矩形 68649"/>
          <p:cNvSpPr>
            <a:spLocks noChangeArrowheads="1"/>
          </p:cNvSpPr>
          <p:nvPr>
            <p:custDataLst>
              <p:tags r:id="rId25"/>
            </p:custDataLst>
          </p:nvPr>
        </p:nvSpPr>
        <p:spPr bwMode="auto">
          <a:xfrm>
            <a:off x="7019925" y="2619375"/>
            <a:ext cx="1362075" cy="1276350"/>
          </a:xfrm>
          <a:prstGeom prst="rect">
            <a:avLst/>
          </a:prstGeom>
          <a:noFill/>
          <a:ln w="9525">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dk1"/>
              </a:solidFill>
              <a:latin typeface="微软雅黑" panose="020B0503020204020204" pitchFamily="34" charset="-122"/>
              <a:ea typeface="微软雅黑" panose="020B0503020204020204" pitchFamily="34" charset="-122"/>
            </a:endParaRPr>
          </a:p>
        </p:txBody>
      </p:sp>
      <p:sp>
        <p:nvSpPr>
          <p:cNvPr id="53" name="直接连接符 68651"/>
          <p:cNvSpPr>
            <a:spLocks noChangeShapeType="1"/>
          </p:cNvSpPr>
          <p:nvPr>
            <p:custDataLst>
              <p:tags r:id="rId26"/>
            </p:custDataLst>
          </p:nvPr>
        </p:nvSpPr>
        <p:spPr bwMode="auto">
          <a:xfrm>
            <a:off x="7467600" y="2628900"/>
            <a:ext cx="0" cy="1278255"/>
          </a:xfrm>
          <a:prstGeom prst="line">
            <a:avLst/>
          </a:prstGeom>
          <a:noFill/>
          <a:ln w="9525">
            <a:solidFill>
              <a:srgbClr val="FF0000"/>
            </a:solidFill>
            <a:prstDash val="dash"/>
            <a:round/>
          </a:ln>
          <a:extLst>
            <a:ext uri="{909E8E84-426E-40DD-AFC4-6F175D3DCCD1}">
              <a14:hiddenFill xmlns:a14="http://schemas.microsoft.com/office/drawing/2010/main">
                <a:noFill/>
              </a14:hiddenFill>
            </a:ext>
          </a:extLst>
        </p:spPr>
        <p:txBody>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Tree>
    <p:custDataLst>
      <p:tags r:id="rId2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36" name="矩形 135182"/>
          <p:cNvSpPr>
            <a:spLocks noChangeArrowheads="1"/>
          </p:cNvSpPr>
          <p:nvPr>
            <p:custDataLst>
              <p:tags r:id="rId6"/>
            </p:custDataLst>
          </p:nvPr>
        </p:nvSpPr>
        <p:spPr bwMode="auto">
          <a:xfrm>
            <a:off x="536575" y="1713865"/>
            <a:ext cx="12141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7" name="对象 135183"/>
          <p:cNvGraphicFramePr/>
          <p:nvPr/>
        </p:nvGraphicFramePr>
        <p:xfrm>
          <a:off x="1900555" y="657860"/>
          <a:ext cx="4708525" cy="2602230"/>
        </p:xfrm>
        <a:graphic>
          <a:graphicData uri="http://schemas.openxmlformats.org/presentationml/2006/ole">
            <mc:AlternateContent xmlns:mc="http://schemas.openxmlformats.org/markup-compatibility/2006">
              <mc:Choice xmlns:v="urn:schemas-microsoft-com:vml" Requires="v">
                <p:oleObj spid="_x0000_s2" name="" r:id="rId7" imgW="4711700" imgH="2603500" progId="Equation.3">
                  <p:embed/>
                </p:oleObj>
              </mc:Choice>
              <mc:Fallback>
                <p:oleObj name="" r:id="rId7" imgW="4711700" imgH="2603500" progId="Equation.3">
                  <p:embed/>
                  <p:pic>
                    <p:nvPicPr>
                      <p:cNvPr id="0" name="对象 13518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0555" y="657860"/>
                        <a:ext cx="4708525" cy="2602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 name="对象 37"/>
          <p:cNvGraphicFramePr/>
          <p:nvPr/>
        </p:nvGraphicFramePr>
        <p:xfrm>
          <a:off x="2046848" y="3573065"/>
          <a:ext cx="2578100" cy="1320800"/>
        </p:xfrm>
        <a:graphic>
          <a:graphicData uri="http://schemas.openxmlformats.org/presentationml/2006/ole">
            <mc:AlternateContent xmlns:mc="http://schemas.openxmlformats.org/markup-compatibility/2006">
              <mc:Choice xmlns:v="urn:schemas-microsoft-com:vml" Requires="v">
                <p:oleObj spid="_x0000_s3" name="" r:id="rId9" imgW="2576830" imgH="1320165" progId="Equation.3">
                  <p:embed/>
                </p:oleObj>
              </mc:Choice>
              <mc:Fallback>
                <p:oleObj name="" r:id="rId9" imgW="2576830" imgH="1320165" progId="Equation.3">
                  <p:embed/>
                  <p:pic>
                    <p:nvPicPr>
                      <p:cNvPr id="0" name="对象 13518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46848" y="3573065"/>
                        <a:ext cx="25781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 name="对象 38"/>
          <p:cNvGraphicFramePr/>
          <p:nvPr/>
        </p:nvGraphicFramePr>
        <p:xfrm>
          <a:off x="5254625" y="3546475"/>
          <a:ext cx="2563813" cy="1320800"/>
        </p:xfrm>
        <a:graphic>
          <a:graphicData uri="http://schemas.openxmlformats.org/presentationml/2006/ole">
            <mc:AlternateContent xmlns:mc="http://schemas.openxmlformats.org/markup-compatibility/2006">
              <mc:Choice xmlns:v="urn:schemas-microsoft-com:vml" Requires="v">
                <p:oleObj spid="_x0000_s4" name="" r:id="rId11" imgW="2564130" imgH="1320165" progId="Equation.3">
                  <p:embed/>
                </p:oleObj>
              </mc:Choice>
              <mc:Fallback>
                <p:oleObj name="" r:id="rId11" imgW="2564130" imgH="1320165" progId="Equation.3">
                  <p:embed/>
                  <p:pic>
                    <p:nvPicPr>
                      <p:cNvPr id="0" name="对象 13518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54625" y="3546475"/>
                        <a:ext cx="2563813"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 name="对象 135187"/>
          <p:cNvGraphicFramePr/>
          <p:nvPr/>
        </p:nvGraphicFramePr>
        <p:xfrm>
          <a:off x="2805430" y="5300980"/>
          <a:ext cx="1332230" cy="368300"/>
        </p:xfrm>
        <a:graphic>
          <a:graphicData uri="http://schemas.openxmlformats.org/presentationml/2006/ole">
            <mc:AlternateContent xmlns:mc="http://schemas.openxmlformats.org/markup-compatibility/2006">
              <mc:Choice xmlns:v="urn:schemas-microsoft-com:vml" Requires="v">
                <p:oleObj spid="_x0000_s5" name="" r:id="rId13" imgW="1333500" imgH="368300" progId="Equation.3">
                  <p:embed/>
                </p:oleObj>
              </mc:Choice>
              <mc:Fallback>
                <p:oleObj name="" r:id="rId13" imgW="1333500" imgH="368300" progId="Equation.3">
                  <p:embed/>
                  <p:pic>
                    <p:nvPicPr>
                      <p:cNvPr id="0" name="对象 13518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05430" y="5300980"/>
                        <a:ext cx="133223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2" name="矩形 135188"/>
          <p:cNvSpPr>
            <a:spLocks noChangeArrowheads="1"/>
          </p:cNvSpPr>
          <p:nvPr>
            <p:custDataLst>
              <p:tags r:id="rId15"/>
            </p:custDataLst>
          </p:nvPr>
        </p:nvSpPr>
        <p:spPr bwMode="auto">
          <a:xfrm>
            <a:off x="1962150" y="5207000"/>
            <a:ext cx="79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rPr>
              <a:t>证明</a:t>
            </a:r>
            <a:endParaRPr lang="zh-CN" altLang="en-US" dirty="0">
              <a:solidFill>
                <a:schemeClr val="lt1">
                  <a:lumMod val="50000"/>
                </a:schemeClr>
              </a:solidFill>
              <a:latin typeface="微软雅黑" panose="020B0503020204020204" pitchFamily="34" charset="-122"/>
              <a:ea typeface="微软雅黑" panose="020B0503020204020204" pitchFamily="34" charset="-122"/>
            </a:endParaRPr>
          </a:p>
        </p:txBody>
      </p:sp>
      <p:sp>
        <p:nvSpPr>
          <p:cNvPr id="43" name="矩形 42"/>
          <p:cNvSpPr>
            <a:spLocks noChangeArrowheads="1"/>
          </p:cNvSpPr>
          <p:nvPr>
            <p:custDataLst>
              <p:tags r:id="rId16"/>
            </p:custDataLst>
          </p:nvPr>
        </p:nvSpPr>
        <p:spPr bwMode="auto">
          <a:xfrm>
            <a:off x="2906713" y="711200"/>
            <a:ext cx="1651000" cy="1274763"/>
          </a:xfrm>
          <a:prstGeom prst="rect">
            <a:avLst/>
          </a:prstGeom>
          <a:noFill/>
          <a:ln w="635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dk1"/>
              </a:solidFill>
              <a:latin typeface="微软雅黑" panose="020B0503020204020204" pitchFamily="34" charset="-122"/>
              <a:ea typeface="微软雅黑" panose="020B0503020204020204" pitchFamily="34" charset="-122"/>
            </a:endParaRPr>
          </a:p>
        </p:txBody>
      </p:sp>
      <p:sp>
        <p:nvSpPr>
          <p:cNvPr id="44" name="矩形 43"/>
          <p:cNvSpPr>
            <a:spLocks noChangeArrowheads="1"/>
          </p:cNvSpPr>
          <p:nvPr>
            <p:custDataLst>
              <p:tags r:id="rId17"/>
            </p:custDataLst>
          </p:nvPr>
        </p:nvSpPr>
        <p:spPr bwMode="auto">
          <a:xfrm>
            <a:off x="4764088" y="1958975"/>
            <a:ext cx="1641475" cy="1290638"/>
          </a:xfrm>
          <a:prstGeom prst="rect">
            <a:avLst/>
          </a:prstGeom>
          <a:noFill/>
          <a:ln w="635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dk1"/>
              </a:solidFill>
              <a:latin typeface="微软雅黑" panose="020B0503020204020204" pitchFamily="34" charset="-122"/>
              <a:ea typeface="微软雅黑" panose="020B0503020204020204" pitchFamily="34" charset="-122"/>
            </a:endParaRPr>
          </a:p>
        </p:txBody>
      </p:sp>
    </p:spTree>
    <p:custDataLst>
      <p:tags r:id="rId18"/>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6" name="组合 25"/>
          <p:cNvGrpSpPr/>
          <p:nvPr userDrawn="1">
            <p:custDataLst>
              <p:tags r:id="rId1"/>
            </p:custDataLst>
          </p:nvPr>
        </p:nvGrpSpPr>
        <p:grpSpPr>
          <a:xfrm rot="0">
            <a:off x="11310620" y="443230"/>
            <a:ext cx="521335" cy="428625"/>
            <a:chOff x="383382" y="4958557"/>
            <a:chExt cx="521493" cy="428627"/>
          </a:xfrm>
        </p:grpSpPr>
        <p:cxnSp>
          <p:nvCxnSpPr>
            <p:cNvPr id="27" name="直接连接符 26"/>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5"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graphicFrame>
        <p:nvGraphicFramePr>
          <p:cNvPr id="3" name="对象 136206"/>
          <p:cNvGraphicFramePr/>
          <p:nvPr/>
        </p:nvGraphicFramePr>
        <p:xfrm>
          <a:off x="6229985" y="966470"/>
          <a:ext cx="4376420" cy="1320800"/>
        </p:xfrm>
        <a:graphic>
          <a:graphicData uri="http://schemas.openxmlformats.org/presentationml/2006/ole">
            <mc:AlternateContent xmlns:mc="http://schemas.openxmlformats.org/markup-compatibility/2006">
              <mc:Choice xmlns:v="urn:schemas-microsoft-com:vml" Requires="v">
                <p:oleObj spid="_x0000_s2" name="" r:id="rId6" imgW="4379595" imgH="1320165" progId="Equation.3">
                  <p:embed/>
                </p:oleObj>
              </mc:Choice>
              <mc:Fallback>
                <p:oleObj name="" r:id="rId6" imgW="4379595" imgH="1320165" progId="Equation.3">
                  <p:embed/>
                  <p:pic>
                    <p:nvPicPr>
                      <p:cNvPr id="0" name="对象 13620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9985" y="966470"/>
                        <a:ext cx="437642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矩形 136207"/>
          <p:cNvSpPr>
            <a:spLocks noChangeArrowheads="1"/>
          </p:cNvSpPr>
          <p:nvPr>
            <p:custDataLst>
              <p:tags r:id="rId8"/>
            </p:custDataLst>
          </p:nvPr>
        </p:nvSpPr>
        <p:spPr bwMode="auto">
          <a:xfrm>
            <a:off x="4940935" y="1388745"/>
            <a:ext cx="12192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rPr>
              <a:t>不妨设为</a:t>
            </a:r>
            <a:endParaRPr lang="zh-CN" altLang="en-US" dirty="0">
              <a:solidFill>
                <a:schemeClr val="lt1">
                  <a:lumMod val="50000"/>
                </a:schemeClr>
              </a:solidFill>
              <a:latin typeface="微软雅黑" panose="020B0503020204020204" pitchFamily="34" charset="-122"/>
              <a:ea typeface="微软雅黑" panose="020B0503020204020204" pitchFamily="34" charset="-122"/>
            </a:endParaRPr>
          </a:p>
        </p:txBody>
      </p:sp>
      <p:sp>
        <p:nvSpPr>
          <p:cNvPr id="6" name="文本框 136209"/>
          <p:cNvSpPr txBox="1">
            <a:spLocks noChangeArrowheads="1"/>
          </p:cNvSpPr>
          <p:nvPr/>
        </p:nvSpPr>
        <p:spPr bwMode="auto">
          <a:xfrm>
            <a:off x="4182110" y="455295"/>
            <a:ext cx="1758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000000"/>
                </a:solidFill>
                <a:latin typeface="微软雅黑" panose="020B0503020204020204" pitchFamily="34" charset="-122"/>
                <a:ea typeface="微软雅黑" panose="020B0503020204020204" pitchFamily="34" charset="-122"/>
              </a:rPr>
              <a:t>证：</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8" name="矩形 136211"/>
          <p:cNvSpPr>
            <a:spLocks noChangeArrowheads="1"/>
          </p:cNvSpPr>
          <p:nvPr>
            <p:custDataLst>
              <p:tags r:id="rId9"/>
            </p:custDataLst>
          </p:nvPr>
        </p:nvSpPr>
        <p:spPr bwMode="auto">
          <a:xfrm>
            <a:off x="4940935" y="487045"/>
            <a:ext cx="6628765"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对 </a:t>
            </a:r>
            <a:r>
              <a:rPr lang="en-US" altLang="zh-CN" i="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D</a:t>
            </a:r>
            <a:r>
              <a:rPr lang="en-US" altLang="zh-CN" baseline="-250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作行运算              化为下三角形行列式，</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9" name="对象 136212"/>
          <p:cNvGraphicFramePr/>
          <p:nvPr/>
        </p:nvGraphicFramePr>
        <p:xfrm>
          <a:off x="7038340" y="474345"/>
          <a:ext cx="863600" cy="419100"/>
        </p:xfrm>
        <a:graphic>
          <a:graphicData uri="http://schemas.openxmlformats.org/presentationml/2006/ole">
            <mc:AlternateContent xmlns:mc="http://schemas.openxmlformats.org/markup-compatibility/2006">
              <mc:Choice xmlns:v="urn:schemas-microsoft-com:vml" Requires="v">
                <p:oleObj spid="_x0000_s10" name="" r:id="rId10" imgW="862965" imgH="419100" progId="Equation.3">
                  <p:embed/>
                </p:oleObj>
              </mc:Choice>
              <mc:Fallback>
                <p:oleObj name="" r:id="rId10" imgW="862965" imgH="419100" progId="Equation.3">
                  <p:embed/>
                  <p:pic>
                    <p:nvPicPr>
                      <p:cNvPr id="0" name="对象 1362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38340" y="474345"/>
                        <a:ext cx="8636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矩形 10"/>
          <p:cNvSpPr>
            <a:spLocks noChangeArrowheads="1"/>
          </p:cNvSpPr>
          <p:nvPr>
            <p:custDataLst>
              <p:tags r:id="rId12"/>
            </p:custDataLst>
          </p:nvPr>
        </p:nvSpPr>
        <p:spPr bwMode="auto">
          <a:xfrm>
            <a:off x="4907887" y="2584199"/>
            <a:ext cx="5078095"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对 </a:t>
            </a:r>
            <a:r>
              <a:rPr lang="en-US" altLang="zh-CN" i="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D</a:t>
            </a:r>
            <a:r>
              <a:rPr lang="en-US" altLang="zh-CN" baseline="-250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的前 </a:t>
            </a:r>
            <a:r>
              <a:rPr lang="en-US" altLang="zh-CN" i="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k</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行作同样的行运算得到：</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2" name="对象 11"/>
          <p:cNvGraphicFramePr/>
          <p:nvPr/>
        </p:nvGraphicFramePr>
        <p:xfrm>
          <a:off x="5319050" y="3051718"/>
          <a:ext cx="4354512" cy="2601912"/>
        </p:xfrm>
        <a:graphic>
          <a:graphicData uri="http://schemas.openxmlformats.org/presentationml/2006/ole">
            <mc:AlternateContent xmlns:mc="http://schemas.openxmlformats.org/markup-compatibility/2006">
              <mc:Choice xmlns:v="urn:schemas-microsoft-com:vml" Requires="v">
                <p:oleObj spid="_x0000_s13" name="" r:id="rId13" imgW="4356100" imgH="2603500" progId="Equation.3">
                  <p:embed/>
                </p:oleObj>
              </mc:Choice>
              <mc:Fallback>
                <p:oleObj name="" r:id="rId13" imgW="4356100" imgH="2603500" progId="Equation.3">
                  <p:embed/>
                  <p:pic>
                    <p:nvPicPr>
                      <p:cNvPr id="0" name="对象 4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19050" y="3051718"/>
                        <a:ext cx="4354512" cy="260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矩形 13"/>
          <p:cNvSpPr>
            <a:spLocks noChangeArrowheads="1"/>
          </p:cNvSpPr>
          <p:nvPr>
            <p:custDataLst>
              <p:tags r:id="rId15"/>
            </p:custDataLst>
          </p:nvPr>
        </p:nvSpPr>
        <p:spPr bwMode="auto">
          <a:xfrm>
            <a:off x="7865400" y="4352674"/>
            <a:ext cx="1641475" cy="1290638"/>
          </a:xfrm>
          <a:prstGeom prst="rect">
            <a:avLst/>
          </a:prstGeom>
          <a:noFill/>
          <a:ln w="635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dk1"/>
              </a:solidFill>
              <a:latin typeface="微软雅黑" panose="020B0503020204020204" pitchFamily="34" charset="-122"/>
              <a:ea typeface="微软雅黑" panose="020B0503020204020204" pitchFamily="34" charset="-122"/>
            </a:endParaRPr>
          </a:p>
        </p:txBody>
      </p:sp>
      <p:graphicFrame>
        <p:nvGraphicFramePr>
          <p:cNvPr id="15" name="对象 14"/>
          <p:cNvGraphicFramePr/>
          <p:nvPr/>
        </p:nvGraphicFramePr>
        <p:xfrm>
          <a:off x="9686262" y="4176462"/>
          <a:ext cx="2411413" cy="381000"/>
        </p:xfrm>
        <a:graphic>
          <a:graphicData uri="http://schemas.openxmlformats.org/presentationml/2006/ole">
            <mc:AlternateContent xmlns:mc="http://schemas.openxmlformats.org/markup-compatibility/2006">
              <mc:Choice xmlns:v="urn:schemas-microsoft-com:vml" Requires="v">
                <p:oleObj spid="_x0000_s16" name="" r:id="rId16" imgW="2411730" imgH="381000" progId="Equation.3">
                  <p:embed/>
                </p:oleObj>
              </mc:Choice>
              <mc:Fallback>
                <p:oleObj name="" r:id="rId16" imgW="2411730" imgH="381000" progId="Equation.3">
                  <p:embed/>
                  <p:pic>
                    <p:nvPicPr>
                      <p:cNvPr id="0" name="对象 4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686262" y="4176462"/>
                        <a:ext cx="24114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对象 136218"/>
          <p:cNvGraphicFramePr/>
          <p:nvPr/>
        </p:nvGraphicFramePr>
        <p:xfrm>
          <a:off x="5709285" y="5861050"/>
          <a:ext cx="1332230" cy="368300"/>
        </p:xfrm>
        <a:graphic>
          <a:graphicData uri="http://schemas.openxmlformats.org/presentationml/2006/ole">
            <mc:AlternateContent xmlns:mc="http://schemas.openxmlformats.org/markup-compatibility/2006">
              <mc:Choice xmlns:v="urn:schemas-microsoft-com:vml" Requires="v">
                <p:oleObj spid="_x0000_s19" name="" r:id="rId18" imgW="1333500" imgH="368300" progId="Equation.3">
                  <p:embed/>
                </p:oleObj>
              </mc:Choice>
              <mc:Fallback>
                <p:oleObj name="" r:id="rId18" imgW="1333500" imgH="368300" progId="Equation.3">
                  <p:embed/>
                  <p:pic>
                    <p:nvPicPr>
                      <p:cNvPr id="0" name="对象 136218"/>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09285" y="5861050"/>
                        <a:ext cx="133223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 name="矩形 136219"/>
          <p:cNvSpPr>
            <a:spLocks noChangeArrowheads="1"/>
          </p:cNvSpPr>
          <p:nvPr>
            <p:custDataLst>
              <p:tags r:id="rId20"/>
            </p:custDataLst>
          </p:nvPr>
        </p:nvSpPr>
        <p:spPr bwMode="auto">
          <a:xfrm>
            <a:off x="4866640" y="5776595"/>
            <a:ext cx="79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lt1">
                    <a:lumMod val="50000"/>
                  </a:schemeClr>
                </a:solidFill>
                <a:latin typeface="微软雅黑" panose="020B0503020204020204" pitchFamily="34" charset="-122"/>
                <a:ea typeface="微软雅黑" panose="020B0503020204020204" pitchFamily="34" charset="-122"/>
              </a:rPr>
              <a:t>即得</a:t>
            </a:r>
            <a:endParaRPr lang="zh-CN" altLang="en-US" dirty="0">
              <a:solidFill>
                <a:schemeClr val="lt1">
                  <a:lumMod val="50000"/>
                </a:schemeClr>
              </a:solidFill>
              <a:latin typeface="微软雅黑" panose="020B0503020204020204" pitchFamily="34" charset="-122"/>
              <a:ea typeface="微软雅黑" panose="020B0503020204020204" pitchFamily="34" charset="-122"/>
            </a:endParaRPr>
          </a:p>
        </p:txBody>
      </p:sp>
      <p:sp>
        <p:nvSpPr>
          <p:cNvPr id="21" name="矩形 20"/>
          <p:cNvSpPr>
            <a:spLocks noChangeArrowheads="1"/>
          </p:cNvSpPr>
          <p:nvPr>
            <p:custDataLst>
              <p:tags r:id="rId21"/>
            </p:custDataLst>
          </p:nvPr>
        </p:nvSpPr>
        <p:spPr bwMode="auto">
          <a:xfrm>
            <a:off x="5941350" y="3127124"/>
            <a:ext cx="1765300" cy="1274763"/>
          </a:xfrm>
          <a:prstGeom prst="rect">
            <a:avLst/>
          </a:prstGeom>
          <a:noFill/>
          <a:ln w="635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3" name="矩形 136222"/>
          <p:cNvSpPr>
            <a:spLocks noChangeArrowheads="1"/>
          </p:cNvSpPr>
          <p:nvPr>
            <p:custDataLst>
              <p:tags r:id="rId22"/>
            </p:custDataLst>
          </p:nvPr>
        </p:nvSpPr>
        <p:spPr bwMode="auto">
          <a:xfrm>
            <a:off x="10252710" y="3471545"/>
            <a:ext cx="1371600" cy="428625"/>
          </a:xfrm>
          <a:prstGeom prst="rect">
            <a:avLst/>
          </a:prstGeom>
          <a:solidFill>
            <a:schemeClr val="accent1"/>
          </a:solidFill>
          <a:ln w="9525">
            <a:solidFill>
              <a:srgbClr val="FF0000"/>
            </a:solidFill>
            <a:prstDash val="dash"/>
            <a:miter lim="800000"/>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4" name="矩形 136223"/>
          <p:cNvSpPr>
            <a:spLocks noChangeArrowheads="1"/>
          </p:cNvSpPr>
          <p:nvPr>
            <p:custDataLst>
              <p:tags r:id="rId23"/>
            </p:custDataLst>
          </p:nvPr>
        </p:nvSpPr>
        <p:spPr bwMode="auto">
          <a:xfrm>
            <a:off x="10227310" y="3433445"/>
            <a:ext cx="1590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dk1">
                    <a:lumMod val="85000"/>
                    <a:lumOff val="15000"/>
                  </a:schemeClr>
                </a:solidFill>
                <a:latin typeface="微软雅黑" panose="020B0503020204020204" pitchFamily="34" charset="-122"/>
                <a:ea typeface="微软雅黑" panose="020B0503020204020204" pitchFamily="34" charset="-122"/>
              </a:rPr>
              <a:t>逐行展开</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2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cxnSp>
        <p:nvCxnSpPr>
          <p:cNvPr id="10" name="直接连接符​​(S) 9"/>
          <p:cNvCxnSpPr/>
          <p:nvPr>
            <p:custDataLst>
              <p:tags r:id="rId6"/>
            </p:custDataLst>
          </p:nvPr>
        </p:nvCxnSpPr>
        <p:spPr>
          <a:xfrm>
            <a:off x="10178143" y="0"/>
            <a:ext cx="2013857" cy="1415143"/>
          </a:xfrm>
          <a:prstGeom prst="line">
            <a:avLst/>
          </a:prstGeom>
          <a:ln>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2" name="直接连接符​​(S) 11"/>
          <p:cNvCxnSpPr/>
          <p:nvPr>
            <p:custDataLst>
              <p:tags r:id="rId7"/>
            </p:custDataLst>
          </p:nvPr>
        </p:nvCxnSpPr>
        <p:spPr>
          <a:xfrm>
            <a:off x="8752114" y="0"/>
            <a:ext cx="3439886" cy="576943"/>
          </a:xfrm>
          <a:prstGeom prst="line">
            <a:avLst/>
          </a:prstGeom>
          <a:ln>
            <a:solidFill>
              <a:schemeClr val="dk1"/>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custDataLst>
              <p:tags r:id="rId8"/>
            </p:custDataLst>
          </p:nvPr>
        </p:nvSpPr>
        <p:spPr>
          <a:xfrm>
            <a:off x="3596956" y="707571"/>
            <a:ext cx="3504054" cy="1014730"/>
          </a:xfrm>
          <a:prstGeom prst="rect">
            <a:avLst/>
          </a:prstGeom>
          <a:noFill/>
        </p:spPr>
        <p:txBody>
          <a:bodyPr wrap="square" rtlCol="0">
            <a:spAutoFit/>
          </a:bodyPr>
          <a:lstStyle/>
          <a:p>
            <a:r>
              <a:rPr lang="zh-CN" altLang="en-US" sz="6000" b="1" dirty="0">
                <a:solidFill>
                  <a:schemeClr val="dk1"/>
                </a:solidFill>
                <a:latin typeface="微软雅黑" panose="020B0503020204020204" pitchFamily="34" charset="-122"/>
                <a:ea typeface="微软雅黑" panose="020B0503020204020204" pitchFamily="34" charset="-122"/>
              </a:rPr>
              <a:t>总结</a:t>
            </a:r>
            <a:endParaRPr lang="zh-CN" altLang="en-US" sz="6000" b="1" dirty="0">
              <a:solidFill>
                <a:schemeClr val="dk1"/>
              </a:solidFill>
              <a:latin typeface="微软雅黑" panose="020B0503020204020204" pitchFamily="34" charset="-122"/>
              <a:ea typeface="微软雅黑" panose="020B0503020204020204" pitchFamily="34" charset="-122"/>
            </a:endParaRPr>
          </a:p>
        </p:txBody>
      </p:sp>
      <p:sp>
        <p:nvSpPr>
          <p:cNvPr id="20" name="文本框 19"/>
          <p:cNvSpPr txBox="1"/>
          <p:nvPr>
            <p:custDataLst>
              <p:tags r:id="rId9"/>
            </p:custDataLst>
          </p:nvPr>
        </p:nvSpPr>
        <p:spPr>
          <a:xfrm>
            <a:off x="2213811" y="1993805"/>
            <a:ext cx="5431399" cy="2861310"/>
          </a:xfrm>
          <a:prstGeom prst="rect">
            <a:avLst/>
          </a:prstGeom>
          <a:noFill/>
        </p:spPr>
        <p:txBody>
          <a:bodyPr wrap="square" rtlCol="0">
            <a:spAutoFit/>
          </a:bodyPr>
          <a:lstStyle/>
          <a:p>
            <a:r>
              <a:rPr lang="zh-CN" altLang="en-US"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这一章的确不难，不过得熟练掌握运用，在后</a:t>
            </a:r>
            <a:endPar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续的篇章中总会有一些需要利用好行列式的化简，</a:t>
            </a:r>
            <a:endPar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才可顺利解决。</a:t>
            </a:r>
            <a:endPar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总之，祝大家都可顺利掌握，期末都可满分过！</a:t>
            </a:r>
            <a:endParaRPr lang="zh-CN" altLang="en-US"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custDataLst>
              <p:tags r:id="rId1"/>
            </p:custDataLst>
          </p:nvPr>
        </p:nvSpPr>
        <p:spPr/>
        <p:txBody>
          <a:bodyPr rtlCol="0"/>
          <a:p>
            <a:pPr rtl="0"/>
            <a:fld id="{19B51A1E-902D-48AF-9020-955120F399B6}" type="slidenum">
              <a:rPr lang="en-ZA" altLang="zh-CN" smtClean="0">
                <a:solidFill>
                  <a:schemeClr val="dk1">
                    <a:tint val="75000"/>
                    <a:lumMod val="85000"/>
                    <a:lumOff val="15000"/>
                  </a:schemeClr>
                </a:solidFill>
              </a:rPr>
            </a:fld>
            <a:endParaRPr lang="en-ZA" altLang="zh-CN" dirty="0" smtClean="0">
              <a:solidFill>
                <a:schemeClr val="dk1">
                  <a:tint val="75000"/>
                  <a:lumMod val="85000"/>
                  <a:lumOff val="15000"/>
                </a:schemeClr>
              </a:solidFill>
            </a:endParaRPr>
          </a:p>
        </p:txBody>
      </p:sp>
      <p:sp>
        <p:nvSpPr>
          <p:cNvPr id="9" name="18"/>
          <p:cNvSpPr txBox="1"/>
          <p:nvPr>
            <p:custDataLst>
              <p:tags r:id="rId2"/>
            </p:custDataLst>
          </p:nvPr>
        </p:nvSpPr>
        <p:spPr>
          <a:xfrm>
            <a:off x="4997027" y="1844248"/>
            <a:ext cx="2197946" cy="1200329"/>
          </a:xfrm>
          <a:prstGeom prst="rect">
            <a:avLst/>
          </a:prstGeom>
          <a:noFill/>
        </p:spPr>
        <p:txBody>
          <a:bodyPr wrap="square" rtlCol="0">
            <a:normAutofit/>
          </a:bodyPr>
          <a:p>
            <a:pPr algn="ctr"/>
            <a:r>
              <a:rPr lang="en-US" altLang="zh-CN" sz="7200" b="1">
                <a:solidFill>
                  <a:schemeClr val="accent1">
                    <a:lumMod val="50000"/>
                  </a:schemeClr>
                </a:solidFill>
                <a:latin typeface="Arial" panose="020B0604020202020204" pitchFamily="34" charset="0"/>
                <a:ea typeface="微软雅黑" panose="020B0503020204020204" pitchFamily="34" charset="-122"/>
              </a:rPr>
              <a:t>01</a:t>
            </a:r>
            <a:endParaRPr lang="en-US" altLang="zh-CN" sz="7200" b="1">
              <a:solidFill>
                <a:schemeClr val="accent1">
                  <a:lumMod val="50000"/>
                </a:schemeClr>
              </a:solidFill>
              <a:latin typeface="Arial" panose="020B0604020202020204" pitchFamily="34" charset="0"/>
              <a:ea typeface="微软雅黑" panose="020B0503020204020204" pitchFamily="34" charset="-122"/>
            </a:endParaRPr>
          </a:p>
        </p:txBody>
      </p:sp>
      <p:sp>
        <p:nvSpPr>
          <p:cNvPr id="3" name="标题 2"/>
          <p:cNvSpPr>
            <a:spLocks noGrp="1"/>
          </p:cNvSpPr>
          <p:nvPr>
            <p:ph type="title"/>
            <p:custDataLst>
              <p:tags r:id="rId3"/>
            </p:custDataLst>
          </p:nvPr>
        </p:nvSpPr>
        <p:spPr/>
        <p:txBody>
          <a:bodyPr>
            <a:normAutofit/>
          </a:bodyPr>
          <a:p>
            <a:pPr marL="0" lvl="0" indent="0" algn="ctr">
              <a:lnSpc>
                <a:spcPct val="100000"/>
              </a:lnSpc>
              <a:spcBef>
                <a:spcPts val="0"/>
              </a:spcBef>
              <a:spcAft>
                <a:spcPts val="0"/>
              </a:spcAft>
              <a:buSzPct val="100000"/>
              <a:buNone/>
            </a:pPr>
            <a:r>
              <a:rPr lang="zh-CN" altLang="en-US" sz="4400" dirty="0">
                <a:solidFill>
                  <a:schemeClr val="accent1">
                    <a:lumMod val="50000"/>
                  </a:schemeClr>
                </a:solidFill>
                <a:ea typeface="微软雅黑" panose="020B0503020204020204" pitchFamily="34" charset="-122"/>
              </a:rPr>
              <a:t>第二</a:t>
            </a:r>
            <a:r>
              <a:rPr lang="zh-CN" altLang="en-US" sz="4400" dirty="0">
                <a:solidFill>
                  <a:schemeClr val="accent1">
                    <a:lumMod val="50000"/>
                  </a:schemeClr>
                </a:solidFill>
                <a:ea typeface="微软雅黑" panose="020B0503020204020204" pitchFamily="34" charset="-122"/>
              </a:rPr>
              <a:t>章</a:t>
            </a:r>
            <a:endParaRPr lang="zh-CN" altLang="en-US" sz="4400" dirty="0">
              <a:solidFill>
                <a:schemeClr val="accent1">
                  <a:lumMod val="50000"/>
                </a:schemeClr>
              </a:solidFill>
              <a:ea typeface="微软雅黑" panose="020B0503020204020204" pitchFamily="34" charset="-122"/>
            </a:endParaRPr>
          </a:p>
        </p:txBody>
      </p:sp>
      <p:sp>
        <p:nvSpPr>
          <p:cNvPr id="5" name="文本占位符 4"/>
          <p:cNvSpPr>
            <a:spLocks noGrp="1"/>
          </p:cNvSpPr>
          <p:nvPr>
            <p:ph type="body" idx="1"/>
            <p:custDataLst>
              <p:tags r:id="rId4"/>
            </p:custDataLst>
          </p:nvPr>
        </p:nvSpPr>
        <p:spPr/>
        <p:txBody>
          <a:bodyPr>
            <a:normAutofit/>
          </a:bodyPr>
          <a:p>
            <a:pPr marL="0" lvl="0" indent="0" algn="ctr">
              <a:lnSpc>
                <a:spcPct val="130000"/>
              </a:lnSpc>
              <a:spcBef>
                <a:spcPts val="0"/>
              </a:spcBef>
              <a:spcAft>
                <a:spcPts val="1000"/>
              </a:spcAft>
              <a:buSzPct val="100000"/>
              <a:buNone/>
            </a:pPr>
            <a:r>
              <a:rPr lang="zh-CN" altLang="en-US" sz="2000" dirty="0">
                <a:solidFill>
                  <a:schemeClr val="dk1">
                    <a:lumMod val="85000"/>
                    <a:lumOff val="15000"/>
                  </a:schemeClr>
                </a:solidFill>
              </a:rPr>
              <a:t>单击此处添加文本</a:t>
            </a:r>
            <a:endParaRPr lang="zh-CN" altLang="en-US" sz="2000" dirty="0">
              <a:solidFill>
                <a:schemeClr val="dk1">
                  <a:lumMod val="85000"/>
                  <a:lumOff val="15000"/>
                </a:schemeClr>
              </a:solidFill>
            </a:endParaRPr>
          </a:p>
        </p:txBody>
      </p:sp>
    </p:spTree>
    <p:custDataLst>
      <p:tags r:id="rId5"/>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69" name="图片 44"/>
          <p:cNvPicPr/>
          <p:nvPr/>
        </p:nvPicPr>
        <p:blipFill>
          <a:blip r:embed="rId6"/>
          <a:stretch>
            <a:fillRect/>
          </a:stretch>
        </p:blipFill>
        <p:spPr>
          <a:xfrm>
            <a:off x="608330" y="1313815"/>
            <a:ext cx="7985760" cy="5300345"/>
          </a:xfrm>
          <a:prstGeom prst="rect">
            <a:avLst/>
          </a:prstGeom>
          <a:noFill/>
          <a:ln w="12700">
            <a:noFill/>
          </a:ln>
        </p:spPr>
      </p:pic>
      <p:pic>
        <p:nvPicPr>
          <p:cNvPr id="75" name="图片 50"/>
          <p:cNvPicPr/>
          <p:nvPr/>
        </p:nvPicPr>
        <p:blipFill>
          <a:blip r:embed="rId7"/>
          <a:stretch>
            <a:fillRect/>
          </a:stretch>
        </p:blipFill>
        <p:spPr>
          <a:xfrm>
            <a:off x="6797993" y="5276850"/>
            <a:ext cx="5267325" cy="1337310"/>
          </a:xfrm>
          <a:prstGeom prst="rect">
            <a:avLst/>
          </a:prstGeom>
          <a:noFill/>
          <a:ln w="12700">
            <a:noFill/>
          </a:ln>
        </p:spPr>
      </p:pic>
      <p:sp>
        <p:nvSpPr>
          <p:cNvPr id="4" name="文本框 3"/>
          <p:cNvSpPr/>
          <p:nvPr>
            <p:custDataLst>
              <p:tags r:id="rId8"/>
            </p:custDataLst>
          </p:nvPr>
        </p:nvSpPr>
        <p:spPr>
          <a:xfrm>
            <a:off x="6798310" y="4838065"/>
            <a:ext cx="4064000" cy="368300"/>
          </a:xfrm>
          <a:prstGeom prst="rect">
            <a:avLst/>
          </a:prstGeom>
          <a:noFill/>
        </p:spPr>
        <p:txBody>
          <a:bodyPr wrap="square" rtlCol="0">
            <a:spAutoFit/>
          </a:bodyPr>
          <a:p>
            <a:r>
              <a:rPr lang="zh-CN" altLang="en-US">
                <a:solidFill>
                  <a:schemeClr val="dk1"/>
                </a:solidFill>
                <a:latin typeface="微软雅黑" panose="020B0503020204020204" pitchFamily="34" charset="-122"/>
                <a:ea typeface="微软雅黑" panose="020B0503020204020204" pitchFamily="34" charset="-122"/>
              </a:rPr>
              <a:t>方阵与行列式的联系</a:t>
            </a:r>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 name="标题 1"/>
          <p:cNvSpPr/>
          <p:nvPr>
            <p:custDataLst>
              <p:tags r:id="rId9"/>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矩阵概念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10"/>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70" name="图片 45"/>
          <p:cNvPicPr/>
          <p:nvPr/>
        </p:nvPicPr>
        <p:blipFill>
          <a:blip r:embed="rId6"/>
          <a:stretch>
            <a:fillRect/>
          </a:stretch>
        </p:blipFill>
        <p:spPr>
          <a:xfrm>
            <a:off x="476250" y="1449705"/>
            <a:ext cx="7887970" cy="5179695"/>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矩阵运算</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8"/>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71" name="图片 46"/>
          <p:cNvPicPr/>
          <p:nvPr/>
        </p:nvPicPr>
        <p:blipFill>
          <a:blip r:embed="rId6"/>
          <a:stretch>
            <a:fillRect/>
          </a:stretch>
        </p:blipFill>
        <p:spPr>
          <a:xfrm>
            <a:off x="434975" y="1516380"/>
            <a:ext cx="9848215" cy="4568190"/>
          </a:xfrm>
          <a:prstGeom prst="rect">
            <a:avLst/>
          </a:prstGeom>
          <a:noFill/>
          <a:ln w="12700">
            <a:noFill/>
          </a:ln>
        </p:spPr>
      </p:pic>
      <p:pic>
        <p:nvPicPr>
          <p:cNvPr id="4" name="图片 47"/>
          <p:cNvPicPr/>
          <p:nvPr/>
        </p:nvPicPr>
        <p:blipFill>
          <a:blip r:embed="rId7"/>
          <a:srcRect r="63589"/>
          <a:stretch>
            <a:fillRect/>
          </a:stretch>
        </p:blipFill>
        <p:spPr>
          <a:xfrm>
            <a:off x="8264525" y="3654425"/>
            <a:ext cx="3246120" cy="2250440"/>
          </a:xfrm>
          <a:prstGeom prst="rect">
            <a:avLst/>
          </a:prstGeom>
          <a:noFill/>
          <a:ln w="12700">
            <a:noFill/>
          </a:ln>
        </p:spPr>
      </p:pic>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矩阵运算</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9"/>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73" name="图片 48"/>
          <p:cNvPicPr/>
          <p:nvPr/>
        </p:nvPicPr>
        <p:blipFill>
          <a:blip r:embed="rId6"/>
          <a:stretch>
            <a:fillRect/>
          </a:stretch>
        </p:blipFill>
        <p:spPr>
          <a:xfrm>
            <a:off x="608330" y="1313815"/>
            <a:ext cx="9657080" cy="4940935"/>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矩阵乘法</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8"/>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96" name="图片 96" descr="873A7BB669EC4D308A988B8EB29F0D90"/>
          <p:cNvPicPr/>
          <p:nvPr/>
        </p:nvPicPr>
        <p:blipFill>
          <a:blip r:embed="rId6"/>
          <a:stretch>
            <a:fillRect/>
          </a:stretch>
        </p:blipFill>
        <p:spPr>
          <a:xfrm>
            <a:off x="728345" y="2351405"/>
            <a:ext cx="10377805" cy="2155825"/>
          </a:xfrm>
          <a:prstGeom prst="rect">
            <a:avLst/>
          </a:prstGeom>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矩阵乘法特殊性质</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8"/>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97" name="图片 97" descr="DF5D5B15F5495DF58A513555E129A683"/>
          <p:cNvPicPr/>
          <p:nvPr/>
        </p:nvPicPr>
        <p:blipFill>
          <a:blip r:embed="rId6"/>
          <a:srcRect t="4440" b="37404"/>
          <a:stretch>
            <a:fillRect/>
          </a:stretch>
        </p:blipFill>
        <p:spPr>
          <a:xfrm>
            <a:off x="-400685" y="1551305"/>
            <a:ext cx="7552055" cy="5007610"/>
          </a:xfrm>
          <a:prstGeom prst="rect">
            <a:avLst/>
          </a:prstGeom>
        </p:spPr>
      </p:pic>
      <p:pic>
        <p:nvPicPr>
          <p:cNvPr id="3" name="图片 1" descr="DF5D5B15F5495DF58A513555E129A683"/>
          <p:cNvPicPr/>
          <p:nvPr/>
        </p:nvPicPr>
        <p:blipFill>
          <a:blip r:embed="rId6"/>
          <a:srcRect l="6496" t="68369" b="2590"/>
          <a:stretch>
            <a:fillRect/>
          </a:stretch>
        </p:blipFill>
        <p:spPr>
          <a:xfrm>
            <a:off x="7151370" y="1691640"/>
            <a:ext cx="4672965" cy="2304415"/>
          </a:xfrm>
          <a:prstGeom prst="rect">
            <a:avLst/>
          </a:prstGeom>
        </p:spPr>
      </p:pic>
      <p:pic>
        <p:nvPicPr>
          <p:cNvPr id="98" name="图片 98" descr="87910C289DD138D8F0F77794CA14CD26"/>
          <p:cNvPicPr/>
          <p:nvPr/>
        </p:nvPicPr>
        <p:blipFill>
          <a:blip r:embed="rId7"/>
          <a:stretch>
            <a:fillRect/>
          </a:stretch>
        </p:blipFill>
        <p:spPr>
          <a:xfrm>
            <a:off x="7770495" y="4563110"/>
            <a:ext cx="3060700" cy="1243330"/>
          </a:xfrm>
          <a:prstGeom prst="rect">
            <a:avLst/>
          </a:prstGeom>
        </p:spPr>
      </p:pic>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分块矩阵乘法</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pic>
        <p:nvPicPr>
          <p:cNvPr id="74" name="图片 49"/>
          <p:cNvPicPr/>
          <p:nvPr>
            <p:custDataLst>
              <p:tags r:id="rId9"/>
            </p:custDataLst>
          </p:nvPr>
        </p:nvPicPr>
        <p:blipFill>
          <a:blip r:embed="rId10"/>
          <a:stretch>
            <a:fillRect/>
          </a:stretch>
        </p:blipFill>
        <p:spPr>
          <a:xfrm>
            <a:off x="608330" y="1490345"/>
            <a:ext cx="8326755" cy="3374390"/>
          </a:xfrm>
          <a:prstGeom prst="rect">
            <a:avLst/>
          </a:prstGeom>
          <a:noFill/>
          <a:ln w="12700">
            <a:noFill/>
          </a:ln>
        </p:spPr>
      </p:pic>
      <p:pic>
        <p:nvPicPr>
          <p:cNvPr id="4" name="图片 49"/>
          <p:cNvPicPr/>
          <p:nvPr>
            <p:custDataLst>
              <p:tags r:id="rId11"/>
            </p:custDataLst>
          </p:nvPr>
        </p:nvPicPr>
        <p:blipFill>
          <a:blip r:embed="rId10"/>
          <a:stretch>
            <a:fillRect/>
          </a:stretch>
        </p:blipFill>
        <p:spPr>
          <a:xfrm>
            <a:off x="735330" y="1617345"/>
            <a:ext cx="8326755" cy="3374390"/>
          </a:xfrm>
          <a:prstGeom prst="rect">
            <a:avLst/>
          </a:prstGeom>
          <a:noFill/>
          <a:ln w="12700">
            <a:noFill/>
          </a:ln>
        </p:spPr>
      </p:pic>
      <p:pic>
        <p:nvPicPr>
          <p:cNvPr id="5" name="图片 49"/>
          <p:cNvPicPr/>
          <p:nvPr>
            <p:custDataLst>
              <p:tags r:id="rId12"/>
            </p:custDataLst>
          </p:nvPr>
        </p:nvPicPr>
        <p:blipFill>
          <a:blip r:embed="rId10"/>
          <a:stretch>
            <a:fillRect/>
          </a:stretch>
        </p:blipFill>
        <p:spPr>
          <a:xfrm>
            <a:off x="862330" y="1744345"/>
            <a:ext cx="8326755" cy="3374390"/>
          </a:xfrm>
          <a:prstGeom prst="rect">
            <a:avLst/>
          </a:prstGeom>
          <a:noFill/>
          <a:ln w="12700">
            <a:noFill/>
          </a:ln>
        </p:spPr>
      </p:pic>
    </p:spTree>
    <p:custDataLst>
      <p:tags r:id="rId1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3" name="内容占位符 2"/>
          <p:cNvSpPr/>
          <p:nvPr>
            <p:ph type="body" idx="4294967295"/>
            <p:custDataLst>
              <p:tags r:id="rId6"/>
            </p:custDataLst>
          </p:nvPr>
        </p:nvSpPr>
        <p:spPr>
          <a:xfrm>
            <a:off x="608400" y="1490400"/>
            <a:ext cx="10969200" cy="4759200"/>
          </a:xfrm>
        </p:spPr>
        <p:txBody>
          <a:bodyPr/>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对称矩阵A=AT</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（1）A B对称 AB未必对称</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（2）任何一个n阶方阵A表示为一个对称矩阵（A+AT）/2和一个反对称矩阵（A-AT）/2的矩阵之和</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4" name="图片 49"/>
          <p:cNvPicPr/>
          <p:nvPr/>
        </p:nvPicPr>
        <p:blipFill>
          <a:blip r:embed="rId7"/>
          <a:stretch>
            <a:fillRect/>
          </a:stretch>
        </p:blipFill>
        <p:spPr>
          <a:xfrm>
            <a:off x="608330" y="1490345"/>
            <a:ext cx="8326755" cy="3374390"/>
          </a:xfrm>
          <a:prstGeom prst="rect">
            <a:avLst/>
          </a:prstGeom>
          <a:noFill/>
          <a:ln w="12700">
            <a:noFill/>
          </a:ln>
        </p:spPr>
      </p:pic>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矩阵转置及对阵矩阵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9"/>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3" name="内容占位符 2"/>
          <p:cNvSpPr/>
          <p:nvPr>
            <p:ph type="body" idx="4294967295"/>
            <p:custDataLst>
              <p:tags r:id="rId6"/>
            </p:custDataLst>
          </p:nvPr>
        </p:nvSpPr>
        <p:spPr>
          <a:xfrm>
            <a:off x="608400" y="1490400"/>
            <a:ext cx="10969200" cy="4759200"/>
          </a:xfrm>
        </p:spPr>
        <p:txBody>
          <a:bodyPr>
            <a:normAutofit lnSpcReduction="10000"/>
          </a:bodyPr>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不可逆矩阵又叫做奇异矩阵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可逆矩阵又叫做非奇异矩阵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pic>
        <p:nvPicPr>
          <p:cNvPr id="77" name="图片 52"/>
          <p:cNvPicPr/>
          <p:nvPr/>
        </p:nvPicPr>
        <p:blipFill>
          <a:blip r:embed="rId7"/>
          <a:stretch>
            <a:fillRect/>
          </a:stretch>
        </p:blipFill>
        <p:spPr>
          <a:xfrm>
            <a:off x="608330" y="1490345"/>
            <a:ext cx="10046335" cy="3091815"/>
          </a:xfrm>
          <a:prstGeom prst="rect">
            <a:avLst/>
          </a:prstGeom>
          <a:noFill/>
          <a:ln w="12700">
            <a:noFill/>
          </a:ln>
        </p:spPr>
      </p:pic>
      <p:sp>
        <p:nvSpPr>
          <p:cNvPr id="4" name="矩形 3"/>
          <p:cNvSpPr/>
          <p:nvPr>
            <p:custDataLst>
              <p:tags r:id="rId8"/>
            </p:custDataLst>
          </p:nvPr>
        </p:nvSpPr>
        <p:spPr>
          <a:xfrm>
            <a:off x="5179060" y="4048125"/>
            <a:ext cx="1097280" cy="494030"/>
          </a:xfrm>
          <a:prstGeom prst="rect">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 name="标题 1"/>
          <p:cNvSpPr/>
          <p:nvPr>
            <p:custDataLst>
              <p:tags r:id="rId9"/>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矩阵的逆</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10"/>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3" name="内容占位符 2"/>
          <p:cNvSpPr/>
          <p:nvPr>
            <p:ph type="body" idx="4294967295"/>
            <p:custDataLst>
              <p:tags r:id="rId6"/>
            </p:custDataLst>
          </p:nvPr>
        </p:nvSpPr>
        <p:spPr>
          <a:xfrm>
            <a:off x="608330" y="1115695"/>
            <a:ext cx="10968990" cy="6192520"/>
          </a:xfrm>
        </p:spPr>
        <p:txBody>
          <a:bodyPr>
            <a:normAutofit/>
          </a:bodyPr>
          <a:p>
            <a:pPr marL="0" indent="0">
              <a:buNone/>
            </a:pP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分块矩阵求逆</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分块矩阵可逆的充要条件是每个子矩阵可逆</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对角块矩阵的逆：对对角线每个矩阵分别求逆 按照原来的顺序排在对角线上</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8" name="图片 53"/>
          <p:cNvPicPr/>
          <p:nvPr/>
        </p:nvPicPr>
        <p:blipFill>
          <a:blip r:embed="rId7"/>
          <a:stretch>
            <a:fillRect/>
          </a:stretch>
        </p:blipFill>
        <p:spPr>
          <a:xfrm>
            <a:off x="608330" y="1327150"/>
            <a:ext cx="9084310" cy="1958975"/>
          </a:xfrm>
          <a:prstGeom prst="rect">
            <a:avLst/>
          </a:prstGeom>
          <a:noFill/>
          <a:ln w="12700">
            <a:noFill/>
          </a:ln>
        </p:spPr>
      </p:pic>
      <p:pic>
        <p:nvPicPr>
          <p:cNvPr id="79" name="图片 54"/>
          <p:cNvPicPr/>
          <p:nvPr/>
        </p:nvPicPr>
        <p:blipFill>
          <a:blip r:embed="rId8"/>
          <a:stretch>
            <a:fillRect/>
          </a:stretch>
        </p:blipFill>
        <p:spPr>
          <a:xfrm>
            <a:off x="608330" y="2917825"/>
            <a:ext cx="8564245" cy="2028190"/>
          </a:xfrm>
          <a:prstGeom prst="rect">
            <a:avLst/>
          </a:prstGeom>
          <a:noFill/>
          <a:ln w="12700">
            <a:noFill/>
          </a:ln>
        </p:spPr>
      </p:pic>
      <p:sp>
        <p:nvSpPr>
          <p:cNvPr id="4" name="文本框 3"/>
          <p:cNvSpPr/>
          <p:nvPr>
            <p:custDataLst>
              <p:tags r:id="rId9"/>
            </p:custDataLst>
          </p:nvPr>
        </p:nvSpPr>
        <p:spPr>
          <a:xfrm>
            <a:off x="8581390" y="2917825"/>
            <a:ext cx="4064000" cy="368300"/>
          </a:xfrm>
          <a:prstGeom prst="rect">
            <a:avLst/>
          </a:prstGeom>
          <a:noFill/>
        </p:spPr>
        <p:txBody>
          <a:bodyPr wrap="square" rtlCol="0">
            <a:spAutoFit/>
          </a:bodyPr>
          <a:p>
            <a:r>
              <a:rPr lang="zh-CN" altLang="en-US">
                <a:solidFill>
                  <a:schemeClr val="dk1"/>
                </a:solidFill>
                <a:latin typeface="微软雅黑" panose="020B0503020204020204" pitchFamily="34" charset="-122"/>
                <a:ea typeface="微软雅黑" panose="020B0503020204020204" pitchFamily="34" charset="-122"/>
              </a:rPr>
              <a:t>伴随矩阵</a:t>
            </a:r>
            <a:endParaRPr lang="zh-CN" altLang="en-US">
              <a:solidFill>
                <a:schemeClr val="dk1"/>
              </a:solidFill>
              <a:latin typeface="微软雅黑" panose="020B0503020204020204" pitchFamily="34" charset="-122"/>
              <a:ea typeface="微软雅黑" panose="020B0503020204020204" pitchFamily="34" charset="-122"/>
            </a:endParaRPr>
          </a:p>
        </p:txBody>
      </p:sp>
      <p:cxnSp>
        <p:nvCxnSpPr>
          <p:cNvPr id="5" name="直接箭头连接符 4"/>
          <p:cNvCxnSpPr/>
          <p:nvPr>
            <p:custDataLst>
              <p:tags r:id="rId10"/>
            </p:custDataLst>
          </p:nvPr>
        </p:nvCxnSpPr>
        <p:spPr>
          <a:xfrm>
            <a:off x="6967855" y="2638425"/>
            <a:ext cx="1690370" cy="532130"/>
          </a:xfrm>
          <a:prstGeom prst="straightConnector1">
            <a:avLst/>
          </a:prstGeom>
          <a:ln w="12700">
            <a:solidFill>
              <a:schemeClr val="accent1"/>
            </a:solidFill>
            <a:tailEnd type="arrow"/>
          </a:ln>
        </p:spPr>
        <p:style>
          <a:lnRef idx="2">
            <a:schemeClr val="accent1"/>
          </a:lnRef>
          <a:fillRef idx="0">
            <a:srgbClr val="FFFFFF"/>
          </a:fillRef>
          <a:effectRef idx="0">
            <a:srgbClr val="FFFFFF"/>
          </a:effectRef>
          <a:fontRef idx="minor">
            <a:schemeClr val="tx1"/>
          </a:fontRef>
        </p:style>
      </p:cxnSp>
      <p:sp>
        <p:nvSpPr>
          <p:cNvPr id="2" name="标题 1"/>
          <p:cNvSpPr/>
          <p:nvPr>
            <p:custDataLst>
              <p:tags r:id="rId11"/>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矩阵的逆</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1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76" name="图片 51"/>
          <p:cNvPicPr/>
          <p:nvPr/>
        </p:nvPicPr>
        <p:blipFill>
          <a:blip r:embed="rId6"/>
          <a:stretch>
            <a:fillRect/>
          </a:stretch>
        </p:blipFill>
        <p:spPr>
          <a:xfrm>
            <a:off x="1780540" y="1605915"/>
            <a:ext cx="8606155" cy="4841875"/>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矩阵的逆：伴随矩阵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8"/>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81" name="图片 56"/>
          <p:cNvPicPr/>
          <p:nvPr/>
        </p:nvPicPr>
        <p:blipFill>
          <a:blip r:embed="rId6"/>
          <a:stretch>
            <a:fillRect/>
          </a:stretch>
        </p:blipFill>
        <p:spPr>
          <a:xfrm>
            <a:off x="608330" y="1567815"/>
            <a:ext cx="10235565" cy="2080895"/>
          </a:xfrm>
          <a:prstGeom prst="rect">
            <a:avLst/>
          </a:prstGeom>
          <a:noFill/>
          <a:ln w="12700">
            <a:noFill/>
          </a:ln>
        </p:spPr>
      </p:pic>
      <p:pic>
        <p:nvPicPr>
          <p:cNvPr id="82" name="图片 57"/>
          <p:cNvPicPr/>
          <p:nvPr/>
        </p:nvPicPr>
        <p:blipFill>
          <a:blip r:embed="rId7"/>
          <a:stretch>
            <a:fillRect/>
          </a:stretch>
        </p:blipFill>
        <p:spPr>
          <a:xfrm>
            <a:off x="361315" y="3528695"/>
            <a:ext cx="10729595" cy="2545080"/>
          </a:xfrm>
          <a:prstGeom prst="rect">
            <a:avLst/>
          </a:prstGeom>
          <a:noFill/>
          <a:ln w="12700">
            <a:noFill/>
          </a:ln>
        </p:spPr>
      </p:pic>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初等变换与初等矩阵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9"/>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83" name="图片 58"/>
          <p:cNvPicPr/>
          <p:nvPr/>
        </p:nvPicPr>
        <p:blipFill>
          <a:blip r:embed="rId6"/>
          <a:stretch>
            <a:fillRect/>
          </a:stretch>
        </p:blipFill>
        <p:spPr>
          <a:xfrm>
            <a:off x="1496060" y="1445260"/>
            <a:ext cx="8350250" cy="5173980"/>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rPr>
              <a:t>初等变换与初等矩阵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endParaRPr>
          </a:p>
        </p:txBody>
      </p:sp>
    </p:spTree>
    <p:custDataLst>
      <p:tags r:id="rId8"/>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组合 5"/>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3" name="内容占位符 2"/>
          <p:cNvSpPr/>
          <p:nvPr>
            <p:ph type="body" idx="4294967295"/>
            <p:custDataLst>
              <p:tags r:id="rId6"/>
            </p:custDataLst>
          </p:nvPr>
        </p:nvSpPr>
        <p:spPr>
          <a:xfrm>
            <a:off x="608400" y="1490400"/>
            <a:ext cx="10969200" cy="4759200"/>
          </a:xfrm>
        </p:spPr>
        <p:txBody>
          <a:bodyPr/>
          <a:p>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定义：非零子式的最高阶数</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lvl="2"/>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等价于行阶梯型或行标准型非零行数 但不是定义</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性质：</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None/>
            </a:pPr>
            <a:endParaRPr lang="zh-CN" altLang="en-US">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5" name="图片 60"/>
          <p:cNvPicPr/>
          <p:nvPr/>
        </p:nvPicPr>
        <p:blipFill>
          <a:blip r:embed="rId7"/>
          <a:stretch>
            <a:fillRect/>
          </a:stretch>
        </p:blipFill>
        <p:spPr>
          <a:xfrm>
            <a:off x="948055" y="2794000"/>
            <a:ext cx="8615680" cy="4064000"/>
          </a:xfrm>
          <a:prstGeom prst="rect">
            <a:avLst/>
          </a:prstGeom>
          <a:noFill/>
          <a:ln w="12700">
            <a:noFill/>
          </a:ln>
        </p:spPr>
      </p:pic>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矩阵的秩</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9"/>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custDataLst>
              <p:tags r:id="rId1"/>
            </p:custDataLst>
          </p:nvPr>
        </p:nvSpPr>
        <p:spPr/>
        <p:txBody>
          <a:bodyPr rtlCol="0"/>
          <a:p>
            <a:pPr rtl="0"/>
            <a:fld id="{19B51A1E-902D-48AF-9020-955120F399B6}" type="slidenum">
              <a:rPr lang="en-ZA" altLang="zh-CN" smtClean="0">
                <a:solidFill>
                  <a:schemeClr val="dk1">
                    <a:tint val="75000"/>
                    <a:lumMod val="85000"/>
                    <a:lumOff val="15000"/>
                  </a:schemeClr>
                </a:solidFill>
              </a:rPr>
            </a:fld>
            <a:endParaRPr lang="en-ZA" altLang="zh-CN" dirty="0" smtClean="0">
              <a:solidFill>
                <a:schemeClr val="dk1">
                  <a:tint val="75000"/>
                  <a:lumMod val="85000"/>
                  <a:lumOff val="15000"/>
                </a:schemeClr>
              </a:solidFill>
            </a:endParaRPr>
          </a:p>
        </p:txBody>
      </p:sp>
      <p:sp>
        <p:nvSpPr>
          <p:cNvPr id="9" name="18"/>
          <p:cNvSpPr txBox="1"/>
          <p:nvPr>
            <p:custDataLst>
              <p:tags r:id="rId2"/>
            </p:custDataLst>
          </p:nvPr>
        </p:nvSpPr>
        <p:spPr>
          <a:xfrm>
            <a:off x="4997027" y="1844248"/>
            <a:ext cx="2197946" cy="1200329"/>
          </a:xfrm>
          <a:prstGeom prst="rect">
            <a:avLst/>
          </a:prstGeom>
          <a:noFill/>
        </p:spPr>
        <p:txBody>
          <a:bodyPr wrap="square" rtlCol="0">
            <a:normAutofit/>
          </a:bodyPr>
          <a:p>
            <a:pPr algn="ctr"/>
            <a:r>
              <a:rPr lang="en-US" altLang="zh-CN" sz="7200" b="1">
                <a:solidFill>
                  <a:schemeClr val="accent1">
                    <a:lumMod val="50000"/>
                  </a:schemeClr>
                </a:solidFill>
                <a:latin typeface="Arial" panose="020B0604020202020204" pitchFamily="34" charset="0"/>
                <a:ea typeface="微软雅黑" panose="020B0503020204020204" pitchFamily="34" charset="-122"/>
              </a:rPr>
              <a:t>01</a:t>
            </a:r>
            <a:endParaRPr lang="en-US" altLang="zh-CN" sz="7200" b="1">
              <a:solidFill>
                <a:schemeClr val="accent1">
                  <a:lumMod val="50000"/>
                </a:schemeClr>
              </a:solidFill>
              <a:latin typeface="Arial" panose="020B0604020202020204" pitchFamily="34" charset="0"/>
              <a:ea typeface="微软雅黑" panose="020B0503020204020204" pitchFamily="34" charset="-122"/>
            </a:endParaRPr>
          </a:p>
        </p:txBody>
      </p:sp>
      <p:sp>
        <p:nvSpPr>
          <p:cNvPr id="3" name="标题 2"/>
          <p:cNvSpPr>
            <a:spLocks noGrp="1"/>
          </p:cNvSpPr>
          <p:nvPr>
            <p:ph type="title"/>
            <p:custDataLst>
              <p:tags r:id="rId3"/>
            </p:custDataLst>
          </p:nvPr>
        </p:nvSpPr>
        <p:spPr/>
        <p:txBody>
          <a:bodyPr>
            <a:normAutofit/>
          </a:bodyPr>
          <a:p>
            <a:pPr marL="0" lvl="0" indent="0" algn="ctr">
              <a:lnSpc>
                <a:spcPct val="100000"/>
              </a:lnSpc>
              <a:spcBef>
                <a:spcPts val="0"/>
              </a:spcBef>
              <a:spcAft>
                <a:spcPts val="0"/>
              </a:spcAft>
              <a:buSzPct val="100000"/>
              <a:buNone/>
            </a:pPr>
            <a:r>
              <a:rPr lang="zh-CN" altLang="en-US" sz="4400" dirty="0">
                <a:solidFill>
                  <a:schemeClr val="accent1">
                    <a:lumMod val="50000"/>
                  </a:schemeClr>
                </a:solidFill>
                <a:ea typeface="微软雅黑" panose="020B0503020204020204" pitchFamily="34" charset="-122"/>
              </a:rPr>
              <a:t>第</a:t>
            </a:r>
            <a:r>
              <a:rPr lang="zh-CN" altLang="en-US" sz="4400" dirty="0">
                <a:solidFill>
                  <a:schemeClr val="accent1">
                    <a:lumMod val="50000"/>
                  </a:schemeClr>
                </a:solidFill>
                <a:ea typeface="微软雅黑" panose="020B0503020204020204" pitchFamily="34" charset="-122"/>
              </a:rPr>
              <a:t>三章</a:t>
            </a:r>
            <a:endParaRPr lang="zh-CN" altLang="en-US" sz="4400" dirty="0">
              <a:solidFill>
                <a:schemeClr val="accent1">
                  <a:lumMod val="50000"/>
                </a:schemeClr>
              </a:solidFill>
              <a:ea typeface="微软雅黑" panose="020B0503020204020204" pitchFamily="34" charset="-122"/>
            </a:endParaRPr>
          </a:p>
        </p:txBody>
      </p:sp>
      <p:sp>
        <p:nvSpPr>
          <p:cNvPr id="5" name="文本占位符 4"/>
          <p:cNvSpPr>
            <a:spLocks noGrp="1"/>
          </p:cNvSpPr>
          <p:nvPr>
            <p:ph type="body" idx="1"/>
            <p:custDataLst>
              <p:tags r:id="rId4"/>
            </p:custDataLst>
          </p:nvPr>
        </p:nvSpPr>
        <p:spPr/>
        <p:txBody>
          <a:bodyPr>
            <a:normAutofit/>
          </a:bodyPr>
          <a:p>
            <a:pPr marL="0" lvl="0" indent="0" algn="ctr">
              <a:lnSpc>
                <a:spcPct val="130000"/>
              </a:lnSpc>
              <a:spcBef>
                <a:spcPts val="0"/>
              </a:spcBef>
              <a:spcAft>
                <a:spcPts val="1000"/>
              </a:spcAft>
              <a:buSzPct val="100000"/>
              <a:buNone/>
            </a:pPr>
            <a:r>
              <a:rPr lang="zh-CN" altLang="en-US" sz="2000" dirty="0">
                <a:solidFill>
                  <a:schemeClr val="dk1">
                    <a:lumMod val="85000"/>
                    <a:lumOff val="15000"/>
                  </a:schemeClr>
                </a:solidFill>
              </a:rPr>
              <a:t>单击此处添加文本</a:t>
            </a:r>
            <a:endParaRPr lang="zh-CN" altLang="en-US" sz="2000" dirty="0">
              <a:solidFill>
                <a:schemeClr val="dk1">
                  <a:lumMod val="85000"/>
                  <a:lumOff val="15000"/>
                </a:schemeClr>
              </a:solidFill>
            </a:endParaRPr>
          </a:p>
        </p:txBody>
      </p:sp>
    </p:spTree>
    <p:custDataLst>
      <p:tags r:id="rId5"/>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 name="组合 11"/>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4" name="图片 3" descr="IMG_256"/>
          <p:cNvPicPr/>
          <p:nvPr/>
        </p:nvPicPr>
        <p:blipFill>
          <a:blip r:embed="rId6"/>
          <a:stretch>
            <a:fillRect/>
          </a:stretch>
        </p:blipFill>
        <p:spPr>
          <a:xfrm>
            <a:off x="835660" y="2271395"/>
            <a:ext cx="3080385" cy="2326640"/>
          </a:xfrm>
          <a:prstGeom prst="rect">
            <a:avLst/>
          </a:prstGeom>
          <a:noFill/>
          <a:ln w="9525">
            <a:noFill/>
          </a:ln>
        </p:spPr>
      </p:pic>
      <p:pic>
        <p:nvPicPr>
          <p:cNvPr id="5" name="图片 3" descr="IMG_9409(20231212-173908)"/>
          <p:cNvPicPr/>
          <p:nvPr/>
        </p:nvPicPr>
        <p:blipFill>
          <a:blip r:embed="rId7"/>
          <a:stretch>
            <a:fillRect/>
          </a:stretch>
        </p:blipFill>
        <p:spPr>
          <a:xfrm>
            <a:off x="835343" y="5607050"/>
            <a:ext cx="5262245" cy="756920"/>
          </a:xfrm>
          <a:prstGeom prst="rect">
            <a:avLst/>
          </a:prstGeom>
        </p:spPr>
      </p:pic>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向量有关的基本概念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 name="内容占位符 2"/>
          <p:cNvSpPr/>
          <p:nvPr>
            <p:custDataLst>
              <p:tags r:id="rId9"/>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n维向量的定义：n个数组成的有序数组 n个数所属域为实数域，则为n维实向量。</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无特别说明，n维向量均指n维列向量。</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 name="组合 10"/>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4" name="图片 4" descr="IMG_9411(20231212-174312)"/>
          <p:cNvPicPr/>
          <p:nvPr/>
        </p:nvPicPr>
        <p:blipFill>
          <a:blip r:embed="rId6"/>
          <a:stretch>
            <a:fillRect/>
          </a:stretch>
        </p:blipFill>
        <p:spPr>
          <a:xfrm>
            <a:off x="1276350" y="2087245"/>
            <a:ext cx="8249285" cy="3891280"/>
          </a:xfrm>
          <a:prstGeom prst="rect">
            <a:avLst/>
          </a:prstGeom>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rPr>
              <a:t>向量有关的基本概念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3" name="内容占位符 2"/>
          <p:cNvSpPr/>
          <p:nvPr>
            <p:custDataLst>
              <p:tags r:id="rId8"/>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矩阵和向量的关系 -- 将矩阵按行或按列分割 分别得到m个行向量 和 n个列向量</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9"/>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 name="组合 11"/>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5" name="图片 2"/>
          <p:cNvPicPr/>
          <p:nvPr/>
        </p:nvPicPr>
        <p:blipFill>
          <a:blip r:embed="rId6"/>
          <a:stretch>
            <a:fillRect/>
          </a:stretch>
        </p:blipFill>
        <p:spPr>
          <a:xfrm>
            <a:off x="225425" y="2142490"/>
            <a:ext cx="5739130" cy="1968500"/>
          </a:xfrm>
          <a:prstGeom prst="rect">
            <a:avLst/>
          </a:prstGeom>
          <a:noFill/>
          <a:ln w="12700">
            <a:noFill/>
          </a:ln>
        </p:spPr>
      </p:pic>
      <p:pic>
        <p:nvPicPr>
          <p:cNvPr id="6" name="图片 3"/>
          <p:cNvPicPr/>
          <p:nvPr/>
        </p:nvPicPr>
        <p:blipFill>
          <a:blip r:embed="rId7"/>
          <a:stretch>
            <a:fillRect/>
          </a:stretch>
        </p:blipFill>
        <p:spPr>
          <a:xfrm>
            <a:off x="6096000" y="2142490"/>
            <a:ext cx="6057265" cy="3455670"/>
          </a:xfrm>
          <a:prstGeom prst="rect">
            <a:avLst/>
          </a:prstGeom>
          <a:noFill/>
          <a:ln w="12700">
            <a:noFill/>
          </a:ln>
        </p:spPr>
      </p:pic>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rPr>
              <a:t>向量有关的基本概念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3" name="内容占位符 2"/>
          <p:cNvSpPr/>
          <p:nvPr>
            <p:custDataLst>
              <p:tags r:id="rId9"/>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n维向量的线性运算</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描述的是加法和数乘的基本特性</a:t>
            </a:r>
            <a:r>
              <a:rPr lang="en-US" altLang="zh-C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 name="组合 10"/>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7" name="图片 4"/>
          <p:cNvPicPr/>
          <p:nvPr/>
        </p:nvPicPr>
        <p:blipFill>
          <a:blip r:embed="rId6"/>
          <a:stretch>
            <a:fillRect/>
          </a:stretch>
        </p:blipFill>
        <p:spPr>
          <a:xfrm>
            <a:off x="685165" y="1314450"/>
            <a:ext cx="8594090" cy="2579370"/>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向量组的线性相关性</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 name="内容占位符 2"/>
          <p:cNvSpPr/>
          <p:nvPr>
            <p:custDataLst>
              <p:tags r:id="rId8"/>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描述了m个向量所有可能的线性运算（eg α1+3α2）</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Rn中任何向量都是基本向量e1，e2，……en的线性组合</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为了方便用用矩阵研究向量问题，把线性组合表示成矩阵形式，给出了向量的线性组合和矩阵运算的关系：</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A：m*n X：n*1 --AX是A的列向量线性组合</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9"/>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 name="组合 10"/>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8" name="图片 5"/>
          <p:cNvPicPr/>
          <p:nvPr/>
        </p:nvPicPr>
        <p:blipFill>
          <a:blip r:embed="rId6"/>
          <a:stretch>
            <a:fillRect/>
          </a:stretch>
        </p:blipFill>
        <p:spPr>
          <a:xfrm>
            <a:off x="608330" y="1217930"/>
            <a:ext cx="8504555" cy="4991100"/>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rPr>
              <a:t>向量组的线性相关性</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3" name="内容占位符 2"/>
          <p:cNvSpPr/>
          <p:nvPr>
            <p:custDataLst>
              <p:tags r:id="rId8"/>
            </p:custDataLst>
          </p:nvPr>
        </p:nvSpPr>
        <p:spPr>
          <a:xfrm>
            <a:off x="608400" y="2098730"/>
            <a:ext cx="10969200" cy="4759200"/>
          </a:xfrm>
          <a:prstGeom prst="rect">
            <a:avLst/>
          </a:prstGeom>
        </p:spPr>
        <p:txBody>
          <a:bodyPr vert="horz" lIns="101600" tIns="0" rIns="82550" bIns="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矩阵形式：b=AX</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9"/>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 name="标题 1"/>
          <p:cNvSpPr/>
          <p:nvPr>
            <p:custDataLst>
              <p:tags r:id="rId6"/>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rPr>
              <a:t>向量组的线性相关性</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endParaRPr>
          </a:p>
        </p:txBody>
      </p:sp>
      <p:pic>
        <p:nvPicPr>
          <p:cNvPr id="6" name="内容占位符 5"/>
          <p:cNvPicPr/>
          <p:nvPr/>
        </p:nvPicPr>
        <p:blipFill>
          <a:blip r:embed="rId7"/>
          <a:stretch>
            <a:fillRect/>
          </a:stretch>
        </p:blipFill>
        <p:spPr>
          <a:xfrm>
            <a:off x="1301115" y="1873885"/>
            <a:ext cx="9582150" cy="3990975"/>
          </a:xfrm>
          <a:prstGeom prst="rect">
            <a:avLst/>
          </a:prstGeom>
        </p:spPr>
      </p:pic>
    </p:spTree>
    <p:custDataLst>
      <p:tags r:id="rId8"/>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 name="标题 1"/>
          <p:cNvSpPr/>
          <p:nvPr>
            <p:custDataLst>
              <p:tags r:id="rId6"/>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rPr>
              <a:t>向量组的线性相关性</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3" name="内容占位符 2"/>
          <p:cNvSpPr/>
          <p:nvPr/>
        </p:nvSpPr>
        <p:spPr>
          <a:xfrm>
            <a:off x="608330" y="1490345"/>
            <a:ext cx="10968990" cy="5054600"/>
          </a:xfrm>
          <a:prstGeom prst="rect">
            <a:avLst/>
          </a:prstGeom>
        </p:spPr>
        <p:txBody>
          <a:bodyPr vert="horz" lIns="101600" tIns="0" rIns="82550" bIns="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向量组线性相关，等价于至少有一个向量 可以通过其余向量线性表示</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至少有一个向量是其余向量的线性组合：可以被其余向量生成，即向量组中存在一些“多余”的向量，是可以被删除的，删除以后可以被剩余的向量用线性组合生成出来</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线性无关充要条件是其中任何一个向量都不可以表示为其余向量的线性组合。</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在线性无关的向量组中添加一个向量后</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向量组线性相关</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则添加的向量可由原来向量组唯一线性表示。</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线性无关 </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是一个和线性相关相对的定义 </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举例： n个n维基本向量线性无关</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几何解释：在一个平面上的三个向量</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线性相关 不在一个平面</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线性无关 </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228600" lvl="0" indent="-228600">
              <a:buFont typefac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零向量 -- 任何向量组线性表出（系数全为</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28600" lvl="0" indent="-228600">
              <a:buFont typefac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包含零向量的向量组线性相关；对于{α} </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0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{α}才线性无关</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7"/>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userDrawn="1">
            <p:custDataLst>
              <p:tags r:id="rId1"/>
            </p:custDataLst>
          </p:nvPr>
        </p:nvGrpSpPr>
        <p:grpSpPr>
          <a:xfrm rot="0">
            <a:off x="11310620" y="443230"/>
            <a:ext cx="521335" cy="428625"/>
            <a:chOff x="383382" y="4958557"/>
            <a:chExt cx="521493" cy="428627"/>
          </a:xfrm>
        </p:grpSpPr>
        <p:cxnSp>
          <p:nvCxnSpPr>
            <p:cNvPr id="10" name="直接连接符 9"/>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15" name="图片 9"/>
          <p:cNvPicPr/>
          <p:nvPr/>
        </p:nvPicPr>
        <p:blipFill>
          <a:blip r:embed="rId6"/>
          <a:stretch>
            <a:fillRect/>
          </a:stretch>
        </p:blipFill>
        <p:spPr>
          <a:xfrm>
            <a:off x="608330" y="1313815"/>
            <a:ext cx="7620635" cy="3803015"/>
          </a:xfrm>
          <a:prstGeom prst="rect">
            <a:avLst/>
          </a:prstGeom>
          <a:noFill/>
          <a:ln w="12700">
            <a:noFill/>
          </a:ln>
        </p:spPr>
      </p:pic>
      <p:pic>
        <p:nvPicPr>
          <p:cNvPr id="14" name="图片 14" descr="IMG_9413(20231212-200814)"/>
          <p:cNvPicPr/>
          <p:nvPr/>
        </p:nvPicPr>
        <p:blipFill>
          <a:blip r:embed="rId7"/>
          <a:stretch>
            <a:fillRect/>
          </a:stretch>
        </p:blipFill>
        <p:spPr>
          <a:xfrm>
            <a:off x="691515" y="5254308"/>
            <a:ext cx="5266690" cy="892175"/>
          </a:xfrm>
          <a:prstGeom prst="rect">
            <a:avLst/>
          </a:prstGeom>
        </p:spPr>
      </p:pic>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rPr>
              <a:t>向量组的线性相关性</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endParaRPr>
          </a:p>
        </p:txBody>
      </p:sp>
    </p:spTree>
    <p:custDataLst>
      <p:tags r:id="rId9"/>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 name="标题 1"/>
          <p:cNvSpPr/>
          <p:nvPr>
            <p:custDataLst>
              <p:tags r:id="rId6"/>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rPr>
              <a:t>向量组的线性相关性</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3" name="内容占位符 2"/>
          <p:cNvSpPr/>
          <p:nvPr>
            <p:custDataLst>
              <p:tags r:id="rId7"/>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向量组的等价关系具有下列三个性质:</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(1)自反性:一个向量组与其自身等价.</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(2)对称性:若向量组T1和T2等价，则向量组T2也和T1等价.</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(3)传递性:若向量组T1和T2等价，T2和T3等价，则向量组T1和T3也等价。</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T1（r个）可以由T2（s个）线性表示，且r&gt;s，则T1线性相关</a:t>
            </a:r>
            <a:endParaRPr lang="zh-CN" altLang="en-US"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T1（r个）可以由T2（s个）线性表示，且T1线性无关，则r&lt;=s</a:t>
            </a:r>
            <a:endParaRPr lang="zh-CN" altLang="en-US"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两个线性无关的向量组等价 r=s所含向量个数相等</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8"/>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 name="组合 10"/>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4" name="图片 10"/>
          <p:cNvPicPr/>
          <p:nvPr/>
        </p:nvPicPr>
        <p:blipFill>
          <a:blip r:embed="rId6"/>
          <a:stretch>
            <a:fillRect/>
          </a:stretch>
        </p:blipFill>
        <p:spPr>
          <a:xfrm>
            <a:off x="520700" y="1780540"/>
            <a:ext cx="10805160" cy="1648460"/>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极大线性无关组</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 name="内容占位符 2"/>
          <p:cNvSpPr/>
          <p:nvPr>
            <p:custDataLst>
              <p:tags r:id="rId8"/>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对于向量组S，若S的一部分向量线性无关，但在这部分向量中，加上S剩余的任一向量后都线性相关，即S中的任何一个向量都可以通过极大线性无关组生成，则称这部分向量是S的一个极大线性无关组。</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极大线性无关组与原来向量组等价，是</a:t>
            </a:r>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原来向量组简约，也是原来向量组全权代表</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极大线性无关组不唯一</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9"/>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 name="标题 1"/>
          <p:cNvSpPr/>
          <p:nvPr>
            <p:custDataLst>
              <p:tags r:id="rId6"/>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极大线性无关组</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 name="内容占位符 2"/>
          <p:cNvSpPr/>
          <p:nvPr>
            <p:custDataLst>
              <p:tags r:id="rId7"/>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一个向量组的不同极大线性无关组所含向量个数相等</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秩的定义：一个向量组的极大线性无关组所含向量个数</a:t>
            </a:r>
            <a:endParaRPr lang="zh-CN" altLang="en-US" sz="2000"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等价向量组秩相等。</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注意：秩相等的两个向量组不一定等价</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n+1个n维向量线性相关（引入：由n维基本向量构成极大线性无关组 可知Rn的秩为n 作为Rn的子集 秩小于等于n）</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8"/>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 name="组合 12"/>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2"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4" name="矩形 3"/>
          <p:cNvSpPr/>
          <p:nvPr>
            <p:custDataLst>
              <p:tags r:id="rId6"/>
            </p:custDataLst>
          </p:nvPr>
        </p:nvSpPr>
        <p:spPr>
          <a:xfrm>
            <a:off x="4806315" y="2028825"/>
            <a:ext cx="1338580" cy="340360"/>
          </a:xfrm>
          <a:prstGeom prst="rect">
            <a:avLst/>
          </a:prstGeom>
          <a:ln>
            <a:solidFill>
              <a:schemeClr val="accent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dk1"/>
              </a:solidFill>
              <a:latin typeface="微软雅黑" panose="020B0503020204020204" pitchFamily="34" charset="-122"/>
              <a:ea typeface="微软雅黑" panose="020B0503020204020204" pitchFamily="34" charset="-122"/>
            </a:endParaRPr>
          </a:p>
        </p:txBody>
      </p:sp>
      <p:cxnSp>
        <p:nvCxnSpPr>
          <p:cNvPr id="5" name="直接箭头连接符 4"/>
          <p:cNvCxnSpPr>
            <a:stCxn id="4" idx="3"/>
            <a:endCxn id="18" idx="0"/>
          </p:cNvCxnSpPr>
          <p:nvPr>
            <p:custDataLst>
              <p:tags r:id="rId7"/>
            </p:custDataLst>
          </p:nvPr>
        </p:nvCxnSpPr>
        <p:spPr>
          <a:xfrm>
            <a:off x="6144895" y="2199005"/>
            <a:ext cx="2884805" cy="1229995"/>
          </a:xfrm>
          <a:prstGeom prst="straightConnector1">
            <a:avLst/>
          </a:prstGeom>
          <a:ln w="12700">
            <a:solidFill>
              <a:schemeClr val="accent1"/>
            </a:solidFill>
            <a:tailEnd type="arrow"/>
          </a:ln>
        </p:spPr>
        <p:style>
          <a:lnRef idx="2">
            <a:schemeClr val="accent1"/>
          </a:lnRef>
          <a:fillRef idx="0">
            <a:srgbClr val="FFFFFF"/>
          </a:fillRef>
          <a:effectRef idx="0">
            <a:srgbClr val="FFFFFF"/>
          </a:effectRef>
          <a:fontRef idx="minor">
            <a:schemeClr val="tx1"/>
          </a:fontRef>
        </p:style>
      </p:cxnSp>
      <p:pic>
        <p:nvPicPr>
          <p:cNvPr id="18" name="图片 18" descr="D03208D906A38D44CA6427D282AE6516"/>
          <p:cNvPicPr/>
          <p:nvPr/>
        </p:nvPicPr>
        <p:blipFill>
          <a:blip r:embed="rId8"/>
          <a:stretch>
            <a:fillRect/>
          </a:stretch>
        </p:blipFill>
        <p:spPr>
          <a:xfrm>
            <a:off x="6396990" y="3429000"/>
            <a:ext cx="5265420" cy="680085"/>
          </a:xfrm>
          <a:prstGeom prst="rect">
            <a:avLst/>
          </a:prstGeom>
        </p:spPr>
      </p:pic>
      <p:sp>
        <p:nvSpPr>
          <p:cNvPr id="2" name="标题 1"/>
          <p:cNvSpPr/>
          <p:nvPr>
            <p:custDataLst>
              <p:tags r:id="rId9"/>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向量组与矩阵</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 name="内容占位符 2"/>
          <p:cNvSpPr/>
          <p:nvPr>
            <p:custDataLst>
              <p:tags r:id="rId10"/>
            </p:custDataLst>
          </p:nvPr>
        </p:nvSpPr>
        <p:spPr>
          <a:xfrm>
            <a:off x="608400" y="1490400"/>
            <a:ext cx="10969200" cy="4759200"/>
          </a:xfrm>
          <a:prstGeom prst="rect">
            <a:avLst/>
          </a:prstGeom>
        </p:spPr>
        <p:txBody>
          <a:bodyPr vert="horz" lIns="101600" tIns="0" rIns="82550" bIns="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联系：将向量组中的向量作为矩阵的列（行）</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矩阵的行初等变换不改变列向量组的线性相关性和线性组合关系。</a:t>
            </a:r>
            <a:endParaRPr lang="zh-CN" altLang="en-US"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线性组合关系（比如，一个列是其余列线性组合）：</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一般形式存在非0向量X ：AX=0等价于BX=0</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矩阵的秩等于行向量组的秩等于列向量组的秩</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r（A）=r（AT）</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A：m*n矩阵</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秩r=m A的行向量组线性无关 ；r&lt;m 行向量组线性相关</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秩r=n A的列向量组线性无关 ；r&lt;n 列向量组线性相关</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A：n*n方阵</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A可逆矩阵 等价于 r（A）=n等价于 A的行列式不为0  等价于列向量组线性无关（A非奇异矩阵）</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20" name="图片 12"/>
          <p:cNvPicPr/>
          <p:nvPr/>
        </p:nvPicPr>
        <p:blipFill>
          <a:blip r:embed="rId6"/>
          <a:stretch>
            <a:fillRect/>
          </a:stretch>
        </p:blipFill>
        <p:spPr>
          <a:xfrm>
            <a:off x="608330" y="3288665"/>
            <a:ext cx="7715885" cy="3569335"/>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向量空间</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 name="内容占位符 2"/>
          <p:cNvSpPr/>
          <p:nvPr>
            <p:custDataLst>
              <p:tags r:id="rId8"/>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向量集合 -- （对线性运算封闭）--向量空间 --（定义内积 有长度 夹角概念）--欧式空间 Rn</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向量空间：非空向量集合，对线性运算封闭</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对线性运算封闭：任取两个向量 线性组合（数乘+加法）后 向量仍在集合中</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向量空间必然包含0向量 且除了只含有0向量的向量空间其他都含有无数个向量</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9"/>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21" name="图片 13"/>
          <p:cNvPicPr/>
          <p:nvPr/>
        </p:nvPicPr>
        <p:blipFill>
          <a:blip r:embed="rId6"/>
          <a:stretch>
            <a:fillRect/>
          </a:stretch>
        </p:blipFill>
        <p:spPr>
          <a:xfrm>
            <a:off x="608330" y="1489710"/>
            <a:ext cx="9359900" cy="4759960"/>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向量空间</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Tree>
    <p:custDataLst>
      <p:tags r:id="rId8"/>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22" name="图片 14"/>
          <p:cNvPicPr/>
          <p:nvPr/>
        </p:nvPicPr>
        <p:blipFill>
          <a:blip r:embed="rId6"/>
          <a:stretch>
            <a:fillRect/>
          </a:stretch>
        </p:blipFill>
        <p:spPr>
          <a:xfrm>
            <a:off x="608330" y="1974850"/>
            <a:ext cx="9347835" cy="4149090"/>
          </a:xfrm>
          <a:prstGeom prst="rect">
            <a:avLst/>
          </a:prstGeom>
          <a:noFill/>
          <a:ln w="12700">
            <a:noFill/>
          </a:ln>
        </p:spPr>
      </p:pic>
      <p:sp>
        <p:nvSpPr>
          <p:cNvPr id="2" name="标题 1"/>
          <p:cNvSpPr/>
          <p:nvPr>
            <p:custDataLst>
              <p:tags r:id="rId7"/>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向量空间的坐标变换</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 name="内容占位符 2"/>
          <p:cNvSpPr/>
          <p:nvPr>
            <p:custDataLst>
              <p:tags r:id="rId8"/>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等价的两组基：B=AC BY=AX ACY=AX CY=X Y=C-1X</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9"/>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89" name="图片 64"/>
          <p:cNvPicPr/>
          <p:nvPr/>
        </p:nvPicPr>
        <p:blipFill>
          <a:blip r:embed="rId6"/>
          <a:stretch>
            <a:fillRect/>
          </a:stretch>
        </p:blipFill>
        <p:spPr>
          <a:xfrm>
            <a:off x="699135" y="1490345"/>
            <a:ext cx="5527675" cy="2973705"/>
          </a:xfrm>
          <a:prstGeom prst="rect">
            <a:avLst/>
          </a:prstGeom>
          <a:noFill/>
          <a:ln w="12700">
            <a:noFill/>
          </a:ln>
        </p:spPr>
      </p:pic>
      <p:pic>
        <p:nvPicPr>
          <p:cNvPr id="88" name="图片 63"/>
          <p:cNvPicPr/>
          <p:nvPr/>
        </p:nvPicPr>
        <p:blipFill>
          <a:blip r:embed="rId7"/>
          <a:stretch>
            <a:fillRect/>
          </a:stretch>
        </p:blipFill>
        <p:spPr>
          <a:xfrm>
            <a:off x="5532120" y="1490345"/>
            <a:ext cx="6185535" cy="3972560"/>
          </a:xfrm>
          <a:prstGeom prst="rect">
            <a:avLst/>
          </a:prstGeom>
          <a:noFill/>
          <a:ln w="12700">
            <a:noFill/>
          </a:ln>
        </p:spPr>
      </p:pic>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rPr>
              <a:t>向量空间：欧式空间</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endParaRPr>
          </a:p>
        </p:txBody>
      </p:sp>
      <p:sp>
        <p:nvSpPr>
          <p:cNvPr id="3" name="内容占位符 2"/>
          <p:cNvSpPr/>
          <p:nvPr>
            <p:custDataLst>
              <p:tags r:id="rId9"/>
            </p:custDataLst>
          </p:nvPr>
        </p:nvSpPr>
        <p:spPr>
          <a:xfrm>
            <a:off x="608400" y="1490400"/>
            <a:ext cx="10969200" cy="4759200"/>
          </a:xfrm>
          <a:prstGeom prst="rect">
            <a:avLst/>
          </a:prstGeom>
        </p:spPr>
        <p:txBody>
          <a:bodyPr vert="horz" lIns="101600" tIns="0" rIns="82550" bIns="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交换性 线性性 非负性 Cauchy不等式</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长度 角度</a:t>
            </a:r>
            <a:endPar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 name="组合 10"/>
          <p:cNvGrpSpPr/>
          <p:nvPr userDrawn="1">
            <p:custDataLst>
              <p:tags r:id="rId1"/>
            </p:custDataLst>
          </p:nvPr>
        </p:nvGrpSpPr>
        <p:grpSpPr>
          <a:xfrm rot="0">
            <a:off x="11310620" y="443230"/>
            <a:ext cx="521335" cy="428625"/>
            <a:chOff x="383382" y="4958557"/>
            <a:chExt cx="521493" cy="428627"/>
          </a:xfrm>
        </p:grpSpPr>
        <p:cxnSp>
          <p:nvCxnSpPr>
            <p:cNvPr id="15" name="直接连接符 14"/>
            <p:cNvCxnSpPr/>
            <p:nvPr userDrawn="1">
              <p:custDataLst>
                <p:tags r:id="rId2"/>
              </p:custDataLst>
            </p:nvPr>
          </p:nvCxnSpPr>
          <p:spPr>
            <a:xfrm>
              <a:off x="383382" y="4958557"/>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3"/>
              </p:custDataLst>
            </p:nvPr>
          </p:nvCxnSpPr>
          <p:spPr>
            <a:xfrm>
              <a:off x="383382" y="5172871"/>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4"/>
              </p:custDataLst>
            </p:nvPr>
          </p:nvCxnSpPr>
          <p:spPr>
            <a:xfrm>
              <a:off x="383382" y="5387184"/>
              <a:ext cx="521493" cy="0"/>
            </a:xfrm>
            <a:prstGeom prst="line">
              <a:avLst/>
            </a:prstGeom>
            <a:ln w="63500">
              <a:gradFill>
                <a:gsLst>
                  <a:gs pos="0">
                    <a:srgbClr val="F3DFD0">
                      <a:lumMod val="40000"/>
                      <a:lumOff val="60000"/>
                    </a:srgbClr>
                  </a:gs>
                  <a:gs pos="57000">
                    <a:srgbClr val="E2B08A"/>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8" name="任意多边形: 形状 17"/>
          <p:cNvSpPr/>
          <p:nvPr userDrawn="1">
            <p:custDataLst>
              <p:tags r:id="rId5"/>
            </p:custDataLst>
          </p:nvPr>
        </p:nvSpPr>
        <p:spPr>
          <a:xfrm rot="10800000">
            <a:off x="157480" y="6153785"/>
            <a:ext cx="1443990" cy="704215"/>
          </a:xfrm>
          <a:custGeom>
            <a:avLst/>
            <a:gdLst>
              <a:gd name="connsiteX0" fmla="*/ 0 w 4498061"/>
              <a:gd name="connsiteY0" fmla="*/ 0 h 2192408"/>
              <a:gd name="connsiteX1" fmla="*/ 4498061 w 4498061"/>
              <a:gd name="connsiteY1" fmla="*/ 0 h 2192408"/>
              <a:gd name="connsiteX2" fmla="*/ 4489445 w 4498061"/>
              <a:gd name="connsiteY2" fmla="*/ 170624 h 2192408"/>
              <a:gd name="connsiteX3" fmla="*/ 2249030 w 4498061"/>
              <a:gd name="connsiteY3" fmla="*/ 2192408 h 2192408"/>
              <a:gd name="connsiteX4" fmla="*/ 8615 w 4498061"/>
              <a:gd name="connsiteY4" fmla="*/ 170624 h 2192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1" h="2192408">
                <a:moveTo>
                  <a:pt x="0" y="0"/>
                </a:moveTo>
                <a:lnTo>
                  <a:pt x="4498061" y="0"/>
                </a:lnTo>
                <a:lnTo>
                  <a:pt x="4489445" y="170624"/>
                </a:lnTo>
                <a:cubicBezTo>
                  <a:pt x="4374118" y="1306230"/>
                  <a:pt x="3415063" y="2192408"/>
                  <a:pt x="2249030" y="2192408"/>
                </a:cubicBezTo>
                <a:cubicBezTo>
                  <a:pt x="1082998" y="2192408"/>
                  <a:pt x="123943" y="1306230"/>
                  <a:pt x="8615" y="170624"/>
                </a:cubicBezTo>
                <a:close/>
              </a:path>
            </a:pathLst>
          </a:cu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24" name="图片 15"/>
          <p:cNvPicPr/>
          <p:nvPr/>
        </p:nvPicPr>
        <p:blipFill>
          <a:blip r:embed="rId6"/>
          <a:stretch>
            <a:fillRect/>
          </a:stretch>
        </p:blipFill>
        <p:spPr>
          <a:xfrm>
            <a:off x="608330" y="2035810"/>
            <a:ext cx="9037320" cy="4213860"/>
          </a:xfrm>
          <a:prstGeom prst="rect">
            <a:avLst/>
          </a:prstGeom>
          <a:noFill/>
          <a:ln w="12700">
            <a:noFill/>
          </a:ln>
        </p:spPr>
      </p:pic>
      <p:sp>
        <p:nvSpPr>
          <p:cNvPr id="4" name="矩形 3"/>
          <p:cNvSpPr/>
          <p:nvPr>
            <p:custDataLst>
              <p:tags r:id="rId7"/>
            </p:custDataLst>
          </p:nvPr>
        </p:nvSpPr>
        <p:spPr>
          <a:xfrm>
            <a:off x="3127375" y="1645285"/>
            <a:ext cx="1766570" cy="229870"/>
          </a:xfrm>
          <a:prstGeom prst="rect">
            <a:avLst/>
          </a:prstGeom>
          <a:ln>
            <a:solidFill>
              <a:schemeClr val="accent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 name="标题 1"/>
          <p:cNvSpPr/>
          <p:nvPr>
            <p:custDataLst>
              <p:tags r:id="rId8"/>
            </p:custDataLst>
          </p:nvPr>
        </p:nvSpPr>
        <p:spPr>
          <a:xfrm>
            <a:off x="608400" y="608400"/>
            <a:ext cx="10969200"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rPr>
              <a:t>向量空间：欧式空间</a:t>
            </a:r>
            <a:endParaRPr lang="zh-CN" altLang="en-US">
              <a:solidFill>
                <a:schemeClr val="dk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3" name="内容占位符 2"/>
          <p:cNvSpPr/>
          <p:nvPr>
            <p:custDataLst>
              <p:tags r:id="rId9"/>
            </p:custDataLst>
          </p:nvPr>
        </p:nvSpPr>
        <p:spPr>
          <a:xfrm>
            <a:off x="608400" y="1490400"/>
            <a:ext cx="10969200" cy="4759200"/>
          </a:xfrm>
          <a:prstGeom prst="rect">
            <a:avLst/>
          </a:prstGeom>
        </p:spPr>
        <p:txBody>
          <a:bodyPr vert="horz" lIns="101600" tIns="0" rIns="82550" bIns="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欧式空间Rn中 满足标准正交向量组的一组基 成为</a:t>
            </a:r>
            <a:r>
              <a:rPr lang="zh-CN" altLang="en-US"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标准正交基</a:t>
            </a:r>
            <a:endParaRPr lang="zh-CN" altLang="en-US" b="1">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0"/>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7"/>
  <p:tag name="KSO_WM_UNIT_ID" val="_1*y*7"/>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6"/>
  <p:tag name="KSO_WM_UNIT_ID" val="_1*y*6"/>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5"/>
  <p:tag name="KSO_WM_UNIT_ID" val="_1*y*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4"/>
  <p:tag name="KSO_WM_UNIT_ID" val="_1*y*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2"/>
  <p:tag name="KSO_WM_UNIT_ID" val="_1*y*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3"/>
  <p:tag name="KSO_WM_UNIT_ID" val="_1*y*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_1*y*1"/>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8"/>
  <p:tag name="KSO_WM_UNIT_ID" val="_1*y*8"/>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9*i*1"/>
  <p:tag name="KSO_WM_UNIT_BK_DARK_LIGHT" val="2"/>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0*i*1"/>
  <p:tag name="KSO_WM_UNIT_BK_DARK_LIGHT" val="2"/>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7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7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7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7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7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8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8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8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8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18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8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8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8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8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89.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9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9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9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9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9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19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9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9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9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9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20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0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0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21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23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4.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24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5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5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20"/>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20"/>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7.xml><?xml version="1.0" encoding="utf-8"?>
<p:tagLst xmlns:p="http://schemas.openxmlformats.org/presentationml/2006/main">
  <p:tag name="KSO_WM_TEMPLATE_THUMBS_INDEX" val="1、4、7、8、9、10、11、12、13、14、15"/>
  <p:tag name="KSO_WM_TEMPLATE_SUBCATEGORY" val="0"/>
  <p:tag name="KSO_WM_TEMPLATE_MASTER_TYPE" val="1"/>
  <p:tag name="KSO_WM_TEMPLATE_COLOR_TYPE" val="1"/>
  <p:tag name="KSO_WM_TEMPLATE_MASTER_THUMB_INDEX" val="12"/>
  <p:tag name="KSO_WM_TAG_VERSION" val="1.0"/>
  <p:tag name="KSO_WM_BEAUTIFY_FLAG" val="#wm#"/>
  <p:tag name="KSO_WM_TEMPLATE_CATEGORY" val="custom"/>
  <p:tag name="KSO_WM_TEMPLATE_INDEX" val="20202620"/>
</p:tagLst>
</file>

<file path=ppt/tags/tag258.xml><?xml version="1.0" encoding="utf-8"?>
<p:tagLst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custom20202620_1*a*1"/>
  <p:tag name="KSO_WM_TEMPLATE_CATEGORY" val="custom"/>
  <p:tag name="KSO_WM_TEMPLATE_INDEX" val="20202620"/>
  <p:tag name="KSO_WM_UNIT_LAYERLEVEL" val="1"/>
  <p:tag name="KSO_WM_TAG_VERSION" val="1.0"/>
  <p:tag name="KSO_WM_BEAUTIFY_FLAG" val="#wm#"/>
  <p:tag name="KSO_WM_UNIT_PRESET_TEXT" val="简约工作汇报"/>
  <p:tag name="KSO_WM_UNIT_TEXT_FILL_FORE_SCHEMECOLOR_INDEX_BRIGHTNESS" val="0.15"/>
  <p:tag name="KSO_WM_UNIT_TEXT_FILL_FORE_SCHEMECOLOR_INDEX" val="13"/>
  <p:tag name="KSO_WM_UNIT_TEXT_FILL_TYPE" val="1"/>
</p:tagLst>
</file>

<file path=ppt/tags/tag259.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b"/>
  <p:tag name="KSO_WM_UNIT_INDEX" val="1"/>
  <p:tag name="KSO_WM_UNIT_ID" val="custom20202620_1*b*1"/>
  <p:tag name="KSO_WM_TEMPLATE_CATEGORY" val="custom"/>
  <p:tag name="KSO_WM_TEMPLATE_INDEX" val="20202620"/>
  <p:tag name="KSO_WM_UNIT_LAYERLEVEL" val="1"/>
  <p:tag name="KSO_WM_TAG_VERSION" val="1.0"/>
  <p:tag name="KSO_WM_BEAUTIFY_FLAG" val="#wm#"/>
  <p:tag name="KSO_WM_UNIT_PRESET_TEXT" val="单击此处添加副标题"/>
  <p:tag name="KSO_WM_UNIT_TEXT_FILL_FORE_SCHEMECOLOR_INDEX_BRIGHTNESS" val="0.25"/>
  <p:tag name="KSO_WM_UNIT_TEXT_FILL_FORE_SCHEMECOLOR_INDEX" val="13"/>
  <p:tag name="KSO_WM_UNIT_TEXT_FILL_TYPE" val="1"/>
</p:tagLst>
</file>

<file path=ppt/tags/tag260.xml><?xml version="1.0" encoding="utf-8"?>
<p:tagLst xmlns:p="http://schemas.openxmlformats.org/presentationml/2006/main">
  <p:tag name="KSO_WM_TEMPLATE_THUMBS_INDEX" val="1、4、7、8、9、10、11、12、13、14、15"/>
  <p:tag name="KSO_WM_SLIDE_ID" val="custom20202620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EMPLATE_MASTER_THUMB_INDEX" val="12"/>
  <p:tag name="KSO_WM_TAG_VERSION" val="1.0"/>
  <p:tag name="KSO_WM_BEAUTIFY_FLAG" val="#wm#"/>
  <p:tag name="KSO_WM_TEMPLATE_CATEGORY" val="custom"/>
  <p:tag name="KSO_WM_TEMPLATE_INDEX" val="20202620"/>
  <p:tag name="KSO_WM_SLIDE_LAYOUT" val="a_b"/>
  <p:tag name="KSO_WM_SLIDE_LAYOUT_CNT" val="1_3"/>
</p:tagLst>
</file>

<file path=ppt/tags/tag2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2.xml><?xml version="1.0" encoding="utf-8"?>
<p:tagLst xmlns:p="http://schemas.openxmlformats.org/presentationml/2006/main">
  <p:tag name="KSO_WM_UNIT_ISCONTENTSTITLE" val="0"/>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620_7*e*1"/>
  <p:tag name="KSO_WM_TEMPLATE_CATEGORY" val="custom"/>
  <p:tag name="KSO_WM_TEMPLATE_INDEX" val="20202620"/>
  <p:tag name="KSO_WM_UNIT_LAYERLEVEL" val="1"/>
  <p:tag name="KSO_WM_TAG_VERSION" val="1.0"/>
  <p:tag name="KSO_WM_BEAUTIFY_FLAG" val="#wm#"/>
  <p:tag name="KSO_WM_UNIT_PRESET_TEXT" val="01"/>
  <p:tag name="KSO_WM_UNIT_TEXT_FILL_FORE_SCHEMECOLOR_INDEX_BRIGHTNESS" val="0"/>
  <p:tag name="KSO_WM_UNIT_TEXT_FILL_FORE_SCHEMECOLOR_INDEX" val="5"/>
  <p:tag name="KSO_WM_UNIT_TEXT_FILL_TYPE" val="1"/>
</p:tagLst>
</file>

<file path=ppt/tags/tag263.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2620_7*a*1"/>
  <p:tag name="KSO_WM_TEMPLATE_CATEGORY" val="custom"/>
  <p:tag name="KSO_WM_TEMPLATE_INDEX" val="20202620"/>
  <p:tag name="KSO_WM_UNIT_LAYERLEVEL" val="1"/>
  <p:tag name="KSO_WM_TAG_VERSION" val="1.0"/>
  <p:tag name="KSO_WM_BEAUTIFY_FLAG" val="#wm#"/>
  <p:tag name="KSO_WM_UNIT_PRESET_TEXT" val="单击此处添加标题"/>
  <p:tag name="KSO_WM_UNIT_TEXT_FILL_FORE_SCHEMECOLOR_INDEX_BRIGHTNESS" val="0.15"/>
  <p:tag name="KSO_WM_UNIT_TEXT_FILL_FORE_SCHEMECOLOR_INDEX" val="13"/>
  <p:tag name="KSO_WM_UNIT_TEXT_FILL_TYPE" val="1"/>
</p:tagLst>
</file>

<file path=ppt/tags/tag264.xml><?xml version="1.0" encoding="utf-8"?>
<p:tagLst xmlns:p="http://schemas.openxmlformats.org/presentationml/2006/main">
  <p:tag name="KSO_WM_UNIT_ISCONTENTSTITLE" val="0"/>
  <p:tag name="KSO_WM_UNIT_ISNUMDGMTITLE" val="0"/>
  <p:tag name="KSO_WM_UNIT_NOCLEAR" val="0"/>
  <p:tag name="KSO_WM_UNIT_VALUE" val="52"/>
  <p:tag name="KSO_WM_UNIT_HIGHLIGHT" val="0"/>
  <p:tag name="KSO_WM_UNIT_COMPATIBLE" val="0"/>
  <p:tag name="KSO_WM_UNIT_DIAGRAM_ISNUMVISUAL" val="0"/>
  <p:tag name="KSO_WM_UNIT_DIAGRAM_ISREFERUNIT" val="0"/>
  <p:tag name="KSO_WM_UNIT_TYPE" val="b"/>
  <p:tag name="KSO_WM_UNIT_INDEX" val="1"/>
  <p:tag name="KSO_WM_UNIT_ID" val="custom20202620_7*b*1"/>
  <p:tag name="KSO_WM_TEMPLATE_CATEGORY" val="custom"/>
  <p:tag name="KSO_WM_TEMPLATE_INDEX" val="20202620"/>
  <p:tag name="KSO_WM_UNIT_LAYERLEVEL" val="1"/>
  <p:tag name="KSO_WM_TAG_VERSION" val="1.0"/>
  <p:tag name="KSO_WM_BEAUTIFY_FLAG" val="#wm#"/>
  <p:tag name="KSO_WM_UNIT_PRESET_TEXT" val="单击此处添加文本"/>
  <p:tag name="KSO_WM_UNIT_TEXT_FILL_FORE_SCHEMECOLOR_INDEX_BRIGHTNESS" val="0.15"/>
  <p:tag name="KSO_WM_UNIT_TEXT_FILL_FORE_SCHEMECOLOR_INDEX" val="13"/>
  <p:tag name="KSO_WM_UNIT_TEXT_FILL_TYPE" val="1"/>
</p:tagLst>
</file>

<file path=ppt/tags/tag265.xml><?xml version="1.0" encoding="utf-8"?>
<p:tagLst xmlns:p="http://schemas.openxmlformats.org/presentationml/2006/main">
  <p:tag name="KSO_WM_SLIDE_ID" val="custom2020262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2620"/>
  <p:tag name="KSO_WM_SLIDE_LAYOUT" val="a_b_e"/>
  <p:tag name="KSO_WM_SLIDE_LAYOUT_CNT" val="1_1_1"/>
</p:tagLst>
</file>

<file path=ppt/tags/tag26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6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6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7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2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2.xml><?xml version="1.0" encoding="utf-8"?>
<p:tagLst xmlns:p="http://schemas.openxmlformats.org/presentationml/2006/main">
  <p:tag name="KSO_WM_SLIDE_BACKGROUND_TYPE" val="general"/>
</p:tagLst>
</file>

<file path=ppt/tags/tag27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7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7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7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278.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1.xml><?xml version="1.0" encoding="utf-8"?>
<p:tagLst xmlns:p="http://schemas.openxmlformats.org/presentationml/2006/main">
  <p:tag name="KSO_WM_SLIDE_BACKGROUND_TYPE" val="general"/>
</p:tagLst>
</file>

<file path=ppt/tags/tag28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8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8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8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28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88.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0.xml><?xml version="1.0" encoding="utf-8"?>
<p:tagLst xmlns:p="http://schemas.openxmlformats.org/presentationml/2006/main">
  <p:tag name="KSO_WM_SLIDE_BACKGROUND_TYPE" val="general"/>
</p:tagLst>
</file>

<file path=ppt/tags/tag29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9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9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29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296.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29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9.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00.xml><?xml version="1.0" encoding="utf-8"?>
<p:tagLst xmlns:p="http://schemas.openxmlformats.org/presentationml/2006/main">
  <p:tag name="KSO_WM_SLIDE_BACKGROUND_TYPE" val="general"/>
</p:tagLst>
</file>

<file path=ppt/tags/tag30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0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0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0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3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7.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1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13.xml><?xml version="1.0" encoding="utf-8"?>
<p:tagLst xmlns:p="http://schemas.openxmlformats.org/presentationml/2006/main">
  <p:tag name="KSO_WM_SLIDE_BACKGROUND_TYPE" val="general"/>
</p:tagLst>
</file>

<file path=ppt/tags/tag31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1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1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1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1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319.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320.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21.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22.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2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2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26.xml><?xml version="1.0" encoding="utf-8"?>
<p:tagLst xmlns:p="http://schemas.openxmlformats.org/presentationml/2006/main">
  <p:tag name="KSO_WM_SLIDE_BACKGROUND_TYPE" val="general"/>
</p:tagLst>
</file>

<file path=ppt/tags/tag32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2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2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3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3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332.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33.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334.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35.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36.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3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338.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39.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4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3.xml><?xml version="1.0" encoding="utf-8"?>
<p:tagLst xmlns:p="http://schemas.openxmlformats.org/presentationml/2006/main">
  <p:tag name="KSO_WM_SLIDE_BACKGROUND_TYPE" val="general"/>
</p:tagLst>
</file>

<file path=ppt/tags/tag34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4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4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4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4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349.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50.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51.xml><?xml version="1.0" encoding="utf-8"?>
<p:tagLst xmlns:p="http://schemas.openxmlformats.org/presentationml/2006/main">
  <p:tag name="KSO_WM_SLIDE_BACKGROUND_TYPE" val="general"/>
</p:tagLst>
</file>

<file path=ppt/tags/tag35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5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5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5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5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357.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9.xml><?xml version="1.0" encoding="utf-8"?>
<p:tagLst xmlns:p="http://schemas.openxmlformats.org/presentationml/2006/main">
  <p:tag name="KSO_WM_SLIDE_BACKGROUND_TYPE" val="general"/>
</p:tagLst>
</file>

<file path=ppt/tags/tag36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6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6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6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6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3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6.xml><?xml version="1.0" encoding="utf-8"?>
<p:tagLst xmlns:p="http://schemas.openxmlformats.org/presentationml/2006/main">
  <p:tag name="KSO_WM_SLIDE_BACKGROUND_TYPE" val="general"/>
</p:tagLst>
</file>

<file path=ppt/tags/tag36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6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6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7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7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3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3.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5.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76.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77.xml><?xml version="1.0" encoding="utf-8"?>
<p:tagLst xmlns:p="http://schemas.openxmlformats.org/presentationml/2006/main">
  <p:tag name="KSO_WM_SLIDE_BACKGROUND_TYPE" val="general"/>
</p:tagLst>
</file>

<file path=ppt/tags/tag37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7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8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8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8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383.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84.xml><?xml version="1.0" encoding="utf-8"?>
<p:tagLst xmlns:p="http://schemas.openxmlformats.org/presentationml/2006/main">
  <p:tag name="KSO_WM_SLIDE_BACKGROUND_TYPE" val="general"/>
</p:tagLst>
</file>

<file path=ppt/tags/tag38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8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8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8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8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390.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91.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92.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3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5.xml><?xml version="1.0" encoding="utf-8"?>
<p:tagLst xmlns:p="http://schemas.openxmlformats.org/presentationml/2006/main">
  <p:tag name="KSO_WM_SLIDE_BACKGROUND_TYPE" val="general"/>
</p:tagLst>
</file>

<file path=ppt/tags/tag39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9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9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39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0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01.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02.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03.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04.xml><?xml version="1.0" encoding="utf-8"?>
<p:tagLst xmlns:p="http://schemas.openxmlformats.org/presentationml/2006/main">
  <p:tag name="KSO_WM_SLIDE_BACKGROUND_TYPE" val="general"/>
</p:tagLst>
</file>

<file path=ppt/tags/tag40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0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0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0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0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1.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12.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13.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414.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415.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416.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4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9.xml><?xml version="1.0" encoding="utf-8"?>
<p:tagLst xmlns:p="http://schemas.openxmlformats.org/presentationml/2006/main">
  <p:tag name="KSO_WM_SLIDE_BACKGROUND_TYPE" val="general"/>
</p:tagLst>
</file>

<file path=ppt/tags/tag42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2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2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2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2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25.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26.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9.xml><?xml version="1.0" encoding="utf-8"?>
<p:tagLst xmlns:p="http://schemas.openxmlformats.org/presentationml/2006/main">
  <p:tag name="KSO_WM_SLIDE_BACKGROUND_TYPE" val="general"/>
</p:tagLst>
</file>

<file path=ppt/tags/tag43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3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3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3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3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35.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36.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37.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9.xml><?xml version="1.0" encoding="utf-8"?>
<p:tagLst xmlns:p="http://schemas.openxmlformats.org/presentationml/2006/main">
  <p:tag name="KSO_WM_UNIT_TEXT_FILL_FORE_SCHEMECOLOR_INDEX_BRIGHTNESS" val="-0.5"/>
  <p:tag name="KSO_WM_UNIT_TEXT_FILL_FORE_SCHEMECOLOR_INDEX" val="14"/>
  <p:tag name="KSO_WM_UNIT_TEXT_FILL_TYPE" val="1"/>
</p:tagLst>
</file>

<file path=ppt/tags/tag4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1.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442.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443.xml><?xml version="1.0" encoding="utf-8"?>
<p:tagLst xmlns:p="http://schemas.openxmlformats.org/presentationml/2006/main">
  <p:tag name="KSO_WM_SLIDE_BACKGROUND_TYPE" val="general"/>
</p:tagLst>
</file>

<file path=ppt/tags/tag44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4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4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4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4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4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5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3.xml><?xml version="1.0" encoding="utf-8"?>
<p:tagLst xmlns:p="http://schemas.openxmlformats.org/presentationml/2006/main">
  <p:tag name="KSO_WM_SLIDE_BACKGROUND_TYPE" val="general"/>
</p:tagLst>
</file>

<file path=ppt/tags/tag4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5.xml><?xml version="1.0" encoding="utf-8"?>
<p:tagLst xmlns:p="http://schemas.openxmlformats.org/presentationml/2006/main">
  <p:tag name="KSO_WM_UNIT_ISCONTENTSTITLE" val="0"/>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620_7*e*1"/>
  <p:tag name="KSO_WM_TEMPLATE_CATEGORY" val="custom"/>
  <p:tag name="KSO_WM_TEMPLATE_INDEX" val="20202620"/>
  <p:tag name="KSO_WM_UNIT_LAYERLEVEL" val="1"/>
  <p:tag name="KSO_WM_TAG_VERSION" val="1.0"/>
  <p:tag name="KSO_WM_BEAUTIFY_FLAG" val="#wm#"/>
  <p:tag name="KSO_WM_UNIT_PRESET_TEXT" val="01"/>
  <p:tag name="KSO_WM_UNIT_TEXT_FILL_FORE_SCHEMECOLOR_INDEX_BRIGHTNESS" val="0"/>
  <p:tag name="KSO_WM_UNIT_TEXT_FILL_FORE_SCHEMECOLOR_INDEX" val="5"/>
  <p:tag name="KSO_WM_UNIT_TEXT_FILL_TYPE" val="1"/>
</p:tagLst>
</file>

<file path=ppt/tags/tag456.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2620_7*a*1"/>
  <p:tag name="KSO_WM_TEMPLATE_CATEGORY" val="custom"/>
  <p:tag name="KSO_WM_TEMPLATE_INDEX" val="20202620"/>
  <p:tag name="KSO_WM_UNIT_LAYERLEVEL" val="1"/>
  <p:tag name="KSO_WM_TAG_VERSION" val="1.0"/>
  <p:tag name="KSO_WM_BEAUTIFY_FLAG" val="#wm#"/>
  <p:tag name="KSO_WM_UNIT_PRESET_TEXT" val="单击此处添加标题"/>
  <p:tag name="KSO_WM_UNIT_TEXT_FILL_FORE_SCHEMECOLOR_INDEX_BRIGHTNESS" val="0.15"/>
  <p:tag name="KSO_WM_UNIT_TEXT_FILL_FORE_SCHEMECOLOR_INDEX" val="13"/>
  <p:tag name="KSO_WM_UNIT_TEXT_FILL_TYPE" val="1"/>
</p:tagLst>
</file>

<file path=ppt/tags/tag457.xml><?xml version="1.0" encoding="utf-8"?>
<p:tagLst xmlns:p="http://schemas.openxmlformats.org/presentationml/2006/main">
  <p:tag name="KSO_WM_UNIT_ISCONTENTSTITLE" val="0"/>
  <p:tag name="KSO_WM_UNIT_ISNUMDGMTITLE" val="0"/>
  <p:tag name="KSO_WM_UNIT_NOCLEAR" val="0"/>
  <p:tag name="KSO_WM_UNIT_VALUE" val="52"/>
  <p:tag name="KSO_WM_UNIT_HIGHLIGHT" val="0"/>
  <p:tag name="KSO_WM_UNIT_COMPATIBLE" val="0"/>
  <p:tag name="KSO_WM_UNIT_DIAGRAM_ISNUMVISUAL" val="0"/>
  <p:tag name="KSO_WM_UNIT_DIAGRAM_ISREFERUNIT" val="0"/>
  <p:tag name="KSO_WM_UNIT_TYPE" val="b"/>
  <p:tag name="KSO_WM_UNIT_INDEX" val="1"/>
  <p:tag name="KSO_WM_UNIT_ID" val="custom20202620_7*b*1"/>
  <p:tag name="KSO_WM_TEMPLATE_CATEGORY" val="custom"/>
  <p:tag name="KSO_WM_TEMPLATE_INDEX" val="20202620"/>
  <p:tag name="KSO_WM_UNIT_LAYERLEVEL" val="1"/>
  <p:tag name="KSO_WM_TAG_VERSION" val="1.0"/>
  <p:tag name="KSO_WM_BEAUTIFY_FLAG" val="#wm#"/>
  <p:tag name="KSO_WM_UNIT_PRESET_TEXT" val="单击此处添加文本"/>
  <p:tag name="KSO_WM_UNIT_TEXT_FILL_FORE_SCHEMECOLOR_INDEX_BRIGHTNESS" val="0.15"/>
  <p:tag name="KSO_WM_UNIT_TEXT_FILL_FORE_SCHEMECOLOR_INDEX" val="13"/>
  <p:tag name="KSO_WM_UNIT_TEXT_FILL_TYPE" val="1"/>
</p:tagLst>
</file>

<file path=ppt/tags/tag458.xml><?xml version="1.0" encoding="utf-8"?>
<p:tagLst xmlns:p="http://schemas.openxmlformats.org/presentationml/2006/main">
  <p:tag name="KSO_WM_SLIDE_ID" val="custom2020262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2620"/>
  <p:tag name="KSO_WM_SLIDE_LAYOUT" val="a_b_e"/>
  <p:tag name="KSO_WM_SLIDE_LAYOUT_CNT" val="1_1_1"/>
</p:tagLst>
</file>

<file path=ppt/tags/tag45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6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6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6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6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5.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466.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46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6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6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7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7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72.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473.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47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7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7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7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7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79.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480.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48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8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8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8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86.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487.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48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9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9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9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493.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494.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49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9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9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9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49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00.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0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0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0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0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0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10.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11.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12.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1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1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1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1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1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18.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19.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20.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21.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2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2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2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2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2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27.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530.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31.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3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3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3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3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3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37.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38.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3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4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4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4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4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44.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45.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4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4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4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4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5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51.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52.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5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5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5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5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5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58.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59.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60.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2.xml><?xml version="1.0" encoding="utf-8"?>
<p:tagLst xmlns:p="http://schemas.openxmlformats.org/presentationml/2006/main">
  <p:tag name="KSO_WM_UNIT_ISCONTENTSTITLE" val="0"/>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620_7*e*1"/>
  <p:tag name="KSO_WM_TEMPLATE_CATEGORY" val="custom"/>
  <p:tag name="KSO_WM_TEMPLATE_INDEX" val="20202620"/>
  <p:tag name="KSO_WM_UNIT_LAYERLEVEL" val="1"/>
  <p:tag name="KSO_WM_TAG_VERSION" val="1.0"/>
  <p:tag name="KSO_WM_BEAUTIFY_FLAG" val="#wm#"/>
  <p:tag name="KSO_WM_UNIT_PRESET_TEXT" val="01"/>
  <p:tag name="KSO_WM_UNIT_TEXT_FILL_FORE_SCHEMECOLOR_INDEX_BRIGHTNESS" val="0"/>
  <p:tag name="KSO_WM_UNIT_TEXT_FILL_FORE_SCHEMECOLOR_INDEX" val="5"/>
  <p:tag name="KSO_WM_UNIT_TEXT_FILL_TYPE" val="1"/>
</p:tagLst>
</file>

<file path=ppt/tags/tag563.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2620_7*a*1"/>
  <p:tag name="KSO_WM_TEMPLATE_CATEGORY" val="custom"/>
  <p:tag name="KSO_WM_TEMPLATE_INDEX" val="20202620"/>
  <p:tag name="KSO_WM_UNIT_LAYERLEVEL" val="1"/>
  <p:tag name="KSO_WM_TAG_VERSION" val="1.0"/>
  <p:tag name="KSO_WM_BEAUTIFY_FLAG" val="#wm#"/>
  <p:tag name="KSO_WM_UNIT_PRESET_TEXT" val="单击此处添加标题"/>
  <p:tag name="KSO_WM_UNIT_TEXT_FILL_FORE_SCHEMECOLOR_INDEX_BRIGHTNESS" val="0.15"/>
  <p:tag name="KSO_WM_UNIT_TEXT_FILL_FORE_SCHEMECOLOR_INDEX" val="13"/>
  <p:tag name="KSO_WM_UNIT_TEXT_FILL_TYPE" val="1"/>
</p:tagLst>
</file>

<file path=ppt/tags/tag564.xml><?xml version="1.0" encoding="utf-8"?>
<p:tagLst xmlns:p="http://schemas.openxmlformats.org/presentationml/2006/main">
  <p:tag name="KSO_WM_UNIT_ISCONTENTSTITLE" val="0"/>
  <p:tag name="KSO_WM_UNIT_ISNUMDGMTITLE" val="0"/>
  <p:tag name="KSO_WM_UNIT_NOCLEAR" val="0"/>
  <p:tag name="KSO_WM_UNIT_VALUE" val="52"/>
  <p:tag name="KSO_WM_UNIT_HIGHLIGHT" val="0"/>
  <p:tag name="KSO_WM_UNIT_COMPATIBLE" val="0"/>
  <p:tag name="KSO_WM_UNIT_DIAGRAM_ISNUMVISUAL" val="0"/>
  <p:tag name="KSO_WM_UNIT_DIAGRAM_ISREFERUNIT" val="0"/>
  <p:tag name="KSO_WM_UNIT_TYPE" val="b"/>
  <p:tag name="KSO_WM_UNIT_INDEX" val="1"/>
  <p:tag name="KSO_WM_UNIT_ID" val="custom20202620_7*b*1"/>
  <p:tag name="KSO_WM_TEMPLATE_CATEGORY" val="custom"/>
  <p:tag name="KSO_WM_TEMPLATE_INDEX" val="20202620"/>
  <p:tag name="KSO_WM_UNIT_LAYERLEVEL" val="1"/>
  <p:tag name="KSO_WM_TAG_VERSION" val="1.0"/>
  <p:tag name="KSO_WM_BEAUTIFY_FLAG" val="#wm#"/>
  <p:tag name="KSO_WM_UNIT_PRESET_TEXT" val="单击此处添加文本"/>
  <p:tag name="KSO_WM_UNIT_TEXT_FILL_FORE_SCHEMECOLOR_INDEX_BRIGHTNESS" val="0.15"/>
  <p:tag name="KSO_WM_UNIT_TEXT_FILL_FORE_SCHEMECOLOR_INDEX" val="13"/>
  <p:tag name="KSO_WM_UNIT_TEXT_FILL_TYPE" val="1"/>
</p:tagLst>
</file>

<file path=ppt/tags/tag565.xml><?xml version="1.0" encoding="utf-8"?>
<p:tagLst xmlns:p="http://schemas.openxmlformats.org/presentationml/2006/main">
  <p:tag name="KSO_WM_SLIDE_ID" val="custom2020262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2620"/>
  <p:tag name="KSO_WM_SLIDE_LAYOUT" val="a_b_e"/>
  <p:tag name="KSO_WM_SLIDE_LAYOUT_CNT" val="1_1_1"/>
</p:tagLst>
</file>

<file path=ppt/tags/tag56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6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6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6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7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71.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72.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573.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7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7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7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7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7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79.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80.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581.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8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8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8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8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8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87.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88.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589.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9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9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9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9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59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595.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596.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597.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59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9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0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0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0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03.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04.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05.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0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0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0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0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1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11.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12.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1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1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1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1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1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18.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19.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2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2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2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2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2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25.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26.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2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2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2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3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3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32.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33.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34.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3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3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3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3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3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40.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41.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42.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4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4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4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4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4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48.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49.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50.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5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5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5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5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5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56.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57.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658.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59.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60.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6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6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6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6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6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66.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67.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68.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6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7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7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7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7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74.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75.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7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7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7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7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8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81.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82.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83.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8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8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8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8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8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89.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90.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91.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69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9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9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9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1_BRIGHTNESS" val="0.6"/>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57"/>
  <p:tag name="KSO_WM_UNIT_LINE_FORE_SCHEMECOLOR_INDEX_2_TRANS" val="0"/>
  <p:tag name="KSO_WM_UNIT_LINE_GRADIENT_TYPE" val="0"/>
  <p:tag name="KSO_WM_UNIT_LINE_GRADIENT_ANGLE" val="0"/>
  <p:tag name="KSO_WM_UNIT_LINE_GRADIENT_Direction" val="3"/>
  <p:tag name="KSO_WM_UNIT_LINE_FILL_TYPE" val="5"/>
</p:tagLst>
</file>

<file path=ppt/tags/tag69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697.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98.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699.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700.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704.xml><?xml version="1.0" encoding="utf-8"?>
<p:tagLst xmlns:p="http://schemas.openxmlformats.org/presentationml/2006/main">
  <p:tag name="commondata" val="eyJoZGlkIjoiOTczMjUwY2YxMWM4NzBlMDQ0MWVmZjFlMWU1ZjY3MGUifQ=="/>
</p:tagLst>
</file>

<file path=ppt/theme/theme1.xml><?xml version="1.0" encoding="utf-8"?>
<a:theme xmlns:a="http://schemas.openxmlformats.org/drawingml/2006/main" name="单线">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F0F0EF"/>
      </a:dk2>
      <a:lt2>
        <a:srgbClr val="FFFFFF"/>
      </a:lt2>
      <a:accent1>
        <a:srgbClr val="E2B08A"/>
      </a:accent1>
      <a:accent2>
        <a:srgbClr val="EDA499"/>
      </a:accent2>
      <a:accent3>
        <a:srgbClr val="EB9EAF"/>
      </a:accent3>
      <a:accent4>
        <a:srgbClr val="DDA0C7"/>
      </a:accent4>
      <a:accent5>
        <a:srgbClr val="C1A6D9"/>
      </a:accent5>
      <a:accent6>
        <a:srgbClr val="9FAEE0"/>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63500">
          <a:solidFill>
            <a:srgbClr val="C4AC6A"/>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单线">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70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70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703.xml"/></Relationships>
</file>

<file path=customXml/item1.xml>��
</file>

<file path=customXml/item2.xml>��
</file>

<file path=customXml/item3.xml>��
</file>

<file path=customXml/itemProps701.xml><?xml version="1.0" encoding="utf-8"?>
<ds:datastoreItem xmlns:ds="http://schemas.openxmlformats.org/officeDocument/2006/customXml" ds:itemID="{2D446390-8521-40A2-A462-EA068123BED9}">
  <ds:schemaRefs/>
</ds:datastoreItem>
</file>

<file path=customXml/itemProps702.xml><?xml version="1.0" encoding="utf-8"?>
<ds:datastoreItem xmlns:ds="http://schemas.openxmlformats.org/officeDocument/2006/customXml" ds:itemID="{01E84A1C-2814-43A7-9448-348326113A45}">
  <ds:schemaRefs/>
</ds:datastoreItem>
</file>

<file path=customXml/itemProps703.xml><?xml version="1.0" encoding="utf-8"?>
<ds:datastoreItem xmlns:ds="http://schemas.openxmlformats.org/officeDocument/2006/customXml" ds:itemID="{B5BA3906-9696-4247-AC0D-DD5C26B2A70A}">
  <ds:schemaRefs/>
</ds:datastoreItem>
</file>

<file path=docProps/app.xml><?xml version="1.0" encoding="utf-8"?>
<Properties xmlns="http://schemas.openxmlformats.org/officeDocument/2006/extended-properties" xmlns:vt="http://schemas.openxmlformats.org/officeDocument/2006/docPropsVTypes">
  <Template>极简风格营销</Template>
  <TotalTime>0</TotalTime>
  <Words>2972</Words>
  <Application>WPS 演示</Application>
  <PresentationFormat>宽屏</PresentationFormat>
  <Paragraphs>384</Paragraphs>
  <Slides>53</Slides>
  <Notes>25</Notes>
  <HiddenSlides>0</HiddenSlides>
  <MMClips>0</MMClips>
  <ScaleCrop>false</ScaleCrop>
  <HeadingPairs>
    <vt:vector size="8" baseType="variant">
      <vt:variant>
        <vt:lpstr>已用的字体</vt:lpstr>
      </vt:variant>
      <vt:variant>
        <vt:i4>18</vt:i4>
      </vt:variant>
      <vt:variant>
        <vt:lpstr>主题</vt:lpstr>
      </vt:variant>
      <vt:variant>
        <vt:i4>3</vt:i4>
      </vt:variant>
      <vt:variant>
        <vt:lpstr>嵌入 OLE 服务器</vt:lpstr>
      </vt:variant>
      <vt:variant>
        <vt:i4>70</vt:i4>
      </vt:variant>
      <vt:variant>
        <vt:lpstr>幻灯片标题</vt:lpstr>
      </vt:variant>
      <vt:variant>
        <vt:i4>53</vt:i4>
      </vt:variant>
    </vt:vector>
  </HeadingPairs>
  <TitlesOfParts>
    <vt:vector size="144" baseType="lpstr">
      <vt:lpstr>Arial</vt:lpstr>
      <vt:lpstr>宋体</vt:lpstr>
      <vt:lpstr>Wingdings</vt:lpstr>
      <vt:lpstr>Microsoft YaHei UI</vt:lpstr>
      <vt:lpstr>微软雅黑</vt:lpstr>
      <vt:lpstr>-apple-system</vt:lpstr>
      <vt:lpstr>Segoe Print</vt:lpstr>
      <vt:lpstr>Arial Unicode MS</vt:lpstr>
      <vt:lpstr>楷体_GB2312</vt:lpstr>
      <vt:lpstr>新宋体</vt:lpstr>
      <vt:lpstr>Times New Roman</vt:lpstr>
      <vt:lpstr>Symbol</vt:lpstr>
      <vt:lpstr>华文楷体</vt:lpstr>
      <vt:lpstr>宋体-方正超大字符集</vt:lpstr>
      <vt:lpstr>Tenorite</vt:lpstr>
      <vt:lpstr>汉仪旗黑-85S</vt:lpstr>
      <vt:lpstr>黑体</vt:lpstr>
      <vt:lpstr>020B0604020202020204</vt:lpstr>
      <vt:lpstr>单线</vt:lpstr>
      <vt:lpstr>1_Office 主题​​</vt:lpstr>
      <vt:lpstr>1_单线</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线性代数（第一章）</vt:lpstr>
      <vt:lpstr>前言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融资演讲稿</dc:title>
  <dc:creator>3337885641@qq.com</dc:creator>
  <cp:lastModifiedBy>20875</cp:lastModifiedBy>
  <cp:revision>7</cp:revision>
  <dcterms:created xsi:type="dcterms:W3CDTF">2023-12-18T12:21:00Z</dcterms:created>
  <dcterms:modified xsi:type="dcterms:W3CDTF">2023-12-26T02:35:30Z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D23A681CE479430B91F8356E93DB66BA_13</vt:lpwstr>
  </property>
  <property fmtid="{D5CDD505-2E9C-101B-9397-08002B2CF9AE}" pid="4" name="KSOProductBuildVer">
    <vt:lpwstr>2052-12.1.0.15990</vt:lpwstr>
  </property>
</Properties>
</file>