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354" r:id="rId3"/>
    <p:sldId id="353" r:id="rId4"/>
    <p:sldId id="335" r:id="rId5"/>
    <p:sldId id="336" r:id="rId6"/>
    <p:sldId id="355" r:id="rId7"/>
    <p:sldId id="337" r:id="rId8"/>
    <p:sldId id="330" r:id="rId9"/>
    <p:sldId id="356" r:id="rId10"/>
    <p:sldId id="357" r:id="rId11"/>
    <p:sldId id="358" r:id="rId12"/>
    <p:sldId id="361" r:id="rId13"/>
    <p:sldId id="331" r:id="rId14"/>
    <p:sldId id="33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15" autoAdjust="0"/>
    <p:restoredTop sz="86347" autoAdjust="0"/>
  </p:normalViewPr>
  <p:slideViewPr>
    <p:cSldViewPr snapToGrid="0">
      <p:cViewPr varScale="1">
        <p:scale>
          <a:sx n="92" d="100"/>
          <a:sy n="92" d="100"/>
        </p:scale>
        <p:origin x="615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DE993-7C9B-4F76-A5D2-51F22BFA1A20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ADBE2-52C4-423E-AEC4-CA623BCE1D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BE4FF-4FD3-4C1E-8C0A-F7315B6A3FD7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12A-BF6F-43D0-855A-BBBF14572B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05205" y="2961005"/>
            <a:ext cx="5725160" cy="1096645"/>
          </a:xfrm>
        </p:spPr>
        <p:txBody>
          <a:bodyPr>
            <a:noAutofit/>
          </a:bodyPr>
          <a:lstStyle/>
          <a:p>
            <a:pPr algn="l"/>
            <a:br>
              <a:rPr sz="3200" b="1" dirty="0"/>
            </a:br>
            <a:br>
              <a:rPr sz="3200" b="1" dirty="0"/>
            </a:br>
            <a:br>
              <a:rPr sz="3200" b="1" dirty="0"/>
            </a:br>
            <a:br>
              <a:rPr sz="3200" b="1" dirty="0"/>
            </a:br>
            <a:br>
              <a:rPr sz="3200" b="1" dirty="0"/>
            </a:br>
            <a:br>
              <a:rPr sz="3200" b="1" dirty="0"/>
            </a:br>
            <a:br>
              <a:rPr sz="3200" b="1" dirty="0"/>
            </a:br>
            <a:br>
              <a:rPr sz="3200" b="1" dirty="0"/>
            </a:br>
            <a:r>
              <a:rPr sz="3200" b="1" dirty="0"/>
              <a:t>计算机与程序设计基础（C）</a:t>
            </a:r>
            <a:br>
              <a:rPr sz="3200" b="1" dirty="0"/>
            </a:br>
            <a:r>
              <a:rPr sz="3200" b="1" dirty="0"/>
              <a:t>          </a:t>
            </a:r>
            <a:r>
              <a:rPr lang="zh-CN" sz="3200" b="1" i="1" dirty="0"/>
              <a:t>实验课堂</a:t>
            </a:r>
            <a:r>
              <a:rPr lang="zh-CN" sz="3200" b="1" dirty="0"/>
              <a:t> </a:t>
            </a:r>
            <a:br>
              <a:rPr lang="zh-CN" sz="3200" b="1" dirty="0"/>
            </a:br>
            <a:br>
              <a:rPr lang="zh-CN" sz="3200" b="1" dirty="0"/>
            </a:br>
            <a:r>
              <a:rPr lang="zh-CN" sz="3200" b="1"/>
              <a:t>    第</a:t>
            </a:r>
            <a:r>
              <a:rPr lang="zh-CN" altLang="en-US" sz="3200" b="1"/>
              <a:t>四</a:t>
            </a:r>
            <a:r>
              <a:rPr lang="zh-CN" sz="3200" b="1"/>
              <a:t>讲 </a:t>
            </a:r>
            <a:r>
              <a:rPr lang="zh-CN" sz="3200" b="1" dirty="0"/>
              <a:t>数组与指针（</a:t>
            </a:r>
            <a:r>
              <a:rPr lang="en-US" altLang="zh-CN" sz="3200" b="1" dirty="0"/>
              <a:t>1</a:t>
            </a:r>
            <a:r>
              <a:rPr lang="zh-CN" sz="3200" b="1" dirty="0"/>
              <a:t>）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13" y="1690687"/>
            <a:ext cx="3390900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任务一 数组定义和初始化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1466215"/>
            <a:ext cx="9776460" cy="3093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825" y="4789805"/>
            <a:ext cx="4823460" cy="117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任务二 冒泡法排序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2260" y="5623560"/>
            <a:ext cx="5794375" cy="967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005" y="266700"/>
            <a:ext cx="5265420" cy="6324600"/>
          </a:xfrm>
          <a:prstGeom prst="rect">
            <a:avLst/>
          </a:prstGeom>
        </p:spPr>
      </p:pic>
      <p:pic>
        <p:nvPicPr>
          <p:cNvPr id="20499" name="Picture 293" descr="tu6"/>
          <p:cNvPicPr>
            <a:picLocks noChangeAspect="1"/>
          </p:cNvPicPr>
          <p:nvPr/>
        </p:nvPicPr>
        <p:blipFill>
          <a:blip r:embed="rId5"/>
          <a:srcRect b="15826"/>
          <a:stretch>
            <a:fillRect/>
          </a:stretch>
        </p:blipFill>
        <p:spPr>
          <a:xfrm>
            <a:off x="302260" y="1343660"/>
            <a:ext cx="5467985" cy="174180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20482" name="Picture 292" descr="tu6"/>
          <p:cNvPicPr>
            <a:picLocks noChangeAspect="1"/>
          </p:cNvPicPr>
          <p:nvPr/>
        </p:nvPicPr>
        <p:blipFill>
          <a:blip r:embed="rId6"/>
          <a:srcRect b="12947"/>
          <a:stretch>
            <a:fillRect/>
          </a:stretch>
        </p:blipFill>
        <p:spPr>
          <a:xfrm>
            <a:off x="302260" y="3166110"/>
            <a:ext cx="5467985" cy="237744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任务三 向函数传递一维数组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905" y="3349625"/>
            <a:ext cx="4808220" cy="16306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205" y="1320165"/>
            <a:ext cx="5997575" cy="5414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向函数传递</a:t>
            </a:r>
            <a:r>
              <a:rPr lang="zh-CN" altLang="en-US" b="1">
                <a:solidFill>
                  <a:srgbClr val="FF0000"/>
                </a:solidFill>
              </a:rPr>
              <a:t>二维</a:t>
            </a:r>
            <a:r>
              <a:rPr lang="zh-CN" altLang="en-US"/>
              <a:t>数组</a:t>
            </a:r>
          </a:p>
        </p:txBody>
      </p:sp>
      <p:sp>
        <p:nvSpPr>
          <p:cNvPr id="358436" name="Line 36"/>
          <p:cNvSpPr>
            <a:spLocks noChangeShapeType="1"/>
          </p:cNvSpPr>
          <p:nvPr/>
        </p:nvSpPr>
        <p:spPr bwMode="auto">
          <a:xfrm>
            <a:off x="8739188" y="2018030"/>
            <a:ext cx="457200" cy="0"/>
          </a:xfrm>
          <a:prstGeom prst="line">
            <a:avLst/>
          </a:prstGeom>
          <a:noFill/>
          <a:ln w="57150" cap="sq">
            <a:solidFill>
              <a:srgbClr val="FF0066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4" name="Group 37"/>
          <p:cNvGrpSpPr/>
          <p:nvPr/>
        </p:nvGrpSpPr>
        <p:grpSpPr>
          <a:xfrm>
            <a:off x="9215438" y="1517968"/>
            <a:ext cx="1981200" cy="4572000"/>
            <a:chOff x="4512" y="336"/>
            <a:chExt cx="1248" cy="2880"/>
          </a:xfrm>
        </p:grpSpPr>
        <p:sp>
          <p:nvSpPr>
            <p:cNvPr id="5" name="Text Box 38"/>
            <p:cNvSpPr txBox="1"/>
            <p:nvPr/>
          </p:nvSpPr>
          <p:spPr>
            <a:xfrm>
              <a:off x="5210" y="645"/>
              <a:ext cx="550" cy="137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1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a[0][0]</a:t>
              </a:r>
            </a:p>
            <a:p>
              <a:pPr eaLnBrk="1" hangingPunct="1">
                <a:spcBef>
                  <a:spcPct val="10000"/>
                </a:spcBef>
              </a:pP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a[0][1]</a:t>
              </a:r>
            </a:p>
            <a:p>
              <a:pPr eaLnBrk="1" hangingPunct="1">
                <a:spcBef>
                  <a:spcPct val="10000"/>
                </a:spcBef>
              </a:pP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a[0][2]</a:t>
              </a:r>
            </a:p>
            <a:p>
              <a:pPr eaLnBrk="1" hangingPunct="1">
                <a:spcBef>
                  <a:spcPct val="10000"/>
                </a:spcBef>
              </a:pP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a[1][0]</a:t>
              </a:r>
            </a:p>
          </p:txBody>
        </p:sp>
        <p:sp>
          <p:nvSpPr>
            <p:cNvPr id="6" name="Text Box 39"/>
            <p:cNvSpPr txBox="1"/>
            <p:nvPr/>
          </p:nvSpPr>
          <p:spPr>
            <a:xfrm>
              <a:off x="5210" y="2127"/>
              <a:ext cx="550" cy="80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1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a[1][1]</a:t>
              </a:r>
            </a:p>
            <a:p>
              <a:pPr eaLnBrk="1" hangingPunct="1">
                <a:spcBef>
                  <a:spcPct val="10000"/>
                </a:spcBef>
              </a:pP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a[1][2]</a:t>
              </a:r>
            </a:p>
            <a:p>
              <a:pPr eaLnBrk="1" hangingPunct="1">
                <a:spcBef>
                  <a:spcPct val="10000"/>
                </a:spcBef>
              </a:pPr>
              <a:endPara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" name="Group 40"/>
            <p:cNvGrpSpPr/>
            <p:nvPr/>
          </p:nvGrpSpPr>
          <p:grpSpPr>
            <a:xfrm>
              <a:off x="4512" y="336"/>
              <a:ext cx="759" cy="2880"/>
              <a:chOff x="4512" y="336"/>
              <a:chExt cx="759" cy="2880"/>
            </a:xfrm>
          </p:grpSpPr>
          <p:grpSp>
            <p:nvGrpSpPr>
              <p:cNvPr id="8" name="Group 41"/>
              <p:cNvGrpSpPr/>
              <p:nvPr/>
            </p:nvGrpSpPr>
            <p:grpSpPr>
              <a:xfrm>
                <a:off x="4512" y="336"/>
                <a:ext cx="576" cy="1920"/>
                <a:chOff x="4752" y="576"/>
                <a:chExt cx="576" cy="1920"/>
              </a:xfrm>
            </p:grpSpPr>
            <p:sp>
              <p:nvSpPr>
                <p:cNvPr id="9" name="Rectangle 42"/>
                <p:cNvSpPr>
                  <a:spLocks noChangeArrowheads="1"/>
                </p:cNvSpPr>
                <p:nvPr/>
              </p:nvSpPr>
              <p:spPr bwMode="auto">
                <a:xfrm>
                  <a:off x="4752" y="960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" name="Rectangle 43"/>
                <p:cNvSpPr>
                  <a:spLocks noChangeArrowheads="1"/>
                </p:cNvSpPr>
                <p:nvPr/>
              </p:nvSpPr>
              <p:spPr bwMode="auto">
                <a:xfrm>
                  <a:off x="4752" y="1152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" name="Rectangle 44"/>
                <p:cNvSpPr>
                  <a:spLocks noChangeArrowheads="1"/>
                </p:cNvSpPr>
                <p:nvPr/>
              </p:nvSpPr>
              <p:spPr bwMode="auto">
                <a:xfrm>
                  <a:off x="4752" y="1344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" name="Rectangle 45"/>
                <p:cNvSpPr>
                  <a:spLocks noChangeArrowheads="1"/>
                </p:cNvSpPr>
                <p:nvPr/>
              </p:nvSpPr>
              <p:spPr bwMode="auto">
                <a:xfrm>
                  <a:off x="4752" y="1536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" name="Rectangle 46"/>
                <p:cNvSpPr>
                  <a:spLocks noChangeArrowheads="1"/>
                </p:cNvSpPr>
                <p:nvPr/>
              </p:nvSpPr>
              <p:spPr bwMode="auto">
                <a:xfrm>
                  <a:off x="4752" y="1728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" name="Rectangle 47"/>
                <p:cNvSpPr>
                  <a:spLocks noChangeArrowheads="1"/>
                </p:cNvSpPr>
                <p:nvPr/>
              </p:nvSpPr>
              <p:spPr bwMode="auto">
                <a:xfrm>
                  <a:off x="4752" y="1920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" name="Rectangle 48"/>
                <p:cNvSpPr>
                  <a:spLocks noChangeArrowheads="1"/>
                </p:cNvSpPr>
                <p:nvPr/>
              </p:nvSpPr>
              <p:spPr bwMode="auto">
                <a:xfrm>
                  <a:off x="4752" y="2112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" name="Rectangle 49"/>
                <p:cNvSpPr>
                  <a:spLocks noChangeArrowheads="1"/>
                </p:cNvSpPr>
                <p:nvPr/>
              </p:nvSpPr>
              <p:spPr bwMode="auto">
                <a:xfrm>
                  <a:off x="4752" y="2304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" name="Rectangle 50"/>
                <p:cNvSpPr>
                  <a:spLocks noChangeArrowheads="1"/>
                </p:cNvSpPr>
                <p:nvPr/>
              </p:nvSpPr>
              <p:spPr bwMode="auto">
                <a:xfrm>
                  <a:off x="4752" y="768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" name="Rectangle 51"/>
                <p:cNvSpPr>
                  <a:spLocks noChangeArrowheads="1"/>
                </p:cNvSpPr>
                <p:nvPr/>
              </p:nvSpPr>
              <p:spPr bwMode="auto">
                <a:xfrm>
                  <a:off x="4752" y="576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9" name="AutoShape 52"/>
              <p:cNvSpPr/>
              <p:nvPr/>
            </p:nvSpPr>
            <p:spPr bwMode="auto">
              <a:xfrm>
                <a:off x="5088" y="609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</a:ln>
              <a:effectLst/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AutoShape 53"/>
              <p:cNvSpPr/>
              <p:nvPr/>
            </p:nvSpPr>
            <p:spPr bwMode="auto">
              <a:xfrm>
                <a:off x="5088" y="993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</a:ln>
              <a:effectLst/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AutoShape 54"/>
              <p:cNvSpPr/>
              <p:nvPr/>
            </p:nvSpPr>
            <p:spPr bwMode="auto">
              <a:xfrm>
                <a:off x="5088" y="1377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</a:ln>
              <a:effectLst/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AutoShape 55"/>
              <p:cNvSpPr/>
              <p:nvPr/>
            </p:nvSpPr>
            <p:spPr bwMode="auto">
              <a:xfrm>
                <a:off x="5088" y="1750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</a:ln>
              <a:effectLst/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6"/>
              <p:cNvSpPr>
                <a:spLocks noChangeArrowheads="1"/>
              </p:cNvSpPr>
              <p:nvPr/>
            </p:nvSpPr>
            <p:spPr bwMode="auto">
              <a:xfrm>
                <a:off x="4512" y="2640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57"/>
              <p:cNvSpPr>
                <a:spLocks noChangeArrowheads="1"/>
              </p:cNvSpPr>
              <p:nvPr/>
            </p:nvSpPr>
            <p:spPr bwMode="auto">
              <a:xfrm>
                <a:off x="4512" y="2832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>
                <a:off x="4512" y="3024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59"/>
              <p:cNvSpPr>
                <a:spLocks noChangeArrowheads="1"/>
              </p:cNvSpPr>
              <p:nvPr/>
            </p:nvSpPr>
            <p:spPr bwMode="auto">
              <a:xfrm>
                <a:off x="4512" y="2448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60"/>
              <p:cNvSpPr>
                <a:spLocks noChangeArrowheads="1"/>
              </p:cNvSpPr>
              <p:nvPr/>
            </p:nvSpPr>
            <p:spPr bwMode="auto">
              <a:xfrm>
                <a:off x="4512" y="2256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AutoShape 61"/>
              <p:cNvSpPr/>
              <p:nvPr/>
            </p:nvSpPr>
            <p:spPr bwMode="auto">
              <a:xfrm>
                <a:off x="5088" y="2119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</a:ln>
              <a:effectLst/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AutoShape 62"/>
              <p:cNvSpPr/>
              <p:nvPr/>
            </p:nvSpPr>
            <p:spPr bwMode="auto">
              <a:xfrm>
                <a:off x="5088" y="2503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</a:ln>
              <a:effectLst/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48138" name="Group 63"/>
          <p:cNvGrpSpPr/>
          <p:nvPr/>
        </p:nvGrpSpPr>
        <p:grpSpPr>
          <a:xfrm>
            <a:off x="9396413" y="1860868"/>
            <a:ext cx="495300" cy="887412"/>
            <a:chOff x="4368" y="0"/>
            <a:chExt cx="1392" cy="1567"/>
          </a:xfrm>
        </p:grpSpPr>
        <p:grpSp>
          <p:nvGrpSpPr>
            <p:cNvPr id="48319" name="Group 64"/>
            <p:cNvGrpSpPr/>
            <p:nvPr/>
          </p:nvGrpSpPr>
          <p:grpSpPr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58465" name="Freeform 65"/>
              <p:cNvSpPr/>
              <p:nvPr/>
            </p:nvSpPr>
            <p:spPr bwMode="auto">
              <a:xfrm>
                <a:off x="4457" y="2462"/>
                <a:ext cx="897" cy="828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897" y="293"/>
                  </a:cxn>
                  <a:cxn ang="0">
                    <a:pos x="897" y="829"/>
                  </a:cxn>
                  <a:cxn ang="0">
                    <a:pos x="601" y="829"/>
                  </a:cxn>
                  <a:cxn ang="0">
                    <a:pos x="296" y="829"/>
                  </a:cxn>
                  <a:cxn ang="0">
                    <a:pos x="0" y="829"/>
                  </a:cxn>
                  <a:cxn ang="0">
                    <a:pos x="0" y="293"/>
                  </a:cxn>
                  <a:cxn ang="0">
                    <a:pos x="445" y="0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66" name="Freeform 66"/>
              <p:cNvSpPr/>
              <p:nvPr/>
            </p:nvSpPr>
            <p:spPr bwMode="auto">
              <a:xfrm>
                <a:off x="4368" y="2462"/>
                <a:ext cx="416" cy="289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416" y="32"/>
                  </a:cxn>
                  <a:cxn ang="0">
                    <a:pos x="416" y="27"/>
                  </a:cxn>
                  <a:cxn ang="0">
                    <a:pos x="416" y="19"/>
                  </a:cxn>
                  <a:cxn ang="0">
                    <a:pos x="416" y="9"/>
                  </a:cxn>
                  <a:cxn ang="0">
                    <a:pos x="416" y="0"/>
                  </a:cxn>
                  <a:cxn ang="0">
                    <a:pos x="0" y="254"/>
                  </a:cxn>
                  <a:cxn ang="0">
                    <a:pos x="0" y="288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67" name="Rectangle 67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68" name="Freeform 68"/>
              <p:cNvSpPr/>
              <p:nvPr/>
            </p:nvSpPr>
            <p:spPr bwMode="auto">
              <a:xfrm>
                <a:off x="4787" y="2169"/>
                <a:ext cx="241" cy="328"/>
              </a:xfrm>
              <a:custGeom>
                <a:avLst/>
                <a:gdLst/>
                <a:ahLst/>
                <a:cxnLst>
                  <a:cxn ang="0">
                    <a:pos x="242" y="327"/>
                  </a:cxn>
                  <a:cxn ang="0">
                    <a:pos x="242" y="0"/>
                  </a:cxn>
                  <a:cxn ang="0">
                    <a:pos x="0" y="0"/>
                  </a:cxn>
                  <a:cxn ang="0">
                    <a:pos x="0" y="321"/>
                  </a:cxn>
                  <a:cxn ang="0">
                    <a:pos x="116" y="240"/>
                  </a:cxn>
                  <a:cxn ang="0">
                    <a:pos x="242" y="327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69" name="Freeform 69"/>
              <p:cNvSpPr/>
              <p:nvPr/>
            </p:nvSpPr>
            <p:spPr bwMode="auto">
              <a:xfrm>
                <a:off x="4722" y="2016"/>
                <a:ext cx="361" cy="125"/>
              </a:xfrm>
              <a:custGeom>
                <a:avLst/>
                <a:gdLst/>
                <a:ahLst/>
                <a:cxnLst>
                  <a:cxn ang="0">
                    <a:pos x="181" y="0"/>
                  </a:cxn>
                  <a:cxn ang="0">
                    <a:pos x="0" y="126"/>
                  </a:cxn>
                  <a:cxn ang="0">
                    <a:pos x="361" y="126"/>
                  </a:cxn>
                  <a:cxn ang="0">
                    <a:pos x="181" y="0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0" name="Freeform 70"/>
              <p:cNvSpPr/>
              <p:nvPr/>
            </p:nvSpPr>
            <p:spPr bwMode="auto">
              <a:xfrm>
                <a:off x="5028" y="2469"/>
                <a:ext cx="412" cy="285"/>
              </a:xfrm>
              <a:custGeom>
                <a:avLst/>
                <a:gdLst/>
                <a:ahLst/>
                <a:cxnLst>
                  <a:cxn ang="0">
                    <a:pos x="413" y="287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0" y="17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413" y="253"/>
                  </a:cxn>
                  <a:cxn ang="0">
                    <a:pos x="413" y="287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1" name="Freeform 71"/>
              <p:cNvSpPr/>
              <p:nvPr/>
            </p:nvSpPr>
            <p:spPr bwMode="auto">
              <a:xfrm>
                <a:off x="4839" y="2209"/>
                <a:ext cx="127" cy="164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51" y="1"/>
                  </a:cxn>
                  <a:cxn ang="0">
                    <a:pos x="38" y="6"/>
                  </a:cxn>
                  <a:cxn ang="0">
                    <a:pos x="27" y="13"/>
                  </a:cxn>
                  <a:cxn ang="0">
                    <a:pos x="17" y="20"/>
                  </a:cxn>
                  <a:cxn ang="0">
                    <a:pos x="9" y="32"/>
                  </a:cxn>
                  <a:cxn ang="0">
                    <a:pos x="5" y="44"/>
                  </a:cxn>
                  <a:cxn ang="0">
                    <a:pos x="1" y="58"/>
                  </a:cxn>
                  <a:cxn ang="0">
                    <a:pos x="0" y="74"/>
                  </a:cxn>
                  <a:cxn ang="0">
                    <a:pos x="0" y="103"/>
                  </a:cxn>
                  <a:cxn ang="0">
                    <a:pos x="0" y="126"/>
                  </a:cxn>
                  <a:cxn ang="0">
                    <a:pos x="0" y="145"/>
                  </a:cxn>
                  <a:cxn ang="0">
                    <a:pos x="0" y="164"/>
                  </a:cxn>
                  <a:cxn ang="0">
                    <a:pos x="27" y="164"/>
                  </a:cxn>
                  <a:cxn ang="0">
                    <a:pos x="44" y="164"/>
                  </a:cxn>
                  <a:cxn ang="0">
                    <a:pos x="55" y="164"/>
                  </a:cxn>
                  <a:cxn ang="0">
                    <a:pos x="63" y="164"/>
                  </a:cxn>
                  <a:cxn ang="0">
                    <a:pos x="71" y="164"/>
                  </a:cxn>
                  <a:cxn ang="0">
                    <a:pos x="82" y="164"/>
                  </a:cxn>
                  <a:cxn ang="0">
                    <a:pos x="100" y="164"/>
                  </a:cxn>
                  <a:cxn ang="0">
                    <a:pos x="127" y="164"/>
                  </a:cxn>
                  <a:cxn ang="0">
                    <a:pos x="127" y="139"/>
                  </a:cxn>
                  <a:cxn ang="0">
                    <a:pos x="127" y="114"/>
                  </a:cxn>
                  <a:cxn ang="0">
                    <a:pos x="127" y="90"/>
                  </a:cxn>
                  <a:cxn ang="0">
                    <a:pos x="127" y="71"/>
                  </a:cxn>
                  <a:cxn ang="0">
                    <a:pos x="127" y="62"/>
                  </a:cxn>
                  <a:cxn ang="0">
                    <a:pos x="123" y="51"/>
                  </a:cxn>
                  <a:cxn ang="0">
                    <a:pos x="119" y="38"/>
                  </a:cxn>
                  <a:cxn ang="0">
                    <a:pos x="112" y="27"/>
                  </a:cxn>
                  <a:cxn ang="0">
                    <a:pos x="104" y="16"/>
                  </a:cxn>
                  <a:cxn ang="0">
                    <a:pos x="93" y="8"/>
                  </a:cxn>
                  <a:cxn ang="0">
                    <a:pos x="81" y="1"/>
                  </a:cxn>
                  <a:cxn ang="0">
                    <a:pos x="65" y="0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2" name="Rectangle 72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3" name="Freeform 73"/>
              <p:cNvSpPr/>
              <p:nvPr/>
            </p:nvSpPr>
            <p:spPr bwMode="auto">
              <a:xfrm>
                <a:off x="4736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4" name="Freeform 74"/>
              <p:cNvSpPr/>
              <p:nvPr/>
            </p:nvSpPr>
            <p:spPr bwMode="auto">
              <a:xfrm>
                <a:off x="4557" y="2822"/>
                <a:ext cx="186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5" name="Freeform 75"/>
              <p:cNvSpPr/>
              <p:nvPr/>
            </p:nvSpPr>
            <p:spPr bwMode="auto">
              <a:xfrm>
                <a:off x="4557" y="2829"/>
                <a:ext cx="14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6" name="Freeform 76"/>
              <p:cNvSpPr/>
              <p:nvPr/>
            </p:nvSpPr>
            <p:spPr bwMode="auto">
              <a:xfrm>
                <a:off x="4564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7" name="Freeform 77"/>
              <p:cNvSpPr/>
              <p:nvPr/>
            </p:nvSpPr>
            <p:spPr bwMode="auto">
              <a:xfrm>
                <a:off x="4567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8" name="Freeform 78"/>
              <p:cNvSpPr/>
              <p:nvPr/>
            </p:nvSpPr>
            <p:spPr bwMode="auto">
              <a:xfrm>
                <a:off x="4567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79" name="Freeform 79"/>
              <p:cNvSpPr/>
              <p:nvPr/>
            </p:nvSpPr>
            <p:spPr bwMode="auto">
              <a:xfrm>
                <a:off x="4643" y="2837"/>
                <a:ext cx="17" cy="300"/>
              </a:xfrm>
              <a:custGeom>
                <a:avLst/>
                <a:gdLst/>
                <a:ahLst/>
                <a:cxnLst>
                  <a:cxn ang="0">
                    <a:pos x="7" y="302"/>
                  </a:cxn>
                  <a:cxn ang="0">
                    <a:pos x="15" y="30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7" y="302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0" name="Freeform 80"/>
              <p:cNvSpPr/>
              <p:nvPr/>
            </p:nvSpPr>
            <p:spPr bwMode="auto">
              <a:xfrm>
                <a:off x="5241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1" name="Freeform 81"/>
              <p:cNvSpPr/>
              <p:nvPr/>
            </p:nvSpPr>
            <p:spPr bwMode="auto">
              <a:xfrm>
                <a:off x="5059" y="2822"/>
                <a:ext cx="189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2" name="Freeform 82"/>
              <p:cNvSpPr/>
              <p:nvPr/>
            </p:nvSpPr>
            <p:spPr bwMode="auto">
              <a:xfrm>
                <a:off x="5059" y="2829"/>
                <a:ext cx="17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3" name="Freeform 83"/>
              <p:cNvSpPr/>
              <p:nvPr/>
            </p:nvSpPr>
            <p:spPr bwMode="auto">
              <a:xfrm>
                <a:off x="5069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4" name="Freeform 84"/>
              <p:cNvSpPr/>
              <p:nvPr/>
            </p:nvSpPr>
            <p:spPr bwMode="auto">
              <a:xfrm>
                <a:off x="5069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5" name="Freeform 85"/>
              <p:cNvSpPr/>
              <p:nvPr/>
            </p:nvSpPr>
            <p:spPr bwMode="auto">
              <a:xfrm>
                <a:off x="5069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6" name="Freeform 86"/>
              <p:cNvSpPr/>
              <p:nvPr/>
            </p:nvSpPr>
            <p:spPr bwMode="auto">
              <a:xfrm>
                <a:off x="5148" y="2837"/>
                <a:ext cx="14" cy="300"/>
              </a:xfrm>
              <a:custGeom>
                <a:avLst/>
                <a:gdLst/>
                <a:ahLst/>
                <a:cxnLst>
                  <a:cxn ang="0">
                    <a:pos x="8" y="302"/>
                  </a:cxn>
                  <a:cxn ang="0">
                    <a:pos x="16" y="30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8" y="302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7" name="Freeform 87"/>
              <p:cNvSpPr/>
              <p:nvPr/>
            </p:nvSpPr>
            <p:spPr bwMode="auto">
              <a:xfrm>
                <a:off x="4849" y="2237"/>
                <a:ext cx="103" cy="111"/>
              </a:xfrm>
              <a:custGeom>
                <a:avLst/>
                <a:gdLst/>
                <a:ahLst/>
                <a:cxnLst>
                  <a:cxn ang="0">
                    <a:pos x="59" y="112"/>
                  </a:cxn>
                  <a:cxn ang="0">
                    <a:pos x="76" y="112"/>
                  </a:cxn>
                  <a:cxn ang="0">
                    <a:pos x="89" y="109"/>
                  </a:cxn>
                  <a:cxn ang="0">
                    <a:pos x="99" y="107"/>
                  </a:cxn>
                  <a:cxn ang="0">
                    <a:pos x="102" y="104"/>
                  </a:cxn>
                  <a:cxn ang="0">
                    <a:pos x="103" y="103"/>
                  </a:cxn>
                  <a:cxn ang="0">
                    <a:pos x="103" y="98"/>
                  </a:cxn>
                  <a:cxn ang="0">
                    <a:pos x="100" y="88"/>
                  </a:cxn>
                  <a:cxn ang="0">
                    <a:pos x="97" y="79"/>
                  </a:cxn>
                  <a:cxn ang="0">
                    <a:pos x="95" y="73"/>
                  </a:cxn>
                  <a:cxn ang="0">
                    <a:pos x="95" y="68"/>
                  </a:cxn>
                  <a:cxn ang="0">
                    <a:pos x="94" y="66"/>
                  </a:cxn>
                  <a:cxn ang="0">
                    <a:pos x="92" y="60"/>
                  </a:cxn>
                  <a:cxn ang="0">
                    <a:pos x="91" y="50"/>
                  </a:cxn>
                  <a:cxn ang="0">
                    <a:pos x="91" y="42"/>
                  </a:cxn>
                  <a:cxn ang="0">
                    <a:pos x="91" y="41"/>
                  </a:cxn>
                  <a:cxn ang="0">
                    <a:pos x="89" y="33"/>
                  </a:cxn>
                  <a:cxn ang="0">
                    <a:pos x="89" y="22"/>
                  </a:cxn>
                  <a:cxn ang="0">
                    <a:pos x="87" y="9"/>
                  </a:cxn>
                  <a:cxn ang="0">
                    <a:pos x="75" y="1"/>
                  </a:cxn>
                  <a:cxn ang="0">
                    <a:pos x="59" y="0"/>
                  </a:cxn>
                  <a:cxn ang="0">
                    <a:pos x="45" y="3"/>
                  </a:cxn>
                  <a:cxn ang="0">
                    <a:pos x="38" y="14"/>
                  </a:cxn>
                  <a:cxn ang="0">
                    <a:pos x="34" y="25"/>
                  </a:cxn>
                  <a:cxn ang="0">
                    <a:pos x="30" y="31"/>
                  </a:cxn>
                  <a:cxn ang="0">
                    <a:pos x="30" y="33"/>
                  </a:cxn>
                  <a:cxn ang="0">
                    <a:pos x="27" y="39"/>
                  </a:cxn>
                  <a:cxn ang="0">
                    <a:pos x="23" y="49"/>
                  </a:cxn>
                  <a:cxn ang="0">
                    <a:pos x="19" y="54"/>
                  </a:cxn>
                  <a:cxn ang="0">
                    <a:pos x="19" y="55"/>
                  </a:cxn>
                  <a:cxn ang="0">
                    <a:pos x="16" y="58"/>
                  </a:cxn>
                  <a:cxn ang="0">
                    <a:pos x="11" y="63"/>
                  </a:cxn>
                  <a:cxn ang="0">
                    <a:pos x="5" y="73"/>
                  </a:cxn>
                  <a:cxn ang="0">
                    <a:pos x="0" y="82"/>
                  </a:cxn>
                  <a:cxn ang="0">
                    <a:pos x="0" y="87"/>
                  </a:cxn>
                  <a:cxn ang="0">
                    <a:pos x="0" y="88"/>
                  </a:cxn>
                  <a:cxn ang="0">
                    <a:pos x="7" y="93"/>
                  </a:cxn>
                  <a:cxn ang="0">
                    <a:pos x="29" y="106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8" name="Freeform 88"/>
              <p:cNvSpPr/>
              <p:nvPr/>
            </p:nvSpPr>
            <p:spPr bwMode="auto">
              <a:xfrm>
                <a:off x="4849" y="2316"/>
                <a:ext cx="103" cy="29"/>
              </a:xfrm>
              <a:custGeom>
                <a:avLst/>
                <a:gdLst/>
                <a:ahLst/>
                <a:cxnLst>
                  <a:cxn ang="0">
                    <a:pos x="40" y="3"/>
                  </a:cxn>
                  <a:cxn ang="0">
                    <a:pos x="49" y="5"/>
                  </a:cxn>
                  <a:cxn ang="0">
                    <a:pos x="59" y="6"/>
                  </a:cxn>
                  <a:cxn ang="0">
                    <a:pos x="67" y="8"/>
                  </a:cxn>
                  <a:cxn ang="0">
                    <a:pos x="75" y="11"/>
                  </a:cxn>
                  <a:cxn ang="0">
                    <a:pos x="83" y="14"/>
                  </a:cxn>
                  <a:cxn ang="0">
                    <a:pos x="89" y="17"/>
                  </a:cxn>
                  <a:cxn ang="0">
                    <a:pos x="95" y="22"/>
                  </a:cxn>
                  <a:cxn ang="0">
                    <a:pos x="100" y="27"/>
                  </a:cxn>
                  <a:cxn ang="0">
                    <a:pos x="102" y="25"/>
                  </a:cxn>
                  <a:cxn ang="0">
                    <a:pos x="102" y="24"/>
                  </a:cxn>
                  <a:cxn ang="0">
                    <a:pos x="103" y="24"/>
                  </a:cxn>
                  <a:cxn ang="0">
                    <a:pos x="103" y="22"/>
                  </a:cxn>
                  <a:cxn ang="0">
                    <a:pos x="94" y="14"/>
                  </a:cxn>
                  <a:cxn ang="0">
                    <a:pos x="81" y="9"/>
                  </a:cxn>
                  <a:cxn ang="0">
                    <a:pos x="68" y="5"/>
                  </a:cxn>
                  <a:cxn ang="0">
                    <a:pos x="53" y="1"/>
                  </a:cxn>
                  <a:cxn ang="0">
                    <a:pos x="38" y="0"/>
                  </a:cxn>
                  <a:cxn ang="0">
                    <a:pos x="24" y="0"/>
                  </a:cxn>
                  <a:cxn ang="0">
                    <a:pos x="11" y="1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9"/>
                  </a:cxn>
                  <a:cxn ang="0">
                    <a:pos x="2" y="9"/>
                  </a:cxn>
                  <a:cxn ang="0">
                    <a:pos x="10" y="6"/>
                  </a:cxn>
                  <a:cxn ang="0">
                    <a:pos x="18" y="5"/>
                  </a:cxn>
                  <a:cxn ang="0">
                    <a:pos x="27" y="3"/>
                  </a:cxn>
                  <a:cxn ang="0">
                    <a:pos x="37" y="3"/>
                  </a:cxn>
                  <a:cxn ang="0">
                    <a:pos x="35" y="5"/>
                  </a:cxn>
                  <a:cxn ang="0">
                    <a:pos x="35" y="6"/>
                  </a:cxn>
                  <a:cxn ang="0">
                    <a:pos x="35" y="8"/>
                  </a:cxn>
                  <a:cxn ang="0">
                    <a:pos x="34" y="9"/>
                  </a:cxn>
                  <a:cxn ang="0">
                    <a:pos x="30" y="9"/>
                  </a:cxn>
                  <a:cxn ang="0">
                    <a:pos x="27" y="11"/>
                  </a:cxn>
                  <a:cxn ang="0">
                    <a:pos x="26" y="14"/>
                  </a:cxn>
                  <a:cxn ang="0">
                    <a:pos x="24" y="16"/>
                  </a:cxn>
                  <a:cxn ang="0">
                    <a:pos x="24" y="17"/>
                  </a:cxn>
                  <a:cxn ang="0">
                    <a:pos x="24" y="20"/>
                  </a:cxn>
                  <a:cxn ang="0">
                    <a:pos x="24" y="24"/>
                  </a:cxn>
                  <a:cxn ang="0">
                    <a:pos x="26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9" y="27"/>
                  </a:cxn>
                  <a:cxn ang="0">
                    <a:pos x="29" y="28"/>
                  </a:cxn>
                  <a:cxn ang="0">
                    <a:pos x="30" y="28"/>
                  </a:cxn>
                  <a:cxn ang="0">
                    <a:pos x="30" y="28"/>
                  </a:cxn>
                  <a:cxn ang="0">
                    <a:pos x="32" y="28"/>
                  </a:cxn>
                  <a:cxn ang="0">
                    <a:pos x="35" y="28"/>
                  </a:cxn>
                  <a:cxn ang="0">
                    <a:pos x="38" y="25"/>
                  </a:cxn>
                  <a:cxn ang="0">
                    <a:pos x="40" y="24"/>
                  </a:cxn>
                  <a:cxn ang="0">
                    <a:pos x="40" y="22"/>
                  </a:cxn>
                  <a:cxn ang="0">
                    <a:pos x="42" y="19"/>
                  </a:cxn>
                  <a:cxn ang="0">
                    <a:pos x="42" y="16"/>
                  </a:cxn>
                  <a:cxn ang="0">
                    <a:pos x="40" y="12"/>
                  </a:cxn>
                  <a:cxn ang="0">
                    <a:pos x="37" y="11"/>
                  </a:cxn>
                  <a:cxn ang="0">
                    <a:pos x="38" y="9"/>
                  </a:cxn>
                  <a:cxn ang="0">
                    <a:pos x="38" y="6"/>
                  </a:cxn>
                  <a:cxn ang="0">
                    <a:pos x="38" y="5"/>
                  </a:cxn>
                  <a:cxn ang="0">
                    <a:pos x="40" y="3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89" name="Freeform 89"/>
              <p:cNvSpPr/>
              <p:nvPr/>
            </p:nvSpPr>
            <p:spPr bwMode="auto">
              <a:xfrm>
                <a:off x="4877" y="2341"/>
                <a:ext cx="3" cy="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6" y="1"/>
                  </a:cxn>
                  <a:cxn ang="0">
                    <a:pos x="6" y="3"/>
                  </a:cxn>
                  <a:cxn ang="0">
                    <a:pos x="6" y="3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1" y="6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90" name="Freeform 90"/>
              <p:cNvSpPr/>
              <p:nvPr/>
            </p:nvSpPr>
            <p:spPr bwMode="auto">
              <a:xfrm>
                <a:off x="4997" y="2819"/>
                <a:ext cx="17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0" y="0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91" name="Freeform 91"/>
              <p:cNvSpPr/>
              <p:nvPr/>
            </p:nvSpPr>
            <p:spPr bwMode="auto">
              <a:xfrm>
                <a:off x="4804" y="2726"/>
                <a:ext cx="210" cy="93"/>
              </a:xfrm>
              <a:custGeom>
                <a:avLst/>
                <a:gdLst/>
                <a:ahLst/>
                <a:cxnLst>
                  <a:cxn ang="0">
                    <a:pos x="16" y="94"/>
                  </a:cxn>
                  <a:cxn ang="0">
                    <a:pos x="16" y="94"/>
                  </a:cxn>
                  <a:cxn ang="0">
                    <a:pos x="23" y="59"/>
                  </a:cxn>
                  <a:cxn ang="0">
                    <a:pos x="43" y="35"/>
                  </a:cxn>
                  <a:cxn ang="0">
                    <a:pos x="72" y="21"/>
                  </a:cxn>
                  <a:cxn ang="0">
                    <a:pos x="107" y="16"/>
                  </a:cxn>
                  <a:cxn ang="0">
                    <a:pos x="140" y="21"/>
                  </a:cxn>
                  <a:cxn ang="0">
                    <a:pos x="168" y="37"/>
                  </a:cxn>
                  <a:cxn ang="0">
                    <a:pos x="189" y="60"/>
                  </a:cxn>
                  <a:cxn ang="0">
                    <a:pos x="195" y="94"/>
                  </a:cxn>
                  <a:cxn ang="0">
                    <a:pos x="211" y="94"/>
                  </a:cxn>
                  <a:cxn ang="0">
                    <a:pos x="202" y="54"/>
                  </a:cxn>
                  <a:cxn ang="0">
                    <a:pos x="178" y="24"/>
                  </a:cxn>
                  <a:cxn ang="0">
                    <a:pos x="143" y="5"/>
                  </a:cxn>
                  <a:cxn ang="0">
                    <a:pos x="107" y="0"/>
                  </a:cxn>
                  <a:cxn ang="0">
                    <a:pos x="69" y="5"/>
                  </a:cxn>
                  <a:cxn ang="0">
                    <a:pos x="34" y="23"/>
                  </a:cxn>
                  <a:cxn ang="0">
                    <a:pos x="10" y="53"/>
                  </a:cxn>
                  <a:cxn ang="0">
                    <a:pos x="0" y="94"/>
                  </a:cxn>
                  <a:cxn ang="0">
                    <a:pos x="0" y="94"/>
                  </a:cxn>
                  <a:cxn ang="0">
                    <a:pos x="16" y="94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92" name="Freeform 92"/>
              <p:cNvSpPr/>
              <p:nvPr/>
            </p:nvSpPr>
            <p:spPr bwMode="auto">
              <a:xfrm>
                <a:off x="4804" y="2819"/>
                <a:ext cx="14" cy="21"/>
              </a:xfrm>
              <a:custGeom>
                <a:avLst/>
                <a:gdLst/>
                <a:ahLst/>
                <a:cxnLst>
                  <a:cxn ang="0">
                    <a:pos x="8" y="8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23"/>
                  </a:cxn>
                  <a:cxn ang="0">
                    <a:pos x="0" y="15"/>
                  </a:cxn>
                  <a:cxn ang="0">
                    <a:pos x="0" y="23"/>
                  </a:cxn>
                  <a:cxn ang="0">
                    <a:pos x="8" y="23"/>
                  </a:cxn>
                  <a:cxn ang="0">
                    <a:pos x="8" y="8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93" name="Freeform 93"/>
              <p:cNvSpPr/>
              <p:nvPr/>
            </p:nvSpPr>
            <p:spPr bwMode="auto">
              <a:xfrm>
                <a:off x="4811" y="2826"/>
                <a:ext cx="203" cy="14"/>
              </a:xfrm>
              <a:custGeom>
                <a:avLst/>
                <a:gdLst/>
                <a:ahLst/>
                <a:cxnLst>
                  <a:cxn ang="0">
                    <a:pos x="187" y="7"/>
                  </a:cxn>
                  <a:cxn ang="0">
                    <a:pos x="195" y="0"/>
                  </a:cxn>
                  <a:cxn ang="0">
                    <a:pos x="0" y="0"/>
                  </a:cxn>
                  <a:cxn ang="0">
                    <a:pos x="0" y="15"/>
                  </a:cxn>
                  <a:cxn ang="0">
                    <a:pos x="195" y="15"/>
                  </a:cxn>
                  <a:cxn ang="0">
                    <a:pos x="203" y="7"/>
                  </a:cxn>
                  <a:cxn ang="0">
                    <a:pos x="195" y="15"/>
                  </a:cxn>
                  <a:cxn ang="0">
                    <a:pos x="203" y="15"/>
                  </a:cxn>
                  <a:cxn ang="0">
                    <a:pos x="203" y="7"/>
                  </a:cxn>
                  <a:cxn ang="0">
                    <a:pos x="187" y="7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94" name="Freeform 94"/>
              <p:cNvSpPr/>
              <p:nvPr/>
            </p:nvSpPr>
            <p:spPr bwMode="auto">
              <a:xfrm>
                <a:off x="4901" y="2733"/>
                <a:ext cx="14" cy="100"/>
              </a:xfrm>
              <a:custGeom>
                <a:avLst/>
                <a:gdLst/>
                <a:ahLst/>
                <a:cxnLst>
                  <a:cxn ang="0">
                    <a:pos x="8" y="101"/>
                  </a:cxn>
                  <a:cxn ang="0">
                    <a:pos x="16" y="101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101"/>
                  </a:cxn>
                  <a:cxn ang="0">
                    <a:pos x="8" y="10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95" name="Freeform 95"/>
              <p:cNvSpPr/>
              <p:nvPr/>
            </p:nvSpPr>
            <p:spPr bwMode="auto">
              <a:xfrm>
                <a:off x="4904" y="2755"/>
                <a:ext cx="86" cy="86"/>
              </a:xfrm>
              <a:custGeom>
                <a:avLst/>
                <a:gdLst/>
                <a:ahLst/>
                <a:cxnLst>
                  <a:cxn ang="0">
                    <a:pos x="5" y="79"/>
                  </a:cxn>
                  <a:cxn ang="0">
                    <a:pos x="10" y="84"/>
                  </a:cxn>
                  <a:cxn ang="0">
                    <a:pos x="87" y="10"/>
                  </a:cxn>
                  <a:cxn ang="0">
                    <a:pos x="78" y="0"/>
                  </a:cxn>
                  <a:cxn ang="0">
                    <a:pos x="0" y="75"/>
                  </a:cxn>
                  <a:cxn ang="0">
                    <a:pos x="5" y="79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496" name="Freeform 96"/>
              <p:cNvSpPr/>
              <p:nvPr/>
            </p:nvSpPr>
            <p:spPr bwMode="auto">
              <a:xfrm>
                <a:off x="4828" y="2755"/>
                <a:ext cx="86" cy="86"/>
              </a:xfrm>
              <a:custGeom>
                <a:avLst/>
                <a:gdLst/>
                <a:ahLst/>
                <a:cxnLst>
                  <a:cxn ang="0">
                    <a:pos x="78" y="80"/>
                  </a:cxn>
                  <a:cxn ang="0">
                    <a:pos x="83" y="76"/>
                  </a:cxn>
                  <a:cxn ang="0">
                    <a:pos x="10" y="0"/>
                  </a:cxn>
                  <a:cxn ang="0">
                    <a:pos x="0" y="9"/>
                  </a:cxn>
                  <a:cxn ang="0">
                    <a:pos x="73" y="85"/>
                  </a:cxn>
                  <a:cxn ang="0">
                    <a:pos x="78" y="80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8320" name="Text Box 97"/>
            <p:cNvSpPr txBox="1"/>
            <p:nvPr/>
          </p:nvSpPr>
          <p:spPr>
            <a:xfrm>
              <a:off x="4729" y="650"/>
              <a:ext cx="518" cy="9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139" name="Group 98"/>
          <p:cNvGrpSpPr/>
          <p:nvPr/>
        </p:nvGrpSpPr>
        <p:grpSpPr>
          <a:xfrm>
            <a:off x="9396413" y="2465705"/>
            <a:ext cx="495300" cy="887413"/>
            <a:chOff x="4368" y="0"/>
            <a:chExt cx="1392" cy="1567"/>
          </a:xfrm>
        </p:grpSpPr>
        <p:grpSp>
          <p:nvGrpSpPr>
            <p:cNvPr id="48285" name="Group 99"/>
            <p:cNvGrpSpPr/>
            <p:nvPr/>
          </p:nvGrpSpPr>
          <p:grpSpPr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58500" name="Freeform 100"/>
              <p:cNvSpPr/>
              <p:nvPr/>
            </p:nvSpPr>
            <p:spPr bwMode="auto">
              <a:xfrm>
                <a:off x="4457" y="2462"/>
                <a:ext cx="897" cy="828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897" y="293"/>
                  </a:cxn>
                  <a:cxn ang="0">
                    <a:pos x="897" y="829"/>
                  </a:cxn>
                  <a:cxn ang="0">
                    <a:pos x="601" y="829"/>
                  </a:cxn>
                  <a:cxn ang="0">
                    <a:pos x="296" y="829"/>
                  </a:cxn>
                  <a:cxn ang="0">
                    <a:pos x="0" y="829"/>
                  </a:cxn>
                  <a:cxn ang="0">
                    <a:pos x="0" y="293"/>
                  </a:cxn>
                  <a:cxn ang="0">
                    <a:pos x="445" y="0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01" name="Freeform 101"/>
              <p:cNvSpPr/>
              <p:nvPr/>
            </p:nvSpPr>
            <p:spPr bwMode="auto">
              <a:xfrm>
                <a:off x="4368" y="2462"/>
                <a:ext cx="416" cy="289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416" y="32"/>
                  </a:cxn>
                  <a:cxn ang="0">
                    <a:pos x="416" y="27"/>
                  </a:cxn>
                  <a:cxn ang="0">
                    <a:pos x="416" y="19"/>
                  </a:cxn>
                  <a:cxn ang="0">
                    <a:pos x="416" y="9"/>
                  </a:cxn>
                  <a:cxn ang="0">
                    <a:pos x="416" y="0"/>
                  </a:cxn>
                  <a:cxn ang="0">
                    <a:pos x="0" y="254"/>
                  </a:cxn>
                  <a:cxn ang="0">
                    <a:pos x="0" y="288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02" name="Rectangle 102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03" name="Freeform 103"/>
              <p:cNvSpPr/>
              <p:nvPr/>
            </p:nvSpPr>
            <p:spPr bwMode="auto">
              <a:xfrm>
                <a:off x="4787" y="2169"/>
                <a:ext cx="241" cy="328"/>
              </a:xfrm>
              <a:custGeom>
                <a:avLst/>
                <a:gdLst/>
                <a:ahLst/>
                <a:cxnLst>
                  <a:cxn ang="0">
                    <a:pos x="242" y="327"/>
                  </a:cxn>
                  <a:cxn ang="0">
                    <a:pos x="242" y="0"/>
                  </a:cxn>
                  <a:cxn ang="0">
                    <a:pos x="0" y="0"/>
                  </a:cxn>
                  <a:cxn ang="0">
                    <a:pos x="0" y="321"/>
                  </a:cxn>
                  <a:cxn ang="0">
                    <a:pos x="116" y="240"/>
                  </a:cxn>
                  <a:cxn ang="0">
                    <a:pos x="242" y="327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04" name="Freeform 104"/>
              <p:cNvSpPr/>
              <p:nvPr/>
            </p:nvSpPr>
            <p:spPr bwMode="auto">
              <a:xfrm>
                <a:off x="4722" y="2016"/>
                <a:ext cx="361" cy="125"/>
              </a:xfrm>
              <a:custGeom>
                <a:avLst/>
                <a:gdLst/>
                <a:ahLst/>
                <a:cxnLst>
                  <a:cxn ang="0">
                    <a:pos x="181" y="0"/>
                  </a:cxn>
                  <a:cxn ang="0">
                    <a:pos x="0" y="126"/>
                  </a:cxn>
                  <a:cxn ang="0">
                    <a:pos x="361" y="126"/>
                  </a:cxn>
                  <a:cxn ang="0">
                    <a:pos x="181" y="0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05" name="Freeform 105"/>
              <p:cNvSpPr/>
              <p:nvPr/>
            </p:nvSpPr>
            <p:spPr bwMode="auto">
              <a:xfrm>
                <a:off x="5028" y="2469"/>
                <a:ext cx="412" cy="285"/>
              </a:xfrm>
              <a:custGeom>
                <a:avLst/>
                <a:gdLst/>
                <a:ahLst/>
                <a:cxnLst>
                  <a:cxn ang="0">
                    <a:pos x="413" y="287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0" y="17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413" y="253"/>
                  </a:cxn>
                  <a:cxn ang="0">
                    <a:pos x="413" y="287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06" name="Freeform 106"/>
              <p:cNvSpPr/>
              <p:nvPr/>
            </p:nvSpPr>
            <p:spPr bwMode="auto">
              <a:xfrm>
                <a:off x="4839" y="2209"/>
                <a:ext cx="127" cy="164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51" y="1"/>
                  </a:cxn>
                  <a:cxn ang="0">
                    <a:pos x="38" y="6"/>
                  </a:cxn>
                  <a:cxn ang="0">
                    <a:pos x="27" y="13"/>
                  </a:cxn>
                  <a:cxn ang="0">
                    <a:pos x="17" y="20"/>
                  </a:cxn>
                  <a:cxn ang="0">
                    <a:pos x="9" y="32"/>
                  </a:cxn>
                  <a:cxn ang="0">
                    <a:pos x="5" y="44"/>
                  </a:cxn>
                  <a:cxn ang="0">
                    <a:pos x="1" y="58"/>
                  </a:cxn>
                  <a:cxn ang="0">
                    <a:pos x="0" y="74"/>
                  </a:cxn>
                  <a:cxn ang="0">
                    <a:pos x="0" y="103"/>
                  </a:cxn>
                  <a:cxn ang="0">
                    <a:pos x="0" y="126"/>
                  </a:cxn>
                  <a:cxn ang="0">
                    <a:pos x="0" y="145"/>
                  </a:cxn>
                  <a:cxn ang="0">
                    <a:pos x="0" y="164"/>
                  </a:cxn>
                  <a:cxn ang="0">
                    <a:pos x="27" y="164"/>
                  </a:cxn>
                  <a:cxn ang="0">
                    <a:pos x="44" y="164"/>
                  </a:cxn>
                  <a:cxn ang="0">
                    <a:pos x="55" y="164"/>
                  </a:cxn>
                  <a:cxn ang="0">
                    <a:pos x="63" y="164"/>
                  </a:cxn>
                  <a:cxn ang="0">
                    <a:pos x="71" y="164"/>
                  </a:cxn>
                  <a:cxn ang="0">
                    <a:pos x="82" y="164"/>
                  </a:cxn>
                  <a:cxn ang="0">
                    <a:pos x="100" y="164"/>
                  </a:cxn>
                  <a:cxn ang="0">
                    <a:pos x="127" y="164"/>
                  </a:cxn>
                  <a:cxn ang="0">
                    <a:pos x="127" y="139"/>
                  </a:cxn>
                  <a:cxn ang="0">
                    <a:pos x="127" y="114"/>
                  </a:cxn>
                  <a:cxn ang="0">
                    <a:pos x="127" y="90"/>
                  </a:cxn>
                  <a:cxn ang="0">
                    <a:pos x="127" y="71"/>
                  </a:cxn>
                  <a:cxn ang="0">
                    <a:pos x="127" y="62"/>
                  </a:cxn>
                  <a:cxn ang="0">
                    <a:pos x="123" y="51"/>
                  </a:cxn>
                  <a:cxn ang="0">
                    <a:pos x="119" y="38"/>
                  </a:cxn>
                  <a:cxn ang="0">
                    <a:pos x="112" y="27"/>
                  </a:cxn>
                  <a:cxn ang="0">
                    <a:pos x="104" y="16"/>
                  </a:cxn>
                  <a:cxn ang="0">
                    <a:pos x="93" y="8"/>
                  </a:cxn>
                  <a:cxn ang="0">
                    <a:pos x="81" y="1"/>
                  </a:cxn>
                  <a:cxn ang="0">
                    <a:pos x="65" y="0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07" name="Rectangle 107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08" name="Freeform 108"/>
              <p:cNvSpPr/>
              <p:nvPr/>
            </p:nvSpPr>
            <p:spPr bwMode="auto">
              <a:xfrm>
                <a:off x="4736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09" name="Freeform 109"/>
              <p:cNvSpPr/>
              <p:nvPr/>
            </p:nvSpPr>
            <p:spPr bwMode="auto">
              <a:xfrm>
                <a:off x="4557" y="2822"/>
                <a:ext cx="186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0" name="Freeform 110"/>
              <p:cNvSpPr/>
              <p:nvPr/>
            </p:nvSpPr>
            <p:spPr bwMode="auto">
              <a:xfrm>
                <a:off x="4557" y="2829"/>
                <a:ext cx="14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1" name="Freeform 111"/>
              <p:cNvSpPr/>
              <p:nvPr/>
            </p:nvSpPr>
            <p:spPr bwMode="auto">
              <a:xfrm>
                <a:off x="4564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2" name="Freeform 112"/>
              <p:cNvSpPr/>
              <p:nvPr/>
            </p:nvSpPr>
            <p:spPr bwMode="auto">
              <a:xfrm>
                <a:off x="4567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3" name="Freeform 113"/>
              <p:cNvSpPr/>
              <p:nvPr/>
            </p:nvSpPr>
            <p:spPr bwMode="auto">
              <a:xfrm>
                <a:off x="4567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4" name="Freeform 114"/>
              <p:cNvSpPr/>
              <p:nvPr/>
            </p:nvSpPr>
            <p:spPr bwMode="auto">
              <a:xfrm>
                <a:off x="4643" y="2837"/>
                <a:ext cx="17" cy="300"/>
              </a:xfrm>
              <a:custGeom>
                <a:avLst/>
                <a:gdLst/>
                <a:ahLst/>
                <a:cxnLst>
                  <a:cxn ang="0">
                    <a:pos x="7" y="302"/>
                  </a:cxn>
                  <a:cxn ang="0">
                    <a:pos x="15" y="30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7" y="302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5" name="Freeform 115"/>
              <p:cNvSpPr/>
              <p:nvPr/>
            </p:nvSpPr>
            <p:spPr bwMode="auto">
              <a:xfrm>
                <a:off x="5241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6" name="Freeform 116"/>
              <p:cNvSpPr/>
              <p:nvPr/>
            </p:nvSpPr>
            <p:spPr bwMode="auto">
              <a:xfrm>
                <a:off x="5059" y="2822"/>
                <a:ext cx="189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7" name="Freeform 117"/>
              <p:cNvSpPr/>
              <p:nvPr/>
            </p:nvSpPr>
            <p:spPr bwMode="auto">
              <a:xfrm>
                <a:off x="5059" y="2829"/>
                <a:ext cx="17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8" name="Freeform 118"/>
              <p:cNvSpPr/>
              <p:nvPr/>
            </p:nvSpPr>
            <p:spPr bwMode="auto">
              <a:xfrm>
                <a:off x="5069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19" name="Freeform 119"/>
              <p:cNvSpPr/>
              <p:nvPr/>
            </p:nvSpPr>
            <p:spPr bwMode="auto">
              <a:xfrm>
                <a:off x="5069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0" name="Freeform 120"/>
              <p:cNvSpPr/>
              <p:nvPr/>
            </p:nvSpPr>
            <p:spPr bwMode="auto">
              <a:xfrm>
                <a:off x="5069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1" name="Freeform 121"/>
              <p:cNvSpPr/>
              <p:nvPr/>
            </p:nvSpPr>
            <p:spPr bwMode="auto">
              <a:xfrm>
                <a:off x="5148" y="2837"/>
                <a:ext cx="14" cy="300"/>
              </a:xfrm>
              <a:custGeom>
                <a:avLst/>
                <a:gdLst/>
                <a:ahLst/>
                <a:cxnLst>
                  <a:cxn ang="0">
                    <a:pos x="8" y="302"/>
                  </a:cxn>
                  <a:cxn ang="0">
                    <a:pos x="16" y="30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8" y="302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2" name="Freeform 122"/>
              <p:cNvSpPr/>
              <p:nvPr/>
            </p:nvSpPr>
            <p:spPr bwMode="auto">
              <a:xfrm>
                <a:off x="4849" y="2237"/>
                <a:ext cx="103" cy="111"/>
              </a:xfrm>
              <a:custGeom>
                <a:avLst/>
                <a:gdLst/>
                <a:ahLst/>
                <a:cxnLst>
                  <a:cxn ang="0">
                    <a:pos x="59" y="112"/>
                  </a:cxn>
                  <a:cxn ang="0">
                    <a:pos x="76" y="112"/>
                  </a:cxn>
                  <a:cxn ang="0">
                    <a:pos x="89" y="109"/>
                  </a:cxn>
                  <a:cxn ang="0">
                    <a:pos x="99" y="107"/>
                  </a:cxn>
                  <a:cxn ang="0">
                    <a:pos x="102" y="104"/>
                  </a:cxn>
                  <a:cxn ang="0">
                    <a:pos x="103" y="103"/>
                  </a:cxn>
                  <a:cxn ang="0">
                    <a:pos x="103" y="98"/>
                  </a:cxn>
                  <a:cxn ang="0">
                    <a:pos x="100" y="88"/>
                  </a:cxn>
                  <a:cxn ang="0">
                    <a:pos x="97" y="79"/>
                  </a:cxn>
                  <a:cxn ang="0">
                    <a:pos x="95" y="73"/>
                  </a:cxn>
                  <a:cxn ang="0">
                    <a:pos x="95" y="68"/>
                  </a:cxn>
                  <a:cxn ang="0">
                    <a:pos x="94" y="66"/>
                  </a:cxn>
                  <a:cxn ang="0">
                    <a:pos x="92" y="60"/>
                  </a:cxn>
                  <a:cxn ang="0">
                    <a:pos x="91" y="50"/>
                  </a:cxn>
                  <a:cxn ang="0">
                    <a:pos x="91" y="42"/>
                  </a:cxn>
                  <a:cxn ang="0">
                    <a:pos x="91" y="41"/>
                  </a:cxn>
                  <a:cxn ang="0">
                    <a:pos x="89" y="33"/>
                  </a:cxn>
                  <a:cxn ang="0">
                    <a:pos x="89" y="22"/>
                  </a:cxn>
                  <a:cxn ang="0">
                    <a:pos x="87" y="9"/>
                  </a:cxn>
                  <a:cxn ang="0">
                    <a:pos x="75" y="1"/>
                  </a:cxn>
                  <a:cxn ang="0">
                    <a:pos x="59" y="0"/>
                  </a:cxn>
                  <a:cxn ang="0">
                    <a:pos x="45" y="3"/>
                  </a:cxn>
                  <a:cxn ang="0">
                    <a:pos x="38" y="14"/>
                  </a:cxn>
                  <a:cxn ang="0">
                    <a:pos x="34" y="25"/>
                  </a:cxn>
                  <a:cxn ang="0">
                    <a:pos x="30" y="31"/>
                  </a:cxn>
                  <a:cxn ang="0">
                    <a:pos x="30" y="33"/>
                  </a:cxn>
                  <a:cxn ang="0">
                    <a:pos x="27" y="39"/>
                  </a:cxn>
                  <a:cxn ang="0">
                    <a:pos x="23" y="49"/>
                  </a:cxn>
                  <a:cxn ang="0">
                    <a:pos x="19" y="54"/>
                  </a:cxn>
                  <a:cxn ang="0">
                    <a:pos x="19" y="55"/>
                  </a:cxn>
                  <a:cxn ang="0">
                    <a:pos x="16" y="58"/>
                  </a:cxn>
                  <a:cxn ang="0">
                    <a:pos x="11" y="63"/>
                  </a:cxn>
                  <a:cxn ang="0">
                    <a:pos x="5" y="73"/>
                  </a:cxn>
                  <a:cxn ang="0">
                    <a:pos x="0" y="82"/>
                  </a:cxn>
                  <a:cxn ang="0">
                    <a:pos x="0" y="87"/>
                  </a:cxn>
                  <a:cxn ang="0">
                    <a:pos x="0" y="88"/>
                  </a:cxn>
                  <a:cxn ang="0">
                    <a:pos x="7" y="93"/>
                  </a:cxn>
                  <a:cxn ang="0">
                    <a:pos x="29" y="106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3" name="Freeform 123"/>
              <p:cNvSpPr/>
              <p:nvPr/>
            </p:nvSpPr>
            <p:spPr bwMode="auto">
              <a:xfrm>
                <a:off x="4849" y="2316"/>
                <a:ext cx="103" cy="29"/>
              </a:xfrm>
              <a:custGeom>
                <a:avLst/>
                <a:gdLst/>
                <a:ahLst/>
                <a:cxnLst>
                  <a:cxn ang="0">
                    <a:pos x="40" y="3"/>
                  </a:cxn>
                  <a:cxn ang="0">
                    <a:pos x="49" y="5"/>
                  </a:cxn>
                  <a:cxn ang="0">
                    <a:pos x="59" y="6"/>
                  </a:cxn>
                  <a:cxn ang="0">
                    <a:pos x="67" y="8"/>
                  </a:cxn>
                  <a:cxn ang="0">
                    <a:pos x="75" y="11"/>
                  </a:cxn>
                  <a:cxn ang="0">
                    <a:pos x="83" y="14"/>
                  </a:cxn>
                  <a:cxn ang="0">
                    <a:pos x="89" y="17"/>
                  </a:cxn>
                  <a:cxn ang="0">
                    <a:pos x="95" y="22"/>
                  </a:cxn>
                  <a:cxn ang="0">
                    <a:pos x="100" y="27"/>
                  </a:cxn>
                  <a:cxn ang="0">
                    <a:pos x="102" y="25"/>
                  </a:cxn>
                  <a:cxn ang="0">
                    <a:pos x="102" y="24"/>
                  </a:cxn>
                  <a:cxn ang="0">
                    <a:pos x="103" y="24"/>
                  </a:cxn>
                  <a:cxn ang="0">
                    <a:pos x="103" y="22"/>
                  </a:cxn>
                  <a:cxn ang="0">
                    <a:pos x="94" y="14"/>
                  </a:cxn>
                  <a:cxn ang="0">
                    <a:pos x="81" y="9"/>
                  </a:cxn>
                  <a:cxn ang="0">
                    <a:pos x="68" y="5"/>
                  </a:cxn>
                  <a:cxn ang="0">
                    <a:pos x="53" y="1"/>
                  </a:cxn>
                  <a:cxn ang="0">
                    <a:pos x="38" y="0"/>
                  </a:cxn>
                  <a:cxn ang="0">
                    <a:pos x="24" y="0"/>
                  </a:cxn>
                  <a:cxn ang="0">
                    <a:pos x="11" y="1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9"/>
                  </a:cxn>
                  <a:cxn ang="0">
                    <a:pos x="2" y="9"/>
                  </a:cxn>
                  <a:cxn ang="0">
                    <a:pos x="10" y="6"/>
                  </a:cxn>
                  <a:cxn ang="0">
                    <a:pos x="18" y="5"/>
                  </a:cxn>
                  <a:cxn ang="0">
                    <a:pos x="27" y="3"/>
                  </a:cxn>
                  <a:cxn ang="0">
                    <a:pos x="37" y="3"/>
                  </a:cxn>
                  <a:cxn ang="0">
                    <a:pos x="35" y="5"/>
                  </a:cxn>
                  <a:cxn ang="0">
                    <a:pos x="35" y="6"/>
                  </a:cxn>
                  <a:cxn ang="0">
                    <a:pos x="35" y="8"/>
                  </a:cxn>
                  <a:cxn ang="0">
                    <a:pos x="34" y="9"/>
                  </a:cxn>
                  <a:cxn ang="0">
                    <a:pos x="30" y="9"/>
                  </a:cxn>
                  <a:cxn ang="0">
                    <a:pos x="27" y="11"/>
                  </a:cxn>
                  <a:cxn ang="0">
                    <a:pos x="26" y="14"/>
                  </a:cxn>
                  <a:cxn ang="0">
                    <a:pos x="24" y="16"/>
                  </a:cxn>
                  <a:cxn ang="0">
                    <a:pos x="24" y="17"/>
                  </a:cxn>
                  <a:cxn ang="0">
                    <a:pos x="24" y="20"/>
                  </a:cxn>
                  <a:cxn ang="0">
                    <a:pos x="24" y="24"/>
                  </a:cxn>
                  <a:cxn ang="0">
                    <a:pos x="26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9" y="27"/>
                  </a:cxn>
                  <a:cxn ang="0">
                    <a:pos x="29" y="28"/>
                  </a:cxn>
                  <a:cxn ang="0">
                    <a:pos x="30" y="28"/>
                  </a:cxn>
                  <a:cxn ang="0">
                    <a:pos x="30" y="28"/>
                  </a:cxn>
                  <a:cxn ang="0">
                    <a:pos x="32" y="28"/>
                  </a:cxn>
                  <a:cxn ang="0">
                    <a:pos x="35" y="28"/>
                  </a:cxn>
                  <a:cxn ang="0">
                    <a:pos x="38" y="25"/>
                  </a:cxn>
                  <a:cxn ang="0">
                    <a:pos x="40" y="24"/>
                  </a:cxn>
                  <a:cxn ang="0">
                    <a:pos x="40" y="22"/>
                  </a:cxn>
                  <a:cxn ang="0">
                    <a:pos x="42" y="19"/>
                  </a:cxn>
                  <a:cxn ang="0">
                    <a:pos x="42" y="16"/>
                  </a:cxn>
                  <a:cxn ang="0">
                    <a:pos x="40" y="12"/>
                  </a:cxn>
                  <a:cxn ang="0">
                    <a:pos x="37" y="11"/>
                  </a:cxn>
                  <a:cxn ang="0">
                    <a:pos x="38" y="9"/>
                  </a:cxn>
                  <a:cxn ang="0">
                    <a:pos x="38" y="6"/>
                  </a:cxn>
                  <a:cxn ang="0">
                    <a:pos x="38" y="5"/>
                  </a:cxn>
                  <a:cxn ang="0">
                    <a:pos x="40" y="3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4" name="Freeform 124"/>
              <p:cNvSpPr/>
              <p:nvPr/>
            </p:nvSpPr>
            <p:spPr bwMode="auto">
              <a:xfrm>
                <a:off x="4877" y="2341"/>
                <a:ext cx="3" cy="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6" y="1"/>
                  </a:cxn>
                  <a:cxn ang="0">
                    <a:pos x="6" y="3"/>
                  </a:cxn>
                  <a:cxn ang="0">
                    <a:pos x="6" y="3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1" y="6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5" name="Freeform 125"/>
              <p:cNvSpPr/>
              <p:nvPr/>
            </p:nvSpPr>
            <p:spPr bwMode="auto">
              <a:xfrm>
                <a:off x="4997" y="2819"/>
                <a:ext cx="17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0" y="0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6" name="Freeform 126"/>
              <p:cNvSpPr/>
              <p:nvPr/>
            </p:nvSpPr>
            <p:spPr bwMode="auto">
              <a:xfrm>
                <a:off x="4804" y="2726"/>
                <a:ext cx="210" cy="93"/>
              </a:xfrm>
              <a:custGeom>
                <a:avLst/>
                <a:gdLst/>
                <a:ahLst/>
                <a:cxnLst>
                  <a:cxn ang="0">
                    <a:pos x="16" y="94"/>
                  </a:cxn>
                  <a:cxn ang="0">
                    <a:pos x="16" y="94"/>
                  </a:cxn>
                  <a:cxn ang="0">
                    <a:pos x="23" y="59"/>
                  </a:cxn>
                  <a:cxn ang="0">
                    <a:pos x="43" y="35"/>
                  </a:cxn>
                  <a:cxn ang="0">
                    <a:pos x="72" y="21"/>
                  </a:cxn>
                  <a:cxn ang="0">
                    <a:pos x="107" y="16"/>
                  </a:cxn>
                  <a:cxn ang="0">
                    <a:pos x="140" y="21"/>
                  </a:cxn>
                  <a:cxn ang="0">
                    <a:pos x="168" y="37"/>
                  </a:cxn>
                  <a:cxn ang="0">
                    <a:pos x="189" y="60"/>
                  </a:cxn>
                  <a:cxn ang="0">
                    <a:pos x="195" y="94"/>
                  </a:cxn>
                  <a:cxn ang="0">
                    <a:pos x="211" y="94"/>
                  </a:cxn>
                  <a:cxn ang="0">
                    <a:pos x="202" y="54"/>
                  </a:cxn>
                  <a:cxn ang="0">
                    <a:pos x="178" y="24"/>
                  </a:cxn>
                  <a:cxn ang="0">
                    <a:pos x="143" y="5"/>
                  </a:cxn>
                  <a:cxn ang="0">
                    <a:pos x="107" y="0"/>
                  </a:cxn>
                  <a:cxn ang="0">
                    <a:pos x="69" y="5"/>
                  </a:cxn>
                  <a:cxn ang="0">
                    <a:pos x="34" y="23"/>
                  </a:cxn>
                  <a:cxn ang="0">
                    <a:pos x="10" y="53"/>
                  </a:cxn>
                  <a:cxn ang="0">
                    <a:pos x="0" y="94"/>
                  </a:cxn>
                  <a:cxn ang="0">
                    <a:pos x="0" y="94"/>
                  </a:cxn>
                  <a:cxn ang="0">
                    <a:pos x="16" y="94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7" name="Freeform 127"/>
              <p:cNvSpPr/>
              <p:nvPr/>
            </p:nvSpPr>
            <p:spPr bwMode="auto">
              <a:xfrm>
                <a:off x="4804" y="2819"/>
                <a:ext cx="14" cy="21"/>
              </a:xfrm>
              <a:custGeom>
                <a:avLst/>
                <a:gdLst/>
                <a:ahLst/>
                <a:cxnLst>
                  <a:cxn ang="0">
                    <a:pos x="8" y="8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23"/>
                  </a:cxn>
                  <a:cxn ang="0">
                    <a:pos x="0" y="15"/>
                  </a:cxn>
                  <a:cxn ang="0">
                    <a:pos x="0" y="23"/>
                  </a:cxn>
                  <a:cxn ang="0">
                    <a:pos x="8" y="23"/>
                  </a:cxn>
                  <a:cxn ang="0">
                    <a:pos x="8" y="8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8" name="Freeform 128"/>
              <p:cNvSpPr/>
              <p:nvPr/>
            </p:nvSpPr>
            <p:spPr bwMode="auto">
              <a:xfrm>
                <a:off x="4811" y="2826"/>
                <a:ext cx="203" cy="14"/>
              </a:xfrm>
              <a:custGeom>
                <a:avLst/>
                <a:gdLst/>
                <a:ahLst/>
                <a:cxnLst>
                  <a:cxn ang="0">
                    <a:pos x="187" y="7"/>
                  </a:cxn>
                  <a:cxn ang="0">
                    <a:pos x="195" y="0"/>
                  </a:cxn>
                  <a:cxn ang="0">
                    <a:pos x="0" y="0"/>
                  </a:cxn>
                  <a:cxn ang="0">
                    <a:pos x="0" y="15"/>
                  </a:cxn>
                  <a:cxn ang="0">
                    <a:pos x="195" y="15"/>
                  </a:cxn>
                  <a:cxn ang="0">
                    <a:pos x="203" y="7"/>
                  </a:cxn>
                  <a:cxn ang="0">
                    <a:pos x="195" y="15"/>
                  </a:cxn>
                  <a:cxn ang="0">
                    <a:pos x="203" y="15"/>
                  </a:cxn>
                  <a:cxn ang="0">
                    <a:pos x="203" y="7"/>
                  </a:cxn>
                  <a:cxn ang="0">
                    <a:pos x="187" y="7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29" name="Freeform 129"/>
              <p:cNvSpPr/>
              <p:nvPr/>
            </p:nvSpPr>
            <p:spPr bwMode="auto">
              <a:xfrm>
                <a:off x="4901" y="2733"/>
                <a:ext cx="14" cy="100"/>
              </a:xfrm>
              <a:custGeom>
                <a:avLst/>
                <a:gdLst/>
                <a:ahLst/>
                <a:cxnLst>
                  <a:cxn ang="0">
                    <a:pos x="8" y="101"/>
                  </a:cxn>
                  <a:cxn ang="0">
                    <a:pos x="16" y="101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101"/>
                  </a:cxn>
                  <a:cxn ang="0">
                    <a:pos x="8" y="10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30" name="Freeform 130"/>
              <p:cNvSpPr/>
              <p:nvPr/>
            </p:nvSpPr>
            <p:spPr bwMode="auto">
              <a:xfrm>
                <a:off x="4904" y="2755"/>
                <a:ext cx="86" cy="86"/>
              </a:xfrm>
              <a:custGeom>
                <a:avLst/>
                <a:gdLst/>
                <a:ahLst/>
                <a:cxnLst>
                  <a:cxn ang="0">
                    <a:pos x="5" y="79"/>
                  </a:cxn>
                  <a:cxn ang="0">
                    <a:pos x="10" y="84"/>
                  </a:cxn>
                  <a:cxn ang="0">
                    <a:pos x="87" y="10"/>
                  </a:cxn>
                  <a:cxn ang="0">
                    <a:pos x="78" y="0"/>
                  </a:cxn>
                  <a:cxn ang="0">
                    <a:pos x="0" y="75"/>
                  </a:cxn>
                  <a:cxn ang="0">
                    <a:pos x="5" y="79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31" name="Freeform 131"/>
              <p:cNvSpPr/>
              <p:nvPr/>
            </p:nvSpPr>
            <p:spPr bwMode="auto">
              <a:xfrm>
                <a:off x="4828" y="2755"/>
                <a:ext cx="86" cy="86"/>
              </a:xfrm>
              <a:custGeom>
                <a:avLst/>
                <a:gdLst/>
                <a:ahLst/>
                <a:cxnLst>
                  <a:cxn ang="0">
                    <a:pos x="78" y="80"/>
                  </a:cxn>
                  <a:cxn ang="0">
                    <a:pos x="83" y="76"/>
                  </a:cxn>
                  <a:cxn ang="0">
                    <a:pos x="10" y="0"/>
                  </a:cxn>
                  <a:cxn ang="0">
                    <a:pos x="0" y="9"/>
                  </a:cxn>
                  <a:cxn ang="0">
                    <a:pos x="73" y="85"/>
                  </a:cxn>
                  <a:cxn ang="0">
                    <a:pos x="78" y="80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8286" name="Text Box 132"/>
            <p:cNvSpPr txBox="1"/>
            <p:nvPr/>
          </p:nvSpPr>
          <p:spPr>
            <a:xfrm>
              <a:off x="4729" y="650"/>
              <a:ext cx="518" cy="9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140" name="Group 133"/>
          <p:cNvGrpSpPr/>
          <p:nvPr/>
        </p:nvGrpSpPr>
        <p:grpSpPr>
          <a:xfrm>
            <a:off x="9396413" y="3056255"/>
            <a:ext cx="495300" cy="887413"/>
            <a:chOff x="4368" y="0"/>
            <a:chExt cx="1392" cy="1567"/>
          </a:xfrm>
        </p:grpSpPr>
        <p:grpSp>
          <p:nvGrpSpPr>
            <p:cNvPr id="48251" name="Group 134"/>
            <p:cNvGrpSpPr/>
            <p:nvPr/>
          </p:nvGrpSpPr>
          <p:grpSpPr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58535" name="Freeform 135"/>
              <p:cNvSpPr/>
              <p:nvPr/>
            </p:nvSpPr>
            <p:spPr bwMode="auto">
              <a:xfrm>
                <a:off x="4457" y="2462"/>
                <a:ext cx="897" cy="828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897" y="293"/>
                  </a:cxn>
                  <a:cxn ang="0">
                    <a:pos x="897" y="829"/>
                  </a:cxn>
                  <a:cxn ang="0">
                    <a:pos x="601" y="829"/>
                  </a:cxn>
                  <a:cxn ang="0">
                    <a:pos x="296" y="829"/>
                  </a:cxn>
                  <a:cxn ang="0">
                    <a:pos x="0" y="829"/>
                  </a:cxn>
                  <a:cxn ang="0">
                    <a:pos x="0" y="293"/>
                  </a:cxn>
                  <a:cxn ang="0">
                    <a:pos x="445" y="0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36" name="Freeform 136"/>
              <p:cNvSpPr/>
              <p:nvPr/>
            </p:nvSpPr>
            <p:spPr bwMode="auto">
              <a:xfrm>
                <a:off x="4368" y="2462"/>
                <a:ext cx="416" cy="289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416" y="32"/>
                  </a:cxn>
                  <a:cxn ang="0">
                    <a:pos x="416" y="27"/>
                  </a:cxn>
                  <a:cxn ang="0">
                    <a:pos x="416" y="19"/>
                  </a:cxn>
                  <a:cxn ang="0">
                    <a:pos x="416" y="9"/>
                  </a:cxn>
                  <a:cxn ang="0">
                    <a:pos x="416" y="0"/>
                  </a:cxn>
                  <a:cxn ang="0">
                    <a:pos x="0" y="254"/>
                  </a:cxn>
                  <a:cxn ang="0">
                    <a:pos x="0" y="288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37" name="Rectangle 137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38" name="Freeform 138"/>
              <p:cNvSpPr/>
              <p:nvPr/>
            </p:nvSpPr>
            <p:spPr bwMode="auto">
              <a:xfrm>
                <a:off x="4787" y="2169"/>
                <a:ext cx="241" cy="328"/>
              </a:xfrm>
              <a:custGeom>
                <a:avLst/>
                <a:gdLst/>
                <a:ahLst/>
                <a:cxnLst>
                  <a:cxn ang="0">
                    <a:pos x="242" y="327"/>
                  </a:cxn>
                  <a:cxn ang="0">
                    <a:pos x="242" y="0"/>
                  </a:cxn>
                  <a:cxn ang="0">
                    <a:pos x="0" y="0"/>
                  </a:cxn>
                  <a:cxn ang="0">
                    <a:pos x="0" y="321"/>
                  </a:cxn>
                  <a:cxn ang="0">
                    <a:pos x="116" y="240"/>
                  </a:cxn>
                  <a:cxn ang="0">
                    <a:pos x="242" y="327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39" name="Freeform 139"/>
              <p:cNvSpPr/>
              <p:nvPr/>
            </p:nvSpPr>
            <p:spPr bwMode="auto">
              <a:xfrm>
                <a:off x="4722" y="2016"/>
                <a:ext cx="361" cy="125"/>
              </a:xfrm>
              <a:custGeom>
                <a:avLst/>
                <a:gdLst/>
                <a:ahLst/>
                <a:cxnLst>
                  <a:cxn ang="0">
                    <a:pos x="181" y="0"/>
                  </a:cxn>
                  <a:cxn ang="0">
                    <a:pos x="0" y="126"/>
                  </a:cxn>
                  <a:cxn ang="0">
                    <a:pos x="361" y="126"/>
                  </a:cxn>
                  <a:cxn ang="0">
                    <a:pos x="181" y="0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0" name="Freeform 140"/>
              <p:cNvSpPr/>
              <p:nvPr/>
            </p:nvSpPr>
            <p:spPr bwMode="auto">
              <a:xfrm>
                <a:off x="5028" y="2469"/>
                <a:ext cx="412" cy="285"/>
              </a:xfrm>
              <a:custGeom>
                <a:avLst/>
                <a:gdLst/>
                <a:ahLst/>
                <a:cxnLst>
                  <a:cxn ang="0">
                    <a:pos x="413" y="287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0" y="17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413" y="253"/>
                  </a:cxn>
                  <a:cxn ang="0">
                    <a:pos x="413" y="287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1" name="Freeform 141"/>
              <p:cNvSpPr/>
              <p:nvPr/>
            </p:nvSpPr>
            <p:spPr bwMode="auto">
              <a:xfrm>
                <a:off x="4839" y="2209"/>
                <a:ext cx="127" cy="164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51" y="1"/>
                  </a:cxn>
                  <a:cxn ang="0">
                    <a:pos x="38" y="6"/>
                  </a:cxn>
                  <a:cxn ang="0">
                    <a:pos x="27" y="13"/>
                  </a:cxn>
                  <a:cxn ang="0">
                    <a:pos x="17" y="20"/>
                  </a:cxn>
                  <a:cxn ang="0">
                    <a:pos x="9" y="32"/>
                  </a:cxn>
                  <a:cxn ang="0">
                    <a:pos x="5" y="44"/>
                  </a:cxn>
                  <a:cxn ang="0">
                    <a:pos x="1" y="58"/>
                  </a:cxn>
                  <a:cxn ang="0">
                    <a:pos x="0" y="74"/>
                  </a:cxn>
                  <a:cxn ang="0">
                    <a:pos x="0" y="103"/>
                  </a:cxn>
                  <a:cxn ang="0">
                    <a:pos x="0" y="126"/>
                  </a:cxn>
                  <a:cxn ang="0">
                    <a:pos x="0" y="145"/>
                  </a:cxn>
                  <a:cxn ang="0">
                    <a:pos x="0" y="164"/>
                  </a:cxn>
                  <a:cxn ang="0">
                    <a:pos x="27" y="164"/>
                  </a:cxn>
                  <a:cxn ang="0">
                    <a:pos x="44" y="164"/>
                  </a:cxn>
                  <a:cxn ang="0">
                    <a:pos x="55" y="164"/>
                  </a:cxn>
                  <a:cxn ang="0">
                    <a:pos x="63" y="164"/>
                  </a:cxn>
                  <a:cxn ang="0">
                    <a:pos x="71" y="164"/>
                  </a:cxn>
                  <a:cxn ang="0">
                    <a:pos x="82" y="164"/>
                  </a:cxn>
                  <a:cxn ang="0">
                    <a:pos x="100" y="164"/>
                  </a:cxn>
                  <a:cxn ang="0">
                    <a:pos x="127" y="164"/>
                  </a:cxn>
                  <a:cxn ang="0">
                    <a:pos x="127" y="139"/>
                  </a:cxn>
                  <a:cxn ang="0">
                    <a:pos x="127" y="114"/>
                  </a:cxn>
                  <a:cxn ang="0">
                    <a:pos x="127" y="90"/>
                  </a:cxn>
                  <a:cxn ang="0">
                    <a:pos x="127" y="71"/>
                  </a:cxn>
                  <a:cxn ang="0">
                    <a:pos x="127" y="62"/>
                  </a:cxn>
                  <a:cxn ang="0">
                    <a:pos x="123" y="51"/>
                  </a:cxn>
                  <a:cxn ang="0">
                    <a:pos x="119" y="38"/>
                  </a:cxn>
                  <a:cxn ang="0">
                    <a:pos x="112" y="27"/>
                  </a:cxn>
                  <a:cxn ang="0">
                    <a:pos x="104" y="16"/>
                  </a:cxn>
                  <a:cxn ang="0">
                    <a:pos x="93" y="8"/>
                  </a:cxn>
                  <a:cxn ang="0">
                    <a:pos x="81" y="1"/>
                  </a:cxn>
                  <a:cxn ang="0">
                    <a:pos x="65" y="0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2" name="Rectangle 142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3" name="Freeform 143"/>
              <p:cNvSpPr/>
              <p:nvPr/>
            </p:nvSpPr>
            <p:spPr bwMode="auto">
              <a:xfrm>
                <a:off x="4736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4" name="Freeform 144"/>
              <p:cNvSpPr/>
              <p:nvPr/>
            </p:nvSpPr>
            <p:spPr bwMode="auto">
              <a:xfrm>
                <a:off x="4557" y="2822"/>
                <a:ext cx="186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5" name="Freeform 145"/>
              <p:cNvSpPr/>
              <p:nvPr/>
            </p:nvSpPr>
            <p:spPr bwMode="auto">
              <a:xfrm>
                <a:off x="4557" y="2829"/>
                <a:ext cx="14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6" name="Freeform 146"/>
              <p:cNvSpPr/>
              <p:nvPr/>
            </p:nvSpPr>
            <p:spPr bwMode="auto">
              <a:xfrm>
                <a:off x="4564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7" name="Freeform 147"/>
              <p:cNvSpPr/>
              <p:nvPr/>
            </p:nvSpPr>
            <p:spPr bwMode="auto">
              <a:xfrm>
                <a:off x="4567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8" name="Freeform 148"/>
              <p:cNvSpPr/>
              <p:nvPr/>
            </p:nvSpPr>
            <p:spPr bwMode="auto">
              <a:xfrm>
                <a:off x="4567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49" name="Freeform 149"/>
              <p:cNvSpPr/>
              <p:nvPr/>
            </p:nvSpPr>
            <p:spPr bwMode="auto">
              <a:xfrm>
                <a:off x="4643" y="2837"/>
                <a:ext cx="17" cy="300"/>
              </a:xfrm>
              <a:custGeom>
                <a:avLst/>
                <a:gdLst/>
                <a:ahLst/>
                <a:cxnLst>
                  <a:cxn ang="0">
                    <a:pos x="7" y="302"/>
                  </a:cxn>
                  <a:cxn ang="0">
                    <a:pos x="15" y="30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7" y="302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0" name="Freeform 150"/>
              <p:cNvSpPr/>
              <p:nvPr/>
            </p:nvSpPr>
            <p:spPr bwMode="auto">
              <a:xfrm>
                <a:off x="5241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1" name="Freeform 151"/>
              <p:cNvSpPr/>
              <p:nvPr/>
            </p:nvSpPr>
            <p:spPr bwMode="auto">
              <a:xfrm>
                <a:off x="5059" y="2822"/>
                <a:ext cx="189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2" name="Freeform 152"/>
              <p:cNvSpPr/>
              <p:nvPr/>
            </p:nvSpPr>
            <p:spPr bwMode="auto">
              <a:xfrm>
                <a:off x="5059" y="2829"/>
                <a:ext cx="17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3" name="Freeform 153"/>
              <p:cNvSpPr/>
              <p:nvPr/>
            </p:nvSpPr>
            <p:spPr bwMode="auto">
              <a:xfrm>
                <a:off x="5069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4" name="Freeform 154"/>
              <p:cNvSpPr/>
              <p:nvPr/>
            </p:nvSpPr>
            <p:spPr bwMode="auto">
              <a:xfrm>
                <a:off x="5069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5" name="Freeform 155"/>
              <p:cNvSpPr/>
              <p:nvPr/>
            </p:nvSpPr>
            <p:spPr bwMode="auto">
              <a:xfrm>
                <a:off x="5069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6" name="Freeform 156"/>
              <p:cNvSpPr/>
              <p:nvPr/>
            </p:nvSpPr>
            <p:spPr bwMode="auto">
              <a:xfrm>
                <a:off x="5148" y="2837"/>
                <a:ext cx="14" cy="300"/>
              </a:xfrm>
              <a:custGeom>
                <a:avLst/>
                <a:gdLst/>
                <a:ahLst/>
                <a:cxnLst>
                  <a:cxn ang="0">
                    <a:pos x="8" y="302"/>
                  </a:cxn>
                  <a:cxn ang="0">
                    <a:pos x="16" y="30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8" y="302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7" name="Freeform 157"/>
              <p:cNvSpPr/>
              <p:nvPr/>
            </p:nvSpPr>
            <p:spPr bwMode="auto">
              <a:xfrm>
                <a:off x="4849" y="2237"/>
                <a:ext cx="103" cy="111"/>
              </a:xfrm>
              <a:custGeom>
                <a:avLst/>
                <a:gdLst/>
                <a:ahLst/>
                <a:cxnLst>
                  <a:cxn ang="0">
                    <a:pos x="59" y="112"/>
                  </a:cxn>
                  <a:cxn ang="0">
                    <a:pos x="76" y="112"/>
                  </a:cxn>
                  <a:cxn ang="0">
                    <a:pos x="89" y="109"/>
                  </a:cxn>
                  <a:cxn ang="0">
                    <a:pos x="99" y="107"/>
                  </a:cxn>
                  <a:cxn ang="0">
                    <a:pos x="102" y="104"/>
                  </a:cxn>
                  <a:cxn ang="0">
                    <a:pos x="103" y="103"/>
                  </a:cxn>
                  <a:cxn ang="0">
                    <a:pos x="103" y="98"/>
                  </a:cxn>
                  <a:cxn ang="0">
                    <a:pos x="100" y="88"/>
                  </a:cxn>
                  <a:cxn ang="0">
                    <a:pos x="97" y="79"/>
                  </a:cxn>
                  <a:cxn ang="0">
                    <a:pos x="95" y="73"/>
                  </a:cxn>
                  <a:cxn ang="0">
                    <a:pos x="95" y="68"/>
                  </a:cxn>
                  <a:cxn ang="0">
                    <a:pos x="94" y="66"/>
                  </a:cxn>
                  <a:cxn ang="0">
                    <a:pos x="92" y="60"/>
                  </a:cxn>
                  <a:cxn ang="0">
                    <a:pos x="91" y="50"/>
                  </a:cxn>
                  <a:cxn ang="0">
                    <a:pos x="91" y="42"/>
                  </a:cxn>
                  <a:cxn ang="0">
                    <a:pos x="91" y="41"/>
                  </a:cxn>
                  <a:cxn ang="0">
                    <a:pos x="89" y="33"/>
                  </a:cxn>
                  <a:cxn ang="0">
                    <a:pos x="89" y="22"/>
                  </a:cxn>
                  <a:cxn ang="0">
                    <a:pos x="87" y="9"/>
                  </a:cxn>
                  <a:cxn ang="0">
                    <a:pos x="75" y="1"/>
                  </a:cxn>
                  <a:cxn ang="0">
                    <a:pos x="59" y="0"/>
                  </a:cxn>
                  <a:cxn ang="0">
                    <a:pos x="45" y="3"/>
                  </a:cxn>
                  <a:cxn ang="0">
                    <a:pos x="38" y="14"/>
                  </a:cxn>
                  <a:cxn ang="0">
                    <a:pos x="34" y="25"/>
                  </a:cxn>
                  <a:cxn ang="0">
                    <a:pos x="30" y="31"/>
                  </a:cxn>
                  <a:cxn ang="0">
                    <a:pos x="30" y="33"/>
                  </a:cxn>
                  <a:cxn ang="0">
                    <a:pos x="27" y="39"/>
                  </a:cxn>
                  <a:cxn ang="0">
                    <a:pos x="23" y="49"/>
                  </a:cxn>
                  <a:cxn ang="0">
                    <a:pos x="19" y="54"/>
                  </a:cxn>
                  <a:cxn ang="0">
                    <a:pos x="19" y="55"/>
                  </a:cxn>
                  <a:cxn ang="0">
                    <a:pos x="16" y="58"/>
                  </a:cxn>
                  <a:cxn ang="0">
                    <a:pos x="11" y="63"/>
                  </a:cxn>
                  <a:cxn ang="0">
                    <a:pos x="5" y="73"/>
                  </a:cxn>
                  <a:cxn ang="0">
                    <a:pos x="0" y="82"/>
                  </a:cxn>
                  <a:cxn ang="0">
                    <a:pos x="0" y="87"/>
                  </a:cxn>
                  <a:cxn ang="0">
                    <a:pos x="0" y="88"/>
                  </a:cxn>
                  <a:cxn ang="0">
                    <a:pos x="7" y="93"/>
                  </a:cxn>
                  <a:cxn ang="0">
                    <a:pos x="29" y="106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8" name="Freeform 158"/>
              <p:cNvSpPr/>
              <p:nvPr/>
            </p:nvSpPr>
            <p:spPr bwMode="auto">
              <a:xfrm>
                <a:off x="4849" y="2316"/>
                <a:ext cx="103" cy="29"/>
              </a:xfrm>
              <a:custGeom>
                <a:avLst/>
                <a:gdLst/>
                <a:ahLst/>
                <a:cxnLst>
                  <a:cxn ang="0">
                    <a:pos x="40" y="3"/>
                  </a:cxn>
                  <a:cxn ang="0">
                    <a:pos x="49" y="5"/>
                  </a:cxn>
                  <a:cxn ang="0">
                    <a:pos x="59" y="6"/>
                  </a:cxn>
                  <a:cxn ang="0">
                    <a:pos x="67" y="8"/>
                  </a:cxn>
                  <a:cxn ang="0">
                    <a:pos x="75" y="11"/>
                  </a:cxn>
                  <a:cxn ang="0">
                    <a:pos x="83" y="14"/>
                  </a:cxn>
                  <a:cxn ang="0">
                    <a:pos x="89" y="17"/>
                  </a:cxn>
                  <a:cxn ang="0">
                    <a:pos x="95" y="22"/>
                  </a:cxn>
                  <a:cxn ang="0">
                    <a:pos x="100" y="27"/>
                  </a:cxn>
                  <a:cxn ang="0">
                    <a:pos x="102" y="25"/>
                  </a:cxn>
                  <a:cxn ang="0">
                    <a:pos x="102" y="24"/>
                  </a:cxn>
                  <a:cxn ang="0">
                    <a:pos x="103" y="24"/>
                  </a:cxn>
                  <a:cxn ang="0">
                    <a:pos x="103" y="22"/>
                  </a:cxn>
                  <a:cxn ang="0">
                    <a:pos x="94" y="14"/>
                  </a:cxn>
                  <a:cxn ang="0">
                    <a:pos x="81" y="9"/>
                  </a:cxn>
                  <a:cxn ang="0">
                    <a:pos x="68" y="5"/>
                  </a:cxn>
                  <a:cxn ang="0">
                    <a:pos x="53" y="1"/>
                  </a:cxn>
                  <a:cxn ang="0">
                    <a:pos x="38" y="0"/>
                  </a:cxn>
                  <a:cxn ang="0">
                    <a:pos x="24" y="0"/>
                  </a:cxn>
                  <a:cxn ang="0">
                    <a:pos x="11" y="1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9"/>
                  </a:cxn>
                  <a:cxn ang="0">
                    <a:pos x="2" y="9"/>
                  </a:cxn>
                  <a:cxn ang="0">
                    <a:pos x="10" y="6"/>
                  </a:cxn>
                  <a:cxn ang="0">
                    <a:pos x="18" y="5"/>
                  </a:cxn>
                  <a:cxn ang="0">
                    <a:pos x="27" y="3"/>
                  </a:cxn>
                  <a:cxn ang="0">
                    <a:pos x="37" y="3"/>
                  </a:cxn>
                  <a:cxn ang="0">
                    <a:pos x="35" y="5"/>
                  </a:cxn>
                  <a:cxn ang="0">
                    <a:pos x="35" y="6"/>
                  </a:cxn>
                  <a:cxn ang="0">
                    <a:pos x="35" y="8"/>
                  </a:cxn>
                  <a:cxn ang="0">
                    <a:pos x="34" y="9"/>
                  </a:cxn>
                  <a:cxn ang="0">
                    <a:pos x="30" y="9"/>
                  </a:cxn>
                  <a:cxn ang="0">
                    <a:pos x="27" y="11"/>
                  </a:cxn>
                  <a:cxn ang="0">
                    <a:pos x="26" y="14"/>
                  </a:cxn>
                  <a:cxn ang="0">
                    <a:pos x="24" y="16"/>
                  </a:cxn>
                  <a:cxn ang="0">
                    <a:pos x="24" y="17"/>
                  </a:cxn>
                  <a:cxn ang="0">
                    <a:pos x="24" y="20"/>
                  </a:cxn>
                  <a:cxn ang="0">
                    <a:pos x="24" y="24"/>
                  </a:cxn>
                  <a:cxn ang="0">
                    <a:pos x="26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9" y="27"/>
                  </a:cxn>
                  <a:cxn ang="0">
                    <a:pos x="29" y="28"/>
                  </a:cxn>
                  <a:cxn ang="0">
                    <a:pos x="30" y="28"/>
                  </a:cxn>
                  <a:cxn ang="0">
                    <a:pos x="30" y="28"/>
                  </a:cxn>
                  <a:cxn ang="0">
                    <a:pos x="32" y="28"/>
                  </a:cxn>
                  <a:cxn ang="0">
                    <a:pos x="35" y="28"/>
                  </a:cxn>
                  <a:cxn ang="0">
                    <a:pos x="38" y="25"/>
                  </a:cxn>
                  <a:cxn ang="0">
                    <a:pos x="40" y="24"/>
                  </a:cxn>
                  <a:cxn ang="0">
                    <a:pos x="40" y="22"/>
                  </a:cxn>
                  <a:cxn ang="0">
                    <a:pos x="42" y="19"/>
                  </a:cxn>
                  <a:cxn ang="0">
                    <a:pos x="42" y="16"/>
                  </a:cxn>
                  <a:cxn ang="0">
                    <a:pos x="40" y="12"/>
                  </a:cxn>
                  <a:cxn ang="0">
                    <a:pos x="37" y="11"/>
                  </a:cxn>
                  <a:cxn ang="0">
                    <a:pos x="38" y="9"/>
                  </a:cxn>
                  <a:cxn ang="0">
                    <a:pos x="38" y="6"/>
                  </a:cxn>
                  <a:cxn ang="0">
                    <a:pos x="38" y="5"/>
                  </a:cxn>
                  <a:cxn ang="0">
                    <a:pos x="40" y="3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59" name="Freeform 159"/>
              <p:cNvSpPr/>
              <p:nvPr/>
            </p:nvSpPr>
            <p:spPr bwMode="auto">
              <a:xfrm>
                <a:off x="4877" y="2341"/>
                <a:ext cx="3" cy="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6" y="1"/>
                  </a:cxn>
                  <a:cxn ang="0">
                    <a:pos x="6" y="3"/>
                  </a:cxn>
                  <a:cxn ang="0">
                    <a:pos x="6" y="3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1" y="6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60" name="Freeform 160"/>
              <p:cNvSpPr/>
              <p:nvPr/>
            </p:nvSpPr>
            <p:spPr bwMode="auto">
              <a:xfrm>
                <a:off x="4997" y="2819"/>
                <a:ext cx="17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0" y="0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61" name="Freeform 161"/>
              <p:cNvSpPr/>
              <p:nvPr/>
            </p:nvSpPr>
            <p:spPr bwMode="auto">
              <a:xfrm>
                <a:off x="4804" y="2726"/>
                <a:ext cx="210" cy="93"/>
              </a:xfrm>
              <a:custGeom>
                <a:avLst/>
                <a:gdLst/>
                <a:ahLst/>
                <a:cxnLst>
                  <a:cxn ang="0">
                    <a:pos x="16" y="94"/>
                  </a:cxn>
                  <a:cxn ang="0">
                    <a:pos x="16" y="94"/>
                  </a:cxn>
                  <a:cxn ang="0">
                    <a:pos x="23" y="59"/>
                  </a:cxn>
                  <a:cxn ang="0">
                    <a:pos x="43" y="35"/>
                  </a:cxn>
                  <a:cxn ang="0">
                    <a:pos x="72" y="21"/>
                  </a:cxn>
                  <a:cxn ang="0">
                    <a:pos x="107" y="16"/>
                  </a:cxn>
                  <a:cxn ang="0">
                    <a:pos x="140" y="21"/>
                  </a:cxn>
                  <a:cxn ang="0">
                    <a:pos x="168" y="37"/>
                  </a:cxn>
                  <a:cxn ang="0">
                    <a:pos x="189" y="60"/>
                  </a:cxn>
                  <a:cxn ang="0">
                    <a:pos x="195" y="94"/>
                  </a:cxn>
                  <a:cxn ang="0">
                    <a:pos x="211" y="94"/>
                  </a:cxn>
                  <a:cxn ang="0">
                    <a:pos x="202" y="54"/>
                  </a:cxn>
                  <a:cxn ang="0">
                    <a:pos x="178" y="24"/>
                  </a:cxn>
                  <a:cxn ang="0">
                    <a:pos x="143" y="5"/>
                  </a:cxn>
                  <a:cxn ang="0">
                    <a:pos x="107" y="0"/>
                  </a:cxn>
                  <a:cxn ang="0">
                    <a:pos x="69" y="5"/>
                  </a:cxn>
                  <a:cxn ang="0">
                    <a:pos x="34" y="23"/>
                  </a:cxn>
                  <a:cxn ang="0">
                    <a:pos x="10" y="53"/>
                  </a:cxn>
                  <a:cxn ang="0">
                    <a:pos x="0" y="94"/>
                  </a:cxn>
                  <a:cxn ang="0">
                    <a:pos x="0" y="94"/>
                  </a:cxn>
                  <a:cxn ang="0">
                    <a:pos x="16" y="94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62" name="Freeform 162"/>
              <p:cNvSpPr/>
              <p:nvPr/>
            </p:nvSpPr>
            <p:spPr bwMode="auto">
              <a:xfrm>
                <a:off x="4804" y="2819"/>
                <a:ext cx="14" cy="21"/>
              </a:xfrm>
              <a:custGeom>
                <a:avLst/>
                <a:gdLst/>
                <a:ahLst/>
                <a:cxnLst>
                  <a:cxn ang="0">
                    <a:pos x="8" y="8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23"/>
                  </a:cxn>
                  <a:cxn ang="0">
                    <a:pos x="0" y="15"/>
                  </a:cxn>
                  <a:cxn ang="0">
                    <a:pos x="0" y="23"/>
                  </a:cxn>
                  <a:cxn ang="0">
                    <a:pos x="8" y="23"/>
                  </a:cxn>
                  <a:cxn ang="0">
                    <a:pos x="8" y="8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63" name="Freeform 163"/>
              <p:cNvSpPr/>
              <p:nvPr/>
            </p:nvSpPr>
            <p:spPr bwMode="auto">
              <a:xfrm>
                <a:off x="4811" y="2826"/>
                <a:ext cx="203" cy="14"/>
              </a:xfrm>
              <a:custGeom>
                <a:avLst/>
                <a:gdLst/>
                <a:ahLst/>
                <a:cxnLst>
                  <a:cxn ang="0">
                    <a:pos x="187" y="7"/>
                  </a:cxn>
                  <a:cxn ang="0">
                    <a:pos x="195" y="0"/>
                  </a:cxn>
                  <a:cxn ang="0">
                    <a:pos x="0" y="0"/>
                  </a:cxn>
                  <a:cxn ang="0">
                    <a:pos x="0" y="15"/>
                  </a:cxn>
                  <a:cxn ang="0">
                    <a:pos x="195" y="15"/>
                  </a:cxn>
                  <a:cxn ang="0">
                    <a:pos x="203" y="7"/>
                  </a:cxn>
                  <a:cxn ang="0">
                    <a:pos x="195" y="15"/>
                  </a:cxn>
                  <a:cxn ang="0">
                    <a:pos x="203" y="15"/>
                  </a:cxn>
                  <a:cxn ang="0">
                    <a:pos x="203" y="7"/>
                  </a:cxn>
                  <a:cxn ang="0">
                    <a:pos x="187" y="7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64" name="Freeform 164"/>
              <p:cNvSpPr/>
              <p:nvPr/>
            </p:nvSpPr>
            <p:spPr bwMode="auto">
              <a:xfrm>
                <a:off x="4901" y="2733"/>
                <a:ext cx="14" cy="100"/>
              </a:xfrm>
              <a:custGeom>
                <a:avLst/>
                <a:gdLst/>
                <a:ahLst/>
                <a:cxnLst>
                  <a:cxn ang="0">
                    <a:pos x="8" y="101"/>
                  </a:cxn>
                  <a:cxn ang="0">
                    <a:pos x="16" y="101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101"/>
                  </a:cxn>
                  <a:cxn ang="0">
                    <a:pos x="8" y="10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65" name="Freeform 165"/>
              <p:cNvSpPr/>
              <p:nvPr/>
            </p:nvSpPr>
            <p:spPr bwMode="auto">
              <a:xfrm>
                <a:off x="4904" y="2755"/>
                <a:ext cx="86" cy="86"/>
              </a:xfrm>
              <a:custGeom>
                <a:avLst/>
                <a:gdLst/>
                <a:ahLst/>
                <a:cxnLst>
                  <a:cxn ang="0">
                    <a:pos x="5" y="79"/>
                  </a:cxn>
                  <a:cxn ang="0">
                    <a:pos x="10" y="84"/>
                  </a:cxn>
                  <a:cxn ang="0">
                    <a:pos x="87" y="10"/>
                  </a:cxn>
                  <a:cxn ang="0">
                    <a:pos x="78" y="0"/>
                  </a:cxn>
                  <a:cxn ang="0">
                    <a:pos x="0" y="75"/>
                  </a:cxn>
                  <a:cxn ang="0">
                    <a:pos x="5" y="79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66" name="Freeform 166"/>
              <p:cNvSpPr/>
              <p:nvPr/>
            </p:nvSpPr>
            <p:spPr bwMode="auto">
              <a:xfrm>
                <a:off x="4828" y="2755"/>
                <a:ext cx="86" cy="86"/>
              </a:xfrm>
              <a:custGeom>
                <a:avLst/>
                <a:gdLst/>
                <a:ahLst/>
                <a:cxnLst>
                  <a:cxn ang="0">
                    <a:pos x="78" y="80"/>
                  </a:cxn>
                  <a:cxn ang="0">
                    <a:pos x="83" y="76"/>
                  </a:cxn>
                  <a:cxn ang="0">
                    <a:pos x="10" y="0"/>
                  </a:cxn>
                  <a:cxn ang="0">
                    <a:pos x="0" y="9"/>
                  </a:cxn>
                  <a:cxn ang="0">
                    <a:pos x="73" y="85"/>
                  </a:cxn>
                  <a:cxn ang="0">
                    <a:pos x="78" y="80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8252" name="Text Box 167"/>
            <p:cNvSpPr txBox="1"/>
            <p:nvPr/>
          </p:nvSpPr>
          <p:spPr>
            <a:xfrm>
              <a:off x="4729" y="650"/>
              <a:ext cx="518" cy="9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141" name="Group 168"/>
          <p:cNvGrpSpPr/>
          <p:nvPr/>
        </p:nvGrpSpPr>
        <p:grpSpPr>
          <a:xfrm>
            <a:off x="9396413" y="3689668"/>
            <a:ext cx="495300" cy="887412"/>
            <a:chOff x="4368" y="0"/>
            <a:chExt cx="1392" cy="1567"/>
          </a:xfrm>
        </p:grpSpPr>
        <p:grpSp>
          <p:nvGrpSpPr>
            <p:cNvPr id="48217" name="Group 169"/>
            <p:cNvGrpSpPr/>
            <p:nvPr/>
          </p:nvGrpSpPr>
          <p:grpSpPr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58570" name="Freeform 170"/>
              <p:cNvSpPr/>
              <p:nvPr/>
            </p:nvSpPr>
            <p:spPr bwMode="auto">
              <a:xfrm>
                <a:off x="4457" y="2462"/>
                <a:ext cx="897" cy="828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897" y="293"/>
                  </a:cxn>
                  <a:cxn ang="0">
                    <a:pos x="897" y="829"/>
                  </a:cxn>
                  <a:cxn ang="0">
                    <a:pos x="601" y="829"/>
                  </a:cxn>
                  <a:cxn ang="0">
                    <a:pos x="296" y="829"/>
                  </a:cxn>
                  <a:cxn ang="0">
                    <a:pos x="0" y="829"/>
                  </a:cxn>
                  <a:cxn ang="0">
                    <a:pos x="0" y="293"/>
                  </a:cxn>
                  <a:cxn ang="0">
                    <a:pos x="445" y="0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71" name="Freeform 171"/>
              <p:cNvSpPr/>
              <p:nvPr/>
            </p:nvSpPr>
            <p:spPr bwMode="auto">
              <a:xfrm>
                <a:off x="4368" y="2462"/>
                <a:ext cx="416" cy="289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416" y="32"/>
                  </a:cxn>
                  <a:cxn ang="0">
                    <a:pos x="416" y="27"/>
                  </a:cxn>
                  <a:cxn ang="0">
                    <a:pos x="416" y="19"/>
                  </a:cxn>
                  <a:cxn ang="0">
                    <a:pos x="416" y="9"/>
                  </a:cxn>
                  <a:cxn ang="0">
                    <a:pos x="416" y="0"/>
                  </a:cxn>
                  <a:cxn ang="0">
                    <a:pos x="0" y="254"/>
                  </a:cxn>
                  <a:cxn ang="0">
                    <a:pos x="0" y="288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72" name="Rectangle 172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73" name="Freeform 173"/>
              <p:cNvSpPr/>
              <p:nvPr/>
            </p:nvSpPr>
            <p:spPr bwMode="auto">
              <a:xfrm>
                <a:off x="4787" y="2169"/>
                <a:ext cx="241" cy="328"/>
              </a:xfrm>
              <a:custGeom>
                <a:avLst/>
                <a:gdLst/>
                <a:ahLst/>
                <a:cxnLst>
                  <a:cxn ang="0">
                    <a:pos x="242" y="327"/>
                  </a:cxn>
                  <a:cxn ang="0">
                    <a:pos x="242" y="0"/>
                  </a:cxn>
                  <a:cxn ang="0">
                    <a:pos x="0" y="0"/>
                  </a:cxn>
                  <a:cxn ang="0">
                    <a:pos x="0" y="321"/>
                  </a:cxn>
                  <a:cxn ang="0">
                    <a:pos x="116" y="240"/>
                  </a:cxn>
                  <a:cxn ang="0">
                    <a:pos x="242" y="327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74" name="Freeform 174"/>
              <p:cNvSpPr/>
              <p:nvPr/>
            </p:nvSpPr>
            <p:spPr bwMode="auto">
              <a:xfrm>
                <a:off x="4722" y="2016"/>
                <a:ext cx="361" cy="125"/>
              </a:xfrm>
              <a:custGeom>
                <a:avLst/>
                <a:gdLst/>
                <a:ahLst/>
                <a:cxnLst>
                  <a:cxn ang="0">
                    <a:pos x="181" y="0"/>
                  </a:cxn>
                  <a:cxn ang="0">
                    <a:pos x="0" y="126"/>
                  </a:cxn>
                  <a:cxn ang="0">
                    <a:pos x="361" y="126"/>
                  </a:cxn>
                  <a:cxn ang="0">
                    <a:pos x="181" y="0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75" name="Freeform 175"/>
              <p:cNvSpPr/>
              <p:nvPr/>
            </p:nvSpPr>
            <p:spPr bwMode="auto">
              <a:xfrm>
                <a:off x="5028" y="2469"/>
                <a:ext cx="412" cy="285"/>
              </a:xfrm>
              <a:custGeom>
                <a:avLst/>
                <a:gdLst/>
                <a:ahLst/>
                <a:cxnLst>
                  <a:cxn ang="0">
                    <a:pos x="413" y="287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0" y="17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413" y="253"/>
                  </a:cxn>
                  <a:cxn ang="0">
                    <a:pos x="413" y="287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76" name="Freeform 176"/>
              <p:cNvSpPr/>
              <p:nvPr/>
            </p:nvSpPr>
            <p:spPr bwMode="auto">
              <a:xfrm>
                <a:off x="4839" y="2209"/>
                <a:ext cx="127" cy="164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51" y="1"/>
                  </a:cxn>
                  <a:cxn ang="0">
                    <a:pos x="38" y="6"/>
                  </a:cxn>
                  <a:cxn ang="0">
                    <a:pos x="27" y="13"/>
                  </a:cxn>
                  <a:cxn ang="0">
                    <a:pos x="17" y="20"/>
                  </a:cxn>
                  <a:cxn ang="0">
                    <a:pos x="9" y="32"/>
                  </a:cxn>
                  <a:cxn ang="0">
                    <a:pos x="5" y="44"/>
                  </a:cxn>
                  <a:cxn ang="0">
                    <a:pos x="1" y="58"/>
                  </a:cxn>
                  <a:cxn ang="0">
                    <a:pos x="0" y="74"/>
                  </a:cxn>
                  <a:cxn ang="0">
                    <a:pos x="0" y="103"/>
                  </a:cxn>
                  <a:cxn ang="0">
                    <a:pos x="0" y="126"/>
                  </a:cxn>
                  <a:cxn ang="0">
                    <a:pos x="0" y="145"/>
                  </a:cxn>
                  <a:cxn ang="0">
                    <a:pos x="0" y="164"/>
                  </a:cxn>
                  <a:cxn ang="0">
                    <a:pos x="27" y="164"/>
                  </a:cxn>
                  <a:cxn ang="0">
                    <a:pos x="44" y="164"/>
                  </a:cxn>
                  <a:cxn ang="0">
                    <a:pos x="55" y="164"/>
                  </a:cxn>
                  <a:cxn ang="0">
                    <a:pos x="63" y="164"/>
                  </a:cxn>
                  <a:cxn ang="0">
                    <a:pos x="71" y="164"/>
                  </a:cxn>
                  <a:cxn ang="0">
                    <a:pos x="82" y="164"/>
                  </a:cxn>
                  <a:cxn ang="0">
                    <a:pos x="100" y="164"/>
                  </a:cxn>
                  <a:cxn ang="0">
                    <a:pos x="127" y="164"/>
                  </a:cxn>
                  <a:cxn ang="0">
                    <a:pos x="127" y="139"/>
                  </a:cxn>
                  <a:cxn ang="0">
                    <a:pos x="127" y="114"/>
                  </a:cxn>
                  <a:cxn ang="0">
                    <a:pos x="127" y="90"/>
                  </a:cxn>
                  <a:cxn ang="0">
                    <a:pos x="127" y="71"/>
                  </a:cxn>
                  <a:cxn ang="0">
                    <a:pos x="127" y="62"/>
                  </a:cxn>
                  <a:cxn ang="0">
                    <a:pos x="123" y="51"/>
                  </a:cxn>
                  <a:cxn ang="0">
                    <a:pos x="119" y="38"/>
                  </a:cxn>
                  <a:cxn ang="0">
                    <a:pos x="112" y="27"/>
                  </a:cxn>
                  <a:cxn ang="0">
                    <a:pos x="104" y="16"/>
                  </a:cxn>
                  <a:cxn ang="0">
                    <a:pos x="93" y="8"/>
                  </a:cxn>
                  <a:cxn ang="0">
                    <a:pos x="81" y="1"/>
                  </a:cxn>
                  <a:cxn ang="0">
                    <a:pos x="65" y="0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77" name="Rectangle 177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78" name="Freeform 178"/>
              <p:cNvSpPr/>
              <p:nvPr/>
            </p:nvSpPr>
            <p:spPr bwMode="auto">
              <a:xfrm>
                <a:off x="4736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79" name="Freeform 179"/>
              <p:cNvSpPr/>
              <p:nvPr/>
            </p:nvSpPr>
            <p:spPr bwMode="auto">
              <a:xfrm>
                <a:off x="4557" y="2822"/>
                <a:ext cx="186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0" name="Freeform 180"/>
              <p:cNvSpPr/>
              <p:nvPr/>
            </p:nvSpPr>
            <p:spPr bwMode="auto">
              <a:xfrm>
                <a:off x="4557" y="2829"/>
                <a:ext cx="14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1" name="Freeform 181"/>
              <p:cNvSpPr/>
              <p:nvPr/>
            </p:nvSpPr>
            <p:spPr bwMode="auto">
              <a:xfrm>
                <a:off x="4564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2" name="Freeform 182"/>
              <p:cNvSpPr/>
              <p:nvPr/>
            </p:nvSpPr>
            <p:spPr bwMode="auto">
              <a:xfrm>
                <a:off x="4567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3" name="Freeform 183"/>
              <p:cNvSpPr/>
              <p:nvPr/>
            </p:nvSpPr>
            <p:spPr bwMode="auto">
              <a:xfrm>
                <a:off x="4567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4" name="Freeform 184"/>
              <p:cNvSpPr/>
              <p:nvPr/>
            </p:nvSpPr>
            <p:spPr bwMode="auto">
              <a:xfrm>
                <a:off x="4643" y="2837"/>
                <a:ext cx="17" cy="300"/>
              </a:xfrm>
              <a:custGeom>
                <a:avLst/>
                <a:gdLst/>
                <a:ahLst/>
                <a:cxnLst>
                  <a:cxn ang="0">
                    <a:pos x="7" y="302"/>
                  </a:cxn>
                  <a:cxn ang="0">
                    <a:pos x="15" y="30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7" y="302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5" name="Freeform 185"/>
              <p:cNvSpPr/>
              <p:nvPr/>
            </p:nvSpPr>
            <p:spPr bwMode="auto">
              <a:xfrm>
                <a:off x="5241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6" name="Freeform 186"/>
              <p:cNvSpPr/>
              <p:nvPr/>
            </p:nvSpPr>
            <p:spPr bwMode="auto">
              <a:xfrm>
                <a:off x="5059" y="2822"/>
                <a:ext cx="189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7" name="Freeform 187"/>
              <p:cNvSpPr/>
              <p:nvPr/>
            </p:nvSpPr>
            <p:spPr bwMode="auto">
              <a:xfrm>
                <a:off x="5059" y="2829"/>
                <a:ext cx="17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8" name="Freeform 188"/>
              <p:cNvSpPr/>
              <p:nvPr/>
            </p:nvSpPr>
            <p:spPr bwMode="auto">
              <a:xfrm>
                <a:off x="5069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89" name="Freeform 189"/>
              <p:cNvSpPr/>
              <p:nvPr/>
            </p:nvSpPr>
            <p:spPr bwMode="auto">
              <a:xfrm>
                <a:off x="5069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0" name="Freeform 190"/>
              <p:cNvSpPr/>
              <p:nvPr/>
            </p:nvSpPr>
            <p:spPr bwMode="auto">
              <a:xfrm>
                <a:off x="5069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1" name="Freeform 191"/>
              <p:cNvSpPr/>
              <p:nvPr/>
            </p:nvSpPr>
            <p:spPr bwMode="auto">
              <a:xfrm>
                <a:off x="5148" y="2837"/>
                <a:ext cx="14" cy="300"/>
              </a:xfrm>
              <a:custGeom>
                <a:avLst/>
                <a:gdLst/>
                <a:ahLst/>
                <a:cxnLst>
                  <a:cxn ang="0">
                    <a:pos x="8" y="302"/>
                  </a:cxn>
                  <a:cxn ang="0">
                    <a:pos x="16" y="30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8" y="302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2" name="Freeform 192"/>
              <p:cNvSpPr/>
              <p:nvPr/>
            </p:nvSpPr>
            <p:spPr bwMode="auto">
              <a:xfrm>
                <a:off x="4849" y="2237"/>
                <a:ext cx="103" cy="111"/>
              </a:xfrm>
              <a:custGeom>
                <a:avLst/>
                <a:gdLst/>
                <a:ahLst/>
                <a:cxnLst>
                  <a:cxn ang="0">
                    <a:pos x="59" y="112"/>
                  </a:cxn>
                  <a:cxn ang="0">
                    <a:pos x="76" y="112"/>
                  </a:cxn>
                  <a:cxn ang="0">
                    <a:pos x="89" y="109"/>
                  </a:cxn>
                  <a:cxn ang="0">
                    <a:pos x="99" y="107"/>
                  </a:cxn>
                  <a:cxn ang="0">
                    <a:pos x="102" y="104"/>
                  </a:cxn>
                  <a:cxn ang="0">
                    <a:pos x="103" y="103"/>
                  </a:cxn>
                  <a:cxn ang="0">
                    <a:pos x="103" y="98"/>
                  </a:cxn>
                  <a:cxn ang="0">
                    <a:pos x="100" y="88"/>
                  </a:cxn>
                  <a:cxn ang="0">
                    <a:pos x="97" y="79"/>
                  </a:cxn>
                  <a:cxn ang="0">
                    <a:pos x="95" y="73"/>
                  </a:cxn>
                  <a:cxn ang="0">
                    <a:pos x="95" y="68"/>
                  </a:cxn>
                  <a:cxn ang="0">
                    <a:pos x="94" y="66"/>
                  </a:cxn>
                  <a:cxn ang="0">
                    <a:pos x="92" y="60"/>
                  </a:cxn>
                  <a:cxn ang="0">
                    <a:pos x="91" y="50"/>
                  </a:cxn>
                  <a:cxn ang="0">
                    <a:pos x="91" y="42"/>
                  </a:cxn>
                  <a:cxn ang="0">
                    <a:pos x="91" y="41"/>
                  </a:cxn>
                  <a:cxn ang="0">
                    <a:pos x="89" y="33"/>
                  </a:cxn>
                  <a:cxn ang="0">
                    <a:pos x="89" y="22"/>
                  </a:cxn>
                  <a:cxn ang="0">
                    <a:pos x="87" y="9"/>
                  </a:cxn>
                  <a:cxn ang="0">
                    <a:pos x="75" y="1"/>
                  </a:cxn>
                  <a:cxn ang="0">
                    <a:pos x="59" y="0"/>
                  </a:cxn>
                  <a:cxn ang="0">
                    <a:pos x="45" y="3"/>
                  </a:cxn>
                  <a:cxn ang="0">
                    <a:pos x="38" y="14"/>
                  </a:cxn>
                  <a:cxn ang="0">
                    <a:pos x="34" y="25"/>
                  </a:cxn>
                  <a:cxn ang="0">
                    <a:pos x="30" y="31"/>
                  </a:cxn>
                  <a:cxn ang="0">
                    <a:pos x="30" y="33"/>
                  </a:cxn>
                  <a:cxn ang="0">
                    <a:pos x="27" y="39"/>
                  </a:cxn>
                  <a:cxn ang="0">
                    <a:pos x="23" y="49"/>
                  </a:cxn>
                  <a:cxn ang="0">
                    <a:pos x="19" y="54"/>
                  </a:cxn>
                  <a:cxn ang="0">
                    <a:pos x="19" y="55"/>
                  </a:cxn>
                  <a:cxn ang="0">
                    <a:pos x="16" y="58"/>
                  </a:cxn>
                  <a:cxn ang="0">
                    <a:pos x="11" y="63"/>
                  </a:cxn>
                  <a:cxn ang="0">
                    <a:pos x="5" y="73"/>
                  </a:cxn>
                  <a:cxn ang="0">
                    <a:pos x="0" y="82"/>
                  </a:cxn>
                  <a:cxn ang="0">
                    <a:pos x="0" y="87"/>
                  </a:cxn>
                  <a:cxn ang="0">
                    <a:pos x="0" y="88"/>
                  </a:cxn>
                  <a:cxn ang="0">
                    <a:pos x="7" y="93"/>
                  </a:cxn>
                  <a:cxn ang="0">
                    <a:pos x="29" y="106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3" name="Freeform 193"/>
              <p:cNvSpPr/>
              <p:nvPr/>
            </p:nvSpPr>
            <p:spPr bwMode="auto">
              <a:xfrm>
                <a:off x="4849" y="2316"/>
                <a:ext cx="103" cy="29"/>
              </a:xfrm>
              <a:custGeom>
                <a:avLst/>
                <a:gdLst/>
                <a:ahLst/>
                <a:cxnLst>
                  <a:cxn ang="0">
                    <a:pos x="40" y="3"/>
                  </a:cxn>
                  <a:cxn ang="0">
                    <a:pos x="49" y="5"/>
                  </a:cxn>
                  <a:cxn ang="0">
                    <a:pos x="59" y="6"/>
                  </a:cxn>
                  <a:cxn ang="0">
                    <a:pos x="67" y="8"/>
                  </a:cxn>
                  <a:cxn ang="0">
                    <a:pos x="75" y="11"/>
                  </a:cxn>
                  <a:cxn ang="0">
                    <a:pos x="83" y="14"/>
                  </a:cxn>
                  <a:cxn ang="0">
                    <a:pos x="89" y="17"/>
                  </a:cxn>
                  <a:cxn ang="0">
                    <a:pos x="95" y="22"/>
                  </a:cxn>
                  <a:cxn ang="0">
                    <a:pos x="100" y="27"/>
                  </a:cxn>
                  <a:cxn ang="0">
                    <a:pos x="102" y="25"/>
                  </a:cxn>
                  <a:cxn ang="0">
                    <a:pos x="102" y="24"/>
                  </a:cxn>
                  <a:cxn ang="0">
                    <a:pos x="103" y="24"/>
                  </a:cxn>
                  <a:cxn ang="0">
                    <a:pos x="103" y="22"/>
                  </a:cxn>
                  <a:cxn ang="0">
                    <a:pos x="94" y="14"/>
                  </a:cxn>
                  <a:cxn ang="0">
                    <a:pos x="81" y="9"/>
                  </a:cxn>
                  <a:cxn ang="0">
                    <a:pos x="68" y="5"/>
                  </a:cxn>
                  <a:cxn ang="0">
                    <a:pos x="53" y="1"/>
                  </a:cxn>
                  <a:cxn ang="0">
                    <a:pos x="38" y="0"/>
                  </a:cxn>
                  <a:cxn ang="0">
                    <a:pos x="24" y="0"/>
                  </a:cxn>
                  <a:cxn ang="0">
                    <a:pos x="11" y="1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9"/>
                  </a:cxn>
                  <a:cxn ang="0">
                    <a:pos x="2" y="9"/>
                  </a:cxn>
                  <a:cxn ang="0">
                    <a:pos x="10" y="6"/>
                  </a:cxn>
                  <a:cxn ang="0">
                    <a:pos x="18" y="5"/>
                  </a:cxn>
                  <a:cxn ang="0">
                    <a:pos x="27" y="3"/>
                  </a:cxn>
                  <a:cxn ang="0">
                    <a:pos x="37" y="3"/>
                  </a:cxn>
                  <a:cxn ang="0">
                    <a:pos x="35" y="5"/>
                  </a:cxn>
                  <a:cxn ang="0">
                    <a:pos x="35" y="6"/>
                  </a:cxn>
                  <a:cxn ang="0">
                    <a:pos x="35" y="8"/>
                  </a:cxn>
                  <a:cxn ang="0">
                    <a:pos x="34" y="9"/>
                  </a:cxn>
                  <a:cxn ang="0">
                    <a:pos x="30" y="9"/>
                  </a:cxn>
                  <a:cxn ang="0">
                    <a:pos x="27" y="11"/>
                  </a:cxn>
                  <a:cxn ang="0">
                    <a:pos x="26" y="14"/>
                  </a:cxn>
                  <a:cxn ang="0">
                    <a:pos x="24" y="16"/>
                  </a:cxn>
                  <a:cxn ang="0">
                    <a:pos x="24" y="17"/>
                  </a:cxn>
                  <a:cxn ang="0">
                    <a:pos x="24" y="20"/>
                  </a:cxn>
                  <a:cxn ang="0">
                    <a:pos x="24" y="24"/>
                  </a:cxn>
                  <a:cxn ang="0">
                    <a:pos x="26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9" y="27"/>
                  </a:cxn>
                  <a:cxn ang="0">
                    <a:pos x="29" y="28"/>
                  </a:cxn>
                  <a:cxn ang="0">
                    <a:pos x="30" y="28"/>
                  </a:cxn>
                  <a:cxn ang="0">
                    <a:pos x="30" y="28"/>
                  </a:cxn>
                  <a:cxn ang="0">
                    <a:pos x="32" y="28"/>
                  </a:cxn>
                  <a:cxn ang="0">
                    <a:pos x="35" y="28"/>
                  </a:cxn>
                  <a:cxn ang="0">
                    <a:pos x="38" y="25"/>
                  </a:cxn>
                  <a:cxn ang="0">
                    <a:pos x="40" y="24"/>
                  </a:cxn>
                  <a:cxn ang="0">
                    <a:pos x="40" y="22"/>
                  </a:cxn>
                  <a:cxn ang="0">
                    <a:pos x="42" y="19"/>
                  </a:cxn>
                  <a:cxn ang="0">
                    <a:pos x="42" y="16"/>
                  </a:cxn>
                  <a:cxn ang="0">
                    <a:pos x="40" y="12"/>
                  </a:cxn>
                  <a:cxn ang="0">
                    <a:pos x="37" y="11"/>
                  </a:cxn>
                  <a:cxn ang="0">
                    <a:pos x="38" y="9"/>
                  </a:cxn>
                  <a:cxn ang="0">
                    <a:pos x="38" y="6"/>
                  </a:cxn>
                  <a:cxn ang="0">
                    <a:pos x="38" y="5"/>
                  </a:cxn>
                  <a:cxn ang="0">
                    <a:pos x="40" y="3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4" name="Freeform 194"/>
              <p:cNvSpPr/>
              <p:nvPr/>
            </p:nvSpPr>
            <p:spPr bwMode="auto">
              <a:xfrm>
                <a:off x="4877" y="2341"/>
                <a:ext cx="3" cy="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6" y="1"/>
                  </a:cxn>
                  <a:cxn ang="0">
                    <a:pos x="6" y="3"/>
                  </a:cxn>
                  <a:cxn ang="0">
                    <a:pos x="6" y="3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1" y="6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5" name="Freeform 195"/>
              <p:cNvSpPr/>
              <p:nvPr/>
            </p:nvSpPr>
            <p:spPr bwMode="auto">
              <a:xfrm>
                <a:off x="4997" y="2819"/>
                <a:ext cx="17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0" y="0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6" name="Freeform 196"/>
              <p:cNvSpPr/>
              <p:nvPr/>
            </p:nvSpPr>
            <p:spPr bwMode="auto">
              <a:xfrm>
                <a:off x="4804" y="2726"/>
                <a:ext cx="210" cy="93"/>
              </a:xfrm>
              <a:custGeom>
                <a:avLst/>
                <a:gdLst/>
                <a:ahLst/>
                <a:cxnLst>
                  <a:cxn ang="0">
                    <a:pos x="16" y="94"/>
                  </a:cxn>
                  <a:cxn ang="0">
                    <a:pos x="16" y="94"/>
                  </a:cxn>
                  <a:cxn ang="0">
                    <a:pos x="23" y="59"/>
                  </a:cxn>
                  <a:cxn ang="0">
                    <a:pos x="43" y="35"/>
                  </a:cxn>
                  <a:cxn ang="0">
                    <a:pos x="72" y="21"/>
                  </a:cxn>
                  <a:cxn ang="0">
                    <a:pos x="107" y="16"/>
                  </a:cxn>
                  <a:cxn ang="0">
                    <a:pos x="140" y="21"/>
                  </a:cxn>
                  <a:cxn ang="0">
                    <a:pos x="168" y="37"/>
                  </a:cxn>
                  <a:cxn ang="0">
                    <a:pos x="189" y="60"/>
                  </a:cxn>
                  <a:cxn ang="0">
                    <a:pos x="195" y="94"/>
                  </a:cxn>
                  <a:cxn ang="0">
                    <a:pos x="211" y="94"/>
                  </a:cxn>
                  <a:cxn ang="0">
                    <a:pos x="202" y="54"/>
                  </a:cxn>
                  <a:cxn ang="0">
                    <a:pos x="178" y="24"/>
                  </a:cxn>
                  <a:cxn ang="0">
                    <a:pos x="143" y="5"/>
                  </a:cxn>
                  <a:cxn ang="0">
                    <a:pos x="107" y="0"/>
                  </a:cxn>
                  <a:cxn ang="0">
                    <a:pos x="69" y="5"/>
                  </a:cxn>
                  <a:cxn ang="0">
                    <a:pos x="34" y="23"/>
                  </a:cxn>
                  <a:cxn ang="0">
                    <a:pos x="10" y="53"/>
                  </a:cxn>
                  <a:cxn ang="0">
                    <a:pos x="0" y="94"/>
                  </a:cxn>
                  <a:cxn ang="0">
                    <a:pos x="0" y="94"/>
                  </a:cxn>
                  <a:cxn ang="0">
                    <a:pos x="16" y="94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7" name="Freeform 197"/>
              <p:cNvSpPr/>
              <p:nvPr/>
            </p:nvSpPr>
            <p:spPr bwMode="auto">
              <a:xfrm>
                <a:off x="4804" y="2819"/>
                <a:ext cx="14" cy="21"/>
              </a:xfrm>
              <a:custGeom>
                <a:avLst/>
                <a:gdLst/>
                <a:ahLst/>
                <a:cxnLst>
                  <a:cxn ang="0">
                    <a:pos x="8" y="8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23"/>
                  </a:cxn>
                  <a:cxn ang="0">
                    <a:pos x="0" y="15"/>
                  </a:cxn>
                  <a:cxn ang="0">
                    <a:pos x="0" y="23"/>
                  </a:cxn>
                  <a:cxn ang="0">
                    <a:pos x="8" y="23"/>
                  </a:cxn>
                  <a:cxn ang="0">
                    <a:pos x="8" y="8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8" name="Freeform 198"/>
              <p:cNvSpPr/>
              <p:nvPr/>
            </p:nvSpPr>
            <p:spPr bwMode="auto">
              <a:xfrm>
                <a:off x="4811" y="2826"/>
                <a:ext cx="203" cy="14"/>
              </a:xfrm>
              <a:custGeom>
                <a:avLst/>
                <a:gdLst/>
                <a:ahLst/>
                <a:cxnLst>
                  <a:cxn ang="0">
                    <a:pos x="187" y="7"/>
                  </a:cxn>
                  <a:cxn ang="0">
                    <a:pos x="195" y="0"/>
                  </a:cxn>
                  <a:cxn ang="0">
                    <a:pos x="0" y="0"/>
                  </a:cxn>
                  <a:cxn ang="0">
                    <a:pos x="0" y="15"/>
                  </a:cxn>
                  <a:cxn ang="0">
                    <a:pos x="195" y="15"/>
                  </a:cxn>
                  <a:cxn ang="0">
                    <a:pos x="203" y="7"/>
                  </a:cxn>
                  <a:cxn ang="0">
                    <a:pos x="195" y="15"/>
                  </a:cxn>
                  <a:cxn ang="0">
                    <a:pos x="203" y="15"/>
                  </a:cxn>
                  <a:cxn ang="0">
                    <a:pos x="203" y="7"/>
                  </a:cxn>
                  <a:cxn ang="0">
                    <a:pos x="187" y="7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599" name="Freeform 199"/>
              <p:cNvSpPr/>
              <p:nvPr/>
            </p:nvSpPr>
            <p:spPr bwMode="auto">
              <a:xfrm>
                <a:off x="4901" y="2733"/>
                <a:ext cx="14" cy="100"/>
              </a:xfrm>
              <a:custGeom>
                <a:avLst/>
                <a:gdLst/>
                <a:ahLst/>
                <a:cxnLst>
                  <a:cxn ang="0">
                    <a:pos x="8" y="101"/>
                  </a:cxn>
                  <a:cxn ang="0">
                    <a:pos x="16" y="101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101"/>
                  </a:cxn>
                  <a:cxn ang="0">
                    <a:pos x="8" y="10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00" name="Freeform 200"/>
              <p:cNvSpPr/>
              <p:nvPr/>
            </p:nvSpPr>
            <p:spPr bwMode="auto">
              <a:xfrm>
                <a:off x="4904" y="2755"/>
                <a:ext cx="86" cy="86"/>
              </a:xfrm>
              <a:custGeom>
                <a:avLst/>
                <a:gdLst/>
                <a:ahLst/>
                <a:cxnLst>
                  <a:cxn ang="0">
                    <a:pos x="5" y="79"/>
                  </a:cxn>
                  <a:cxn ang="0">
                    <a:pos x="10" y="84"/>
                  </a:cxn>
                  <a:cxn ang="0">
                    <a:pos x="87" y="10"/>
                  </a:cxn>
                  <a:cxn ang="0">
                    <a:pos x="78" y="0"/>
                  </a:cxn>
                  <a:cxn ang="0">
                    <a:pos x="0" y="75"/>
                  </a:cxn>
                  <a:cxn ang="0">
                    <a:pos x="5" y="79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01" name="Freeform 201"/>
              <p:cNvSpPr/>
              <p:nvPr/>
            </p:nvSpPr>
            <p:spPr bwMode="auto">
              <a:xfrm>
                <a:off x="4828" y="2755"/>
                <a:ext cx="86" cy="86"/>
              </a:xfrm>
              <a:custGeom>
                <a:avLst/>
                <a:gdLst/>
                <a:ahLst/>
                <a:cxnLst>
                  <a:cxn ang="0">
                    <a:pos x="78" y="80"/>
                  </a:cxn>
                  <a:cxn ang="0">
                    <a:pos x="83" y="76"/>
                  </a:cxn>
                  <a:cxn ang="0">
                    <a:pos x="10" y="0"/>
                  </a:cxn>
                  <a:cxn ang="0">
                    <a:pos x="0" y="9"/>
                  </a:cxn>
                  <a:cxn ang="0">
                    <a:pos x="73" y="85"/>
                  </a:cxn>
                  <a:cxn ang="0">
                    <a:pos x="78" y="80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8218" name="Text Box 202"/>
            <p:cNvSpPr txBox="1"/>
            <p:nvPr/>
          </p:nvSpPr>
          <p:spPr>
            <a:xfrm>
              <a:off x="4729" y="650"/>
              <a:ext cx="518" cy="9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142" name="Group 203"/>
          <p:cNvGrpSpPr/>
          <p:nvPr/>
        </p:nvGrpSpPr>
        <p:grpSpPr>
          <a:xfrm>
            <a:off x="9396413" y="4280218"/>
            <a:ext cx="495300" cy="887412"/>
            <a:chOff x="4368" y="0"/>
            <a:chExt cx="1392" cy="1567"/>
          </a:xfrm>
        </p:grpSpPr>
        <p:grpSp>
          <p:nvGrpSpPr>
            <p:cNvPr id="48183" name="Group 204"/>
            <p:cNvGrpSpPr/>
            <p:nvPr/>
          </p:nvGrpSpPr>
          <p:grpSpPr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58605" name="Freeform 205"/>
              <p:cNvSpPr/>
              <p:nvPr/>
            </p:nvSpPr>
            <p:spPr bwMode="auto">
              <a:xfrm>
                <a:off x="4457" y="2462"/>
                <a:ext cx="897" cy="828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897" y="293"/>
                  </a:cxn>
                  <a:cxn ang="0">
                    <a:pos x="897" y="829"/>
                  </a:cxn>
                  <a:cxn ang="0">
                    <a:pos x="601" y="829"/>
                  </a:cxn>
                  <a:cxn ang="0">
                    <a:pos x="296" y="829"/>
                  </a:cxn>
                  <a:cxn ang="0">
                    <a:pos x="0" y="829"/>
                  </a:cxn>
                  <a:cxn ang="0">
                    <a:pos x="0" y="293"/>
                  </a:cxn>
                  <a:cxn ang="0">
                    <a:pos x="445" y="0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06" name="Freeform 206"/>
              <p:cNvSpPr/>
              <p:nvPr/>
            </p:nvSpPr>
            <p:spPr bwMode="auto">
              <a:xfrm>
                <a:off x="4368" y="2462"/>
                <a:ext cx="416" cy="289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416" y="32"/>
                  </a:cxn>
                  <a:cxn ang="0">
                    <a:pos x="416" y="27"/>
                  </a:cxn>
                  <a:cxn ang="0">
                    <a:pos x="416" y="19"/>
                  </a:cxn>
                  <a:cxn ang="0">
                    <a:pos x="416" y="9"/>
                  </a:cxn>
                  <a:cxn ang="0">
                    <a:pos x="416" y="0"/>
                  </a:cxn>
                  <a:cxn ang="0">
                    <a:pos x="0" y="254"/>
                  </a:cxn>
                  <a:cxn ang="0">
                    <a:pos x="0" y="288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07" name="Rectangle 207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08" name="Freeform 208"/>
              <p:cNvSpPr/>
              <p:nvPr/>
            </p:nvSpPr>
            <p:spPr bwMode="auto">
              <a:xfrm>
                <a:off x="4787" y="2169"/>
                <a:ext cx="241" cy="328"/>
              </a:xfrm>
              <a:custGeom>
                <a:avLst/>
                <a:gdLst/>
                <a:ahLst/>
                <a:cxnLst>
                  <a:cxn ang="0">
                    <a:pos x="242" y="327"/>
                  </a:cxn>
                  <a:cxn ang="0">
                    <a:pos x="242" y="0"/>
                  </a:cxn>
                  <a:cxn ang="0">
                    <a:pos x="0" y="0"/>
                  </a:cxn>
                  <a:cxn ang="0">
                    <a:pos x="0" y="321"/>
                  </a:cxn>
                  <a:cxn ang="0">
                    <a:pos x="116" y="240"/>
                  </a:cxn>
                  <a:cxn ang="0">
                    <a:pos x="242" y="327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09" name="Freeform 209"/>
              <p:cNvSpPr/>
              <p:nvPr/>
            </p:nvSpPr>
            <p:spPr bwMode="auto">
              <a:xfrm>
                <a:off x="4722" y="2016"/>
                <a:ext cx="361" cy="125"/>
              </a:xfrm>
              <a:custGeom>
                <a:avLst/>
                <a:gdLst/>
                <a:ahLst/>
                <a:cxnLst>
                  <a:cxn ang="0">
                    <a:pos x="181" y="0"/>
                  </a:cxn>
                  <a:cxn ang="0">
                    <a:pos x="0" y="126"/>
                  </a:cxn>
                  <a:cxn ang="0">
                    <a:pos x="361" y="126"/>
                  </a:cxn>
                  <a:cxn ang="0">
                    <a:pos x="181" y="0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0" name="Freeform 210"/>
              <p:cNvSpPr/>
              <p:nvPr/>
            </p:nvSpPr>
            <p:spPr bwMode="auto">
              <a:xfrm>
                <a:off x="5028" y="2469"/>
                <a:ext cx="412" cy="285"/>
              </a:xfrm>
              <a:custGeom>
                <a:avLst/>
                <a:gdLst/>
                <a:ahLst/>
                <a:cxnLst>
                  <a:cxn ang="0">
                    <a:pos x="413" y="287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0" y="17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413" y="253"/>
                  </a:cxn>
                  <a:cxn ang="0">
                    <a:pos x="413" y="287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1" name="Freeform 211"/>
              <p:cNvSpPr/>
              <p:nvPr/>
            </p:nvSpPr>
            <p:spPr bwMode="auto">
              <a:xfrm>
                <a:off x="4839" y="2209"/>
                <a:ext cx="127" cy="164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51" y="1"/>
                  </a:cxn>
                  <a:cxn ang="0">
                    <a:pos x="38" y="6"/>
                  </a:cxn>
                  <a:cxn ang="0">
                    <a:pos x="27" y="13"/>
                  </a:cxn>
                  <a:cxn ang="0">
                    <a:pos x="17" y="20"/>
                  </a:cxn>
                  <a:cxn ang="0">
                    <a:pos x="9" y="32"/>
                  </a:cxn>
                  <a:cxn ang="0">
                    <a:pos x="5" y="44"/>
                  </a:cxn>
                  <a:cxn ang="0">
                    <a:pos x="1" y="58"/>
                  </a:cxn>
                  <a:cxn ang="0">
                    <a:pos x="0" y="74"/>
                  </a:cxn>
                  <a:cxn ang="0">
                    <a:pos x="0" y="103"/>
                  </a:cxn>
                  <a:cxn ang="0">
                    <a:pos x="0" y="126"/>
                  </a:cxn>
                  <a:cxn ang="0">
                    <a:pos x="0" y="145"/>
                  </a:cxn>
                  <a:cxn ang="0">
                    <a:pos x="0" y="164"/>
                  </a:cxn>
                  <a:cxn ang="0">
                    <a:pos x="27" y="164"/>
                  </a:cxn>
                  <a:cxn ang="0">
                    <a:pos x="44" y="164"/>
                  </a:cxn>
                  <a:cxn ang="0">
                    <a:pos x="55" y="164"/>
                  </a:cxn>
                  <a:cxn ang="0">
                    <a:pos x="63" y="164"/>
                  </a:cxn>
                  <a:cxn ang="0">
                    <a:pos x="71" y="164"/>
                  </a:cxn>
                  <a:cxn ang="0">
                    <a:pos x="82" y="164"/>
                  </a:cxn>
                  <a:cxn ang="0">
                    <a:pos x="100" y="164"/>
                  </a:cxn>
                  <a:cxn ang="0">
                    <a:pos x="127" y="164"/>
                  </a:cxn>
                  <a:cxn ang="0">
                    <a:pos x="127" y="139"/>
                  </a:cxn>
                  <a:cxn ang="0">
                    <a:pos x="127" y="114"/>
                  </a:cxn>
                  <a:cxn ang="0">
                    <a:pos x="127" y="90"/>
                  </a:cxn>
                  <a:cxn ang="0">
                    <a:pos x="127" y="71"/>
                  </a:cxn>
                  <a:cxn ang="0">
                    <a:pos x="127" y="62"/>
                  </a:cxn>
                  <a:cxn ang="0">
                    <a:pos x="123" y="51"/>
                  </a:cxn>
                  <a:cxn ang="0">
                    <a:pos x="119" y="38"/>
                  </a:cxn>
                  <a:cxn ang="0">
                    <a:pos x="112" y="27"/>
                  </a:cxn>
                  <a:cxn ang="0">
                    <a:pos x="104" y="16"/>
                  </a:cxn>
                  <a:cxn ang="0">
                    <a:pos x="93" y="8"/>
                  </a:cxn>
                  <a:cxn ang="0">
                    <a:pos x="81" y="1"/>
                  </a:cxn>
                  <a:cxn ang="0">
                    <a:pos x="65" y="0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2" name="Rectangle 212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3" name="Freeform 213"/>
              <p:cNvSpPr/>
              <p:nvPr/>
            </p:nvSpPr>
            <p:spPr bwMode="auto">
              <a:xfrm>
                <a:off x="4736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4" name="Freeform 214"/>
              <p:cNvSpPr/>
              <p:nvPr/>
            </p:nvSpPr>
            <p:spPr bwMode="auto">
              <a:xfrm>
                <a:off x="4557" y="2822"/>
                <a:ext cx="186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5" name="Freeform 215"/>
              <p:cNvSpPr/>
              <p:nvPr/>
            </p:nvSpPr>
            <p:spPr bwMode="auto">
              <a:xfrm>
                <a:off x="4557" y="2829"/>
                <a:ext cx="14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6" name="Freeform 216"/>
              <p:cNvSpPr/>
              <p:nvPr/>
            </p:nvSpPr>
            <p:spPr bwMode="auto">
              <a:xfrm>
                <a:off x="4564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7" name="Freeform 217"/>
              <p:cNvSpPr/>
              <p:nvPr/>
            </p:nvSpPr>
            <p:spPr bwMode="auto">
              <a:xfrm>
                <a:off x="4567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8" name="Freeform 218"/>
              <p:cNvSpPr/>
              <p:nvPr/>
            </p:nvSpPr>
            <p:spPr bwMode="auto">
              <a:xfrm>
                <a:off x="4567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19" name="Freeform 219"/>
              <p:cNvSpPr/>
              <p:nvPr/>
            </p:nvSpPr>
            <p:spPr bwMode="auto">
              <a:xfrm>
                <a:off x="4643" y="2837"/>
                <a:ext cx="17" cy="300"/>
              </a:xfrm>
              <a:custGeom>
                <a:avLst/>
                <a:gdLst/>
                <a:ahLst/>
                <a:cxnLst>
                  <a:cxn ang="0">
                    <a:pos x="7" y="302"/>
                  </a:cxn>
                  <a:cxn ang="0">
                    <a:pos x="15" y="30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7" y="302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0" name="Freeform 220"/>
              <p:cNvSpPr/>
              <p:nvPr/>
            </p:nvSpPr>
            <p:spPr bwMode="auto">
              <a:xfrm>
                <a:off x="5241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1" name="Freeform 221"/>
              <p:cNvSpPr/>
              <p:nvPr/>
            </p:nvSpPr>
            <p:spPr bwMode="auto">
              <a:xfrm>
                <a:off x="5059" y="2822"/>
                <a:ext cx="189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2" name="Freeform 222"/>
              <p:cNvSpPr/>
              <p:nvPr/>
            </p:nvSpPr>
            <p:spPr bwMode="auto">
              <a:xfrm>
                <a:off x="5059" y="2829"/>
                <a:ext cx="17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3" name="Freeform 223"/>
              <p:cNvSpPr/>
              <p:nvPr/>
            </p:nvSpPr>
            <p:spPr bwMode="auto">
              <a:xfrm>
                <a:off x="5069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4" name="Freeform 224"/>
              <p:cNvSpPr/>
              <p:nvPr/>
            </p:nvSpPr>
            <p:spPr bwMode="auto">
              <a:xfrm>
                <a:off x="5069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5" name="Freeform 225"/>
              <p:cNvSpPr/>
              <p:nvPr/>
            </p:nvSpPr>
            <p:spPr bwMode="auto">
              <a:xfrm>
                <a:off x="5069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6" name="Freeform 226"/>
              <p:cNvSpPr/>
              <p:nvPr/>
            </p:nvSpPr>
            <p:spPr bwMode="auto">
              <a:xfrm>
                <a:off x="5148" y="2837"/>
                <a:ext cx="14" cy="300"/>
              </a:xfrm>
              <a:custGeom>
                <a:avLst/>
                <a:gdLst/>
                <a:ahLst/>
                <a:cxnLst>
                  <a:cxn ang="0">
                    <a:pos x="8" y="302"/>
                  </a:cxn>
                  <a:cxn ang="0">
                    <a:pos x="16" y="30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8" y="302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7" name="Freeform 227"/>
              <p:cNvSpPr/>
              <p:nvPr/>
            </p:nvSpPr>
            <p:spPr bwMode="auto">
              <a:xfrm>
                <a:off x="4849" y="2237"/>
                <a:ext cx="103" cy="111"/>
              </a:xfrm>
              <a:custGeom>
                <a:avLst/>
                <a:gdLst/>
                <a:ahLst/>
                <a:cxnLst>
                  <a:cxn ang="0">
                    <a:pos x="59" y="112"/>
                  </a:cxn>
                  <a:cxn ang="0">
                    <a:pos x="76" y="112"/>
                  </a:cxn>
                  <a:cxn ang="0">
                    <a:pos x="89" y="109"/>
                  </a:cxn>
                  <a:cxn ang="0">
                    <a:pos x="99" y="107"/>
                  </a:cxn>
                  <a:cxn ang="0">
                    <a:pos x="102" y="104"/>
                  </a:cxn>
                  <a:cxn ang="0">
                    <a:pos x="103" y="103"/>
                  </a:cxn>
                  <a:cxn ang="0">
                    <a:pos x="103" y="98"/>
                  </a:cxn>
                  <a:cxn ang="0">
                    <a:pos x="100" y="88"/>
                  </a:cxn>
                  <a:cxn ang="0">
                    <a:pos x="97" y="79"/>
                  </a:cxn>
                  <a:cxn ang="0">
                    <a:pos x="95" y="73"/>
                  </a:cxn>
                  <a:cxn ang="0">
                    <a:pos x="95" y="68"/>
                  </a:cxn>
                  <a:cxn ang="0">
                    <a:pos x="94" y="66"/>
                  </a:cxn>
                  <a:cxn ang="0">
                    <a:pos x="92" y="60"/>
                  </a:cxn>
                  <a:cxn ang="0">
                    <a:pos x="91" y="50"/>
                  </a:cxn>
                  <a:cxn ang="0">
                    <a:pos x="91" y="42"/>
                  </a:cxn>
                  <a:cxn ang="0">
                    <a:pos x="91" y="41"/>
                  </a:cxn>
                  <a:cxn ang="0">
                    <a:pos x="89" y="33"/>
                  </a:cxn>
                  <a:cxn ang="0">
                    <a:pos x="89" y="22"/>
                  </a:cxn>
                  <a:cxn ang="0">
                    <a:pos x="87" y="9"/>
                  </a:cxn>
                  <a:cxn ang="0">
                    <a:pos x="75" y="1"/>
                  </a:cxn>
                  <a:cxn ang="0">
                    <a:pos x="59" y="0"/>
                  </a:cxn>
                  <a:cxn ang="0">
                    <a:pos x="45" y="3"/>
                  </a:cxn>
                  <a:cxn ang="0">
                    <a:pos x="38" y="14"/>
                  </a:cxn>
                  <a:cxn ang="0">
                    <a:pos x="34" y="25"/>
                  </a:cxn>
                  <a:cxn ang="0">
                    <a:pos x="30" y="31"/>
                  </a:cxn>
                  <a:cxn ang="0">
                    <a:pos x="30" y="33"/>
                  </a:cxn>
                  <a:cxn ang="0">
                    <a:pos x="27" y="39"/>
                  </a:cxn>
                  <a:cxn ang="0">
                    <a:pos x="23" y="49"/>
                  </a:cxn>
                  <a:cxn ang="0">
                    <a:pos x="19" y="54"/>
                  </a:cxn>
                  <a:cxn ang="0">
                    <a:pos x="19" y="55"/>
                  </a:cxn>
                  <a:cxn ang="0">
                    <a:pos x="16" y="58"/>
                  </a:cxn>
                  <a:cxn ang="0">
                    <a:pos x="11" y="63"/>
                  </a:cxn>
                  <a:cxn ang="0">
                    <a:pos x="5" y="73"/>
                  </a:cxn>
                  <a:cxn ang="0">
                    <a:pos x="0" y="82"/>
                  </a:cxn>
                  <a:cxn ang="0">
                    <a:pos x="0" y="87"/>
                  </a:cxn>
                  <a:cxn ang="0">
                    <a:pos x="0" y="88"/>
                  </a:cxn>
                  <a:cxn ang="0">
                    <a:pos x="7" y="93"/>
                  </a:cxn>
                  <a:cxn ang="0">
                    <a:pos x="29" y="106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8" name="Freeform 228"/>
              <p:cNvSpPr/>
              <p:nvPr/>
            </p:nvSpPr>
            <p:spPr bwMode="auto">
              <a:xfrm>
                <a:off x="4849" y="2316"/>
                <a:ext cx="103" cy="29"/>
              </a:xfrm>
              <a:custGeom>
                <a:avLst/>
                <a:gdLst/>
                <a:ahLst/>
                <a:cxnLst>
                  <a:cxn ang="0">
                    <a:pos x="40" y="3"/>
                  </a:cxn>
                  <a:cxn ang="0">
                    <a:pos x="49" y="5"/>
                  </a:cxn>
                  <a:cxn ang="0">
                    <a:pos x="59" y="6"/>
                  </a:cxn>
                  <a:cxn ang="0">
                    <a:pos x="67" y="8"/>
                  </a:cxn>
                  <a:cxn ang="0">
                    <a:pos x="75" y="11"/>
                  </a:cxn>
                  <a:cxn ang="0">
                    <a:pos x="83" y="14"/>
                  </a:cxn>
                  <a:cxn ang="0">
                    <a:pos x="89" y="17"/>
                  </a:cxn>
                  <a:cxn ang="0">
                    <a:pos x="95" y="22"/>
                  </a:cxn>
                  <a:cxn ang="0">
                    <a:pos x="100" y="27"/>
                  </a:cxn>
                  <a:cxn ang="0">
                    <a:pos x="102" y="25"/>
                  </a:cxn>
                  <a:cxn ang="0">
                    <a:pos x="102" y="24"/>
                  </a:cxn>
                  <a:cxn ang="0">
                    <a:pos x="103" y="24"/>
                  </a:cxn>
                  <a:cxn ang="0">
                    <a:pos x="103" y="22"/>
                  </a:cxn>
                  <a:cxn ang="0">
                    <a:pos x="94" y="14"/>
                  </a:cxn>
                  <a:cxn ang="0">
                    <a:pos x="81" y="9"/>
                  </a:cxn>
                  <a:cxn ang="0">
                    <a:pos x="68" y="5"/>
                  </a:cxn>
                  <a:cxn ang="0">
                    <a:pos x="53" y="1"/>
                  </a:cxn>
                  <a:cxn ang="0">
                    <a:pos x="38" y="0"/>
                  </a:cxn>
                  <a:cxn ang="0">
                    <a:pos x="24" y="0"/>
                  </a:cxn>
                  <a:cxn ang="0">
                    <a:pos x="11" y="1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9"/>
                  </a:cxn>
                  <a:cxn ang="0">
                    <a:pos x="2" y="9"/>
                  </a:cxn>
                  <a:cxn ang="0">
                    <a:pos x="10" y="6"/>
                  </a:cxn>
                  <a:cxn ang="0">
                    <a:pos x="18" y="5"/>
                  </a:cxn>
                  <a:cxn ang="0">
                    <a:pos x="27" y="3"/>
                  </a:cxn>
                  <a:cxn ang="0">
                    <a:pos x="37" y="3"/>
                  </a:cxn>
                  <a:cxn ang="0">
                    <a:pos x="35" y="5"/>
                  </a:cxn>
                  <a:cxn ang="0">
                    <a:pos x="35" y="6"/>
                  </a:cxn>
                  <a:cxn ang="0">
                    <a:pos x="35" y="8"/>
                  </a:cxn>
                  <a:cxn ang="0">
                    <a:pos x="34" y="9"/>
                  </a:cxn>
                  <a:cxn ang="0">
                    <a:pos x="30" y="9"/>
                  </a:cxn>
                  <a:cxn ang="0">
                    <a:pos x="27" y="11"/>
                  </a:cxn>
                  <a:cxn ang="0">
                    <a:pos x="26" y="14"/>
                  </a:cxn>
                  <a:cxn ang="0">
                    <a:pos x="24" y="16"/>
                  </a:cxn>
                  <a:cxn ang="0">
                    <a:pos x="24" y="17"/>
                  </a:cxn>
                  <a:cxn ang="0">
                    <a:pos x="24" y="20"/>
                  </a:cxn>
                  <a:cxn ang="0">
                    <a:pos x="24" y="24"/>
                  </a:cxn>
                  <a:cxn ang="0">
                    <a:pos x="26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9" y="27"/>
                  </a:cxn>
                  <a:cxn ang="0">
                    <a:pos x="29" y="28"/>
                  </a:cxn>
                  <a:cxn ang="0">
                    <a:pos x="30" y="28"/>
                  </a:cxn>
                  <a:cxn ang="0">
                    <a:pos x="30" y="28"/>
                  </a:cxn>
                  <a:cxn ang="0">
                    <a:pos x="32" y="28"/>
                  </a:cxn>
                  <a:cxn ang="0">
                    <a:pos x="35" y="28"/>
                  </a:cxn>
                  <a:cxn ang="0">
                    <a:pos x="38" y="25"/>
                  </a:cxn>
                  <a:cxn ang="0">
                    <a:pos x="40" y="24"/>
                  </a:cxn>
                  <a:cxn ang="0">
                    <a:pos x="40" y="22"/>
                  </a:cxn>
                  <a:cxn ang="0">
                    <a:pos x="42" y="19"/>
                  </a:cxn>
                  <a:cxn ang="0">
                    <a:pos x="42" y="16"/>
                  </a:cxn>
                  <a:cxn ang="0">
                    <a:pos x="40" y="12"/>
                  </a:cxn>
                  <a:cxn ang="0">
                    <a:pos x="37" y="11"/>
                  </a:cxn>
                  <a:cxn ang="0">
                    <a:pos x="38" y="9"/>
                  </a:cxn>
                  <a:cxn ang="0">
                    <a:pos x="38" y="6"/>
                  </a:cxn>
                  <a:cxn ang="0">
                    <a:pos x="38" y="5"/>
                  </a:cxn>
                  <a:cxn ang="0">
                    <a:pos x="40" y="3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29" name="Freeform 229"/>
              <p:cNvSpPr/>
              <p:nvPr/>
            </p:nvSpPr>
            <p:spPr bwMode="auto">
              <a:xfrm>
                <a:off x="4877" y="2341"/>
                <a:ext cx="3" cy="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6" y="1"/>
                  </a:cxn>
                  <a:cxn ang="0">
                    <a:pos x="6" y="3"/>
                  </a:cxn>
                  <a:cxn ang="0">
                    <a:pos x="6" y="3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1" y="6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30" name="Freeform 230"/>
              <p:cNvSpPr/>
              <p:nvPr/>
            </p:nvSpPr>
            <p:spPr bwMode="auto">
              <a:xfrm>
                <a:off x="4997" y="2819"/>
                <a:ext cx="17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0" y="0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31" name="Freeform 231"/>
              <p:cNvSpPr/>
              <p:nvPr/>
            </p:nvSpPr>
            <p:spPr bwMode="auto">
              <a:xfrm>
                <a:off x="4804" y="2726"/>
                <a:ext cx="210" cy="93"/>
              </a:xfrm>
              <a:custGeom>
                <a:avLst/>
                <a:gdLst/>
                <a:ahLst/>
                <a:cxnLst>
                  <a:cxn ang="0">
                    <a:pos x="16" y="94"/>
                  </a:cxn>
                  <a:cxn ang="0">
                    <a:pos x="16" y="94"/>
                  </a:cxn>
                  <a:cxn ang="0">
                    <a:pos x="23" y="59"/>
                  </a:cxn>
                  <a:cxn ang="0">
                    <a:pos x="43" y="35"/>
                  </a:cxn>
                  <a:cxn ang="0">
                    <a:pos x="72" y="21"/>
                  </a:cxn>
                  <a:cxn ang="0">
                    <a:pos x="107" y="16"/>
                  </a:cxn>
                  <a:cxn ang="0">
                    <a:pos x="140" y="21"/>
                  </a:cxn>
                  <a:cxn ang="0">
                    <a:pos x="168" y="37"/>
                  </a:cxn>
                  <a:cxn ang="0">
                    <a:pos x="189" y="60"/>
                  </a:cxn>
                  <a:cxn ang="0">
                    <a:pos x="195" y="94"/>
                  </a:cxn>
                  <a:cxn ang="0">
                    <a:pos x="211" y="94"/>
                  </a:cxn>
                  <a:cxn ang="0">
                    <a:pos x="202" y="54"/>
                  </a:cxn>
                  <a:cxn ang="0">
                    <a:pos x="178" y="24"/>
                  </a:cxn>
                  <a:cxn ang="0">
                    <a:pos x="143" y="5"/>
                  </a:cxn>
                  <a:cxn ang="0">
                    <a:pos x="107" y="0"/>
                  </a:cxn>
                  <a:cxn ang="0">
                    <a:pos x="69" y="5"/>
                  </a:cxn>
                  <a:cxn ang="0">
                    <a:pos x="34" y="23"/>
                  </a:cxn>
                  <a:cxn ang="0">
                    <a:pos x="10" y="53"/>
                  </a:cxn>
                  <a:cxn ang="0">
                    <a:pos x="0" y="94"/>
                  </a:cxn>
                  <a:cxn ang="0">
                    <a:pos x="0" y="94"/>
                  </a:cxn>
                  <a:cxn ang="0">
                    <a:pos x="16" y="94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32" name="Freeform 232"/>
              <p:cNvSpPr/>
              <p:nvPr/>
            </p:nvSpPr>
            <p:spPr bwMode="auto">
              <a:xfrm>
                <a:off x="4804" y="2819"/>
                <a:ext cx="14" cy="21"/>
              </a:xfrm>
              <a:custGeom>
                <a:avLst/>
                <a:gdLst/>
                <a:ahLst/>
                <a:cxnLst>
                  <a:cxn ang="0">
                    <a:pos x="8" y="8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23"/>
                  </a:cxn>
                  <a:cxn ang="0">
                    <a:pos x="0" y="15"/>
                  </a:cxn>
                  <a:cxn ang="0">
                    <a:pos x="0" y="23"/>
                  </a:cxn>
                  <a:cxn ang="0">
                    <a:pos x="8" y="23"/>
                  </a:cxn>
                  <a:cxn ang="0">
                    <a:pos x="8" y="8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33" name="Freeform 233"/>
              <p:cNvSpPr/>
              <p:nvPr/>
            </p:nvSpPr>
            <p:spPr bwMode="auto">
              <a:xfrm>
                <a:off x="4811" y="2826"/>
                <a:ext cx="203" cy="14"/>
              </a:xfrm>
              <a:custGeom>
                <a:avLst/>
                <a:gdLst/>
                <a:ahLst/>
                <a:cxnLst>
                  <a:cxn ang="0">
                    <a:pos x="187" y="7"/>
                  </a:cxn>
                  <a:cxn ang="0">
                    <a:pos x="195" y="0"/>
                  </a:cxn>
                  <a:cxn ang="0">
                    <a:pos x="0" y="0"/>
                  </a:cxn>
                  <a:cxn ang="0">
                    <a:pos x="0" y="15"/>
                  </a:cxn>
                  <a:cxn ang="0">
                    <a:pos x="195" y="15"/>
                  </a:cxn>
                  <a:cxn ang="0">
                    <a:pos x="203" y="7"/>
                  </a:cxn>
                  <a:cxn ang="0">
                    <a:pos x="195" y="15"/>
                  </a:cxn>
                  <a:cxn ang="0">
                    <a:pos x="203" y="15"/>
                  </a:cxn>
                  <a:cxn ang="0">
                    <a:pos x="203" y="7"/>
                  </a:cxn>
                  <a:cxn ang="0">
                    <a:pos x="187" y="7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34" name="Freeform 234"/>
              <p:cNvSpPr/>
              <p:nvPr/>
            </p:nvSpPr>
            <p:spPr bwMode="auto">
              <a:xfrm>
                <a:off x="4901" y="2733"/>
                <a:ext cx="14" cy="100"/>
              </a:xfrm>
              <a:custGeom>
                <a:avLst/>
                <a:gdLst/>
                <a:ahLst/>
                <a:cxnLst>
                  <a:cxn ang="0">
                    <a:pos x="8" y="101"/>
                  </a:cxn>
                  <a:cxn ang="0">
                    <a:pos x="16" y="101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101"/>
                  </a:cxn>
                  <a:cxn ang="0">
                    <a:pos x="8" y="10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35" name="Freeform 235"/>
              <p:cNvSpPr/>
              <p:nvPr/>
            </p:nvSpPr>
            <p:spPr bwMode="auto">
              <a:xfrm>
                <a:off x="4904" y="2755"/>
                <a:ext cx="86" cy="86"/>
              </a:xfrm>
              <a:custGeom>
                <a:avLst/>
                <a:gdLst/>
                <a:ahLst/>
                <a:cxnLst>
                  <a:cxn ang="0">
                    <a:pos x="5" y="79"/>
                  </a:cxn>
                  <a:cxn ang="0">
                    <a:pos x="10" y="84"/>
                  </a:cxn>
                  <a:cxn ang="0">
                    <a:pos x="87" y="10"/>
                  </a:cxn>
                  <a:cxn ang="0">
                    <a:pos x="78" y="0"/>
                  </a:cxn>
                  <a:cxn ang="0">
                    <a:pos x="0" y="75"/>
                  </a:cxn>
                  <a:cxn ang="0">
                    <a:pos x="5" y="79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36" name="Freeform 236"/>
              <p:cNvSpPr/>
              <p:nvPr/>
            </p:nvSpPr>
            <p:spPr bwMode="auto">
              <a:xfrm>
                <a:off x="4828" y="2755"/>
                <a:ext cx="86" cy="86"/>
              </a:xfrm>
              <a:custGeom>
                <a:avLst/>
                <a:gdLst/>
                <a:ahLst/>
                <a:cxnLst>
                  <a:cxn ang="0">
                    <a:pos x="78" y="80"/>
                  </a:cxn>
                  <a:cxn ang="0">
                    <a:pos x="83" y="76"/>
                  </a:cxn>
                  <a:cxn ang="0">
                    <a:pos x="10" y="0"/>
                  </a:cxn>
                  <a:cxn ang="0">
                    <a:pos x="0" y="9"/>
                  </a:cxn>
                  <a:cxn ang="0">
                    <a:pos x="73" y="85"/>
                  </a:cxn>
                  <a:cxn ang="0">
                    <a:pos x="78" y="80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8184" name="Text Box 237"/>
            <p:cNvSpPr txBox="1"/>
            <p:nvPr/>
          </p:nvSpPr>
          <p:spPr>
            <a:xfrm>
              <a:off x="4729" y="650"/>
              <a:ext cx="518" cy="9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143" name="Group 238"/>
          <p:cNvGrpSpPr/>
          <p:nvPr/>
        </p:nvGrpSpPr>
        <p:grpSpPr>
          <a:xfrm>
            <a:off x="9396413" y="4885055"/>
            <a:ext cx="495300" cy="887413"/>
            <a:chOff x="4368" y="0"/>
            <a:chExt cx="1392" cy="1567"/>
          </a:xfrm>
        </p:grpSpPr>
        <p:grpSp>
          <p:nvGrpSpPr>
            <p:cNvPr id="48149" name="Group 239"/>
            <p:cNvGrpSpPr/>
            <p:nvPr/>
          </p:nvGrpSpPr>
          <p:grpSpPr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58640" name="Freeform 240"/>
              <p:cNvSpPr/>
              <p:nvPr/>
            </p:nvSpPr>
            <p:spPr bwMode="auto">
              <a:xfrm>
                <a:off x="4457" y="2462"/>
                <a:ext cx="897" cy="828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897" y="293"/>
                  </a:cxn>
                  <a:cxn ang="0">
                    <a:pos x="897" y="829"/>
                  </a:cxn>
                  <a:cxn ang="0">
                    <a:pos x="601" y="829"/>
                  </a:cxn>
                  <a:cxn ang="0">
                    <a:pos x="296" y="829"/>
                  </a:cxn>
                  <a:cxn ang="0">
                    <a:pos x="0" y="829"/>
                  </a:cxn>
                  <a:cxn ang="0">
                    <a:pos x="0" y="293"/>
                  </a:cxn>
                  <a:cxn ang="0">
                    <a:pos x="445" y="0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41" name="Freeform 241"/>
              <p:cNvSpPr/>
              <p:nvPr/>
            </p:nvSpPr>
            <p:spPr bwMode="auto">
              <a:xfrm>
                <a:off x="4368" y="2462"/>
                <a:ext cx="416" cy="289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416" y="32"/>
                  </a:cxn>
                  <a:cxn ang="0">
                    <a:pos x="416" y="27"/>
                  </a:cxn>
                  <a:cxn ang="0">
                    <a:pos x="416" y="19"/>
                  </a:cxn>
                  <a:cxn ang="0">
                    <a:pos x="416" y="9"/>
                  </a:cxn>
                  <a:cxn ang="0">
                    <a:pos x="416" y="0"/>
                  </a:cxn>
                  <a:cxn ang="0">
                    <a:pos x="0" y="254"/>
                  </a:cxn>
                  <a:cxn ang="0">
                    <a:pos x="0" y="288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42" name="Rectangle 242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43" name="Freeform 243"/>
              <p:cNvSpPr/>
              <p:nvPr/>
            </p:nvSpPr>
            <p:spPr bwMode="auto">
              <a:xfrm>
                <a:off x="4787" y="2169"/>
                <a:ext cx="241" cy="328"/>
              </a:xfrm>
              <a:custGeom>
                <a:avLst/>
                <a:gdLst/>
                <a:ahLst/>
                <a:cxnLst>
                  <a:cxn ang="0">
                    <a:pos x="242" y="327"/>
                  </a:cxn>
                  <a:cxn ang="0">
                    <a:pos x="242" y="0"/>
                  </a:cxn>
                  <a:cxn ang="0">
                    <a:pos x="0" y="0"/>
                  </a:cxn>
                  <a:cxn ang="0">
                    <a:pos x="0" y="321"/>
                  </a:cxn>
                  <a:cxn ang="0">
                    <a:pos x="116" y="240"/>
                  </a:cxn>
                  <a:cxn ang="0">
                    <a:pos x="242" y="327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44" name="Freeform 244"/>
              <p:cNvSpPr/>
              <p:nvPr/>
            </p:nvSpPr>
            <p:spPr bwMode="auto">
              <a:xfrm>
                <a:off x="4722" y="2016"/>
                <a:ext cx="361" cy="125"/>
              </a:xfrm>
              <a:custGeom>
                <a:avLst/>
                <a:gdLst/>
                <a:ahLst/>
                <a:cxnLst>
                  <a:cxn ang="0">
                    <a:pos x="181" y="0"/>
                  </a:cxn>
                  <a:cxn ang="0">
                    <a:pos x="0" y="126"/>
                  </a:cxn>
                  <a:cxn ang="0">
                    <a:pos x="361" y="126"/>
                  </a:cxn>
                  <a:cxn ang="0">
                    <a:pos x="181" y="0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45" name="Freeform 245"/>
              <p:cNvSpPr/>
              <p:nvPr/>
            </p:nvSpPr>
            <p:spPr bwMode="auto">
              <a:xfrm>
                <a:off x="5028" y="2469"/>
                <a:ext cx="412" cy="285"/>
              </a:xfrm>
              <a:custGeom>
                <a:avLst/>
                <a:gdLst/>
                <a:ahLst/>
                <a:cxnLst>
                  <a:cxn ang="0">
                    <a:pos x="413" y="287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0" y="17"/>
                  </a:cxn>
                  <a:cxn ang="0">
                    <a:pos x="0" y="9"/>
                  </a:cxn>
                  <a:cxn ang="0">
                    <a:pos x="0" y="0"/>
                  </a:cxn>
                  <a:cxn ang="0">
                    <a:pos x="413" y="253"/>
                  </a:cxn>
                  <a:cxn ang="0">
                    <a:pos x="413" y="287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46" name="Freeform 246"/>
              <p:cNvSpPr/>
              <p:nvPr/>
            </p:nvSpPr>
            <p:spPr bwMode="auto">
              <a:xfrm>
                <a:off x="4839" y="2209"/>
                <a:ext cx="127" cy="164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51" y="1"/>
                  </a:cxn>
                  <a:cxn ang="0">
                    <a:pos x="38" y="6"/>
                  </a:cxn>
                  <a:cxn ang="0">
                    <a:pos x="27" y="13"/>
                  </a:cxn>
                  <a:cxn ang="0">
                    <a:pos x="17" y="20"/>
                  </a:cxn>
                  <a:cxn ang="0">
                    <a:pos x="9" y="32"/>
                  </a:cxn>
                  <a:cxn ang="0">
                    <a:pos x="5" y="44"/>
                  </a:cxn>
                  <a:cxn ang="0">
                    <a:pos x="1" y="58"/>
                  </a:cxn>
                  <a:cxn ang="0">
                    <a:pos x="0" y="74"/>
                  </a:cxn>
                  <a:cxn ang="0">
                    <a:pos x="0" y="103"/>
                  </a:cxn>
                  <a:cxn ang="0">
                    <a:pos x="0" y="126"/>
                  </a:cxn>
                  <a:cxn ang="0">
                    <a:pos x="0" y="145"/>
                  </a:cxn>
                  <a:cxn ang="0">
                    <a:pos x="0" y="164"/>
                  </a:cxn>
                  <a:cxn ang="0">
                    <a:pos x="27" y="164"/>
                  </a:cxn>
                  <a:cxn ang="0">
                    <a:pos x="44" y="164"/>
                  </a:cxn>
                  <a:cxn ang="0">
                    <a:pos x="55" y="164"/>
                  </a:cxn>
                  <a:cxn ang="0">
                    <a:pos x="63" y="164"/>
                  </a:cxn>
                  <a:cxn ang="0">
                    <a:pos x="71" y="164"/>
                  </a:cxn>
                  <a:cxn ang="0">
                    <a:pos x="82" y="164"/>
                  </a:cxn>
                  <a:cxn ang="0">
                    <a:pos x="100" y="164"/>
                  </a:cxn>
                  <a:cxn ang="0">
                    <a:pos x="127" y="164"/>
                  </a:cxn>
                  <a:cxn ang="0">
                    <a:pos x="127" y="139"/>
                  </a:cxn>
                  <a:cxn ang="0">
                    <a:pos x="127" y="114"/>
                  </a:cxn>
                  <a:cxn ang="0">
                    <a:pos x="127" y="90"/>
                  </a:cxn>
                  <a:cxn ang="0">
                    <a:pos x="127" y="71"/>
                  </a:cxn>
                  <a:cxn ang="0">
                    <a:pos x="127" y="62"/>
                  </a:cxn>
                  <a:cxn ang="0">
                    <a:pos x="123" y="51"/>
                  </a:cxn>
                  <a:cxn ang="0">
                    <a:pos x="119" y="38"/>
                  </a:cxn>
                  <a:cxn ang="0">
                    <a:pos x="112" y="27"/>
                  </a:cxn>
                  <a:cxn ang="0">
                    <a:pos x="104" y="16"/>
                  </a:cxn>
                  <a:cxn ang="0">
                    <a:pos x="93" y="8"/>
                  </a:cxn>
                  <a:cxn ang="0">
                    <a:pos x="81" y="1"/>
                  </a:cxn>
                  <a:cxn ang="0">
                    <a:pos x="65" y="0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47" name="Rectangle 247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48" name="Freeform 248"/>
              <p:cNvSpPr/>
              <p:nvPr/>
            </p:nvSpPr>
            <p:spPr bwMode="auto">
              <a:xfrm>
                <a:off x="4736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49" name="Freeform 249"/>
              <p:cNvSpPr/>
              <p:nvPr/>
            </p:nvSpPr>
            <p:spPr bwMode="auto">
              <a:xfrm>
                <a:off x="4557" y="2822"/>
                <a:ext cx="186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0" name="Freeform 250"/>
              <p:cNvSpPr/>
              <p:nvPr/>
            </p:nvSpPr>
            <p:spPr bwMode="auto">
              <a:xfrm>
                <a:off x="4557" y="2829"/>
                <a:ext cx="14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1" name="Freeform 251"/>
              <p:cNvSpPr/>
              <p:nvPr/>
            </p:nvSpPr>
            <p:spPr bwMode="auto">
              <a:xfrm>
                <a:off x="4564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2" name="Freeform 252"/>
              <p:cNvSpPr/>
              <p:nvPr/>
            </p:nvSpPr>
            <p:spPr bwMode="auto">
              <a:xfrm>
                <a:off x="4567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3" name="Freeform 253"/>
              <p:cNvSpPr/>
              <p:nvPr/>
            </p:nvSpPr>
            <p:spPr bwMode="auto">
              <a:xfrm>
                <a:off x="4567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6" y="8"/>
                  </a:cxn>
                  <a:cxn ang="0">
                    <a:pos x="176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6" y="16"/>
                  </a:cxn>
                  <a:cxn ang="0">
                    <a:pos x="176" y="8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4" name="Freeform 254"/>
              <p:cNvSpPr/>
              <p:nvPr/>
            </p:nvSpPr>
            <p:spPr bwMode="auto">
              <a:xfrm>
                <a:off x="4643" y="2837"/>
                <a:ext cx="17" cy="300"/>
              </a:xfrm>
              <a:custGeom>
                <a:avLst/>
                <a:gdLst/>
                <a:ahLst/>
                <a:cxnLst>
                  <a:cxn ang="0">
                    <a:pos x="7" y="302"/>
                  </a:cxn>
                  <a:cxn ang="0">
                    <a:pos x="15" y="30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7" y="302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5" name="Freeform 255"/>
              <p:cNvSpPr/>
              <p:nvPr/>
            </p:nvSpPr>
            <p:spPr bwMode="auto">
              <a:xfrm>
                <a:off x="5241" y="2822"/>
                <a:ext cx="14" cy="321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8"/>
                  </a:cxn>
                  <a:cxn ang="0">
                    <a:pos x="0" y="320"/>
                  </a:cxn>
                  <a:cxn ang="0">
                    <a:pos x="16" y="320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0"/>
                  </a:cxn>
                  <a:cxn ang="0">
                    <a:pos x="8" y="0"/>
                  </a:cxn>
                  <a:cxn ang="0">
                    <a:pos x="8" y="16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6" name="Freeform 256"/>
              <p:cNvSpPr/>
              <p:nvPr/>
            </p:nvSpPr>
            <p:spPr bwMode="auto">
              <a:xfrm>
                <a:off x="5059" y="2822"/>
                <a:ext cx="189" cy="18"/>
              </a:xfrm>
              <a:custGeom>
                <a:avLst/>
                <a:gdLst/>
                <a:ahLst/>
                <a:cxnLst>
                  <a:cxn ang="0">
                    <a:pos x="16" y="8"/>
                  </a:cxn>
                  <a:cxn ang="0">
                    <a:pos x="8" y="16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8" y="0"/>
                  </a:cxn>
                  <a:cxn ang="0">
                    <a:pos x="0" y="0"/>
                  </a:cxn>
                  <a:cxn ang="0">
                    <a:pos x="0" y="8"/>
                  </a:cxn>
                  <a:cxn ang="0">
                    <a:pos x="16" y="8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7" name="Freeform 257"/>
              <p:cNvSpPr/>
              <p:nvPr/>
            </p:nvSpPr>
            <p:spPr bwMode="auto">
              <a:xfrm>
                <a:off x="5059" y="2829"/>
                <a:ext cx="17" cy="321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16" y="31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12"/>
                  </a:cxn>
                  <a:cxn ang="0">
                    <a:pos x="8" y="320"/>
                  </a:cxn>
                  <a:cxn ang="0">
                    <a:pos x="0" y="312"/>
                  </a:cxn>
                  <a:cxn ang="0">
                    <a:pos x="0" y="320"/>
                  </a:cxn>
                  <a:cxn ang="0">
                    <a:pos x="8" y="320"/>
                  </a:cxn>
                  <a:cxn ang="0">
                    <a:pos x="8" y="304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8" name="Freeform 258"/>
              <p:cNvSpPr/>
              <p:nvPr/>
            </p:nvSpPr>
            <p:spPr bwMode="auto">
              <a:xfrm>
                <a:off x="5069" y="3136"/>
                <a:ext cx="186" cy="14"/>
              </a:xfrm>
              <a:custGeom>
                <a:avLst/>
                <a:gdLst/>
                <a:ahLst/>
                <a:cxnLst>
                  <a:cxn ang="0">
                    <a:pos x="171" y="8"/>
                  </a:cxn>
                  <a:cxn ang="0">
                    <a:pos x="179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9" y="16"/>
                  </a:cxn>
                  <a:cxn ang="0">
                    <a:pos x="187" y="8"/>
                  </a:cxn>
                  <a:cxn ang="0">
                    <a:pos x="179" y="16"/>
                  </a:cxn>
                  <a:cxn ang="0">
                    <a:pos x="187" y="16"/>
                  </a:cxn>
                  <a:cxn ang="0">
                    <a:pos x="187" y="8"/>
                  </a:cxn>
                  <a:cxn ang="0">
                    <a:pos x="171" y="8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9" name="Freeform 259"/>
              <p:cNvSpPr/>
              <p:nvPr/>
            </p:nvSpPr>
            <p:spPr bwMode="auto">
              <a:xfrm>
                <a:off x="5069" y="2915"/>
                <a:ext cx="175" cy="14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0" name="Freeform 260"/>
              <p:cNvSpPr/>
              <p:nvPr/>
            </p:nvSpPr>
            <p:spPr bwMode="auto">
              <a:xfrm>
                <a:off x="5069" y="3026"/>
                <a:ext cx="175" cy="18"/>
              </a:xfrm>
              <a:custGeom>
                <a:avLst/>
                <a:gdLst/>
                <a:ahLst/>
                <a:cxnLst>
                  <a:cxn ang="0">
                    <a:pos x="175" y="8"/>
                  </a:cxn>
                  <a:cxn ang="0">
                    <a:pos x="175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75" y="16"/>
                  </a:cxn>
                  <a:cxn ang="0">
                    <a:pos x="175" y="8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1" name="Freeform 261"/>
              <p:cNvSpPr/>
              <p:nvPr/>
            </p:nvSpPr>
            <p:spPr bwMode="auto">
              <a:xfrm>
                <a:off x="5148" y="2837"/>
                <a:ext cx="14" cy="300"/>
              </a:xfrm>
              <a:custGeom>
                <a:avLst/>
                <a:gdLst/>
                <a:ahLst/>
                <a:cxnLst>
                  <a:cxn ang="0">
                    <a:pos x="8" y="302"/>
                  </a:cxn>
                  <a:cxn ang="0">
                    <a:pos x="16" y="302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302"/>
                  </a:cxn>
                  <a:cxn ang="0">
                    <a:pos x="8" y="302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2" name="Freeform 262"/>
              <p:cNvSpPr/>
              <p:nvPr/>
            </p:nvSpPr>
            <p:spPr bwMode="auto">
              <a:xfrm>
                <a:off x="4849" y="2237"/>
                <a:ext cx="103" cy="111"/>
              </a:xfrm>
              <a:custGeom>
                <a:avLst/>
                <a:gdLst/>
                <a:ahLst/>
                <a:cxnLst>
                  <a:cxn ang="0">
                    <a:pos x="59" y="112"/>
                  </a:cxn>
                  <a:cxn ang="0">
                    <a:pos x="76" y="112"/>
                  </a:cxn>
                  <a:cxn ang="0">
                    <a:pos x="89" y="109"/>
                  </a:cxn>
                  <a:cxn ang="0">
                    <a:pos x="99" y="107"/>
                  </a:cxn>
                  <a:cxn ang="0">
                    <a:pos x="102" y="104"/>
                  </a:cxn>
                  <a:cxn ang="0">
                    <a:pos x="103" y="103"/>
                  </a:cxn>
                  <a:cxn ang="0">
                    <a:pos x="103" y="98"/>
                  </a:cxn>
                  <a:cxn ang="0">
                    <a:pos x="100" y="88"/>
                  </a:cxn>
                  <a:cxn ang="0">
                    <a:pos x="97" y="79"/>
                  </a:cxn>
                  <a:cxn ang="0">
                    <a:pos x="95" y="73"/>
                  </a:cxn>
                  <a:cxn ang="0">
                    <a:pos x="95" y="68"/>
                  </a:cxn>
                  <a:cxn ang="0">
                    <a:pos x="94" y="66"/>
                  </a:cxn>
                  <a:cxn ang="0">
                    <a:pos x="92" y="60"/>
                  </a:cxn>
                  <a:cxn ang="0">
                    <a:pos x="91" y="50"/>
                  </a:cxn>
                  <a:cxn ang="0">
                    <a:pos x="91" y="42"/>
                  </a:cxn>
                  <a:cxn ang="0">
                    <a:pos x="91" y="41"/>
                  </a:cxn>
                  <a:cxn ang="0">
                    <a:pos x="89" y="33"/>
                  </a:cxn>
                  <a:cxn ang="0">
                    <a:pos x="89" y="22"/>
                  </a:cxn>
                  <a:cxn ang="0">
                    <a:pos x="87" y="9"/>
                  </a:cxn>
                  <a:cxn ang="0">
                    <a:pos x="75" y="1"/>
                  </a:cxn>
                  <a:cxn ang="0">
                    <a:pos x="59" y="0"/>
                  </a:cxn>
                  <a:cxn ang="0">
                    <a:pos x="45" y="3"/>
                  </a:cxn>
                  <a:cxn ang="0">
                    <a:pos x="38" y="14"/>
                  </a:cxn>
                  <a:cxn ang="0">
                    <a:pos x="34" y="25"/>
                  </a:cxn>
                  <a:cxn ang="0">
                    <a:pos x="30" y="31"/>
                  </a:cxn>
                  <a:cxn ang="0">
                    <a:pos x="30" y="33"/>
                  </a:cxn>
                  <a:cxn ang="0">
                    <a:pos x="27" y="39"/>
                  </a:cxn>
                  <a:cxn ang="0">
                    <a:pos x="23" y="49"/>
                  </a:cxn>
                  <a:cxn ang="0">
                    <a:pos x="19" y="54"/>
                  </a:cxn>
                  <a:cxn ang="0">
                    <a:pos x="19" y="55"/>
                  </a:cxn>
                  <a:cxn ang="0">
                    <a:pos x="16" y="58"/>
                  </a:cxn>
                  <a:cxn ang="0">
                    <a:pos x="11" y="63"/>
                  </a:cxn>
                  <a:cxn ang="0">
                    <a:pos x="5" y="73"/>
                  </a:cxn>
                  <a:cxn ang="0">
                    <a:pos x="0" y="82"/>
                  </a:cxn>
                  <a:cxn ang="0">
                    <a:pos x="0" y="87"/>
                  </a:cxn>
                  <a:cxn ang="0">
                    <a:pos x="0" y="88"/>
                  </a:cxn>
                  <a:cxn ang="0">
                    <a:pos x="7" y="93"/>
                  </a:cxn>
                  <a:cxn ang="0">
                    <a:pos x="29" y="106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3" name="Freeform 263"/>
              <p:cNvSpPr/>
              <p:nvPr/>
            </p:nvSpPr>
            <p:spPr bwMode="auto">
              <a:xfrm>
                <a:off x="4849" y="2316"/>
                <a:ext cx="103" cy="29"/>
              </a:xfrm>
              <a:custGeom>
                <a:avLst/>
                <a:gdLst/>
                <a:ahLst/>
                <a:cxnLst>
                  <a:cxn ang="0">
                    <a:pos x="40" y="3"/>
                  </a:cxn>
                  <a:cxn ang="0">
                    <a:pos x="49" y="5"/>
                  </a:cxn>
                  <a:cxn ang="0">
                    <a:pos x="59" y="6"/>
                  </a:cxn>
                  <a:cxn ang="0">
                    <a:pos x="67" y="8"/>
                  </a:cxn>
                  <a:cxn ang="0">
                    <a:pos x="75" y="11"/>
                  </a:cxn>
                  <a:cxn ang="0">
                    <a:pos x="83" y="14"/>
                  </a:cxn>
                  <a:cxn ang="0">
                    <a:pos x="89" y="17"/>
                  </a:cxn>
                  <a:cxn ang="0">
                    <a:pos x="95" y="22"/>
                  </a:cxn>
                  <a:cxn ang="0">
                    <a:pos x="100" y="27"/>
                  </a:cxn>
                  <a:cxn ang="0">
                    <a:pos x="102" y="25"/>
                  </a:cxn>
                  <a:cxn ang="0">
                    <a:pos x="102" y="24"/>
                  </a:cxn>
                  <a:cxn ang="0">
                    <a:pos x="103" y="24"/>
                  </a:cxn>
                  <a:cxn ang="0">
                    <a:pos x="103" y="22"/>
                  </a:cxn>
                  <a:cxn ang="0">
                    <a:pos x="94" y="14"/>
                  </a:cxn>
                  <a:cxn ang="0">
                    <a:pos x="81" y="9"/>
                  </a:cxn>
                  <a:cxn ang="0">
                    <a:pos x="68" y="5"/>
                  </a:cxn>
                  <a:cxn ang="0">
                    <a:pos x="53" y="1"/>
                  </a:cxn>
                  <a:cxn ang="0">
                    <a:pos x="38" y="0"/>
                  </a:cxn>
                  <a:cxn ang="0">
                    <a:pos x="24" y="0"/>
                  </a:cxn>
                  <a:cxn ang="0">
                    <a:pos x="11" y="1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9"/>
                  </a:cxn>
                  <a:cxn ang="0">
                    <a:pos x="2" y="9"/>
                  </a:cxn>
                  <a:cxn ang="0">
                    <a:pos x="10" y="6"/>
                  </a:cxn>
                  <a:cxn ang="0">
                    <a:pos x="18" y="5"/>
                  </a:cxn>
                  <a:cxn ang="0">
                    <a:pos x="27" y="3"/>
                  </a:cxn>
                  <a:cxn ang="0">
                    <a:pos x="37" y="3"/>
                  </a:cxn>
                  <a:cxn ang="0">
                    <a:pos x="35" y="5"/>
                  </a:cxn>
                  <a:cxn ang="0">
                    <a:pos x="35" y="6"/>
                  </a:cxn>
                  <a:cxn ang="0">
                    <a:pos x="35" y="8"/>
                  </a:cxn>
                  <a:cxn ang="0">
                    <a:pos x="34" y="9"/>
                  </a:cxn>
                  <a:cxn ang="0">
                    <a:pos x="30" y="9"/>
                  </a:cxn>
                  <a:cxn ang="0">
                    <a:pos x="27" y="11"/>
                  </a:cxn>
                  <a:cxn ang="0">
                    <a:pos x="26" y="14"/>
                  </a:cxn>
                  <a:cxn ang="0">
                    <a:pos x="24" y="16"/>
                  </a:cxn>
                  <a:cxn ang="0">
                    <a:pos x="24" y="17"/>
                  </a:cxn>
                  <a:cxn ang="0">
                    <a:pos x="24" y="20"/>
                  </a:cxn>
                  <a:cxn ang="0">
                    <a:pos x="24" y="24"/>
                  </a:cxn>
                  <a:cxn ang="0">
                    <a:pos x="26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7" y="27"/>
                  </a:cxn>
                  <a:cxn ang="0">
                    <a:pos x="29" y="27"/>
                  </a:cxn>
                  <a:cxn ang="0">
                    <a:pos x="29" y="28"/>
                  </a:cxn>
                  <a:cxn ang="0">
                    <a:pos x="30" y="28"/>
                  </a:cxn>
                  <a:cxn ang="0">
                    <a:pos x="30" y="28"/>
                  </a:cxn>
                  <a:cxn ang="0">
                    <a:pos x="32" y="28"/>
                  </a:cxn>
                  <a:cxn ang="0">
                    <a:pos x="35" y="28"/>
                  </a:cxn>
                  <a:cxn ang="0">
                    <a:pos x="38" y="25"/>
                  </a:cxn>
                  <a:cxn ang="0">
                    <a:pos x="40" y="24"/>
                  </a:cxn>
                  <a:cxn ang="0">
                    <a:pos x="40" y="22"/>
                  </a:cxn>
                  <a:cxn ang="0">
                    <a:pos x="42" y="19"/>
                  </a:cxn>
                  <a:cxn ang="0">
                    <a:pos x="42" y="16"/>
                  </a:cxn>
                  <a:cxn ang="0">
                    <a:pos x="40" y="12"/>
                  </a:cxn>
                  <a:cxn ang="0">
                    <a:pos x="37" y="11"/>
                  </a:cxn>
                  <a:cxn ang="0">
                    <a:pos x="38" y="9"/>
                  </a:cxn>
                  <a:cxn ang="0">
                    <a:pos x="38" y="6"/>
                  </a:cxn>
                  <a:cxn ang="0">
                    <a:pos x="38" y="5"/>
                  </a:cxn>
                  <a:cxn ang="0">
                    <a:pos x="40" y="3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4" name="Freeform 264"/>
              <p:cNvSpPr/>
              <p:nvPr/>
            </p:nvSpPr>
            <p:spPr bwMode="auto">
              <a:xfrm>
                <a:off x="4877" y="2341"/>
                <a:ext cx="3" cy="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6" y="1"/>
                  </a:cxn>
                  <a:cxn ang="0">
                    <a:pos x="6" y="3"/>
                  </a:cxn>
                  <a:cxn ang="0">
                    <a:pos x="6" y="3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1" y="6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5" name="Freeform 265"/>
              <p:cNvSpPr/>
              <p:nvPr/>
            </p:nvSpPr>
            <p:spPr bwMode="auto">
              <a:xfrm>
                <a:off x="4997" y="2819"/>
                <a:ext cx="17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0" y="0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6" name="Freeform 266"/>
              <p:cNvSpPr/>
              <p:nvPr/>
            </p:nvSpPr>
            <p:spPr bwMode="auto">
              <a:xfrm>
                <a:off x="4804" y="2726"/>
                <a:ext cx="210" cy="93"/>
              </a:xfrm>
              <a:custGeom>
                <a:avLst/>
                <a:gdLst/>
                <a:ahLst/>
                <a:cxnLst>
                  <a:cxn ang="0">
                    <a:pos x="16" y="94"/>
                  </a:cxn>
                  <a:cxn ang="0">
                    <a:pos x="16" y="94"/>
                  </a:cxn>
                  <a:cxn ang="0">
                    <a:pos x="23" y="59"/>
                  </a:cxn>
                  <a:cxn ang="0">
                    <a:pos x="43" y="35"/>
                  </a:cxn>
                  <a:cxn ang="0">
                    <a:pos x="72" y="21"/>
                  </a:cxn>
                  <a:cxn ang="0">
                    <a:pos x="107" y="16"/>
                  </a:cxn>
                  <a:cxn ang="0">
                    <a:pos x="140" y="21"/>
                  </a:cxn>
                  <a:cxn ang="0">
                    <a:pos x="168" y="37"/>
                  </a:cxn>
                  <a:cxn ang="0">
                    <a:pos x="189" y="60"/>
                  </a:cxn>
                  <a:cxn ang="0">
                    <a:pos x="195" y="94"/>
                  </a:cxn>
                  <a:cxn ang="0">
                    <a:pos x="211" y="94"/>
                  </a:cxn>
                  <a:cxn ang="0">
                    <a:pos x="202" y="54"/>
                  </a:cxn>
                  <a:cxn ang="0">
                    <a:pos x="178" y="24"/>
                  </a:cxn>
                  <a:cxn ang="0">
                    <a:pos x="143" y="5"/>
                  </a:cxn>
                  <a:cxn ang="0">
                    <a:pos x="107" y="0"/>
                  </a:cxn>
                  <a:cxn ang="0">
                    <a:pos x="69" y="5"/>
                  </a:cxn>
                  <a:cxn ang="0">
                    <a:pos x="34" y="23"/>
                  </a:cxn>
                  <a:cxn ang="0">
                    <a:pos x="10" y="53"/>
                  </a:cxn>
                  <a:cxn ang="0">
                    <a:pos x="0" y="94"/>
                  </a:cxn>
                  <a:cxn ang="0">
                    <a:pos x="0" y="94"/>
                  </a:cxn>
                  <a:cxn ang="0">
                    <a:pos x="16" y="94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7" name="Freeform 267"/>
              <p:cNvSpPr/>
              <p:nvPr/>
            </p:nvSpPr>
            <p:spPr bwMode="auto">
              <a:xfrm>
                <a:off x="4804" y="2819"/>
                <a:ext cx="14" cy="21"/>
              </a:xfrm>
              <a:custGeom>
                <a:avLst/>
                <a:gdLst/>
                <a:ahLst/>
                <a:cxnLst>
                  <a:cxn ang="0">
                    <a:pos x="8" y="8"/>
                  </a:cxn>
                  <a:cxn ang="0">
                    <a:pos x="8" y="15"/>
                  </a:cxn>
                  <a:cxn ang="0">
                    <a:pos x="16" y="15"/>
                  </a:cxn>
                  <a:cxn ang="0">
                    <a:pos x="16" y="14"/>
                  </a:cxn>
                  <a:cxn ang="0">
                    <a:pos x="16" y="9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14"/>
                  </a:cxn>
                  <a:cxn ang="0">
                    <a:pos x="0" y="15"/>
                  </a:cxn>
                  <a:cxn ang="0">
                    <a:pos x="8" y="15"/>
                  </a:cxn>
                  <a:cxn ang="0">
                    <a:pos x="8" y="23"/>
                  </a:cxn>
                  <a:cxn ang="0">
                    <a:pos x="0" y="15"/>
                  </a:cxn>
                  <a:cxn ang="0">
                    <a:pos x="0" y="23"/>
                  </a:cxn>
                  <a:cxn ang="0">
                    <a:pos x="8" y="23"/>
                  </a:cxn>
                  <a:cxn ang="0">
                    <a:pos x="8" y="8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8" name="Freeform 268"/>
              <p:cNvSpPr/>
              <p:nvPr/>
            </p:nvSpPr>
            <p:spPr bwMode="auto">
              <a:xfrm>
                <a:off x="4811" y="2826"/>
                <a:ext cx="203" cy="14"/>
              </a:xfrm>
              <a:custGeom>
                <a:avLst/>
                <a:gdLst/>
                <a:ahLst/>
                <a:cxnLst>
                  <a:cxn ang="0">
                    <a:pos x="187" y="7"/>
                  </a:cxn>
                  <a:cxn ang="0">
                    <a:pos x="195" y="0"/>
                  </a:cxn>
                  <a:cxn ang="0">
                    <a:pos x="0" y="0"/>
                  </a:cxn>
                  <a:cxn ang="0">
                    <a:pos x="0" y="15"/>
                  </a:cxn>
                  <a:cxn ang="0">
                    <a:pos x="195" y="15"/>
                  </a:cxn>
                  <a:cxn ang="0">
                    <a:pos x="203" y="7"/>
                  </a:cxn>
                  <a:cxn ang="0">
                    <a:pos x="195" y="15"/>
                  </a:cxn>
                  <a:cxn ang="0">
                    <a:pos x="203" y="15"/>
                  </a:cxn>
                  <a:cxn ang="0">
                    <a:pos x="203" y="7"/>
                  </a:cxn>
                  <a:cxn ang="0">
                    <a:pos x="187" y="7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69" name="Freeform 269"/>
              <p:cNvSpPr/>
              <p:nvPr/>
            </p:nvSpPr>
            <p:spPr bwMode="auto">
              <a:xfrm>
                <a:off x="4901" y="2733"/>
                <a:ext cx="14" cy="100"/>
              </a:xfrm>
              <a:custGeom>
                <a:avLst/>
                <a:gdLst/>
                <a:ahLst/>
                <a:cxnLst>
                  <a:cxn ang="0">
                    <a:pos x="8" y="101"/>
                  </a:cxn>
                  <a:cxn ang="0">
                    <a:pos x="16" y="101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101"/>
                  </a:cxn>
                  <a:cxn ang="0">
                    <a:pos x="8" y="10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70" name="Freeform 270"/>
              <p:cNvSpPr/>
              <p:nvPr/>
            </p:nvSpPr>
            <p:spPr bwMode="auto">
              <a:xfrm>
                <a:off x="4904" y="2755"/>
                <a:ext cx="86" cy="86"/>
              </a:xfrm>
              <a:custGeom>
                <a:avLst/>
                <a:gdLst/>
                <a:ahLst/>
                <a:cxnLst>
                  <a:cxn ang="0">
                    <a:pos x="5" y="79"/>
                  </a:cxn>
                  <a:cxn ang="0">
                    <a:pos x="10" y="84"/>
                  </a:cxn>
                  <a:cxn ang="0">
                    <a:pos x="87" y="10"/>
                  </a:cxn>
                  <a:cxn ang="0">
                    <a:pos x="78" y="0"/>
                  </a:cxn>
                  <a:cxn ang="0">
                    <a:pos x="0" y="75"/>
                  </a:cxn>
                  <a:cxn ang="0">
                    <a:pos x="5" y="79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71" name="Freeform 271"/>
              <p:cNvSpPr/>
              <p:nvPr/>
            </p:nvSpPr>
            <p:spPr bwMode="auto">
              <a:xfrm>
                <a:off x="4828" y="2755"/>
                <a:ext cx="86" cy="86"/>
              </a:xfrm>
              <a:custGeom>
                <a:avLst/>
                <a:gdLst/>
                <a:ahLst/>
                <a:cxnLst>
                  <a:cxn ang="0">
                    <a:pos x="78" y="80"/>
                  </a:cxn>
                  <a:cxn ang="0">
                    <a:pos x="83" y="76"/>
                  </a:cxn>
                  <a:cxn ang="0">
                    <a:pos x="10" y="0"/>
                  </a:cxn>
                  <a:cxn ang="0">
                    <a:pos x="0" y="9"/>
                  </a:cxn>
                  <a:cxn ang="0">
                    <a:pos x="73" y="85"/>
                  </a:cxn>
                  <a:cxn ang="0">
                    <a:pos x="78" y="80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8150" name="Text Box 272"/>
            <p:cNvSpPr txBox="1"/>
            <p:nvPr/>
          </p:nvSpPr>
          <p:spPr>
            <a:xfrm>
              <a:off x="4729" y="650"/>
              <a:ext cx="518" cy="9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8144" name="Text Box 273"/>
          <p:cNvSpPr txBox="1"/>
          <p:nvPr/>
        </p:nvSpPr>
        <p:spPr>
          <a:xfrm>
            <a:off x="2619375" y="1691005"/>
            <a:ext cx="6048375" cy="663575"/>
          </a:xfrm>
          <a:prstGeom prst="rect">
            <a:avLst/>
          </a:prstGeom>
          <a:solidFill>
            <a:srgbClr val="FFFF99"/>
          </a:solidFill>
          <a:ln w="38100" cap="flat" cmpd="sng">
            <a:solidFill>
              <a:srgbClr val="0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实际传送的是数组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第一个元素的地址</a:t>
            </a:r>
          </a:p>
        </p:txBody>
      </p:sp>
      <p:sp>
        <p:nvSpPr>
          <p:cNvPr id="358681" name="Line 281"/>
          <p:cNvSpPr>
            <a:spLocks noChangeShapeType="1"/>
          </p:cNvSpPr>
          <p:nvPr/>
        </p:nvSpPr>
        <p:spPr bwMode="auto">
          <a:xfrm>
            <a:off x="8739188" y="4989830"/>
            <a:ext cx="457200" cy="0"/>
          </a:xfrm>
          <a:prstGeom prst="line">
            <a:avLst/>
          </a:prstGeom>
          <a:noFill/>
          <a:ln w="57150" cap="sq">
            <a:solidFill>
              <a:srgbClr val="FF0066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58682" name="Text Box 282"/>
          <p:cNvSpPr txBox="1"/>
          <p:nvPr/>
        </p:nvSpPr>
        <p:spPr>
          <a:xfrm>
            <a:off x="6623050" y="4656455"/>
            <a:ext cx="2016125" cy="663575"/>
          </a:xfrm>
          <a:prstGeom prst="rect">
            <a:avLst/>
          </a:prstGeom>
          <a:solidFill>
            <a:srgbClr val="FFFF99"/>
          </a:solidFill>
          <a:ln w="38100" cap="flat" cmpd="sng">
            <a:solidFill>
              <a:srgbClr val="0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Courier New" panose="02070309020205020404" pitchFamily="49" charset="0"/>
                <a:ea typeface="楷体_GB2312" pitchFamily="49" charset="-122"/>
              </a:rPr>
              <a:t>偏移</a:t>
            </a:r>
            <a:r>
              <a:rPr lang="en-US" altLang="zh-CN" sz="2800" b="1" dirty="0">
                <a:solidFill>
                  <a:srgbClr val="000066"/>
                </a:solidFill>
                <a:latin typeface="Courier New" panose="02070309020205020404" pitchFamily="49" charset="0"/>
                <a:ea typeface="楷体_GB2312" pitchFamily="49" charset="-122"/>
              </a:rPr>
              <a:t>1*3+2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108710" y="2872105"/>
            <a:ext cx="7437755" cy="12807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marR="0" lvl="0" indent="-285750" algn="l" defTabSz="914400" rtl="0" eaLnBrk="1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Wingdings" panose="05000000000000000000" charset="0"/>
              <a:buChar char="l"/>
              <a:defRPr/>
            </a:pPr>
            <a:r>
              <a:rPr lang="zh-CN" altLang="en-US" b="1" kern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在声明二维数组形参时，不能省略数组第二维的长度（列数）</a:t>
            </a:r>
            <a:r>
              <a:rPr lang="en-US" altLang="zh-CN" b="1" kern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 </a:t>
            </a:r>
          </a:p>
          <a:p>
            <a:pPr marL="285750" marR="0" lvl="0" indent="-285750" algn="l" defTabSz="914400" rtl="0" eaLnBrk="1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Wingdings" panose="05000000000000000000" charset="0"/>
              <a:buChar char="l"/>
              <a:defRPr/>
            </a:pPr>
            <a:r>
              <a:rPr lang="zh-CN" altLang="en-US" b="1" kern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元素</a:t>
            </a:r>
            <a:r>
              <a:rPr lang="en-US" altLang="zh-CN" b="1" kern="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a[i][j]</a:t>
            </a:r>
            <a:r>
              <a:rPr lang="zh-CN" altLang="en-US" b="1" kern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在数组</a:t>
            </a:r>
            <a:r>
              <a:rPr lang="en-US" altLang="zh-CN" b="1" kern="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a</a:t>
            </a:r>
            <a:r>
              <a:rPr lang="zh-CN" altLang="en-US" b="1" kern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中的位置是：</a:t>
            </a:r>
            <a:r>
              <a:rPr lang="en-US" altLang="zh-CN" b="1" kern="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 i * N + j</a:t>
            </a:r>
            <a:r>
              <a:rPr lang="en-US" altLang="zh-CN" b="1" kern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 </a:t>
            </a:r>
          </a:p>
          <a:p>
            <a:pPr marL="285750" marR="0" lvl="0" indent="-285750" algn="l" defTabSz="914400" rtl="0" eaLnBrk="1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Wingdings" panose="05000000000000000000" charset="0"/>
              <a:buChar char="l"/>
              <a:defRPr/>
            </a:pPr>
            <a:r>
              <a:rPr lang="zh-CN" altLang="en-US" b="1" kern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元素地址： 首地址  </a:t>
            </a:r>
            <a:r>
              <a:rPr lang="en-US" altLang="zh-CN" b="1" kern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+  </a:t>
            </a:r>
            <a:r>
              <a:rPr lang="zh-CN" altLang="en-US" b="1" kern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偏移量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8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82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任务四 向函数传递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二维</a:t>
            </a:r>
            <a:r>
              <a:rPr lang="zh-CN" altLang="en-US">
                <a:sym typeface="+mn-ea"/>
              </a:rPr>
              <a:t>数组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计算学生的平均分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70" y="2644775"/>
            <a:ext cx="4998720" cy="27127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70" y="194310"/>
            <a:ext cx="5372100" cy="6469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任务五 指针概念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250" y="4812665"/>
            <a:ext cx="7574915" cy="1412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1571625"/>
            <a:ext cx="7574280" cy="3061970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12418" y="2094230"/>
            <a:ext cx="3962400" cy="36957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任务六 交换数据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指针变量</a:t>
            </a:r>
            <a:r>
              <a:rPr lang="zh-CN" altLang="en-US">
                <a:solidFill>
                  <a:srgbClr val="FF0000"/>
                </a:solidFill>
              </a:rPr>
              <a:t>指向对象</a:t>
            </a:r>
            <a:r>
              <a:rPr lang="zh-CN" altLang="en-US"/>
              <a:t>交换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970" y="3050540"/>
            <a:ext cx="6385560" cy="2103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55" y="2549525"/>
            <a:ext cx="5362575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任务六 交换数据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指针变量</a:t>
            </a:r>
            <a:r>
              <a:rPr lang="zh-CN" altLang="en-US">
                <a:solidFill>
                  <a:srgbClr val="FF0000"/>
                </a:solidFill>
              </a:rPr>
              <a:t>自身</a:t>
            </a:r>
            <a:r>
              <a:rPr lang="zh-CN" altLang="en-US"/>
              <a:t>交换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855" y="2989580"/>
            <a:ext cx="6294120" cy="22174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" y="2549525"/>
            <a:ext cx="5506085" cy="3097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任务六 交换数据（用函数与不用函数）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指针变量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指向对象</a:t>
            </a:r>
            <a:r>
              <a:rPr lang="zh-CN" altLang="en-US">
                <a:sym typeface="+mn-ea"/>
              </a:rPr>
              <a:t>交换之函数版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700" y="3444875"/>
            <a:ext cx="6355080" cy="1973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" y="2527300"/>
            <a:ext cx="5282565" cy="38087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任务六 交换数据（</a:t>
            </a:r>
            <a:r>
              <a:rPr lang="zh-CN" altLang="en-US"/>
              <a:t>用函数）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指针变量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自身</a:t>
            </a:r>
            <a:r>
              <a:rPr lang="zh-CN" altLang="en-US">
                <a:sym typeface="+mn-ea"/>
              </a:rPr>
              <a:t>交换之函数版</a:t>
            </a:r>
            <a:r>
              <a:rPr lang="en-US" altLang="zh-CN">
                <a:sym typeface="+mn-ea"/>
              </a:rPr>
              <a:t>——</a:t>
            </a:r>
            <a:r>
              <a:rPr lang="zh-CN" altLang="en-US" u="sng">
                <a:solidFill>
                  <a:srgbClr val="FF0000"/>
                </a:solidFill>
                <a:sym typeface="+mn-ea"/>
              </a:rPr>
              <a:t>错误</a:t>
            </a:r>
            <a:r>
              <a:rPr lang="en-US" altLang="zh-CN" u="sng">
                <a:solidFill>
                  <a:srgbClr val="FF0000"/>
                </a:solidFill>
                <a:sym typeface="+mn-ea"/>
              </a:rPr>
              <a:t>!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665" y="3581400"/>
            <a:ext cx="6347460" cy="20497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85" y="2426335"/>
            <a:ext cx="5460365" cy="39128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任务七 函数返回指针之一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39215"/>
            <a:ext cx="10515600" cy="4351338"/>
          </a:xfrm>
        </p:spPr>
        <p:txBody>
          <a:bodyPr/>
          <a:lstStyle/>
          <a:p>
            <a:r>
              <a:rPr lang="zh-CN" altLang="en-US"/>
              <a:t>危险！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07260"/>
            <a:ext cx="4074795" cy="33140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180" y="2931160"/>
            <a:ext cx="4823460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任务八 想通过</a:t>
            </a:r>
            <a:r>
              <a:rPr lang="zh-CN" altLang="en-US" dirty="0">
                <a:sym typeface="+mn-ea"/>
              </a:rPr>
              <a:t>函数</a:t>
            </a:r>
            <a:r>
              <a:rPr lang="zh-CN" altLang="en-US" dirty="0"/>
              <a:t>返回更多值</a:t>
            </a:r>
            <a:r>
              <a:rPr lang="en-US" altLang="zh-CN" dirty="0"/>
              <a:t>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39215"/>
            <a:ext cx="10515600" cy="4351338"/>
          </a:xfrm>
        </p:spPr>
        <p:txBody>
          <a:bodyPr/>
          <a:lstStyle/>
          <a:p>
            <a:r>
              <a:rPr lang="zh-CN" altLang="en-US"/>
              <a:t>获取最高分和学号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730" y="3519805"/>
            <a:ext cx="6003925" cy="2070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70" y="1813560"/>
            <a:ext cx="5532120" cy="4922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任务九 </a:t>
            </a:r>
            <a:r>
              <a:rPr lang="zh-CN" altLang="en-US" dirty="0"/>
              <a:t>函数返回数组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9055"/>
            <a:ext cx="10515600" cy="4351338"/>
          </a:xfrm>
        </p:spPr>
        <p:txBody>
          <a:bodyPr/>
          <a:lstStyle/>
          <a:p>
            <a:r>
              <a:rPr lang="zh-CN" altLang="en-US" sz="1800"/>
              <a:t>C 语言不允许函数返回一个完整的数组，但可以通过</a:t>
            </a:r>
            <a:r>
              <a:rPr lang="zh-CN" altLang="en-US" sz="1800">
                <a:solidFill>
                  <a:srgbClr val="FF0000"/>
                </a:solidFill>
              </a:rPr>
              <a:t>数组名</a:t>
            </a:r>
            <a:r>
              <a:rPr lang="zh-CN" altLang="en-US" sz="1800"/>
              <a:t>来返回一个指向数组的指针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885" y="2240280"/>
            <a:ext cx="4434840" cy="40614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75" y="1763395"/>
            <a:ext cx="4021455" cy="50145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宽屏</PresentationFormat>
  <Paragraphs>37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Courier New</vt:lpstr>
      <vt:lpstr>Times New Roman</vt:lpstr>
      <vt:lpstr>Wingdings</vt:lpstr>
      <vt:lpstr>Office 主题​​</vt:lpstr>
      <vt:lpstr>        计算机与程序设计基础（C）           实验课堂       第四讲 数组与指针（1）</vt:lpstr>
      <vt:lpstr>任务一 数组定义和初始化</vt:lpstr>
      <vt:lpstr>任务二 冒泡法排序</vt:lpstr>
      <vt:lpstr>任务三 向函数传递一维数组</vt:lpstr>
      <vt:lpstr> 向函数传递二维数组</vt:lpstr>
      <vt:lpstr>任务四 向函数传递二维数组</vt:lpstr>
      <vt:lpstr>任务五 指针概念</vt:lpstr>
      <vt:lpstr>任务六 交换数据</vt:lpstr>
      <vt:lpstr>任务六 交换数据</vt:lpstr>
      <vt:lpstr>任务六 交换数据（用函数与不用函数）</vt:lpstr>
      <vt:lpstr>任务六 交换数据（用函数）</vt:lpstr>
      <vt:lpstr>任务七 函数返回指针之一</vt:lpstr>
      <vt:lpstr>任务八 想通过函数返回更多值?</vt:lpstr>
      <vt:lpstr>任务九 函数返回数组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C程序设计</dc:title>
  <dc:creator>zi jin</dc:creator>
  <cp:lastModifiedBy>yuanjie shao</cp:lastModifiedBy>
  <cp:revision>241</cp:revision>
  <dcterms:created xsi:type="dcterms:W3CDTF">2017-08-03T06:51:00Z</dcterms:created>
  <dcterms:modified xsi:type="dcterms:W3CDTF">2023-11-25T01:36:15Z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598F22CEB40A4FFEA6A52604817B1900</vt:lpwstr>
  </property>
</Properties>
</file>