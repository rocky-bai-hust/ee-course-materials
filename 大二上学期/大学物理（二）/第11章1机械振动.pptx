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592" r:id="rId2"/>
    <p:sldId id="593" r:id="rId3"/>
    <p:sldId id="561" r:id="rId4"/>
    <p:sldId id="257" r:id="rId5"/>
    <p:sldId id="644" r:id="rId6"/>
    <p:sldId id="553" r:id="rId7"/>
    <p:sldId id="587" r:id="rId8"/>
    <p:sldId id="264" r:id="rId9"/>
    <p:sldId id="265" r:id="rId10"/>
    <p:sldId id="554" r:id="rId11"/>
    <p:sldId id="268" r:id="rId12"/>
    <p:sldId id="571" r:id="rId13"/>
    <p:sldId id="269" r:id="rId14"/>
    <p:sldId id="636" r:id="rId15"/>
    <p:sldId id="635" r:id="rId16"/>
    <p:sldId id="640" r:id="rId17"/>
    <p:sldId id="641" r:id="rId18"/>
    <p:sldId id="642" r:id="rId19"/>
    <p:sldId id="270" r:id="rId20"/>
    <p:sldId id="271" r:id="rId21"/>
    <p:sldId id="272" r:id="rId22"/>
    <p:sldId id="274" r:id="rId23"/>
    <p:sldId id="275" r:id="rId24"/>
    <p:sldId id="276" r:id="rId25"/>
    <p:sldId id="277" r:id="rId26"/>
    <p:sldId id="637" r:id="rId27"/>
    <p:sldId id="638" r:id="rId28"/>
    <p:sldId id="639" r:id="rId29"/>
    <p:sldId id="647" r:id="rId30"/>
    <p:sldId id="648" r:id="rId31"/>
    <p:sldId id="649" r:id="rId32"/>
    <p:sldId id="650" r:id="rId33"/>
    <p:sldId id="646" r:id="rId34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FF0000"/>
    <a:srgbClr val="FFFF00"/>
    <a:srgbClr val="00FF00"/>
    <a:srgbClr val="000066"/>
    <a:srgbClr val="000099"/>
    <a:srgbClr val="336600"/>
    <a:srgbClr val="253C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11" autoAdjust="0"/>
    <p:restoredTop sz="93178" autoAdjust="0"/>
  </p:normalViewPr>
  <p:slideViewPr>
    <p:cSldViewPr>
      <p:cViewPr varScale="1">
        <p:scale>
          <a:sx n="106" d="100"/>
          <a:sy n="106" d="100"/>
        </p:scale>
        <p:origin x="114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4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image" Target="../media/image22.wmf"/><Relationship Id="rId7" Type="http://schemas.openxmlformats.org/officeDocument/2006/relationships/image" Target="../media/image26.e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Relationship Id="rId9" Type="http://schemas.openxmlformats.org/officeDocument/2006/relationships/image" Target="../media/image19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image" Target="../media/image30.wmf"/><Relationship Id="rId7" Type="http://schemas.openxmlformats.org/officeDocument/2006/relationships/image" Target="../media/image34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6" Type="http://schemas.openxmlformats.org/officeDocument/2006/relationships/image" Target="../media/image33.emf"/><Relationship Id="rId11" Type="http://schemas.openxmlformats.org/officeDocument/2006/relationships/image" Target="../media/image19.wmf"/><Relationship Id="rId5" Type="http://schemas.openxmlformats.org/officeDocument/2006/relationships/image" Target="../media/image32.wmf"/><Relationship Id="rId10" Type="http://schemas.openxmlformats.org/officeDocument/2006/relationships/image" Target="../media/image37.emf"/><Relationship Id="rId4" Type="http://schemas.openxmlformats.org/officeDocument/2006/relationships/image" Target="../media/image31.wmf"/><Relationship Id="rId9" Type="http://schemas.openxmlformats.org/officeDocument/2006/relationships/image" Target="../media/image36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Relationship Id="rId6" Type="http://schemas.openxmlformats.org/officeDocument/2006/relationships/image" Target="../media/image43.wmf"/><Relationship Id="rId5" Type="http://schemas.openxmlformats.org/officeDocument/2006/relationships/image" Target="../media/image42.emf"/><Relationship Id="rId4" Type="http://schemas.openxmlformats.org/officeDocument/2006/relationships/image" Target="../media/image41.e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image" Target="../media/image47.wmf"/><Relationship Id="rId7" Type="http://schemas.openxmlformats.org/officeDocument/2006/relationships/image" Target="../media/image51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6" Type="http://schemas.openxmlformats.org/officeDocument/2006/relationships/image" Target="../media/image50.wmf"/><Relationship Id="rId5" Type="http://schemas.openxmlformats.org/officeDocument/2006/relationships/image" Target="../media/image49.wmf"/><Relationship Id="rId4" Type="http://schemas.openxmlformats.org/officeDocument/2006/relationships/image" Target="../media/image48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13" Type="http://schemas.openxmlformats.org/officeDocument/2006/relationships/image" Target="../media/image65.wmf"/><Relationship Id="rId18" Type="http://schemas.openxmlformats.org/officeDocument/2006/relationships/image" Target="../media/image70.wmf"/><Relationship Id="rId3" Type="http://schemas.openxmlformats.org/officeDocument/2006/relationships/image" Target="../media/image55.png"/><Relationship Id="rId7" Type="http://schemas.openxmlformats.org/officeDocument/2006/relationships/image" Target="../media/image59.wmf"/><Relationship Id="rId12" Type="http://schemas.openxmlformats.org/officeDocument/2006/relationships/image" Target="../media/image64.wmf"/><Relationship Id="rId17" Type="http://schemas.openxmlformats.org/officeDocument/2006/relationships/image" Target="../media/image69.wmf"/><Relationship Id="rId2" Type="http://schemas.openxmlformats.org/officeDocument/2006/relationships/image" Target="../media/image54.png"/><Relationship Id="rId16" Type="http://schemas.openxmlformats.org/officeDocument/2006/relationships/image" Target="../media/image68.wmf"/><Relationship Id="rId1" Type="http://schemas.openxmlformats.org/officeDocument/2006/relationships/image" Target="../media/image53.png"/><Relationship Id="rId6" Type="http://schemas.openxmlformats.org/officeDocument/2006/relationships/image" Target="../media/image58.wmf"/><Relationship Id="rId11" Type="http://schemas.openxmlformats.org/officeDocument/2006/relationships/image" Target="../media/image63.wmf"/><Relationship Id="rId5" Type="http://schemas.openxmlformats.org/officeDocument/2006/relationships/image" Target="../media/image57.wmf"/><Relationship Id="rId15" Type="http://schemas.openxmlformats.org/officeDocument/2006/relationships/image" Target="../media/image67.wmf"/><Relationship Id="rId10" Type="http://schemas.openxmlformats.org/officeDocument/2006/relationships/image" Target="../media/image62.wmf"/><Relationship Id="rId4" Type="http://schemas.openxmlformats.org/officeDocument/2006/relationships/image" Target="../media/image56.wmf"/><Relationship Id="rId9" Type="http://schemas.openxmlformats.org/officeDocument/2006/relationships/image" Target="../media/image61.wmf"/><Relationship Id="rId14" Type="http://schemas.openxmlformats.org/officeDocument/2006/relationships/image" Target="../media/image66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image" Target="../media/image73.wmf"/><Relationship Id="rId1" Type="http://schemas.openxmlformats.org/officeDocument/2006/relationships/image" Target="../media/image72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13" Type="http://schemas.openxmlformats.org/officeDocument/2006/relationships/image" Target="../media/image87.wmf"/><Relationship Id="rId18" Type="http://schemas.openxmlformats.org/officeDocument/2006/relationships/image" Target="../media/image92.wmf"/><Relationship Id="rId3" Type="http://schemas.openxmlformats.org/officeDocument/2006/relationships/image" Target="../media/image77.wmf"/><Relationship Id="rId21" Type="http://schemas.openxmlformats.org/officeDocument/2006/relationships/image" Target="../media/image95.wmf"/><Relationship Id="rId7" Type="http://schemas.openxmlformats.org/officeDocument/2006/relationships/image" Target="../media/image81.wmf"/><Relationship Id="rId12" Type="http://schemas.openxmlformats.org/officeDocument/2006/relationships/image" Target="../media/image86.wmf"/><Relationship Id="rId17" Type="http://schemas.openxmlformats.org/officeDocument/2006/relationships/image" Target="../media/image91.wmf"/><Relationship Id="rId25" Type="http://schemas.openxmlformats.org/officeDocument/2006/relationships/image" Target="../media/image99.wmf"/><Relationship Id="rId2" Type="http://schemas.openxmlformats.org/officeDocument/2006/relationships/image" Target="../media/image76.wmf"/><Relationship Id="rId16" Type="http://schemas.openxmlformats.org/officeDocument/2006/relationships/image" Target="../media/image90.wmf"/><Relationship Id="rId20" Type="http://schemas.openxmlformats.org/officeDocument/2006/relationships/image" Target="../media/image94.wmf"/><Relationship Id="rId1" Type="http://schemas.openxmlformats.org/officeDocument/2006/relationships/image" Target="../media/image75.wmf"/><Relationship Id="rId6" Type="http://schemas.openxmlformats.org/officeDocument/2006/relationships/image" Target="../media/image80.wmf"/><Relationship Id="rId11" Type="http://schemas.openxmlformats.org/officeDocument/2006/relationships/image" Target="../media/image85.wmf"/><Relationship Id="rId24" Type="http://schemas.openxmlformats.org/officeDocument/2006/relationships/image" Target="../media/image98.wmf"/><Relationship Id="rId5" Type="http://schemas.openxmlformats.org/officeDocument/2006/relationships/image" Target="../media/image79.wmf"/><Relationship Id="rId15" Type="http://schemas.openxmlformats.org/officeDocument/2006/relationships/image" Target="../media/image89.wmf"/><Relationship Id="rId23" Type="http://schemas.openxmlformats.org/officeDocument/2006/relationships/image" Target="../media/image97.wmf"/><Relationship Id="rId10" Type="http://schemas.openxmlformats.org/officeDocument/2006/relationships/image" Target="../media/image84.wmf"/><Relationship Id="rId19" Type="http://schemas.openxmlformats.org/officeDocument/2006/relationships/image" Target="../media/image93.wmf"/><Relationship Id="rId4" Type="http://schemas.openxmlformats.org/officeDocument/2006/relationships/image" Target="../media/image78.wmf"/><Relationship Id="rId9" Type="http://schemas.openxmlformats.org/officeDocument/2006/relationships/image" Target="../media/image83.wmf"/><Relationship Id="rId14" Type="http://schemas.openxmlformats.org/officeDocument/2006/relationships/image" Target="../media/image88.wmf"/><Relationship Id="rId22" Type="http://schemas.openxmlformats.org/officeDocument/2006/relationships/image" Target="../media/image96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wmf"/><Relationship Id="rId13" Type="http://schemas.openxmlformats.org/officeDocument/2006/relationships/image" Target="../media/image112.wmf"/><Relationship Id="rId18" Type="http://schemas.openxmlformats.org/officeDocument/2006/relationships/image" Target="../media/image116.wmf"/><Relationship Id="rId3" Type="http://schemas.openxmlformats.org/officeDocument/2006/relationships/image" Target="../media/image102.wmf"/><Relationship Id="rId21" Type="http://schemas.openxmlformats.org/officeDocument/2006/relationships/image" Target="../media/image119.wmf"/><Relationship Id="rId7" Type="http://schemas.openxmlformats.org/officeDocument/2006/relationships/image" Target="../media/image106.wmf"/><Relationship Id="rId12" Type="http://schemas.openxmlformats.org/officeDocument/2006/relationships/image" Target="../media/image111.wmf"/><Relationship Id="rId17" Type="http://schemas.openxmlformats.org/officeDocument/2006/relationships/image" Target="../media/image115.wmf"/><Relationship Id="rId2" Type="http://schemas.openxmlformats.org/officeDocument/2006/relationships/image" Target="../media/image101.wmf"/><Relationship Id="rId16" Type="http://schemas.openxmlformats.org/officeDocument/2006/relationships/image" Target="../media/image114.wmf"/><Relationship Id="rId20" Type="http://schemas.openxmlformats.org/officeDocument/2006/relationships/image" Target="../media/image118.wmf"/><Relationship Id="rId1" Type="http://schemas.openxmlformats.org/officeDocument/2006/relationships/image" Target="../media/image100.wmf"/><Relationship Id="rId6" Type="http://schemas.openxmlformats.org/officeDocument/2006/relationships/image" Target="../media/image105.wmf"/><Relationship Id="rId11" Type="http://schemas.openxmlformats.org/officeDocument/2006/relationships/image" Target="../media/image110.png"/><Relationship Id="rId5" Type="http://schemas.openxmlformats.org/officeDocument/2006/relationships/image" Target="../media/image104.wmf"/><Relationship Id="rId15" Type="http://schemas.openxmlformats.org/officeDocument/2006/relationships/image" Target="../media/image113.wmf"/><Relationship Id="rId10" Type="http://schemas.openxmlformats.org/officeDocument/2006/relationships/image" Target="../media/image109.wmf"/><Relationship Id="rId19" Type="http://schemas.openxmlformats.org/officeDocument/2006/relationships/image" Target="../media/image117.wmf"/><Relationship Id="rId4" Type="http://schemas.openxmlformats.org/officeDocument/2006/relationships/image" Target="../media/image103.wmf"/><Relationship Id="rId9" Type="http://schemas.openxmlformats.org/officeDocument/2006/relationships/image" Target="../media/image108.wmf"/><Relationship Id="rId14" Type="http://schemas.openxmlformats.org/officeDocument/2006/relationships/image" Target="../media/image77.wmf"/><Relationship Id="rId22" Type="http://schemas.openxmlformats.org/officeDocument/2006/relationships/image" Target="../media/image120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wmf"/><Relationship Id="rId2" Type="http://schemas.openxmlformats.org/officeDocument/2006/relationships/image" Target="../media/image122.wmf"/><Relationship Id="rId1" Type="http://schemas.openxmlformats.org/officeDocument/2006/relationships/image" Target="../media/image121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wmf"/><Relationship Id="rId2" Type="http://schemas.openxmlformats.org/officeDocument/2006/relationships/image" Target="../media/image126.wmf"/><Relationship Id="rId1" Type="http://schemas.openxmlformats.org/officeDocument/2006/relationships/image" Target="../media/image125.wmf"/><Relationship Id="rId6" Type="http://schemas.openxmlformats.org/officeDocument/2006/relationships/image" Target="../media/image130.wmf"/><Relationship Id="rId5" Type="http://schemas.openxmlformats.org/officeDocument/2006/relationships/image" Target="../media/image129.wmf"/><Relationship Id="rId4" Type="http://schemas.openxmlformats.org/officeDocument/2006/relationships/image" Target="../media/image128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wmf"/><Relationship Id="rId13" Type="http://schemas.openxmlformats.org/officeDocument/2006/relationships/image" Target="../media/image143.wmf"/><Relationship Id="rId3" Type="http://schemas.openxmlformats.org/officeDocument/2006/relationships/image" Target="../media/image133.emf"/><Relationship Id="rId7" Type="http://schemas.openxmlformats.org/officeDocument/2006/relationships/image" Target="../media/image137.wmf"/><Relationship Id="rId12" Type="http://schemas.openxmlformats.org/officeDocument/2006/relationships/image" Target="../media/image142.emf"/><Relationship Id="rId2" Type="http://schemas.openxmlformats.org/officeDocument/2006/relationships/image" Target="../media/image132.wmf"/><Relationship Id="rId1" Type="http://schemas.openxmlformats.org/officeDocument/2006/relationships/image" Target="../media/image131.wmf"/><Relationship Id="rId6" Type="http://schemas.openxmlformats.org/officeDocument/2006/relationships/image" Target="../media/image136.wmf"/><Relationship Id="rId11" Type="http://schemas.openxmlformats.org/officeDocument/2006/relationships/image" Target="../media/image141.wmf"/><Relationship Id="rId5" Type="http://schemas.openxmlformats.org/officeDocument/2006/relationships/image" Target="../media/image135.wmf"/><Relationship Id="rId10" Type="http://schemas.openxmlformats.org/officeDocument/2006/relationships/image" Target="../media/image140.wmf"/><Relationship Id="rId4" Type="http://schemas.openxmlformats.org/officeDocument/2006/relationships/image" Target="../media/image134.wmf"/><Relationship Id="rId9" Type="http://schemas.openxmlformats.org/officeDocument/2006/relationships/image" Target="../media/image139.wmf"/><Relationship Id="rId14" Type="http://schemas.openxmlformats.org/officeDocument/2006/relationships/image" Target="../media/image144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wmf"/><Relationship Id="rId13" Type="http://schemas.openxmlformats.org/officeDocument/2006/relationships/image" Target="../media/image157.wmf"/><Relationship Id="rId18" Type="http://schemas.openxmlformats.org/officeDocument/2006/relationships/image" Target="../media/image162.wmf"/><Relationship Id="rId3" Type="http://schemas.openxmlformats.org/officeDocument/2006/relationships/image" Target="../media/image147.wmf"/><Relationship Id="rId7" Type="http://schemas.openxmlformats.org/officeDocument/2006/relationships/image" Target="../media/image151.wmf"/><Relationship Id="rId12" Type="http://schemas.openxmlformats.org/officeDocument/2006/relationships/image" Target="../media/image156.wmf"/><Relationship Id="rId17" Type="http://schemas.openxmlformats.org/officeDocument/2006/relationships/image" Target="../media/image161.wmf"/><Relationship Id="rId2" Type="http://schemas.openxmlformats.org/officeDocument/2006/relationships/image" Target="../media/image146.wmf"/><Relationship Id="rId16" Type="http://schemas.openxmlformats.org/officeDocument/2006/relationships/image" Target="../media/image160.wmf"/><Relationship Id="rId20" Type="http://schemas.openxmlformats.org/officeDocument/2006/relationships/image" Target="../media/image164.wmf"/><Relationship Id="rId1" Type="http://schemas.openxmlformats.org/officeDocument/2006/relationships/image" Target="../media/image145.wmf"/><Relationship Id="rId6" Type="http://schemas.openxmlformats.org/officeDocument/2006/relationships/image" Target="../media/image150.wmf"/><Relationship Id="rId11" Type="http://schemas.openxmlformats.org/officeDocument/2006/relationships/image" Target="../media/image155.wmf"/><Relationship Id="rId5" Type="http://schemas.openxmlformats.org/officeDocument/2006/relationships/image" Target="../media/image149.wmf"/><Relationship Id="rId15" Type="http://schemas.openxmlformats.org/officeDocument/2006/relationships/image" Target="../media/image159.wmf"/><Relationship Id="rId10" Type="http://schemas.openxmlformats.org/officeDocument/2006/relationships/image" Target="../media/image154.wmf"/><Relationship Id="rId19" Type="http://schemas.openxmlformats.org/officeDocument/2006/relationships/image" Target="../media/image163.wmf"/><Relationship Id="rId4" Type="http://schemas.openxmlformats.org/officeDocument/2006/relationships/image" Target="../media/image148.wmf"/><Relationship Id="rId9" Type="http://schemas.openxmlformats.org/officeDocument/2006/relationships/image" Target="../media/image153.wmf"/><Relationship Id="rId14" Type="http://schemas.openxmlformats.org/officeDocument/2006/relationships/image" Target="../media/image158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wmf"/><Relationship Id="rId3" Type="http://schemas.openxmlformats.org/officeDocument/2006/relationships/image" Target="../media/image167.wmf"/><Relationship Id="rId7" Type="http://schemas.openxmlformats.org/officeDocument/2006/relationships/image" Target="../media/image171.wmf"/><Relationship Id="rId2" Type="http://schemas.openxmlformats.org/officeDocument/2006/relationships/image" Target="../media/image166.wmf"/><Relationship Id="rId1" Type="http://schemas.openxmlformats.org/officeDocument/2006/relationships/image" Target="../media/image165.wmf"/><Relationship Id="rId6" Type="http://schemas.openxmlformats.org/officeDocument/2006/relationships/image" Target="../media/image170.wmf"/><Relationship Id="rId5" Type="http://schemas.openxmlformats.org/officeDocument/2006/relationships/image" Target="../media/image169.wmf"/><Relationship Id="rId4" Type="http://schemas.openxmlformats.org/officeDocument/2006/relationships/image" Target="../media/image168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wmf"/><Relationship Id="rId3" Type="http://schemas.openxmlformats.org/officeDocument/2006/relationships/image" Target="../media/image175.wmf"/><Relationship Id="rId7" Type="http://schemas.openxmlformats.org/officeDocument/2006/relationships/image" Target="../media/image179.wmf"/><Relationship Id="rId2" Type="http://schemas.openxmlformats.org/officeDocument/2006/relationships/image" Target="../media/image174.wmf"/><Relationship Id="rId1" Type="http://schemas.openxmlformats.org/officeDocument/2006/relationships/image" Target="../media/image173.wmf"/><Relationship Id="rId6" Type="http://schemas.openxmlformats.org/officeDocument/2006/relationships/image" Target="../media/image178.wmf"/><Relationship Id="rId11" Type="http://schemas.openxmlformats.org/officeDocument/2006/relationships/image" Target="../media/image183.wmf"/><Relationship Id="rId5" Type="http://schemas.openxmlformats.org/officeDocument/2006/relationships/image" Target="../media/image177.wmf"/><Relationship Id="rId10" Type="http://schemas.openxmlformats.org/officeDocument/2006/relationships/image" Target="../media/image182.wmf"/><Relationship Id="rId4" Type="http://schemas.openxmlformats.org/officeDocument/2006/relationships/image" Target="../media/image176.wmf"/><Relationship Id="rId9" Type="http://schemas.openxmlformats.org/officeDocument/2006/relationships/image" Target="../media/image181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wmf"/><Relationship Id="rId2" Type="http://schemas.openxmlformats.org/officeDocument/2006/relationships/image" Target="../media/image185.wmf"/><Relationship Id="rId1" Type="http://schemas.openxmlformats.org/officeDocument/2006/relationships/image" Target="../media/image184.wmf"/><Relationship Id="rId5" Type="http://schemas.openxmlformats.org/officeDocument/2006/relationships/image" Target="../media/image188.wmf"/><Relationship Id="rId4" Type="http://schemas.openxmlformats.org/officeDocument/2006/relationships/image" Target="../media/image187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wmf"/><Relationship Id="rId13" Type="http://schemas.openxmlformats.org/officeDocument/2006/relationships/image" Target="../media/image201.png"/><Relationship Id="rId3" Type="http://schemas.openxmlformats.org/officeDocument/2006/relationships/image" Target="../media/image191.wmf"/><Relationship Id="rId7" Type="http://schemas.openxmlformats.org/officeDocument/2006/relationships/image" Target="../media/image195.wmf"/><Relationship Id="rId12" Type="http://schemas.openxmlformats.org/officeDocument/2006/relationships/image" Target="../media/image200.wmf"/><Relationship Id="rId2" Type="http://schemas.openxmlformats.org/officeDocument/2006/relationships/image" Target="../media/image190.wmf"/><Relationship Id="rId1" Type="http://schemas.openxmlformats.org/officeDocument/2006/relationships/image" Target="../media/image189.wmf"/><Relationship Id="rId6" Type="http://schemas.openxmlformats.org/officeDocument/2006/relationships/image" Target="../media/image194.wmf"/><Relationship Id="rId11" Type="http://schemas.openxmlformats.org/officeDocument/2006/relationships/image" Target="../media/image199.wmf"/><Relationship Id="rId5" Type="http://schemas.openxmlformats.org/officeDocument/2006/relationships/image" Target="../media/image193.wmf"/><Relationship Id="rId15" Type="http://schemas.openxmlformats.org/officeDocument/2006/relationships/image" Target="../media/image203.wmf"/><Relationship Id="rId10" Type="http://schemas.openxmlformats.org/officeDocument/2006/relationships/image" Target="../media/image198.wmf"/><Relationship Id="rId4" Type="http://schemas.openxmlformats.org/officeDocument/2006/relationships/image" Target="../media/image192.wmf"/><Relationship Id="rId9" Type="http://schemas.openxmlformats.org/officeDocument/2006/relationships/image" Target="../media/image197.wmf"/><Relationship Id="rId14" Type="http://schemas.openxmlformats.org/officeDocument/2006/relationships/image" Target="../media/image202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1.png"/><Relationship Id="rId13" Type="http://schemas.openxmlformats.org/officeDocument/2006/relationships/image" Target="../media/image216.wmf"/><Relationship Id="rId18" Type="http://schemas.openxmlformats.org/officeDocument/2006/relationships/image" Target="../media/image221.wmf"/><Relationship Id="rId3" Type="http://schemas.openxmlformats.org/officeDocument/2006/relationships/image" Target="../media/image206.wmf"/><Relationship Id="rId7" Type="http://schemas.openxmlformats.org/officeDocument/2006/relationships/image" Target="../media/image210.wmf"/><Relationship Id="rId12" Type="http://schemas.openxmlformats.org/officeDocument/2006/relationships/image" Target="../media/image215.wmf"/><Relationship Id="rId17" Type="http://schemas.openxmlformats.org/officeDocument/2006/relationships/image" Target="../media/image220.wmf"/><Relationship Id="rId2" Type="http://schemas.openxmlformats.org/officeDocument/2006/relationships/image" Target="../media/image205.wmf"/><Relationship Id="rId16" Type="http://schemas.openxmlformats.org/officeDocument/2006/relationships/image" Target="../media/image219.wmf"/><Relationship Id="rId20" Type="http://schemas.openxmlformats.org/officeDocument/2006/relationships/image" Target="../media/image223.wmf"/><Relationship Id="rId1" Type="http://schemas.openxmlformats.org/officeDocument/2006/relationships/image" Target="../media/image204.wmf"/><Relationship Id="rId6" Type="http://schemas.openxmlformats.org/officeDocument/2006/relationships/image" Target="../media/image209.wmf"/><Relationship Id="rId11" Type="http://schemas.openxmlformats.org/officeDocument/2006/relationships/image" Target="../media/image214.wmf"/><Relationship Id="rId5" Type="http://schemas.openxmlformats.org/officeDocument/2006/relationships/image" Target="../media/image208.wmf"/><Relationship Id="rId15" Type="http://schemas.openxmlformats.org/officeDocument/2006/relationships/image" Target="../media/image218.wmf"/><Relationship Id="rId10" Type="http://schemas.openxmlformats.org/officeDocument/2006/relationships/image" Target="../media/image213.wmf"/><Relationship Id="rId19" Type="http://schemas.openxmlformats.org/officeDocument/2006/relationships/image" Target="../media/image222.wmf"/><Relationship Id="rId4" Type="http://schemas.openxmlformats.org/officeDocument/2006/relationships/image" Target="../media/image207.wmf"/><Relationship Id="rId9" Type="http://schemas.openxmlformats.org/officeDocument/2006/relationships/image" Target="../media/image212.wmf"/><Relationship Id="rId14" Type="http://schemas.openxmlformats.org/officeDocument/2006/relationships/image" Target="../media/image217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wmf"/><Relationship Id="rId13" Type="http://schemas.openxmlformats.org/officeDocument/2006/relationships/image" Target="../media/image69.wmf"/><Relationship Id="rId3" Type="http://schemas.openxmlformats.org/officeDocument/2006/relationships/image" Target="../media/image226.wmf"/><Relationship Id="rId7" Type="http://schemas.openxmlformats.org/officeDocument/2006/relationships/image" Target="../media/image230.wmf"/><Relationship Id="rId12" Type="http://schemas.openxmlformats.org/officeDocument/2006/relationships/image" Target="../media/image235.wmf"/><Relationship Id="rId2" Type="http://schemas.openxmlformats.org/officeDocument/2006/relationships/image" Target="../media/image225.wmf"/><Relationship Id="rId16" Type="http://schemas.openxmlformats.org/officeDocument/2006/relationships/image" Target="../media/image223.wmf"/><Relationship Id="rId1" Type="http://schemas.openxmlformats.org/officeDocument/2006/relationships/image" Target="../media/image224.wmf"/><Relationship Id="rId6" Type="http://schemas.openxmlformats.org/officeDocument/2006/relationships/image" Target="../media/image229.wmf"/><Relationship Id="rId11" Type="http://schemas.openxmlformats.org/officeDocument/2006/relationships/image" Target="../media/image234.wmf"/><Relationship Id="rId5" Type="http://schemas.openxmlformats.org/officeDocument/2006/relationships/image" Target="../media/image228.wmf"/><Relationship Id="rId15" Type="http://schemas.openxmlformats.org/officeDocument/2006/relationships/image" Target="../media/image222.wmf"/><Relationship Id="rId10" Type="http://schemas.openxmlformats.org/officeDocument/2006/relationships/image" Target="../media/image233.wmf"/><Relationship Id="rId4" Type="http://schemas.openxmlformats.org/officeDocument/2006/relationships/image" Target="../media/image227.wmf"/><Relationship Id="rId9" Type="http://schemas.openxmlformats.org/officeDocument/2006/relationships/image" Target="../media/image232.wmf"/><Relationship Id="rId14" Type="http://schemas.openxmlformats.org/officeDocument/2006/relationships/image" Target="../media/image236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3.wmf"/><Relationship Id="rId3" Type="http://schemas.openxmlformats.org/officeDocument/2006/relationships/image" Target="../media/image239.wmf"/><Relationship Id="rId7" Type="http://schemas.openxmlformats.org/officeDocument/2006/relationships/image" Target="../media/image242.wmf"/><Relationship Id="rId2" Type="http://schemas.openxmlformats.org/officeDocument/2006/relationships/image" Target="../media/image238.wmf"/><Relationship Id="rId1" Type="http://schemas.openxmlformats.org/officeDocument/2006/relationships/image" Target="../media/image237.wmf"/><Relationship Id="rId6" Type="http://schemas.openxmlformats.org/officeDocument/2006/relationships/image" Target="../media/image69.wmf"/><Relationship Id="rId5" Type="http://schemas.openxmlformats.org/officeDocument/2006/relationships/image" Target="../media/image241.wmf"/><Relationship Id="rId4" Type="http://schemas.openxmlformats.org/officeDocument/2006/relationships/image" Target="../media/image240.wmf"/><Relationship Id="rId9" Type="http://schemas.openxmlformats.org/officeDocument/2006/relationships/image" Target="../media/image244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7.wmf"/><Relationship Id="rId2" Type="http://schemas.openxmlformats.org/officeDocument/2006/relationships/image" Target="../media/image246.wmf"/><Relationship Id="rId1" Type="http://schemas.openxmlformats.org/officeDocument/2006/relationships/image" Target="../media/image245.wmf"/><Relationship Id="rId6" Type="http://schemas.openxmlformats.org/officeDocument/2006/relationships/image" Target="../media/image69.wmf"/><Relationship Id="rId5" Type="http://schemas.openxmlformats.org/officeDocument/2006/relationships/image" Target="../media/image249.wmf"/><Relationship Id="rId4" Type="http://schemas.openxmlformats.org/officeDocument/2006/relationships/image" Target="../media/image248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7.wmf"/><Relationship Id="rId3" Type="http://schemas.openxmlformats.org/officeDocument/2006/relationships/image" Target="../media/image252.wmf"/><Relationship Id="rId7" Type="http://schemas.openxmlformats.org/officeDocument/2006/relationships/image" Target="../media/image256.wmf"/><Relationship Id="rId2" Type="http://schemas.openxmlformats.org/officeDocument/2006/relationships/image" Target="../media/image251.wmf"/><Relationship Id="rId1" Type="http://schemas.openxmlformats.org/officeDocument/2006/relationships/image" Target="../media/image250.wmf"/><Relationship Id="rId6" Type="http://schemas.openxmlformats.org/officeDocument/2006/relationships/image" Target="../media/image255.wmf"/><Relationship Id="rId5" Type="http://schemas.openxmlformats.org/officeDocument/2006/relationships/image" Target="../media/image254.wmf"/><Relationship Id="rId4" Type="http://schemas.openxmlformats.org/officeDocument/2006/relationships/image" Target="../media/image253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5.wmf"/><Relationship Id="rId3" Type="http://schemas.openxmlformats.org/officeDocument/2006/relationships/image" Target="../media/image260.wmf"/><Relationship Id="rId7" Type="http://schemas.openxmlformats.org/officeDocument/2006/relationships/image" Target="../media/image264.wmf"/><Relationship Id="rId2" Type="http://schemas.openxmlformats.org/officeDocument/2006/relationships/image" Target="../media/image259.wmf"/><Relationship Id="rId1" Type="http://schemas.openxmlformats.org/officeDocument/2006/relationships/image" Target="../media/image258.wmf"/><Relationship Id="rId6" Type="http://schemas.openxmlformats.org/officeDocument/2006/relationships/image" Target="../media/image263.wmf"/><Relationship Id="rId5" Type="http://schemas.openxmlformats.org/officeDocument/2006/relationships/image" Target="../media/image262.wmf"/><Relationship Id="rId4" Type="http://schemas.openxmlformats.org/officeDocument/2006/relationships/image" Target="../media/image261.wmf"/><Relationship Id="rId9" Type="http://schemas.openxmlformats.org/officeDocument/2006/relationships/image" Target="../media/image266.e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8.wmf"/><Relationship Id="rId1" Type="http://schemas.openxmlformats.org/officeDocument/2006/relationships/image" Target="../media/image26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F70ABA8-795C-4032-A92C-D19E429319B0}" type="datetimeFigureOut">
              <a:rPr lang="en-US"/>
              <a:pPr>
                <a:defRPr/>
              </a:pPr>
              <a:t>9/29/2024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  <a:endParaRPr 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F9E974D-14B7-484F-99FD-C352E51632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70296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宋体" panose="02010600030101010101" pitchFamily="2" charset="-122"/>
            </a:endParaRPr>
          </a:p>
        </p:txBody>
      </p:sp>
      <p:sp>
        <p:nvSpPr>
          <p:cNvPr id="1536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BCB92EA-67DC-4876-9236-5A7F9F8DB539}" type="slidenum">
              <a:rPr lang="en-US" sz="1200" smtClean="0"/>
              <a:pPr/>
              <a:t>12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103585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B28C9E-31C7-418C-93C0-6B57A5E371E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4635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DC6EE1-30EE-4E9E-BA26-A1AF63F01DE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3769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73F91B-3A47-4880-9464-9FAEA84BDE7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9454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774B45-F6A2-4442-8FCC-61369A0B3B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8063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960BCB-725C-45F7-ACA9-5724846BB4F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9873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EF534D-BEE0-4366-BD41-36DD0C3543D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7451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8FC1D3-80EC-45F3-B700-A3748BD97E9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48282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AAC481-FB01-47F4-9515-921B4A178B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9875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5A9D80-D3C0-4DED-BCBF-6E2DE632AFE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2764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4B1FDF-419E-4378-81EB-500C56D035A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1378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3EF4ED-0513-445E-948B-EB0864BA57E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75929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885391-3639-4709-A254-62A4EBAF607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6193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0584C816-5F18-41E6-9FB4-5D573C26DB1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haokan.baidu.com/v?pd=wisenatural&amp;vid=17888543433360189550" TargetMode="External"/><Relationship Id="rId2" Type="http://schemas.openxmlformats.org/officeDocument/2006/relationships/hyperlink" Target="https://haokan.baidu.com/v?vid=12578873955079788832&amp;pd=bjh&amp;fr=bjhauthor&amp;type=video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&#21160;&#30011;/360&#24230;&#33633;&#31179;&#21315;.mpg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&#21160;&#30011;/&#24377;&#31783;&#25391;&#23376;.swf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.emf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12.wmf"/><Relationship Id="rId7" Type="http://schemas.openxmlformats.org/officeDocument/2006/relationships/image" Target="../media/image9.wmf"/><Relationship Id="rId12" Type="http://schemas.openxmlformats.org/officeDocument/2006/relationships/image" Target="../media/image1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1.wmf"/><Relationship Id="rId5" Type="http://schemas.openxmlformats.org/officeDocument/2006/relationships/image" Target="../media/image8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10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5.w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7.wmf"/><Relationship Id="rId4" Type="http://schemas.openxmlformats.org/officeDocument/2006/relationships/image" Target="../media/image14.wmf"/><Relationship Id="rId9" Type="http://schemas.openxmlformats.org/officeDocument/2006/relationships/oleObject" Target="../embeddings/oleObject12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9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9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oleObject" Target="../embeddings/oleObject21.bin"/><Relationship Id="rId18" Type="http://schemas.openxmlformats.org/officeDocument/2006/relationships/image" Target="../media/image27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24.wmf"/><Relationship Id="rId17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6.emf"/><Relationship Id="rId20" Type="http://schemas.openxmlformats.org/officeDocument/2006/relationships/image" Target="../media/image19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5" Type="http://schemas.openxmlformats.org/officeDocument/2006/relationships/oleObject" Target="../embeddings/oleObject22.bin"/><Relationship Id="rId10" Type="http://schemas.openxmlformats.org/officeDocument/2006/relationships/image" Target="../media/image23.wmf"/><Relationship Id="rId19" Type="http://schemas.openxmlformats.org/officeDocument/2006/relationships/oleObject" Target="../embeddings/oleObject24.bin"/><Relationship Id="rId4" Type="http://schemas.openxmlformats.org/officeDocument/2006/relationships/image" Target="../media/image20.wmf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25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13" Type="http://schemas.openxmlformats.org/officeDocument/2006/relationships/image" Target="../media/image32.wmf"/><Relationship Id="rId18" Type="http://schemas.openxmlformats.org/officeDocument/2006/relationships/oleObject" Target="../embeddings/oleObject32.bin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36.wmf"/><Relationship Id="rId7" Type="http://schemas.openxmlformats.org/officeDocument/2006/relationships/image" Target="../media/image29.wmf"/><Relationship Id="rId12" Type="http://schemas.openxmlformats.org/officeDocument/2006/relationships/oleObject" Target="../embeddings/oleObject29.bin"/><Relationship Id="rId17" Type="http://schemas.openxmlformats.org/officeDocument/2006/relationships/image" Target="../media/image34.wmf"/><Relationship Id="rId25" Type="http://schemas.openxmlformats.org/officeDocument/2006/relationships/image" Target="../media/image19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31.bin"/><Relationship Id="rId20" Type="http://schemas.openxmlformats.org/officeDocument/2006/relationships/oleObject" Target="../embeddings/oleObject33.bin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31.wmf"/><Relationship Id="rId24" Type="http://schemas.openxmlformats.org/officeDocument/2006/relationships/oleObject" Target="../embeddings/oleObject35.bin"/><Relationship Id="rId5" Type="http://schemas.openxmlformats.org/officeDocument/2006/relationships/image" Target="../media/image28.wmf"/><Relationship Id="rId15" Type="http://schemas.openxmlformats.org/officeDocument/2006/relationships/image" Target="../media/image33.emf"/><Relationship Id="rId23" Type="http://schemas.openxmlformats.org/officeDocument/2006/relationships/image" Target="../media/image37.emf"/><Relationship Id="rId10" Type="http://schemas.openxmlformats.org/officeDocument/2006/relationships/oleObject" Target="../embeddings/oleObject28.bin"/><Relationship Id="rId19" Type="http://schemas.openxmlformats.org/officeDocument/2006/relationships/image" Target="../media/image35.wmf"/><Relationship Id="rId4" Type="http://schemas.openxmlformats.org/officeDocument/2006/relationships/oleObject" Target="../embeddings/oleObject25.bin"/><Relationship Id="rId9" Type="http://schemas.openxmlformats.org/officeDocument/2006/relationships/image" Target="../media/image30.wmf"/><Relationship Id="rId14" Type="http://schemas.openxmlformats.org/officeDocument/2006/relationships/oleObject" Target="../embeddings/oleObject30.bin"/><Relationship Id="rId22" Type="http://schemas.openxmlformats.org/officeDocument/2006/relationships/oleObject" Target="../embeddings/oleObject34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oleObject" Target="../embeddings/oleObject41.bin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12" Type="http://schemas.openxmlformats.org/officeDocument/2006/relationships/image" Target="../media/image4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9.wmf"/><Relationship Id="rId11" Type="http://schemas.openxmlformats.org/officeDocument/2006/relationships/oleObject" Target="../embeddings/oleObject40.bin"/><Relationship Id="rId5" Type="http://schemas.openxmlformats.org/officeDocument/2006/relationships/oleObject" Target="../embeddings/oleObject37.bin"/><Relationship Id="rId15" Type="http://schemas.openxmlformats.org/officeDocument/2006/relationships/image" Target="../media/image44.png"/><Relationship Id="rId10" Type="http://schemas.openxmlformats.org/officeDocument/2006/relationships/image" Target="../media/image41.emf"/><Relationship Id="rId4" Type="http://schemas.openxmlformats.org/officeDocument/2006/relationships/image" Target="../media/image38.wmf"/><Relationship Id="rId9" Type="http://schemas.openxmlformats.org/officeDocument/2006/relationships/oleObject" Target="../embeddings/oleObject39.bin"/><Relationship Id="rId14" Type="http://schemas.openxmlformats.org/officeDocument/2006/relationships/image" Target="../media/image43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13" Type="http://schemas.openxmlformats.org/officeDocument/2006/relationships/oleObject" Target="../embeddings/oleObject47.bin"/><Relationship Id="rId18" Type="http://schemas.openxmlformats.org/officeDocument/2006/relationships/image" Target="../media/image52.wmf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12" Type="http://schemas.openxmlformats.org/officeDocument/2006/relationships/image" Target="../media/image49.wmf"/><Relationship Id="rId17" Type="http://schemas.openxmlformats.org/officeDocument/2006/relationships/oleObject" Target="../embeddings/oleObject4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1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6.wmf"/><Relationship Id="rId11" Type="http://schemas.openxmlformats.org/officeDocument/2006/relationships/oleObject" Target="../embeddings/oleObject46.bin"/><Relationship Id="rId5" Type="http://schemas.openxmlformats.org/officeDocument/2006/relationships/oleObject" Target="../embeddings/oleObject43.bin"/><Relationship Id="rId15" Type="http://schemas.openxmlformats.org/officeDocument/2006/relationships/oleObject" Target="../embeddings/oleObject48.bin"/><Relationship Id="rId10" Type="http://schemas.openxmlformats.org/officeDocument/2006/relationships/image" Target="../media/image48.wmf"/><Relationship Id="rId4" Type="http://schemas.openxmlformats.org/officeDocument/2006/relationships/image" Target="../media/image45.wmf"/><Relationship Id="rId9" Type="http://schemas.openxmlformats.org/officeDocument/2006/relationships/oleObject" Target="../embeddings/oleObject45.bin"/><Relationship Id="rId14" Type="http://schemas.openxmlformats.org/officeDocument/2006/relationships/image" Target="../media/image50.wmf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55.bin"/><Relationship Id="rId18" Type="http://schemas.openxmlformats.org/officeDocument/2006/relationships/image" Target="../media/image60.wmf"/><Relationship Id="rId26" Type="http://schemas.openxmlformats.org/officeDocument/2006/relationships/image" Target="../media/image64.wmf"/><Relationship Id="rId39" Type="http://schemas.openxmlformats.org/officeDocument/2006/relationships/image" Target="../media/image70.wmf"/><Relationship Id="rId21" Type="http://schemas.openxmlformats.org/officeDocument/2006/relationships/oleObject" Target="../embeddings/oleObject59.bin"/><Relationship Id="rId34" Type="http://schemas.openxmlformats.org/officeDocument/2006/relationships/image" Target="../media/image68.wmf"/><Relationship Id="rId7" Type="http://schemas.openxmlformats.org/officeDocument/2006/relationships/oleObject" Target="../embeddings/oleObject52.bin"/><Relationship Id="rId12" Type="http://schemas.openxmlformats.org/officeDocument/2006/relationships/image" Target="../media/image57.wmf"/><Relationship Id="rId17" Type="http://schemas.openxmlformats.org/officeDocument/2006/relationships/oleObject" Target="../embeddings/oleObject57.bin"/><Relationship Id="rId25" Type="http://schemas.openxmlformats.org/officeDocument/2006/relationships/oleObject" Target="../embeddings/oleObject61.bin"/><Relationship Id="rId33" Type="http://schemas.openxmlformats.org/officeDocument/2006/relationships/oleObject" Target="../embeddings/oleObject65.bin"/><Relationship Id="rId38" Type="http://schemas.openxmlformats.org/officeDocument/2006/relationships/oleObject" Target="../embeddings/oleObject6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9.wmf"/><Relationship Id="rId20" Type="http://schemas.openxmlformats.org/officeDocument/2006/relationships/image" Target="../media/image61.wmf"/><Relationship Id="rId29" Type="http://schemas.openxmlformats.org/officeDocument/2006/relationships/oleObject" Target="../embeddings/oleObject63.bin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4.png"/><Relationship Id="rId11" Type="http://schemas.openxmlformats.org/officeDocument/2006/relationships/oleObject" Target="../embeddings/oleObject54.bin"/><Relationship Id="rId24" Type="http://schemas.openxmlformats.org/officeDocument/2006/relationships/image" Target="../media/image63.wmf"/><Relationship Id="rId32" Type="http://schemas.openxmlformats.org/officeDocument/2006/relationships/image" Target="../media/image67.wmf"/><Relationship Id="rId37" Type="http://schemas.openxmlformats.org/officeDocument/2006/relationships/image" Target="../media/image71.gif"/><Relationship Id="rId5" Type="http://schemas.openxmlformats.org/officeDocument/2006/relationships/oleObject" Target="../embeddings/oleObject51.bin"/><Relationship Id="rId15" Type="http://schemas.openxmlformats.org/officeDocument/2006/relationships/oleObject" Target="../embeddings/oleObject56.bin"/><Relationship Id="rId23" Type="http://schemas.openxmlformats.org/officeDocument/2006/relationships/oleObject" Target="../embeddings/oleObject60.bin"/><Relationship Id="rId28" Type="http://schemas.openxmlformats.org/officeDocument/2006/relationships/image" Target="../media/image65.wmf"/><Relationship Id="rId36" Type="http://schemas.openxmlformats.org/officeDocument/2006/relationships/image" Target="../media/image69.wmf"/><Relationship Id="rId10" Type="http://schemas.openxmlformats.org/officeDocument/2006/relationships/image" Target="../media/image56.wmf"/><Relationship Id="rId19" Type="http://schemas.openxmlformats.org/officeDocument/2006/relationships/oleObject" Target="../embeddings/oleObject58.bin"/><Relationship Id="rId31" Type="http://schemas.openxmlformats.org/officeDocument/2006/relationships/oleObject" Target="../embeddings/oleObject64.bin"/><Relationship Id="rId4" Type="http://schemas.openxmlformats.org/officeDocument/2006/relationships/image" Target="../media/image53.png"/><Relationship Id="rId9" Type="http://schemas.openxmlformats.org/officeDocument/2006/relationships/oleObject" Target="../embeddings/oleObject53.bin"/><Relationship Id="rId14" Type="http://schemas.openxmlformats.org/officeDocument/2006/relationships/image" Target="../media/image58.wmf"/><Relationship Id="rId22" Type="http://schemas.openxmlformats.org/officeDocument/2006/relationships/image" Target="../media/image62.wmf"/><Relationship Id="rId27" Type="http://schemas.openxmlformats.org/officeDocument/2006/relationships/oleObject" Target="../embeddings/oleObject62.bin"/><Relationship Id="rId30" Type="http://schemas.openxmlformats.org/officeDocument/2006/relationships/image" Target="../media/image66.wmf"/><Relationship Id="rId35" Type="http://schemas.openxmlformats.org/officeDocument/2006/relationships/oleObject" Target="../embeddings/oleObject66.bin"/><Relationship Id="rId8" Type="http://schemas.openxmlformats.org/officeDocument/2006/relationships/image" Target="../media/image55.png"/><Relationship Id="rId3" Type="http://schemas.openxmlformats.org/officeDocument/2006/relationships/oleObject" Target="../embeddings/oleObject50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3" Type="http://schemas.openxmlformats.org/officeDocument/2006/relationships/oleObject" Target="../embeddings/oleObject68.bin"/><Relationship Id="rId7" Type="http://schemas.openxmlformats.org/officeDocument/2006/relationships/oleObject" Target="../embeddings/oleObject7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73.wmf"/><Relationship Id="rId5" Type="http://schemas.openxmlformats.org/officeDocument/2006/relationships/oleObject" Target="../embeddings/oleObject69.bin"/><Relationship Id="rId4" Type="http://schemas.openxmlformats.org/officeDocument/2006/relationships/image" Target="../media/image72.wmf"/><Relationship Id="rId9" Type="http://schemas.openxmlformats.org/officeDocument/2006/relationships/hyperlink" Target="&#21160;&#30011;/&#21452;&#36718;&#30340;&#35856;&#25391;&#21160;.AVI" TargetMode="Externa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76.bin"/><Relationship Id="rId18" Type="http://schemas.openxmlformats.org/officeDocument/2006/relationships/image" Target="../media/image82.wmf"/><Relationship Id="rId26" Type="http://schemas.openxmlformats.org/officeDocument/2006/relationships/image" Target="../media/image86.wmf"/><Relationship Id="rId39" Type="http://schemas.openxmlformats.org/officeDocument/2006/relationships/oleObject" Target="../embeddings/oleObject89.bin"/><Relationship Id="rId21" Type="http://schemas.openxmlformats.org/officeDocument/2006/relationships/oleObject" Target="../embeddings/oleObject80.bin"/><Relationship Id="rId34" Type="http://schemas.openxmlformats.org/officeDocument/2006/relationships/image" Target="../media/image90.wmf"/><Relationship Id="rId42" Type="http://schemas.openxmlformats.org/officeDocument/2006/relationships/image" Target="../media/image94.wmf"/><Relationship Id="rId47" Type="http://schemas.openxmlformats.org/officeDocument/2006/relationships/oleObject" Target="../embeddings/oleObject93.bin"/><Relationship Id="rId50" Type="http://schemas.openxmlformats.org/officeDocument/2006/relationships/image" Target="../media/image98.wmf"/><Relationship Id="rId7" Type="http://schemas.openxmlformats.org/officeDocument/2006/relationships/oleObject" Target="../embeddings/oleObject7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1.wmf"/><Relationship Id="rId29" Type="http://schemas.openxmlformats.org/officeDocument/2006/relationships/oleObject" Target="../embeddings/oleObject84.bin"/><Relationship Id="rId11" Type="http://schemas.openxmlformats.org/officeDocument/2006/relationships/oleObject" Target="../embeddings/oleObject75.bin"/><Relationship Id="rId24" Type="http://schemas.openxmlformats.org/officeDocument/2006/relationships/image" Target="../media/image85.wmf"/><Relationship Id="rId32" Type="http://schemas.openxmlformats.org/officeDocument/2006/relationships/image" Target="../media/image89.wmf"/><Relationship Id="rId37" Type="http://schemas.openxmlformats.org/officeDocument/2006/relationships/oleObject" Target="../embeddings/oleObject88.bin"/><Relationship Id="rId40" Type="http://schemas.openxmlformats.org/officeDocument/2006/relationships/image" Target="../media/image93.wmf"/><Relationship Id="rId45" Type="http://schemas.openxmlformats.org/officeDocument/2006/relationships/oleObject" Target="../embeddings/oleObject92.bin"/><Relationship Id="rId5" Type="http://schemas.openxmlformats.org/officeDocument/2006/relationships/oleObject" Target="../embeddings/oleObject72.bin"/><Relationship Id="rId15" Type="http://schemas.openxmlformats.org/officeDocument/2006/relationships/oleObject" Target="../embeddings/oleObject77.bin"/><Relationship Id="rId23" Type="http://schemas.openxmlformats.org/officeDocument/2006/relationships/oleObject" Target="../embeddings/oleObject81.bin"/><Relationship Id="rId28" Type="http://schemas.openxmlformats.org/officeDocument/2006/relationships/image" Target="../media/image87.wmf"/><Relationship Id="rId36" Type="http://schemas.openxmlformats.org/officeDocument/2006/relationships/image" Target="../media/image91.wmf"/><Relationship Id="rId49" Type="http://schemas.openxmlformats.org/officeDocument/2006/relationships/oleObject" Target="../embeddings/oleObject94.bin"/><Relationship Id="rId10" Type="http://schemas.openxmlformats.org/officeDocument/2006/relationships/image" Target="../media/image78.wmf"/><Relationship Id="rId19" Type="http://schemas.openxmlformats.org/officeDocument/2006/relationships/oleObject" Target="../embeddings/oleObject79.bin"/><Relationship Id="rId31" Type="http://schemas.openxmlformats.org/officeDocument/2006/relationships/oleObject" Target="../embeddings/oleObject85.bin"/><Relationship Id="rId44" Type="http://schemas.openxmlformats.org/officeDocument/2006/relationships/image" Target="../media/image95.wmf"/><Relationship Id="rId52" Type="http://schemas.openxmlformats.org/officeDocument/2006/relationships/image" Target="../media/image99.wmf"/><Relationship Id="rId4" Type="http://schemas.openxmlformats.org/officeDocument/2006/relationships/image" Target="../media/image75.wmf"/><Relationship Id="rId9" Type="http://schemas.openxmlformats.org/officeDocument/2006/relationships/oleObject" Target="../embeddings/oleObject74.bin"/><Relationship Id="rId14" Type="http://schemas.openxmlformats.org/officeDocument/2006/relationships/image" Target="../media/image80.wmf"/><Relationship Id="rId22" Type="http://schemas.openxmlformats.org/officeDocument/2006/relationships/image" Target="../media/image84.wmf"/><Relationship Id="rId27" Type="http://schemas.openxmlformats.org/officeDocument/2006/relationships/oleObject" Target="../embeddings/oleObject83.bin"/><Relationship Id="rId30" Type="http://schemas.openxmlformats.org/officeDocument/2006/relationships/image" Target="../media/image88.wmf"/><Relationship Id="rId35" Type="http://schemas.openxmlformats.org/officeDocument/2006/relationships/oleObject" Target="../embeddings/oleObject87.bin"/><Relationship Id="rId43" Type="http://schemas.openxmlformats.org/officeDocument/2006/relationships/oleObject" Target="../embeddings/oleObject91.bin"/><Relationship Id="rId48" Type="http://schemas.openxmlformats.org/officeDocument/2006/relationships/image" Target="../media/image97.wmf"/><Relationship Id="rId8" Type="http://schemas.openxmlformats.org/officeDocument/2006/relationships/image" Target="../media/image77.wmf"/><Relationship Id="rId51" Type="http://schemas.openxmlformats.org/officeDocument/2006/relationships/oleObject" Target="../embeddings/oleObject95.bin"/><Relationship Id="rId3" Type="http://schemas.openxmlformats.org/officeDocument/2006/relationships/oleObject" Target="../embeddings/oleObject71.bin"/><Relationship Id="rId12" Type="http://schemas.openxmlformats.org/officeDocument/2006/relationships/image" Target="../media/image79.wmf"/><Relationship Id="rId17" Type="http://schemas.openxmlformats.org/officeDocument/2006/relationships/oleObject" Target="../embeddings/oleObject78.bin"/><Relationship Id="rId25" Type="http://schemas.openxmlformats.org/officeDocument/2006/relationships/oleObject" Target="../embeddings/oleObject82.bin"/><Relationship Id="rId33" Type="http://schemas.openxmlformats.org/officeDocument/2006/relationships/oleObject" Target="../embeddings/oleObject86.bin"/><Relationship Id="rId38" Type="http://schemas.openxmlformats.org/officeDocument/2006/relationships/image" Target="../media/image92.wmf"/><Relationship Id="rId46" Type="http://schemas.openxmlformats.org/officeDocument/2006/relationships/image" Target="../media/image96.wmf"/><Relationship Id="rId20" Type="http://schemas.openxmlformats.org/officeDocument/2006/relationships/image" Target="../media/image83.wmf"/><Relationship Id="rId41" Type="http://schemas.openxmlformats.org/officeDocument/2006/relationships/oleObject" Target="../embeddings/oleObject90.bin"/><Relationship Id="rId1" Type="http://schemas.openxmlformats.org/officeDocument/2006/relationships/vmlDrawing" Target="../drawings/vmlDrawing13.vml"/><Relationship Id="rId6" Type="http://schemas.openxmlformats.org/officeDocument/2006/relationships/image" Target="../media/image76.wmf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01.bin"/><Relationship Id="rId18" Type="http://schemas.openxmlformats.org/officeDocument/2006/relationships/image" Target="../media/image107.wmf"/><Relationship Id="rId26" Type="http://schemas.openxmlformats.org/officeDocument/2006/relationships/image" Target="../media/image111.wmf"/><Relationship Id="rId39" Type="http://schemas.openxmlformats.org/officeDocument/2006/relationships/oleObject" Target="../embeddings/oleObject114.bin"/><Relationship Id="rId21" Type="http://schemas.openxmlformats.org/officeDocument/2006/relationships/oleObject" Target="../embeddings/oleObject105.bin"/><Relationship Id="rId34" Type="http://schemas.openxmlformats.org/officeDocument/2006/relationships/image" Target="../media/image114.wmf"/><Relationship Id="rId42" Type="http://schemas.openxmlformats.org/officeDocument/2006/relationships/image" Target="../media/image118.wmf"/><Relationship Id="rId7" Type="http://schemas.openxmlformats.org/officeDocument/2006/relationships/oleObject" Target="../embeddings/oleObject9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6.wmf"/><Relationship Id="rId29" Type="http://schemas.openxmlformats.org/officeDocument/2006/relationships/oleObject" Target="../embeddings/oleObject109.bin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01.wmf"/><Relationship Id="rId11" Type="http://schemas.openxmlformats.org/officeDocument/2006/relationships/oleObject" Target="../embeddings/oleObject100.bin"/><Relationship Id="rId24" Type="http://schemas.openxmlformats.org/officeDocument/2006/relationships/image" Target="../media/image110.png"/><Relationship Id="rId32" Type="http://schemas.openxmlformats.org/officeDocument/2006/relationships/image" Target="../media/image113.wmf"/><Relationship Id="rId37" Type="http://schemas.openxmlformats.org/officeDocument/2006/relationships/oleObject" Target="../embeddings/oleObject113.bin"/><Relationship Id="rId40" Type="http://schemas.openxmlformats.org/officeDocument/2006/relationships/image" Target="../media/image117.wmf"/><Relationship Id="rId45" Type="http://schemas.openxmlformats.org/officeDocument/2006/relationships/oleObject" Target="../embeddings/oleObject117.bin"/><Relationship Id="rId5" Type="http://schemas.openxmlformats.org/officeDocument/2006/relationships/oleObject" Target="../embeddings/oleObject97.bin"/><Relationship Id="rId15" Type="http://schemas.openxmlformats.org/officeDocument/2006/relationships/oleObject" Target="../embeddings/oleObject102.bin"/><Relationship Id="rId23" Type="http://schemas.openxmlformats.org/officeDocument/2006/relationships/oleObject" Target="../embeddings/oleObject106.bin"/><Relationship Id="rId28" Type="http://schemas.openxmlformats.org/officeDocument/2006/relationships/image" Target="../media/image112.wmf"/><Relationship Id="rId36" Type="http://schemas.openxmlformats.org/officeDocument/2006/relationships/image" Target="../media/image115.wmf"/><Relationship Id="rId10" Type="http://schemas.openxmlformats.org/officeDocument/2006/relationships/image" Target="../media/image103.wmf"/><Relationship Id="rId19" Type="http://schemas.openxmlformats.org/officeDocument/2006/relationships/oleObject" Target="../embeddings/oleObject104.bin"/><Relationship Id="rId31" Type="http://schemas.openxmlformats.org/officeDocument/2006/relationships/oleObject" Target="../embeddings/oleObject110.bin"/><Relationship Id="rId44" Type="http://schemas.openxmlformats.org/officeDocument/2006/relationships/image" Target="../media/image119.wmf"/><Relationship Id="rId4" Type="http://schemas.openxmlformats.org/officeDocument/2006/relationships/image" Target="../media/image100.wmf"/><Relationship Id="rId9" Type="http://schemas.openxmlformats.org/officeDocument/2006/relationships/oleObject" Target="../embeddings/oleObject99.bin"/><Relationship Id="rId14" Type="http://schemas.openxmlformats.org/officeDocument/2006/relationships/image" Target="../media/image105.wmf"/><Relationship Id="rId22" Type="http://schemas.openxmlformats.org/officeDocument/2006/relationships/image" Target="../media/image109.wmf"/><Relationship Id="rId27" Type="http://schemas.openxmlformats.org/officeDocument/2006/relationships/oleObject" Target="../embeddings/oleObject108.bin"/><Relationship Id="rId30" Type="http://schemas.openxmlformats.org/officeDocument/2006/relationships/image" Target="../media/image77.wmf"/><Relationship Id="rId35" Type="http://schemas.openxmlformats.org/officeDocument/2006/relationships/oleObject" Target="../embeddings/oleObject112.bin"/><Relationship Id="rId43" Type="http://schemas.openxmlformats.org/officeDocument/2006/relationships/oleObject" Target="../embeddings/oleObject116.bin"/><Relationship Id="rId8" Type="http://schemas.openxmlformats.org/officeDocument/2006/relationships/image" Target="../media/image102.wmf"/><Relationship Id="rId3" Type="http://schemas.openxmlformats.org/officeDocument/2006/relationships/oleObject" Target="../embeddings/oleObject96.bin"/><Relationship Id="rId12" Type="http://schemas.openxmlformats.org/officeDocument/2006/relationships/image" Target="../media/image104.wmf"/><Relationship Id="rId17" Type="http://schemas.openxmlformats.org/officeDocument/2006/relationships/oleObject" Target="../embeddings/oleObject103.bin"/><Relationship Id="rId25" Type="http://schemas.openxmlformats.org/officeDocument/2006/relationships/oleObject" Target="../embeddings/oleObject107.bin"/><Relationship Id="rId33" Type="http://schemas.openxmlformats.org/officeDocument/2006/relationships/oleObject" Target="../embeddings/oleObject111.bin"/><Relationship Id="rId38" Type="http://schemas.openxmlformats.org/officeDocument/2006/relationships/image" Target="../media/image116.wmf"/><Relationship Id="rId46" Type="http://schemas.openxmlformats.org/officeDocument/2006/relationships/image" Target="../media/image120.wmf"/><Relationship Id="rId20" Type="http://schemas.openxmlformats.org/officeDocument/2006/relationships/image" Target="../media/image108.wmf"/><Relationship Id="rId41" Type="http://schemas.openxmlformats.org/officeDocument/2006/relationships/oleObject" Target="../embeddings/oleObject115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0.bin"/><Relationship Id="rId3" Type="http://schemas.openxmlformats.org/officeDocument/2006/relationships/oleObject" Target="../embeddings/oleObject118.bin"/><Relationship Id="rId7" Type="http://schemas.openxmlformats.org/officeDocument/2006/relationships/image" Target="../media/image124.gi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22.wmf"/><Relationship Id="rId5" Type="http://schemas.openxmlformats.org/officeDocument/2006/relationships/oleObject" Target="../embeddings/oleObject119.bin"/><Relationship Id="rId10" Type="http://schemas.openxmlformats.org/officeDocument/2006/relationships/hyperlink" Target="https://www.bilibili.com/video/BV1CP4y187JW/?spm_id_from=333.337.search-card.all.click" TargetMode="External"/><Relationship Id="rId4" Type="http://schemas.openxmlformats.org/officeDocument/2006/relationships/image" Target="../media/image121.wmf"/><Relationship Id="rId9" Type="http://schemas.openxmlformats.org/officeDocument/2006/relationships/image" Target="../media/image123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13" Type="http://schemas.openxmlformats.org/officeDocument/2006/relationships/oleObject" Target="../embeddings/oleObject126.bin"/><Relationship Id="rId3" Type="http://schemas.openxmlformats.org/officeDocument/2006/relationships/oleObject" Target="../embeddings/oleObject121.bin"/><Relationship Id="rId7" Type="http://schemas.openxmlformats.org/officeDocument/2006/relationships/oleObject" Target="../embeddings/oleObject123.bin"/><Relationship Id="rId12" Type="http://schemas.openxmlformats.org/officeDocument/2006/relationships/image" Target="../media/image12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26.wmf"/><Relationship Id="rId11" Type="http://schemas.openxmlformats.org/officeDocument/2006/relationships/oleObject" Target="../embeddings/oleObject125.bin"/><Relationship Id="rId5" Type="http://schemas.openxmlformats.org/officeDocument/2006/relationships/oleObject" Target="../embeddings/oleObject122.bin"/><Relationship Id="rId10" Type="http://schemas.openxmlformats.org/officeDocument/2006/relationships/image" Target="../media/image128.wmf"/><Relationship Id="rId4" Type="http://schemas.openxmlformats.org/officeDocument/2006/relationships/image" Target="../media/image125.wmf"/><Relationship Id="rId9" Type="http://schemas.openxmlformats.org/officeDocument/2006/relationships/oleObject" Target="../embeddings/oleObject124.bin"/><Relationship Id="rId14" Type="http://schemas.openxmlformats.org/officeDocument/2006/relationships/image" Target="../media/image130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emf"/><Relationship Id="rId13" Type="http://schemas.openxmlformats.org/officeDocument/2006/relationships/oleObject" Target="../embeddings/oleObject132.bin"/><Relationship Id="rId18" Type="http://schemas.openxmlformats.org/officeDocument/2006/relationships/image" Target="../media/image138.wmf"/><Relationship Id="rId26" Type="http://schemas.openxmlformats.org/officeDocument/2006/relationships/image" Target="../media/image142.emf"/><Relationship Id="rId3" Type="http://schemas.openxmlformats.org/officeDocument/2006/relationships/oleObject" Target="../embeddings/oleObject127.bin"/><Relationship Id="rId21" Type="http://schemas.openxmlformats.org/officeDocument/2006/relationships/oleObject" Target="../embeddings/oleObject136.bin"/><Relationship Id="rId7" Type="http://schemas.openxmlformats.org/officeDocument/2006/relationships/oleObject" Target="../embeddings/oleObject129.bin"/><Relationship Id="rId12" Type="http://schemas.openxmlformats.org/officeDocument/2006/relationships/image" Target="../media/image135.wmf"/><Relationship Id="rId17" Type="http://schemas.openxmlformats.org/officeDocument/2006/relationships/oleObject" Target="../embeddings/oleObject134.bin"/><Relationship Id="rId25" Type="http://schemas.openxmlformats.org/officeDocument/2006/relationships/oleObject" Target="../embeddings/oleObject13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7.wmf"/><Relationship Id="rId20" Type="http://schemas.openxmlformats.org/officeDocument/2006/relationships/image" Target="../media/image139.wmf"/><Relationship Id="rId29" Type="http://schemas.openxmlformats.org/officeDocument/2006/relationships/oleObject" Target="../embeddings/oleObject140.bin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32.wmf"/><Relationship Id="rId11" Type="http://schemas.openxmlformats.org/officeDocument/2006/relationships/oleObject" Target="../embeddings/oleObject131.bin"/><Relationship Id="rId24" Type="http://schemas.openxmlformats.org/officeDocument/2006/relationships/image" Target="../media/image141.wmf"/><Relationship Id="rId5" Type="http://schemas.openxmlformats.org/officeDocument/2006/relationships/oleObject" Target="../embeddings/oleObject128.bin"/><Relationship Id="rId15" Type="http://schemas.openxmlformats.org/officeDocument/2006/relationships/oleObject" Target="../embeddings/oleObject133.bin"/><Relationship Id="rId23" Type="http://schemas.openxmlformats.org/officeDocument/2006/relationships/oleObject" Target="../embeddings/oleObject137.bin"/><Relationship Id="rId28" Type="http://schemas.openxmlformats.org/officeDocument/2006/relationships/image" Target="../media/image143.wmf"/><Relationship Id="rId10" Type="http://schemas.openxmlformats.org/officeDocument/2006/relationships/image" Target="../media/image134.wmf"/><Relationship Id="rId19" Type="http://schemas.openxmlformats.org/officeDocument/2006/relationships/oleObject" Target="../embeddings/oleObject135.bin"/><Relationship Id="rId4" Type="http://schemas.openxmlformats.org/officeDocument/2006/relationships/image" Target="../media/image131.wmf"/><Relationship Id="rId9" Type="http://schemas.openxmlformats.org/officeDocument/2006/relationships/oleObject" Target="../embeddings/oleObject130.bin"/><Relationship Id="rId14" Type="http://schemas.openxmlformats.org/officeDocument/2006/relationships/image" Target="../media/image136.wmf"/><Relationship Id="rId22" Type="http://schemas.openxmlformats.org/officeDocument/2006/relationships/image" Target="../media/image140.wmf"/><Relationship Id="rId27" Type="http://schemas.openxmlformats.org/officeDocument/2006/relationships/oleObject" Target="../embeddings/oleObject139.bin"/><Relationship Id="rId30" Type="http://schemas.openxmlformats.org/officeDocument/2006/relationships/image" Target="../media/image144.wmf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46.bin"/><Relationship Id="rId18" Type="http://schemas.openxmlformats.org/officeDocument/2006/relationships/image" Target="../media/image152.wmf"/><Relationship Id="rId26" Type="http://schemas.openxmlformats.org/officeDocument/2006/relationships/image" Target="../media/image156.wmf"/><Relationship Id="rId39" Type="http://schemas.openxmlformats.org/officeDocument/2006/relationships/oleObject" Target="../embeddings/oleObject159.bin"/><Relationship Id="rId21" Type="http://schemas.openxmlformats.org/officeDocument/2006/relationships/oleObject" Target="../embeddings/oleObject150.bin"/><Relationship Id="rId34" Type="http://schemas.openxmlformats.org/officeDocument/2006/relationships/image" Target="../media/image160.wmf"/><Relationship Id="rId42" Type="http://schemas.openxmlformats.org/officeDocument/2006/relationships/image" Target="../media/image164.wmf"/><Relationship Id="rId7" Type="http://schemas.openxmlformats.org/officeDocument/2006/relationships/oleObject" Target="../embeddings/oleObject14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1.wmf"/><Relationship Id="rId20" Type="http://schemas.openxmlformats.org/officeDocument/2006/relationships/image" Target="../media/image153.wmf"/><Relationship Id="rId29" Type="http://schemas.openxmlformats.org/officeDocument/2006/relationships/oleObject" Target="../embeddings/oleObject154.bin"/><Relationship Id="rId41" Type="http://schemas.openxmlformats.org/officeDocument/2006/relationships/oleObject" Target="../embeddings/oleObject160.bin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46.wmf"/><Relationship Id="rId11" Type="http://schemas.openxmlformats.org/officeDocument/2006/relationships/oleObject" Target="../embeddings/oleObject145.bin"/><Relationship Id="rId24" Type="http://schemas.openxmlformats.org/officeDocument/2006/relationships/image" Target="../media/image155.wmf"/><Relationship Id="rId32" Type="http://schemas.openxmlformats.org/officeDocument/2006/relationships/image" Target="../media/image159.wmf"/><Relationship Id="rId37" Type="http://schemas.openxmlformats.org/officeDocument/2006/relationships/oleObject" Target="../embeddings/oleObject158.bin"/><Relationship Id="rId40" Type="http://schemas.openxmlformats.org/officeDocument/2006/relationships/image" Target="../media/image163.wmf"/><Relationship Id="rId5" Type="http://schemas.openxmlformats.org/officeDocument/2006/relationships/oleObject" Target="../embeddings/oleObject142.bin"/><Relationship Id="rId15" Type="http://schemas.openxmlformats.org/officeDocument/2006/relationships/oleObject" Target="../embeddings/oleObject147.bin"/><Relationship Id="rId23" Type="http://schemas.openxmlformats.org/officeDocument/2006/relationships/oleObject" Target="../embeddings/oleObject151.bin"/><Relationship Id="rId28" Type="http://schemas.openxmlformats.org/officeDocument/2006/relationships/image" Target="../media/image157.wmf"/><Relationship Id="rId36" Type="http://schemas.openxmlformats.org/officeDocument/2006/relationships/image" Target="../media/image161.wmf"/><Relationship Id="rId10" Type="http://schemas.openxmlformats.org/officeDocument/2006/relationships/image" Target="../media/image148.wmf"/><Relationship Id="rId19" Type="http://schemas.openxmlformats.org/officeDocument/2006/relationships/oleObject" Target="../embeddings/oleObject149.bin"/><Relationship Id="rId31" Type="http://schemas.openxmlformats.org/officeDocument/2006/relationships/oleObject" Target="../embeddings/oleObject155.bin"/><Relationship Id="rId4" Type="http://schemas.openxmlformats.org/officeDocument/2006/relationships/image" Target="../media/image145.wmf"/><Relationship Id="rId9" Type="http://schemas.openxmlformats.org/officeDocument/2006/relationships/oleObject" Target="../embeddings/oleObject144.bin"/><Relationship Id="rId14" Type="http://schemas.openxmlformats.org/officeDocument/2006/relationships/image" Target="../media/image150.wmf"/><Relationship Id="rId22" Type="http://schemas.openxmlformats.org/officeDocument/2006/relationships/image" Target="../media/image154.wmf"/><Relationship Id="rId27" Type="http://schemas.openxmlformats.org/officeDocument/2006/relationships/oleObject" Target="../embeddings/oleObject153.bin"/><Relationship Id="rId30" Type="http://schemas.openxmlformats.org/officeDocument/2006/relationships/image" Target="../media/image158.wmf"/><Relationship Id="rId35" Type="http://schemas.openxmlformats.org/officeDocument/2006/relationships/oleObject" Target="../embeddings/oleObject157.bin"/><Relationship Id="rId8" Type="http://schemas.openxmlformats.org/officeDocument/2006/relationships/image" Target="../media/image147.wmf"/><Relationship Id="rId3" Type="http://schemas.openxmlformats.org/officeDocument/2006/relationships/oleObject" Target="../embeddings/oleObject141.bin"/><Relationship Id="rId12" Type="http://schemas.openxmlformats.org/officeDocument/2006/relationships/image" Target="../media/image149.wmf"/><Relationship Id="rId17" Type="http://schemas.openxmlformats.org/officeDocument/2006/relationships/oleObject" Target="../embeddings/oleObject148.bin"/><Relationship Id="rId25" Type="http://schemas.openxmlformats.org/officeDocument/2006/relationships/oleObject" Target="../embeddings/oleObject152.bin"/><Relationship Id="rId33" Type="http://schemas.openxmlformats.org/officeDocument/2006/relationships/oleObject" Target="../embeddings/oleObject156.bin"/><Relationship Id="rId38" Type="http://schemas.openxmlformats.org/officeDocument/2006/relationships/image" Target="../media/image162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wmf"/><Relationship Id="rId13" Type="http://schemas.openxmlformats.org/officeDocument/2006/relationships/oleObject" Target="../embeddings/oleObject166.bin"/><Relationship Id="rId18" Type="http://schemas.openxmlformats.org/officeDocument/2006/relationships/image" Target="../media/image172.wmf"/><Relationship Id="rId3" Type="http://schemas.openxmlformats.org/officeDocument/2006/relationships/oleObject" Target="../embeddings/oleObject161.bin"/><Relationship Id="rId7" Type="http://schemas.openxmlformats.org/officeDocument/2006/relationships/oleObject" Target="../embeddings/oleObject163.bin"/><Relationship Id="rId12" Type="http://schemas.openxmlformats.org/officeDocument/2006/relationships/image" Target="../media/image169.wmf"/><Relationship Id="rId17" Type="http://schemas.openxmlformats.org/officeDocument/2006/relationships/oleObject" Target="../embeddings/oleObject16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1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66.wmf"/><Relationship Id="rId11" Type="http://schemas.openxmlformats.org/officeDocument/2006/relationships/oleObject" Target="../embeddings/oleObject165.bin"/><Relationship Id="rId5" Type="http://schemas.openxmlformats.org/officeDocument/2006/relationships/oleObject" Target="../embeddings/oleObject162.bin"/><Relationship Id="rId15" Type="http://schemas.openxmlformats.org/officeDocument/2006/relationships/oleObject" Target="../embeddings/oleObject167.bin"/><Relationship Id="rId10" Type="http://schemas.openxmlformats.org/officeDocument/2006/relationships/image" Target="../media/image168.wmf"/><Relationship Id="rId4" Type="http://schemas.openxmlformats.org/officeDocument/2006/relationships/image" Target="../media/image165.wmf"/><Relationship Id="rId9" Type="http://schemas.openxmlformats.org/officeDocument/2006/relationships/oleObject" Target="../embeddings/oleObject164.bin"/><Relationship Id="rId14" Type="http://schemas.openxmlformats.org/officeDocument/2006/relationships/image" Target="../media/image170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wmf"/><Relationship Id="rId13" Type="http://schemas.openxmlformats.org/officeDocument/2006/relationships/oleObject" Target="../embeddings/oleObject174.bin"/><Relationship Id="rId18" Type="http://schemas.openxmlformats.org/officeDocument/2006/relationships/image" Target="../media/image180.wmf"/><Relationship Id="rId3" Type="http://schemas.openxmlformats.org/officeDocument/2006/relationships/oleObject" Target="../embeddings/oleObject169.bin"/><Relationship Id="rId21" Type="http://schemas.openxmlformats.org/officeDocument/2006/relationships/oleObject" Target="../embeddings/oleObject178.bin"/><Relationship Id="rId7" Type="http://schemas.openxmlformats.org/officeDocument/2006/relationships/oleObject" Target="../embeddings/oleObject171.bin"/><Relationship Id="rId12" Type="http://schemas.openxmlformats.org/officeDocument/2006/relationships/image" Target="../media/image177.wmf"/><Relationship Id="rId17" Type="http://schemas.openxmlformats.org/officeDocument/2006/relationships/oleObject" Target="../embeddings/oleObject17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9.wmf"/><Relationship Id="rId20" Type="http://schemas.openxmlformats.org/officeDocument/2006/relationships/image" Target="../media/image181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74.wmf"/><Relationship Id="rId11" Type="http://schemas.openxmlformats.org/officeDocument/2006/relationships/oleObject" Target="../embeddings/oleObject173.bin"/><Relationship Id="rId24" Type="http://schemas.openxmlformats.org/officeDocument/2006/relationships/image" Target="../media/image183.wmf"/><Relationship Id="rId5" Type="http://schemas.openxmlformats.org/officeDocument/2006/relationships/oleObject" Target="../embeddings/oleObject170.bin"/><Relationship Id="rId15" Type="http://schemas.openxmlformats.org/officeDocument/2006/relationships/oleObject" Target="../embeddings/oleObject175.bin"/><Relationship Id="rId23" Type="http://schemas.openxmlformats.org/officeDocument/2006/relationships/oleObject" Target="../embeddings/oleObject179.bin"/><Relationship Id="rId10" Type="http://schemas.openxmlformats.org/officeDocument/2006/relationships/image" Target="../media/image176.wmf"/><Relationship Id="rId19" Type="http://schemas.openxmlformats.org/officeDocument/2006/relationships/oleObject" Target="../embeddings/oleObject177.bin"/><Relationship Id="rId4" Type="http://schemas.openxmlformats.org/officeDocument/2006/relationships/image" Target="../media/image173.wmf"/><Relationship Id="rId9" Type="http://schemas.openxmlformats.org/officeDocument/2006/relationships/oleObject" Target="../embeddings/oleObject172.bin"/><Relationship Id="rId14" Type="http://schemas.openxmlformats.org/officeDocument/2006/relationships/image" Target="../media/image178.wmf"/><Relationship Id="rId22" Type="http://schemas.openxmlformats.org/officeDocument/2006/relationships/image" Target="../media/image182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wmf"/><Relationship Id="rId3" Type="http://schemas.openxmlformats.org/officeDocument/2006/relationships/oleObject" Target="../embeddings/oleObject180.bin"/><Relationship Id="rId7" Type="http://schemas.openxmlformats.org/officeDocument/2006/relationships/oleObject" Target="../embeddings/oleObject182.bin"/><Relationship Id="rId12" Type="http://schemas.openxmlformats.org/officeDocument/2006/relationships/image" Target="../media/image18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85.wmf"/><Relationship Id="rId11" Type="http://schemas.openxmlformats.org/officeDocument/2006/relationships/oleObject" Target="../embeddings/oleObject184.bin"/><Relationship Id="rId5" Type="http://schemas.openxmlformats.org/officeDocument/2006/relationships/oleObject" Target="../embeddings/oleObject181.bin"/><Relationship Id="rId10" Type="http://schemas.openxmlformats.org/officeDocument/2006/relationships/image" Target="../media/image187.wmf"/><Relationship Id="rId4" Type="http://schemas.openxmlformats.org/officeDocument/2006/relationships/image" Target="../media/image184.wmf"/><Relationship Id="rId9" Type="http://schemas.openxmlformats.org/officeDocument/2006/relationships/oleObject" Target="../embeddings/oleObject183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wmf"/><Relationship Id="rId13" Type="http://schemas.openxmlformats.org/officeDocument/2006/relationships/oleObject" Target="../embeddings/oleObject190.bin"/><Relationship Id="rId18" Type="http://schemas.openxmlformats.org/officeDocument/2006/relationships/image" Target="../media/image196.wmf"/><Relationship Id="rId26" Type="http://schemas.openxmlformats.org/officeDocument/2006/relationships/image" Target="../media/image200.wmf"/><Relationship Id="rId3" Type="http://schemas.openxmlformats.org/officeDocument/2006/relationships/oleObject" Target="../embeddings/oleObject185.bin"/><Relationship Id="rId21" Type="http://schemas.openxmlformats.org/officeDocument/2006/relationships/oleObject" Target="../embeddings/oleObject194.bin"/><Relationship Id="rId7" Type="http://schemas.openxmlformats.org/officeDocument/2006/relationships/oleObject" Target="../embeddings/oleObject187.bin"/><Relationship Id="rId12" Type="http://schemas.openxmlformats.org/officeDocument/2006/relationships/image" Target="../media/image193.wmf"/><Relationship Id="rId17" Type="http://schemas.openxmlformats.org/officeDocument/2006/relationships/oleObject" Target="../embeddings/oleObject192.bin"/><Relationship Id="rId25" Type="http://schemas.openxmlformats.org/officeDocument/2006/relationships/oleObject" Target="../embeddings/oleObject19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5.wmf"/><Relationship Id="rId20" Type="http://schemas.openxmlformats.org/officeDocument/2006/relationships/image" Target="../media/image197.wmf"/><Relationship Id="rId29" Type="http://schemas.openxmlformats.org/officeDocument/2006/relationships/oleObject" Target="../embeddings/oleObject198.bin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90.wmf"/><Relationship Id="rId11" Type="http://schemas.openxmlformats.org/officeDocument/2006/relationships/oleObject" Target="../embeddings/oleObject189.bin"/><Relationship Id="rId24" Type="http://schemas.openxmlformats.org/officeDocument/2006/relationships/image" Target="../media/image199.wmf"/><Relationship Id="rId32" Type="http://schemas.openxmlformats.org/officeDocument/2006/relationships/image" Target="../media/image203.wmf"/><Relationship Id="rId5" Type="http://schemas.openxmlformats.org/officeDocument/2006/relationships/oleObject" Target="../embeddings/oleObject186.bin"/><Relationship Id="rId15" Type="http://schemas.openxmlformats.org/officeDocument/2006/relationships/oleObject" Target="../embeddings/oleObject191.bin"/><Relationship Id="rId23" Type="http://schemas.openxmlformats.org/officeDocument/2006/relationships/oleObject" Target="../embeddings/oleObject195.bin"/><Relationship Id="rId28" Type="http://schemas.openxmlformats.org/officeDocument/2006/relationships/image" Target="../media/image201.png"/><Relationship Id="rId10" Type="http://schemas.openxmlformats.org/officeDocument/2006/relationships/image" Target="../media/image192.wmf"/><Relationship Id="rId19" Type="http://schemas.openxmlformats.org/officeDocument/2006/relationships/oleObject" Target="../embeddings/oleObject193.bin"/><Relationship Id="rId31" Type="http://schemas.openxmlformats.org/officeDocument/2006/relationships/oleObject" Target="../embeddings/oleObject199.bin"/><Relationship Id="rId4" Type="http://schemas.openxmlformats.org/officeDocument/2006/relationships/image" Target="../media/image189.wmf"/><Relationship Id="rId9" Type="http://schemas.openxmlformats.org/officeDocument/2006/relationships/oleObject" Target="../embeddings/oleObject188.bin"/><Relationship Id="rId14" Type="http://schemas.openxmlformats.org/officeDocument/2006/relationships/image" Target="../media/image194.wmf"/><Relationship Id="rId22" Type="http://schemas.openxmlformats.org/officeDocument/2006/relationships/image" Target="../media/image198.wmf"/><Relationship Id="rId27" Type="http://schemas.openxmlformats.org/officeDocument/2006/relationships/oleObject" Target="../embeddings/oleObject197.bin"/><Relationship Id="rId30" Type="http://schemas.openxmlformats.org/officeDocument/2006/relationships/image" Target="../media/image202.wmf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05.bin"/><Relationship Id="rId18" Type="http://schemas.openxmlformats.org/officeDocument/2006/relationships/image" Target="../media/image211.png"/><Relationship Id="rId26" Type="http://schemas.openxmlformats.org/officeDocument/2006/relationships/image" Target="../media/image215.wmf"/><Relationship Id="rId39" Type="http://schemas.openxmlformats.org/officeDocument/2006/relationships/oleObject" Target="../embeddings/oleObject218.bin"/><Relationship Id="rId21" Type="http://schemas.openxmlformats.org/officeDocument/2006/relationships/oleObject" Target="../embeddings/oleObject209.bin"/><Relationship Id="rId34" Type="http://schemas.openxmlformats.org/officeDocument/2006/relationships/image" Target="../media/image219.wmf"/><Relationship Id="rId42" Type="http://schemas.openxmlformats.org/officeDocument/2006/relationships/image" Target="../media/image223.wmf"/><Relationship Id="rId7" Type="http://schemas.openxmlformats.org/officeDocument/2006/relationships/oleObject" Target="../embeddings/oleObject20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0.wmf"/><Relationship Id="rId20" Type="http://schemas.openxmlformats.org/officeDocument/2006/relationships/image" Target="../media/image212.wmf"/><Relationship Id="rId29" Type="http://schemas.openxmlformats.org/officeDocument/2006/relationships/oleObject" Target="../embeddings/oleObject213.bin"/><Relationship Id="rId41" Type="http://schemas.openxmlformats.org/officeDocument/2006/relationships/oleObject" Target="../embeddings/oleObject219.bin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05.wmf"/><Relationship Id="rId11" Type="http://schemas.openxmlformats.org/officeDocument/2006/relationships/oleObject" Target="../embeddings/oleObject204.bin"/><Relationship Id="rId24" Type="http://schemas.openxmlformats.org/officeDocument/2006/relationships/image" Target="../media/image214.wmf"/><Relationship Id="rId32" Type="http://schemas.openxmlformats.org/officeDocument/2006/relationships/image" Target="../media/image218.wmf"/><Relationship Id="rId37" Type="http://schemas.openxmlformats.org/officeDocument/2006/relationships/oleObject" Target="../embeddings/oleObject217.bin"/><Relationship Id="rId40" Type="http://schemas.openxmlformats.org/officeDocument/2006/relationships/image" Target="../media/image222.wmf"/><Relationship Id="rId5" Type="http://schemas.openxmlformats.org/officeDocument/2006/relationships/oleObject" Target="../embeddings/oleObject201.bin"/><Relationship Id="rId15" Type="http://schemas.openxmlformats.org/officeDocument/2006/relationships/oleObject" Target="../embeddings/oleObject206.bin"/><Relationship Id="rId23" Type="http://schemas.openxmlformats.org/officeDocument/2006/relationships/oleObject" Target="../embeddings/oleObject210.bin"/><Relationship Id="rId28" Type="http://schemas.openxmlformats.org/officeDocument/2006/relationships/image" Target="../media/image216.wmf"/><Relationship Id="rId36" Type="http://schemas.openxmlformats.org/officeDocument/2006/relationships/image" Target="../media/image220.wmf"/><Relationship Id="rId10" Type="http://schemas.openxmlformats.org/officeDocument/2006/relationships/image" Target="../media/image207.wmf"/><Relationship Id="rId19" Type="http://schemas.openxmlformats.org/officeDocument/2006/relationships/oleObject" Target="../embeddings/oleObject208.bin"/><Relationship Id="rId31" Type="http://schemas.openxmlformats.org/officeDocument/2006/relationships/oleObject" Target="../embeddings/oleObject214.bin"/><Relationship Id="rId4" Type="http://schemas.openxmlformats.org/officeDocument/2006/relationships/image" Target="../media/image204.wmf"/><Relationship Id="rId9" Type="http://schemas.openxmlformats.org/officeDocument/2006/relationships/oleObject" Target="../embeddings/oleObject203.bin"/><Relationship Id="rId14" Type="http://schemas.openxmlformats.org/officeDocument/2006/relationships/image" Target="../media/image209.wmf"/><Relationship Id="rId22" Type="http://schemas.openxmlformats.org/officeDocument/2006/relationships/image" Target="../media/image213.wmf"/><Relationship Id="rId27" Type="http://schemas.openxmlformats.org/officeDocument/2006/relationships/oleObject" Target="../embeddings/oleObject212.bin"/><Relationship Id="rId30" Type="http://schemas.openxmlformats.org/officeDocument/2006/relationships/image" Target="../media/image217.wmf"/><Relationship Id="rId35" Type="http://schemas.openxmlformats.org/officeDocument/2006/relationships/oleObject" Target="../embeddings/oleObject216.bin"/><Relationship Id="rId8" Type="http://schemas.openxmlformats.org/officeDocument/2006/relationships/image" Target="../media/image206.wmf"/><Relationship Id="rId3" Type="http://schemas.openxmlformats.org/officeDocument/2006/relationships/oleObject" Target="../embeddings/oleObject200.bin"/><Relationship Id="rId12" Type="http://schemas.openxmlformats.org/officeDocument/2006/relationships/image" Target="../media/image208.wmf"/><Relationship Id="rId17" Type="http://schemas.openxmlformats.org/officeDocument/2006/relationships/oleObject" Target="../embeddings/oleObject207.bin"/><Relationship Id="rId25" Type="http://schemas.openxmlformats.org/officeDocument/2006/relationships/oleObject" Target="../embeddings/oleObject211.bin"/><Relationship Id="rId33" Type="http://schemas.openxmlformats.org/officeDocument/2006/relationships/oleObject" Target="../embeddings/oleObject215.bin"/><Relationship Id="rId38" Type="http://schemas.openxmlformats.org/officeDocument/2006/relationships/image" Target="../media/image221.wmf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25.bin"/><Relationship Id="rId18" Type="http://schemas.openxmlformats.org/officeDocument/2006/relationships/image" Target="../media/image231.wmf"/><Relationship Id="rId26" Type="http://schemas.openxmlformats.org/officeDocument/2006/relationships/image" Target="../media/image235.wmf"/><Relationship Id="rId3" Type="http://schemas.openxmlformats.org/officeDocument/2006/relationships/oleObject" Target="../embeddings/oleObject220.bin"/><Relationship Id="rId21" Type="http://schemas.openxmlformats.org/officeDocument/2006/relationships/oleObject" Target="../embeddings/oleObject229.bin"/><Relationship Id="rId34" Type="http://schemas.openxmlformats.org/officeDocument/2006/relationships/image" Target="../media/image223.wmf"/><Relationship Id="rId7" Type="http://schemas.openxmlformats.org/officeDocument/2006/relationships/oleObject" Target="../embeddings/oleObject222.bin"/><Relationship Id="rId12" Type="http://schemas.openxmlformats.org/officeDocument/2006/relationships/image" Target="../media/image228.wmf"/><Relationship Id="rId17" Type="http://schemas.openxmlformats.org/officeDocument/2006/relationships/oleObject" Target="../embeddings/oleObject227.bin"/><Relationship Id="rId25" Type="http://schemas.openxmlformats.org/officeDocument/2006/relationships/oleObject" Target="../embeddings/oleObject231.bin"/><Relationship Id="rId33" Type="http://schemas.openxmlformats.org/officeDocument/2006/relationships/oleObject" Target="../embeddings/oleObject23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0.wmf"/><Relationship Id="rId20" Type="http://schemas.openxmlformats.org/officeDocument/2006/relationships/image" Target="../media/image232.wmf"/><Relationship Id="rId29" Type="http://schemas.openxmlformats.org/officeDocument/2006/relationships/oleObject" Target="../embeddings/oleObject233.bin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25.wmf"/><Relationship Id="rId11" Type="http://schemas.openxmlformats.org/officeDocument/2006/relationships/oleObject" Target="../embeddings/oleObject224.bin"/><Relationship Id="rId24" Type="http://schemas.openxmlformats.org/officeDocument/2006/relationships/image" Target="../media/image234.wmf"/><Relationship Id="rId32" Type="http://schemas.openxmlformats.org/officeDocument/2006/relationships/image" Target="../media/image222.wmf"/><Relationship Id="rId5" Type="http://schemas.openxmlformats.org/officeDocument/2006/relationships/oleObject" Target="../embeddings/oleObject221.bin"/><Relationship Id="rId15" Type="http://schemas.openxmlformats.org/officeDocument/2006/relationships/oleObject" Target="../embeddings/oleObject226.bin"/><Relationship Id="rId23" Type="http://schemas.openxmlformats.org/officeDocument/2006/relationships/oleObject" Target="../embeddings/oleObject230.bin"/><Relationship Id="rId28" Type="http://schemas.openxmlformats.org/officeDocument/2006/relationships/image" Target="../media/image69.wmf"/><Relationship Id="rId10" Type="http://schemas.openxmlformats.org/officeDocument/2006/relationships/image" Target="../media/image227.wmf"/><Relationship Id="rId19" Type="http://schemas.openxmlformats.org/officeDocument/2006/relationships/oleObject" Target="../embeddings/oleObject228.bin"/><Relationship Id="rId31" Type="http://schemas.openxmlformats.org/officeDocument/2006/relationships/oleObject" Target="../embeddings/oleObject234.bin"/><Relationship Id="rId4" Type="http://schemas.openxmlformats.org/officeDocument/2006/relationships/image" Target="../media/image224.wmf"/><Relationship Id="rId9" Type="http://schemas.openxmlformats.org/officeDocument/2006/relationships/oleObject" Target="../embeddings/oleObject223.bin"/><Relationship Id="rId14" Type="http://schemas.openxmlformats.org/officeDocument/2006/relationships/image" Target="../media/image229.wmf"/><Relationship Id="rId22" Type="http://schemas.openxmlformats.org/officeDocument/2006/relationships/image" Target="../media/image233.wmf"/><Relationship Id="rId27" Type="http://schemas.openxmlformats.org/officeDocument/2006/relationships/oleObject" Target="../embeddings/oleObject232.bin"/><Relationship Id="rId30" Type="http://schemas.openxmlformats.org/officeDocument/2006/relationships/image" Target="../media/image236.wmf"/><Relationship Id="rId8" Type="http://schemas.openxmlformats.org/officeDocument/2006/relationships/image" Target="../media/image226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9.wmf"/><Relationship Id="rId13" Type="http://schemas.openxmlformats.org/officeDocument/2006/relationships/oleObject" Target="../embeddings/oleObject241.bin"/><Relationship Id="rId18" Type="http://schemas.openxmlformats.org/officeDocument/2006/relationships/image" Target="../media/image243.wmf"/><Relationship Id="rId3" Type="http://schemas.openxmlformats.org/officeDocument/2006/relationships/oleObject" Target="../embeddings/oleObject236.bin"/><Relationship Id="rId21" Type="http://schemas.openxmlformats.org/officeDocument/2006/relationships/image" Target="../media/image2.jpeg"/><Relationship Id="rId7" Type="http://schemas.openxmlformats.org/officeDocument/2006/relationships/oleObject" Target="../embeddings/oleObject238.bin"/><Relationship Id="rId12" Type="http://schemas.openxmlformats.org/officeDocument/2006/relationships/image" Target="../media/image241.wmf"/><Relationship Id="rId17" Type="http://schemas.openxmlformats.org/officeDocument/2006/relationships/oleObject" Target="../embeddings/oleObject24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42.wmf"/><Relationship Id="rId20" Type="http://schemas.openxmlformats.org/officeDocument/2006/relationships/image" Target="../media/image244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38.wmf"/><Relationship Id="rId11" Type="http://schemas.openxmlformats.org/officeDocument/2006/relationships/oleObject" Target="../embeddings/oleObject240.bin"/><Relationship Id="rId5" Type="http://schemas.openxmlformats.org/officeDocument/2006/relationships/oleObject" Target="../embeddings/oleObject237.bin"/><Relationship Id="rId15" Type="http://schemas.openxmlformats.org/officeDocument/2006/relationships/oleObject" Target="../embeddings/oleObject242.bin"/><Relationship Id="rId10" Type="http://schemas.openxmlformats.org/officeDocument/2006/relationships/image" Target="../media/image240.wmf"/><Relationship Id="rId19" Type="http://schemas.openxmlformats.org/officeDocument/2006/relationships/oleObject" Target="../embeddings/oleObject244.bin"/><Relationship Id="rId4" Type="http://schemas.openxmlformats.org/officeDocument/2006/relationships/image" Target="../media/image237.wmf"/><Relationship Id="rId9" Type="http://schemas.openxmlformats.org/officeDocument/2006/relationships/oleObject" Target="../embeddings/oleObject239.bin"/><Relationship Id="rId14" Type="http://schemas.openxmlformats.org/officeDocument/2006/relationships/image" Target="../media/image69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7.wmf"/><Relationship Id="rId13" Type="http://schemas.openxmlformats.org/officeDocument/2006/relationships/oleObject" Target="../embeddings/oleObject250.bin"/><Relationship Id="rId3" Type="http://schemas.openxmlformats.org/officeDocument/2006/relationships/oleObject" Target="../embeddings/oleObject245.bin"/><Relationship Id="rId7" Type="http://schemas.openxmlformats.org/officeDocument/2006/relationships/oleObject" Target="../embeddings/oleObject247.bin"/><Relationship Id="rId12" Type="http://schemas.openxmlformats.org/officeDocument/2006/relationships/image" Target="../media/image24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246.wmf"/><Relationship Id="rId11" Type="http://schemas.openxmlformats.org/officeDocument/2006/relationships/oleObject" Target="../embeddings/oleObject249.bin"/><Relationship Id="rId5" Type="http://schemas.openxmlformats.org/officeDocument/2006/relationships/oleObject" Target="../embeddings/oleObject246.bin"/><Relationship Id="rId10" Type="http://schemas.openxmlformats.org/officeDocument/2006/relationships/image" Target="../media/image248.wmf"/><Relationship Id="rId4" Type="http://schemas.openxmlformats.org/officeDocument/2006/relationships/image" Target="../media/image245.wmf"/><Relationship Id="rId9" Type="http://schemas.openxmlformats.org/officeDocument/2006/relationships/oleObject" Target="../embeddings/oleObject248.bin"/><Relationship Id="rId14" Type="http://schemas.openxmlformats.org/officeDocument/2006/relationships/image" Target="../media/image69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2.wmf"/><Relationship Id="rId13" Type="http://schemas.openxmlformats.org/officeDocument/2006/relationships/oleObject" Target="../embeddings/oleObject256.bin"/><Relationship Id="rId18" Type="http://schemas.openxmlformats.org/officeDocument/2006/relationships/image" Target="../media/image257.wmf"/><Relationship Id="rId3" Type="http://schemas.openxmlformats.org/officeDocument/2006/relationships/oleObject" Target="../embeddings/oleObject251.bin"/><Relationship Id="rId7" Type="http://schemas.openxmlformats.org/officeDocument/2006/relationships/oleObject" Target="../embeddings/oleObject253.bin"/><Relationship Id="rId12" Type="http://schemas.openxmlformats.org/officeDocument/2006/relationships/image" Target="../media/image254.wmf"/><Relationship Id="rId17" Type="http://schemas.openxmlformats.org/officeDocument/2006/relationships/oleObject" Target="../embeddings/oleObject25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56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51.wmf"/><Relationship Id="rId11" Type="http://schemas.openxmlformats.org/officeDocument/2006/relationships/oleObject" Target="../embeddings/oleObject255.bin"/><Relationship Id="rId5" Type="http://schemas.openxmlformats.org/officeDocument/2006/relationships/oleObject" Target="../embeddings/oleObject252.bin"/><Relationship Id="rId15" Type="http://schemas.openxmlformats.org/officeDocument/2006/relationships/oleObject" Target="../embeddings/oleObject257.bin"/><Relationship Id="rId10" Type="http://schemas.openxmlformats.org/officeDocument/2006/relationships/image" Target="../media/image253.wmf"/><Relationship Id="rId4" Type="http://schemas.openxmlformats.org/officeDocument/2006/relationships/image" Target="../media/image250.wmf"/><Relationship Id="rId9" Type="http://schemas.openxmlformats.org/officeDocument/2006/relationships/oleObject" Target="../embeddings/oleObject254.bin"/><Relationship Id="rId14" Type="http://schemas.openxmlformats.org/officeDocument/2006/relationships/image" Target="../media/image255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wmf"/><Relationship Id="rId13" Type="http://schemas.openxmlformats.org/officeDocument/2006/relationships/oleObject" Target="../embeddings/oleObject264.bin"/><Relationship Id="rId18" Type="http://schemas.openxmlformats.org/officeDocument/2006/relationships/image" Target="../media/image265.wmf"/><Relationship Id="rId3" Type="http://schemas.openxmlformats.org/officeDocument/2006/relationships/oleObject" Target="../embeddings/oleObject259.bin"/><Relationship Id="rId21" Type="http://schemas.openxmlformats.org/officeDocument/2006/relationships/image" Target="../media/image2.jpeg"/><Relationship Id="rId7" Type="http://schemas.openxmlformats.org/officeDocument/2006/relationships/oleObject" Target="../embeddings/oleObject261.bin"/><Relationship Id="rId12" Type="http://schemas.openxmlformats.org/officeDocument/2006/relationships/image" Target="../media/image262.wmf"/><Relationship Id="rId17" Type="http://schemas.openxmlformats.org/officeDocument/2006/relationships/oleObject" Target="../embeddings/oleObject266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64.wmf"/><Relationship Id="rId20" Type="http://schemas.openxmlformats.org/officeDocument/2006/relationships/image" Target="../media/image266.e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59.wmf"/><Relationship Id="rId11" Type="http://schemas.openxmlformats.org/officeDocument/2006/relationships/oleObject" Target="../embeddings/oleObject263.bin"/><Relationship Id="rId5" Type="http://schemas.openxmlformats.org/officeDocument/2006/relationships/oleObject" Target="../embeddings/oleObject260.bin"/><Relationship Id="rId15" Type="http://schemas.openxmlformats.org/officeDocument/2006/relationships/oleObject" Target="../embeddings/oleObject265.bin"/><Relationship Id="rId10" Type="http://schemas.openxmlformats.org/officeDocument/2006/relationships/image" Target="../media/image261.wmf"/><Relationship Id="rId19" Type="http://schemas.openxmlformats.org/officeDocument/2006/relationships/oleObject" Target="../embeddings/oleObject267.bin"/><Relationship Id="rId4" Type="http://schemas.openxmlformats.org/officeDocument/2006/relationships/image" Target="../media/image258.wmf"/><Relationship Id="rId9" Type="http://schemas.openxmlformats.org/officeDocument/2006/relationships/oleObject" Target="../embeddings/oleObject262.bin"/><Relationship Id="rId14" Type="http://schemas.openxmlformats.org/officeDocument/2006/relationships/image" Target="../media/image263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8.bin"/><Relationship Id="rId7" Type="http://schemas.openxmlformats.org/officeDocument/2006/relationships/image" Target="../media/image124.gi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68.wmf"/><Relationship Id="rId5" Type="http://schemas.openxmlformats.org/officeDocument/2006/relationships/oleObject" Target="../embeddings/oleObject269.bin"/><Relationship Id="rId4" Type="http://schemas.openxmlformats.org/officeDocument/2006/relationships/image" Target="../media/image26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12"/>
          <p:cNvGraphicFramePr>
            <a:graphicFrameLocks noGrp="1" noChangeAspect="1"/>
          </p:cNvGraphicFramePr>
          <p:nvPr>
            <p:ph/>
          </p:nvPr>
        </p:nvGraphicFramePr>
        <p:xfrm>
          <a:off x="0" y="0"/>
          <a:ext cx="91440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位图图像" r:id="rId3" imgW="10266667" imgH="7714286" progId="Paint.Picture">
                  <p:embed/>
                </p:oleObj>
              </mc:Choice>
              <mc:Fallback>
                <p:oleObj name="位图图像" r:id="rId3" imgW="10266667" imgH="7714286" progId="Paint.Picture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cap="flat" cmpd="sng" algn="ctr">
                            <a:solidFill>
                              <a:srgbClr val="FF3300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5" name="Rectangle 6"/>
          <p:cNvSpPr>
            <a:spLocks noChangeArrowheads="1"/>
          </p:cNvSpPr>
          <p:nvPr/>
        </p:nvSpPr>
        <p:spPr bwMode="auto">
          <a:xfrm>
            <a:off x="593725" y="460375"/>
            <a:ext cx="8010525" cy="210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6600" b="1">
                <a:solidFill>
                  <a:srgbClr val="FF66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第四篇</a:t>
            </a:r>
            <a:r>
              <a:rPr lang="zh-CN" altLang="en-US" sz="5400" b="1">
                <a:solidFill>
                  <a:srgbClr val="FF66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6600" b="1">
                <a:solidFill>
                  <a:srgbClr val="FF66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振动与波动</a:t>
            </a:r>
            <a:endParaRPr lang="zh-CN" altLang="en-US" sz="4400" b="1">
              <a:solidFill>
                <a:srgbClr val="FF66CC"/>
              </a:solidFill>
              <a:latin typeface="Arial" panose="020B0604020202020204" pitchFamily="34" charset="0"/>
            </a:endParaRPr>
          </a:p>
        </p:txBody>
      </p:sp>
      <p:sp>
        <p:nvSpPr>
          <p:cNvPr id="3076" name="WordArt 10"/>
          <p:cNvSpPr>
            <a:spLocks noChangeArrowheads="1" noChangeShapeType="1" noTextEdit="1"/>
          </p:cNvSpPr>
          <p:nvPr/>
        </p:nvSpPr>
        <p:spPr bwMode="auto">
          <a:xfrm>
            <a:off x="1908175" y="4076700"/>
            <a:ext cx="5148263" cy="884238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Wave1">
              <a:avLst>
                <a:gd name="adj1" fmla="val 20644"/>
                <a:gd name="adj2" fmla="val 0"/>
              </a:avLst>
            </a:prstTxWarp>
          </a:bodyPr>
          <a:lstStyle/>
          <a:p>
            <a:pPr algn="ctr"/>
            <a:r>
              <a:rPr lang="en-US" sz="3600" kern="10">
                <a:gradFill rotWithShape="1">
                  <a:gsLst>
                    <a:gs pos="0">
                      <a:srgbClr val="FFCCFF"/>
                    </a:gs>
                    <a:gs pos="100000">
                      <a:srgbClr val="FF3399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C0C0C0">
                      <a:alpha val="79999"/>
                    </a:srgbClr>
                  </a:outerShdw>
                </a:effectLst>
                <a:latin typeface="宋体" panose="02010600030101010101" pitchFamily="2" charset="-122"/>
              </a:rPr>
              <a:t>Oscillations and Waves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2" name="Rectangle 4"/>
          <p:cNvSpPr>
            <a:spLocks noChangeArrowheads="1"/>
          </p:cNvSpPr>
          <p:nvPr/>
        </p:nvSpPr>
        <p:spPr bwMode="auto">
          <a:xfrm>
            <a:off x="1042988" y="692150"/>
            <a:ext cx="702151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zh-CN" altLang="en-US" sz="3600" b="1" dirty="0">
                <a:ln>
                  <a:solidFill>
                    <a:schemeClr val="tx2"/>
                  </a:solidFill>
                </a:ln>
                <a:solidFill>
                  <a:srgbClr val="0000CC"/>
                </a:solidFill>
                <a:latin typeface="宋体" panose="02010600030101010101" pitchFamily="2" charset="-122"/>
              </a:rPr>
              <a:t>第四篇  振动与波动</a:t>
            </a:r>
          </a:p>
        </p:txBody>
      </p:sp>
      <p:sp>
        <p:nvSpPr>
          <p:cNvPr id="380933" name="Text Box 5"/>
          <p:cNvSpPr txBox="1">
            <a:spLocks noChangeArrowheads="1"/>
          </p:cNvSpPr>
          <p:nvPr/>
        </p:nvSpPr>
        <p:spPr bwMode="auto">
          <a:xfrm>
            <a:off x="3040063" y="223996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zh-CN" altLang="zh-CN" sz="2400">
              <a:ln w="0">
                <a:solidFill>
                  <a:schemeClr val="tx2"/>
                </a:solidFill>
              </a:ln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80934" name="Text Box 6"/>
          <p:cNvSpPr txBox="1">
            <a:spLocks noChangeArrowheads="1"/>
          </p:cNvSpPr>
          <p:nvPr/>
        </p:nvSpPr>
        <p:spPr bwMode="auto">
          <a:xfrm>
            <a:off x="2303463" y="1412875"/>
            <a:ext cx="4932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zh-CN" sz="2400">
                <a:ln w="0">
                  <a:solidFill>
                    <a:schemeClr val="tx2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Oscillations and Waves</a:t>
            </a:r>
          </a:p>
        </p:txBody>
      </p:sp>
      <p:sp>
        <p:nvSpPr>
          <p:cNvPr id="380935" name="Text Box 7"/>
          <p:cNvSpPr txBox="1">
            <a:spLocks noChangeArrowheads="1"/>
          </p:cNvSpPr>
          <p:nvPr/>
        </p:nvSpPr>
        <p:spPr bwMode="auto">
          <a:xfrm>
            <a:off x="2003425" y="2241550"/>
            <a:ext cx="48371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zh-CN" altLang="en-US">
                <a:ln w="0">
                  <a:solidFill>
                    <a:schemeClr val="tx2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第一部分  机械振动</a:t>
            </a:r>
          </a:p>
        </p:txBody>
      </p:sp>
      <p:sp>
        <p:nvSpPr>
          <p:cNvPr id="380936" name="Text Box 8"/>
          <p:cNvSpPr txBox="1">
            <a:spLocks noChangeArrowheads="1"/>
          </p:cNvSpPr>
          <p:nvPr/>
        </p:nvSpPr>
        <p:spPr bwMode="auto">
          <a:xfrm>
            <a:off x="2039938" y="3028950"/>
            <a:ext cx="48371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zh-CN" altLang="en-US" dirty="0">
                <a:ln w="0">
                  <a:solidFill>
                    <a:schemeClr val="tx2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第二部分  机械波</a:t>
            </a:r>
          </a:p>
        </p:txBody>
      </p:sp>
      <p:sp>
        <p:nvSpPr>
          <p:cNvPr id="380937" name="Text Box 9"/>
          <p:cNvSpPr txBox="1">
            <a:spLocks noChangeArrowheads="1"/>
          </p:cNvSpPr>
          <p:nvPr/>
        </p:nvSpPr>
        <p:spPr bwMode="auto">
          <a:xfrm>
            <a:off x="2051050" y="3789363"/>
            <a:ext cx="65166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zh-CN" altLang="en-US">
                <a:ln w="0">
                  <a:solidFill>
                    <a:schemeClr val="tx2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第三部分  电磁振荡与电磁波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80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809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809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7" presetClass="entr" presetSubtype="1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809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809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809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809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809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809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809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809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809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809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809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809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5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809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809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809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809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093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60" name="Rectangle 4"/>
          <p:cNvSpPr>
            <a:spLocks noChangeArrowheads="1"/>
          </p:cNvSpPr>
          <p:nvPr/>
        </p:nvSpPr>
        <p:spPr bwMode="auto">
          <a:xfrm>
            <a:off x="1403350" y="657225"/>
            <a:ext cx="6480175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600" b="1">
                <a:latin typeface="宋体" panose="02010600030101010101" pitchFamily="2" charset="-122"/>
              </a:rPr>
              <a:t>1. </a:t>
            </a:r>
            <a:r>
              <a:rPr lang="zh-CN" altLang="en-US" sz="3600" b="1">
                <a:latin typeface="宋体" panose="02010600030101010101" pitchFamily="2" charset="-122"/>
              </a:rPr>
              <a:t>机械振动</a:t>
            </a:r>
            <a:br>
              <a:rPr lang="zh-CN" altLang="en-US" sz="3600" b="1">
                <a:latin typeface="宋体" panose="02010600030101010101" pitchFamily="2" charset="-122"/>
              </a:rPr>
            </a:br>
            <a:r>
              <a:rPr lang="zh-CN" altLang="en-US" sz="3600" b="1"/>
              <a:t> </a:t>
            </a:r>
            <a:r>
              <a:rPr lang="en-US" altLang="zh-CN" sz="2800" b="1"/>
              <a:t>Mechanical Oscillations</a:t>
            </a:r>
          </a:p>
        </p:txBody>
      </p:sp>
      <p:sp>
        <p:nvSpPr>
          <p:cNvPr id="326661" name="Rectangle 5"/>
          <p:cNvSpPr>
            <a:spLocks noChangeArrowheads="1"/>
          </p:cNvSpPr>
          <p:nvPr/>
        </p:nvSpPr>
        <p:spPr bwMode="auto">
          <a:xfrm>
            <a:off x="1584325" y="2024063"/>
            <a:ext cx="28051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第</a:t>
            </a:r>
            <a:r>
              <a:rPr lang="en-US" altLang="zh-CN" sz="2800" b="1">
                <a:solidFill>
                  <a:srgbClr val="FF0000"/>
                </a:solidFill>
              </a:rPr>
              <a:t>1</a:t>
            </a: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节  谐振动</a:t>
            </a:r>
          </a:p>
        </p:txBody>
      </p:sp>
      <p:sp>
        <p:nvSpPr>
          <p:cNvPr id="326663" name="Rectangle 7"/>
          <p:cNvSpPr>
            <a:spLocks noChangeArrowheads="1"/>
          </p:cNvSpPr>
          <p:nvPr/>
        </p:nvSpPr>
        <p:spPr bwMode="auto">
          <a:xfrm>
            <a:off x="1584325" y="3810000"/>
            <a:ext cx="40100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第</a:t>
            </a:r>
            <a:r>
              <a:rPr lang="en-US" altLang="zh-CN" sz="2800" b="1">
                <a:solidFill>
                  <a:srgbClr val="FF0000"/>
                </a:solidFill>
              </a:rPr>
              <a:t>4</a:t>
            </a: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节  谐振动的合成</a:t>
            </a:r>
          </a:p>
        </p:txBody>
      </p:sp>
      <p:sp>
        <p:nvSpPr>
          <p:cNvPr id="326664" name="Rectangle 8"/>
          <p:cNvSpPr>
            <a:spLocks noChangeArrowheads="1"/>
          </p:cNvSpPr>
          <p:nvPr/>
        </p:nvSpPr>
        <p:spPr bwMode="auto">
          <a:xfrm>
            <a:off x="1584325" y="4999038"/>
            <a:ext cx="5835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第</a:t>
            </a:r>
            <a:r>
              <a:rPr lang="en-US" altLang="zh-CN" sz="2800" b="1"/>
              <a:t>6</a:t>
            </a:r>
            <a:r>
              <a:rPr lang="zh-CN" altLang="en-US" sz="2800" b="1">
                <a:latin typeface="宋体" panose="02010600030101010101" pitchFamily="2" charset="-122"/>
              </a:rPr>
              <a:t>节  阻尼振动与受迫振动  共振</a:t>
            </a:r>
          </a:p>
        </p:txBody>
      </p:sp>
      <p:sp>
        <p:nvSpPr>
          <p:cNvPr id="326668" name="Text Box 12"/>
          <p:cNvSpPr txBox="1">
            <a:spLocks noChangeArrowheads="1"/>
          </p:cNvSpPr>
          <p:nvPr/>
        </p:nvSpPr>
        <p:spPr bwMode="auto">
          <a:xfrm>
            <a:off x="1584325" y="2622550"/>
            <a:ext cx="60182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第</a:t>
            </a:r>
            <a:r>
              <a:rPr lang="en-US" altLang="zh-CN" sz="2800" b="1">
                <a:solidFill>
                  <a:srgbClr val="FF0000"/>
                </a:solidFill>
              </a:rPr>
              <a:t>2</a:t>
            </a:r>
            <a:r>
              <a:rPr lang="zh-CN" altLang="en-US" sz="2800" b="1">
                <a:solidFill>
                  <a:srgbClr val="FF0000"/>
                </a:solidFill>
              </a:rPr>
              <a:t>节    谐振动的数学表示式    位相</a:t>
            </a:r>
            <a:endParaRPr lang="zh-CN" altLang="en-US" sz="2800">
              <a:solidFill>
                <a:srgbClr val="FF0000"/>
              </a:solidFill>
            </a:endParaRPr>
          </a:p>
        </p:txBody>
      </p:sp>
      <p:sp>
        <p:nvSpPr>
          <p:cNvPr id="326670" name="Text Box 14"/>
          <p:cNvSpPr txBox="1">
            <a:spLocks noChangeArrowheads="1"/>
          </p:cNvSpPr>
          <p:nvPr/>
        </p:nvSpPr>
        <p:spPr bwMode="auto">
          <a:xfrm>
            <a:off x="1584325" y="3213100"/>
            <a:ext cx="685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第</a:t>
            </a:r>
            <a:r>
              <a:rPr lang="en-US" altLang="zh-CN" sz="2800" b="1">
                <a:solidFill>
                  <a:srgbClr val="FF0000"/>
                </a:solidFill>
              </a:rPr>
              <a:t>3</a:t>
            </a:r>
            <a:r>
              <a:rPr lang="zh-CN" altLang="en-US" sz="2800" b="1">
                <a:solidFill>
                  <a:srgbClr val="FF0000"/>
                </a:solidFill>
              </a:rPr>
              <a:t>节    谐振动的矢量图示   谐振动的能量</a:t>
            </a:r>
            <a:endParaRPr lang="zh-CN" altLang="en-US" sz="2800">
              <a:solidFill>
                <a:srgbClr val="FF0000"/>
              </a:solidFill>
            </a:endParaRPr>
          </a:p>
        </p:txBody>
      </p:sp>
      <p:sp>
        <p:nvSpPr>
          <p:cNvPr id="326671" name="Text Box 15"/>
          <p:cNvSpPr txBox="1">
            <a:spLocks noChangeArrowheads="1"/>
          </p:cNvSpPr>
          <p:nvPr/>
        </p:nvSpPr>
        <p:spPr bwMode="auto">
          <a:xfrm>
            <a:off x="1584325" y="4422775"/>
            <a:ext cx="5724525" cy="116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第</a:t>
            </a:r>
            <a:r>
              <a:rPr lang="en-US" altLang="zh-CN" sz="2800" b="1"/>
              <a:t>5</a:t>
            </a:r>
            <a:r>
              <a:rPr lang="zh-CN" altLang="en-US" sz="2800" b="1"/>
              <a:t>节    振动的相空间描述</a:t>
            </a:r>
            <a:r>
              <a:rPr lang="en-US" altLang="zh-CN" sz="2800" b="1"/>
              <a:t>(</a:t>
            </a:r>
            <a:r>
              <a:rPr lang="zh-CN" altLang="en-US" sz="2800" b="1">
                <a:solidFill>
                  <a:srgbClr val="0000CC"/>
                </a:solidFill>
              </a:rPr>
              <a:t>自学</a:t>
            </a:r>
            <a:r>
              <a:rPr lang="en-US" altLang="zh-CN" sz="2800" b="1"/>
              <a:t>)</a:t>
            </a:r>
            <a:endParaRPr lang="en-US" altLang="zh-CN" sz="2800"/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 b="1"/>
          </a:p>
        </p:txBody>
      </p:sp>
      <p:sp>
        <p:nvSpPr>
          <p:cNvPr id="4105" name="右大括号 2"/>
          <p:cNvSpPr>
            <a:spLocks/>
          </p:cNvSpPr>
          <p:nvPr/>
        </p:nvSpPr>
        <p:spPr bwMode="auto">
          <a:xfrm>
            <a:off x="8212138" y="2320925"/>
            <a:ext cx="233362" cy="2008188"/>
          </a:xfrm>
          <a:prstGeom prst="rightBrace">
            <a:avLst>
              <a:gd name="adj1" fmla="val 8366"/>
              <a:gd name="adj2" fmla="val 50000"/>
            </a:avLst>
          </a:prstGeom>
          <a:noFill/>
          <a:ln w="38100" algn="ctr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4106" name="矩形 3"/>
          <p:cNvSpPr>
            <a:spLocks noChangeArrowheads="1"/>
          </p:cNvSpPr>
          <p:nvPr/>
        </p:nvSpPr>
        <p:spPr bwMode="auto">
          <a:xfrm>
            <a:off x="8447088" y="2740025"/>
            <a:ext cx="546100" cy="116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重</a:t>
            </a:r>
            <a:endParaRPr lang="en-US" altLang="zh-CN" sz="2800" b="1"/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点</a:t>
            </a:r>
            <a:endParaRPr lang="en-US" altLang="zh-CN" sz="2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6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6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266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266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266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266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266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266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266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266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266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266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266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266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266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266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266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266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266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266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266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266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266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266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266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266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266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266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6660" grpId="0"/>
      <p:bldP spid="326661" grpId="0"/>
      <p:bldP spid="326663" grpId="0"/>
      <p:bldP spid="326664" grpId="0"/>
      <p:bldP spid="326668" grpId="0"/>
      <p:bldP spid="326670" grpId="0"/>
      <p:bldP spid="326671" grpId="0"/>
      <p:bldP spid="4105" grpId="0" animBg="1"/>
      <p:bldP spid="410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322263" y="2082800"/>
            <a:ext cx="84248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/>
              <a:t>  </a:t>
            </a:r>
            <a:r>
              <a:rPr lang="zh-CN" altLang="en-US" sz="2800" b="1"/>
              <a:t>一物理量在某一定值附近</a:t>
            </a:r>
            <a:r>
              <a:rPr lang="zh-CN" altLang="en-US" sz="2800" b="1">
                <a:solidFill>
                  <a:srgbClr val="0000CC"/>
                </a:solidFill>
              </a:rPr>
              <a:t>周期性变化</a:t>
            </a:r>
            <a:r>
              <a:rPr lang="zh-CN" altLang="en-US" sz="2800" b="1"/>
              <a:t>的现象称振动</a:t>
            </a:r>
          </a:p>
        </p:txBody>
      </p:sp>
      <p:sp>
        <p:nvSpPr>
          <p:cNvPr id="3077" name="Line 5"/>
          <p:cNvSpPr>
            <a:spLocks noChangeShapeType="1"/>
          </p:cNvSpPr>
          <p:nvPr/>
        </p:nvSpPr>
        <p:spPr bwMode="auto">
          <a:xfrm>
            <a:off x="935038" y="2659063"/>
            <a:ext cx="106680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2122488" y="3270250"/>
            <a:ext cx="3505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力学量（如位移 </a:t>
            </a:r>
            <a:r>
              <a:rPr lang="en-US" altLang="zh-CN" b="1" i="1"/>
              <a:t>x </a:t>
            </a:r>
            <a:r>
              <a:rPr lang="zh-CN" altLang="en-US" sz="2800" b="1"/>
              <a:t>）</a:t>
            </a:r>
            <a:endParaRPr lang="zh-CN" altLang="en-US" sz="2400"/>
          </a:p>
        </p:txBody>
      </p:sp>
      <p:sp>
        <p:nvSpPr>
          <p:cNvPr id="3079" name="Line 7"/>
          <p:cNvSpPr>
            <a:spLocks noChangeShapeType="1"/>
          </p:cNvSpPr>
          <p:nvPr/>
        </p:nvSpPr>
        <p:spPr bwMode="auto">
          <a:xfrm>
            <a:off x="6105525" y="3600450"/>
            <a:ext cx="914400" cy="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0" name="Text Box 8"/>
          <p:cNvSpPr txBox="1">
            <a:spLocks noChangeArrowheads="1"/>
          </p:cNvSpPr>
          <p:nvPr/>
        </p:nvSpPr>
        <p:spPr bwMode="auto">
          <a:xfrm>
            <a:off x="7023100" y="3295650"/>
            <a:ext cx="190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CC"/>
                </a:solidFill>
              </a:rPr>
              <a:t>机械振动</a:t>
            </a:r>
          </a:p>
        </p:txBody>
      </p:sp>
      <p:sp>
        <p:nvSpPr>
          <p:cNvPr id="3081" name="Line 9"/>
          <p:cNvSpPr>
            <a:spLocks noChangeShapeType="1"/>
          </p:cNvSpPr>
          <p:nvPr/>
        </p:nvSpPr>
        <p:spPr bwMode="auto">
          <a:xfrm>
            <a:off x="6294438" y="4567238"/>
            <a:ext cx="762000" cy="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2" name="Text Box 10"/>
          <p:cNvSpPr txBox="1">
            <a:spLocks noChangeArrowheads="1"/>
          </p:cNvSpPr>
          <p:nvPr/>
        </p:nvSpPr>
        <p:spPr bwMode="auto">
          <a:xfrm>
            <a:off x="7018338" y="4278313"/>
            <a:ext cx="1765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CC"/>
                </a:solidFill>
              </a:rPr>
              <a:t>电磁振荡</a:t>
            </a:r>
            <a:endParaRPr lang="zh-CN" altLang="en-US" sz="2400">
              <a:solidFill>
                <a:srgbClr val="0000CC"/>
              </a:solidFill>
            </a:endParaRPr>
          </a:p>
        </p:txBody>
      </p:sp>
      <p:sp>
        <p:nvSpPr>
          <p:cNvPr id="3083" name="Text Box 11"/>
          <p:cNvSpPr txBox="1">
            <a:spLocks noChangeArrowheads="1"/>
          </p:cNvSpPr>
          <p:nvPr/>
        </p:nvSpPr>
        <p:spPr bwMode="auto">
          <a:xfrm>
            <a:off x="1079500" y="5373688"/>
            <a:ext cx="68040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最基本、最简单、最重要的振动是</a:t>
            </a:r>
            <a:r>
              <a:rPr lang="zh-CN" altLang="en-US" sz="2800" b="1">
                <a:solidFill>
                  <a:srgbClr val="0000CC"/>
                </a:solidFill>
              </a:rPr>
              <a:t>谐振动</a:t>
            </a:r>
            <a:endParaRPr lang="zh-CN" altLang="en-US" sz="2800">
              <a:solidFill>
                <a:srgbClr val="0000CC"/>
              </a:solidFill>
            </a:endParaRPr>
          </a:p>
        </p:txBody>
      </p:sp>
      <p:sp>
        <p:nvSpPr>
          <p:cNvPr id="3084" name="Rectangle 12"/>
          <p:cNvSpPr>
            <a:spLocks noChangeArrowheads="1"/>
          </p:cNvSpPr>
          <p:nvPr/>
        </p:nvSpPr>
        <p:spPr bwMode="auto">
          <a:xfrm>
            <a:off x="2095500" y="4278313"/>
            <a:ext cx="49958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电磁量（如 </a:t>
            </a:r>
            <a:r>
              <a:rPr lang="en-US" altLang="zh-CN" sz="2800" b="1" i="1"/>
              <a:t>I</a:t>
            </a:r>
            <a:r>
              <a:rPr lang="zh-CN" altLang="en-US" sz="2800" b="1" i="1"/>
              <a:t>、</a:t>
            </a:r>
            <a:r>
              <a:rPr lang="en-US" altLang="zh-CN" sz="2800" b="1" i="1"/>
              <a:t>V</a:t>
            </a:r>
            <a:r>
              <a:rPr lang="zh-CN" altLang="en-US" sz="2800" b="1" i="1"/>
              <a:t>、</a:t>
            </a:r>
            <a:r>
              <a:rPr lang="en-US" altLang="zh-CN" sz="2800" b="1" i="1"/>
              <a:t>E</a:t>
            </a:r>
            <a:r>
              <a:rPr lang="zh-CN" altLang="en-US" sz="2800" b="1" i="1"/>
              <a:t>、</a:t>
            </a:r>
            <a:r>
              <a:rPr lang="en-US" altLang="zh-CN" sz="2800" b="1" i="1"/>
              <a:t>B</a:t>
            </a:r>
            <a:r>
              <a:rPr lang="zh-CN" altLang="en-US" sz="2400" b="1">
                <a:ea typeface="楷体_GB2312" pitchFamily="49" charset="-122"/>
              </a:rPr>
              <a:t>）</a:t>
            </a:r>
            <a:endParaRPr lang="zh-CN" altLang="en-US" sz="2400"/>
          </a:p>
        </p:txBody>
      </p:sp>
      <p:sp>
        <p:nvSpPr>
          <p:cNvPr id="3085" name="AutoShape 13"/>
          <p:cNvSpPr>
            <a:spLocks/>
          </p:cNvSpPr>
          <p:nvPr/>
        </p:nvSpPr>
        <p:spPr bwMode="auto">
          <a:xfrm>
            <a:off x="1943100" y="3448050"/>
            <a:ext cx="152400" cy="1219200"/>
          </a:xfrm>
          <a:prstGeom prst="leftBrace">
            <a:avLst>
              <a:gd name="adj1" fmla="val 66667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3086" name="Line 14"/>
          <p:cNvSpPr>
            <a:spLocks noChangeShapeType="1"/>
          </p:cNvSpPr>
          <p:nvPr/>
        </p:nvSpPr>
        <p:spPr bwMode="auto">
          <a:xfrm>
            <a:off x="1439863" y="2767013"/>
            <a:ext cx="0" cy="12954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7" name="Line 15"/>
          <p:cNvSpPr>
            <a:spLocks noChangeShapeType="1"/>
          </p:cNvSpPr>
          <p:nvPr/>
        </p:nvSpPr>
        <p:spPr bwMode="auto">
          <a:xfrm>
            <a:off x="1439863" y="4052888"/>
            <a:ext cx="3810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8" name="Text Box 17"/>
          <p:cNvSpPr txBox="1">
            <a:spLocks noChangeArrowheads="1"/>
          </p:cNvSpPr>
          <p:nvPr/>
        </p:nvSpPr>
        <p:spPr bwMode="auto">
          <a:xfrm>
            <a:off x="8782050" y="6392863"/>
            <a:ext cx="361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1</a:t>
            </a:r>
          </a:p>
        </p:txBody>
      </p:sp>
      <p:sp>
        <p:nvSpPr>
          <p:cNvPr id="15" name="Rectangle 26"/>
          <p:cNvSpPr>
            <a:spLocks noChangeArrowheads="1"/>
          </p:cNvSpPr>
          <p:nvPr/>
        </p:nvSpPr>
        <p:spPr bwMode="auto">
          <a:xfrm>
            <a:off x="366713" y="719138"/>
            <a:ext cx="8129587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/>
              <a:t>     </a:t>
            </a:r>
            <a:r>
              <a:rPr lang="zh-CN" altLang="en-US" sz="2800" b="1"/>
              <a:t>振动与波动是与人类生活和科学技术密切相关的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/>
              <a:t>一种基本运动形式。</a:t>
            </a:r>
          </a:p>
        </p:txBody>
      </p:sp>
      <p:sp>
        <p:nvSpPr>
          <p:cNvPr id="16" name="Text Box 33">
            <a:hlinkClick r:id="rId2"/>
          </p:cNvPr>
          <p:cNvSpPr txBox="1">
            <a:spLocks noChangeArrowheads="1"/>
          </p:cNvSpPr>
          <p:nvPr/>
        </p:nvSpPr>
        <p:spPr bwMode="auto">
          <a:xfrm>
            <a:off x="3894138" y="1295400"/>
            <a:ext cx="936625" cy="276225"/>
          </a:xfrm>
          <a:prstGeom prst="rect">
            <a:avLst/>
          </a:prstGeom>
          <a:noFill/>
          <a:ln w="19050">
            <a:solidFill>
              <a:srgbClr val="CC00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200" b="1"/>
              <a:t>大地竖琴</a:t>
            </a:r>
          </a:p>
        </p:txBody>
      </p:sp>
      <p:sp>
        <p:nvSpPr>
          <p:cNvPr id="17" name="Text Box 34">
            <a:hlinkClick r:id="rId3"/>
          </p:cNvPr>
          <p:cNvSpPr txBox="1">
            <a:spLocks noChangeArrowheads="1"/>
          </p:cNvSpPr>
          <p:nvPr/>
        </p:nvSpPr>
        <p:spPr bwMode="auto">
          <a:xfrm>
            <a:off x="5119688" y="1295400"/>
            <a:ext cx="936625" cy="276225"/>
          </a:xfrm>
          <a:prstGeom prst="rect">
            <a:avLst/>
          </a:prstGeom>
          <a:noFill/>
          <a:ln w="19050">
            <a:solidFill>
              <a:srgbClr val="CC00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200" b="1"/>
              <a:t>蛇形共振</a:t>
            </a:r>
          </a:p>
        </p:txBody>
      </p:sp>
      <p:sp>
        <p:nvSpPr>
          <p:cNvPr id="18" name="Text Box 34">
            <a:hlinkClick r:id="rId4" action="ppaction://hlinkfile"/>
          </p:cNvPr>
          <p:cNvSpPr txBox="1">
            <a:spLocks noChangeArrowheads="1"/>
          </p:cNvSpPr>
          <p:nvPr/>
        </p:nvSpPr>
        <p:spPr bwMode="auto">
          <a:xfrm>
            <a:off x="6362700" y="1306513"/>
            <a:ext cx="936625" cy="276225"/>
          </a:xfrm>
          <a:prstGeom prst="rect">
            <a:avLst/>
          </a:prstGeom>
          <a:noFill/>
          <a:ln w="19050">
            <a:solidFill>
              <a:srgbClr val="CC00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200" b="1"/>
              <a:t>荡秋千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75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9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6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1" dur="5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6" dur="500"/>
                                        <p:tgtEl>
                                          <p:spTgt spid="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0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75"/>
                                        <p:tgtEl>
                                          <p:spTgt spid="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6" grpId="0" autoUpdateAnimBg="0"/>
      <p:bldP spid="3077" grpId="0" animBg="1"/>
      <p:bldP spid="3078" grpId="0" autoUpdateAnimBg="0"/>
      <p:bldP spid="3079" grpId="0" animBg="1"/>
      <p:bldP spid="3080" grpId="0" autoUpdateAnimBg="0"/>
      <p:bldP spid="3081" grpId="0" animBg="1"/>
      <p:bldP spid="3082" grpId="0" autoUpdateAnimBg="0"/>
      <p:bldP spid="3083" grpId="0" autoUpdateAnimBg="0"/>
      <p:bldP spid="3084" grpId="0" autoUpdateAnimBg="0"/>
      <p:bldP spid="3085" grpId="0" animBg="1"/>
      <p:bldP spid="3086" grpId="0" animBg="1"/>
      <p:bldP spid="3087" grpId="0" animBg="1"/>
      <p:bldP spid="15" grpId="0" autoUpdateAnimBg="0"/>
      <p:bldP spid="16" grpId="0" animBg="1"/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74"/>
          <p:cNvGrpSpPr>
            <a:grpSpLocks/>
          </p:cNvGrpSpPr>
          <p:nvPr/>
        </p:nvGrpSpPr>
        <p:grpSpPr bwMode="auto">
          <a:xfrm>
            <a:off x="4525963" y="4489450"/>
            <a:ext cx="2922587" cy="2071688"/>
            <a:chOff x="288" y="768"/>
            <a:chExt cx="2208" cy="1536"/>
          </a:xfrm>
        </p:grpSpPr>
        <p:sp>
          <p:nvSpPr>
            <p:cNvPr id="7198" name="Line 75"/>
            <p:cNvSpPr>
              <a:spLocks noChangeShapeType="1"/>
            </p:cNvSpPr>
            <p:nvPr/>
          </p:nvSpPr>
          <p:spPr bwMode="auto">
            <a:xfrm>
              <a:off x="1344" y="1728"/>
              <a:ext cx="0" cy="336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9" name="Line 76"/>
            <p:cNvSpPr>
              <a:spLocks noChangeShapeType="1"/>
            </p:cNvSpPr>
            <p:nvPr/>
          </p:nvSpPr>
          <p:spPr bwMode="auto">
            <a:xfrm>
              <a:off x="1920" y="1680"/>
              <a:ext cx="0" cy="336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0" name="Line 77"/>
            <p:cNvSpPr>
              <a:spLocks noChangeShapeType="1"/>
            </p:cNvSpPr>
            <p:nvPr/>
          </p:nvSpPr>
          <p:spPr bwMode="auto">
            <a:xfrm>
              <a:off x="1344" y="1920"/>
              <a:ext cx="576" cy="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00"/>
                  </a:solidFill>
                  <a:round/>
                  <a:headEnd type="triangle" w="med" len="med"/>
                  <a:tailEnd type="triangl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1" name="Text Box 78"/>
            <p:cNvSpPr txBox="1">
              <a:spLocks noChangeArrowheads="1"/>
            </p:cNvSpPr>
            <p:nvPr/>
          </p:nvSpPr>
          <p:spPr bwMode="auto">
            <a:xfrm>
              <a:off x="1489" y="1919"/>
              <a:ext cx="273" cy="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 dirty="0"/>
                <a:t>x</a:t>
              </a:r>
            </a:p>
          </p:txBody>
        </p:sp>
        <p:sp>
          <p:nvSpPr>
            <p:cNvPr id="7202" name="Text Box 79"/>
            <p:cNvSpPr txBox="1">
              <a:spLocks noChangeArrowheads="1"/>
            </p:cNvSpPr>
            <p:nvPr/>
          </p:nvSpPr>
          <p:spPr bwMode="auto">
            <a:xfrm>
              <a:off x="1152" y="1680"/>
              <a:ext cx="273" cy="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/>
                <a:t>o</a:t>
              </a:r>
            </a:p>
          </p:txBody>
        </p:sp>
        <p:sp>
          <p:nvSpPr>
            <p:cNvPr id="7203" name="Text Box 80"/>
            <p:cNvSpPr txBox="1">
              <a:spLocks noChangeArrowheads="1"/>
            </p:cNvSpPr>
            <p:nvPr/>
          </p:nvSpPr>
          <p:spPr bwMode="auto">
            <a:xfrm>
              <a:off x="1008" y="768"/>
              <a:ext cx="273" cy="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 dirty="0"/>
                <a:t>k</a:t>
              </a:r>
            </a:p>
          </p:txBody>
        </p:sp>
        <p:pic>
          <p:nvPicPr>
            <p:cNvPr id="7204" name="Picture 81" descr="helix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" y="1104"/>
              <a:ext cx="2208" cy="7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99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05" name="Rectangle 82"/>
            <p:cNvSpPr>
              <a:spLocks noChangeArrowheads="1"/>
            </p:cNvSpPr>
            <p:nvPr/>
          </p:nvSpPr>
          <p:spPr bwMode="auto">
            <a:xfrm>
              <a:off x="1776" y="1248"/>
              <a:ext cx="336" cy="432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FF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</p:grpSp>
      <p:sp>
        <p:nvSpPr>
          <p:cNvPr id="52" name="Text Box 83"/>
          <p:cNvSpPr txBox="1">
            <a:spLocks noChangeArrowheads="1"/>
          </p:cNvSpPr>
          <p:nvPr/>
        </p:nvSpPr>
        <p:spPr bwMode="auto">
          <a:xfrm>
            <a:off x="7639050" y="584835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 dirty="0"/>
              <a:t>x</a:t>
            </a:r>
          </a:p>
        </p:txBody>
      </p:sp>
      <p:sp>
        <p:nvSpPr>
          <p:cNvPr id="53" name="Line 84"/>
          <p:cNvSpPr>
            <a:spLocks noChangeShapeType="1"/>
          </p:cNvSpPr>
          <p:nvPr/>
        </p:nvSpPr>
        <p:spPr bwMode="auto">
          <a:xfrm>
            <a:off x="4598988" y="5784850"/>
            <a:ext cx="3375025" cy="0"/>
          </a:xfrm>
          <a:prstGeom prst="line">
            <a:avLst/>
          </a:prstGeom>
          <a:noFill/>
          <a:ln w="76200">
            <a:solidFill>
              <a:srgbClr val="FF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4" name="Group 94"/>
          <p:cNvGrpSpPr>
            <a:grpSpLocks/>
          </p:cNvGrpSpPr>
          <p:nvPr/>
        </p:nvGrpSpPr>
        <p:grpSpPr bwMode="auto">
          <a:xfrm>
            <a:off x="5922963" y="5719763"/>
            <a:ext cx="782637" cy="582612"/>
            <a:chOff x="4451" y="1783"/>
            <a:chExt cx="493" cy="367"/>
          </a:xfrm>
        </p:grpSpPr>
        <p:sp>
          <p:nvSpPr>
            <p:cNvPr id="7195" name="Line 85"/>
            <p:cNvSpPr>
              <a:spLocks noChangeShapeType="1"/>
            </p:cNvSpPr>
            <p:nvPr/>
          </p:nvSpPr>
          <p:spPr bwMode="auto">
            <a:xfrm>
              <a:off x="4931" y="1783"/>
              <a:ext cx="0" cy="3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6" name="Line 86"/>
            <p:cNvSpPr>
              <a:spLocks noChangeShapeType="1"/>
            </p:cNvSpPr>
            <p:nvPr/>
          </p:nvSpPr>
          <p:spPr bwMode="auto">
            <a:xfrm>
              <a:off x="4451" y="1783"/>
              <a:ext cx="0" cy="367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7" name="Line 87"/>
            <p:cNvSpPr>
              <a:spLocks noChangeShapeType="1"/>
            </p:cNvSpPr>
            <p:nvPr/>
          </p:nvSpPr>
          <p:spPr bwMode="auto">
            <a:xfrm>
              <a:off x="4464" y="2016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0" name="Text Box 6"/>
          <p:cNvSpPr txBox="1">
            <a:spLocks noChangeArrowheads="1"/>
          </p:cNvSpPr>
          <p:nvPr/>
        </p:nvSpPr>
        <p:spPr bwMode="auto">
          <a:xfrm>
            <a:off x="355600" y="3286125"/>
            <a:ext cx="3384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CC"/>
                </a:solidFill>
                <a:ea typeface="黑体" panose="02010609060101010101" pitchFamily="49" charset="-122"/>
              </a:rPr>
              <a:t>1.1</a:t>
            </a:r>
            <a:r>
              <a:rPr lang="zh-CN" altLang="en-US" sz="2800" b="1">
                <a:solidFill>
                  <a:srgbClr val="0000CC"/>
                </a:solidFill>
                <a:ea typeface="黑体" panose="02010609060101010101" pitchFamily="49" charset="-122"/>
              </a:rPr>
              <a:t> 谐振动特征</a:t>
            </a:r>
          </a:p>
        </p:txBody>
      </p:sp>
      <p:sp>
        <p:nvSpPr>
          <p:cNvPr id="61" name="AutoShape 8"/>
          <p:cNvSpPr>
            <a:spLocks noChangeArrowheads="1"/>
          </p:cNvSpPr>
          <p:nvPr/>
        </p:nvSpPr>
        <p:spPr bwMode="auto">
          <a:xfrm>
            <a:off x="6629400" y="5632450"/>
            <a:ext cx="203200" cy="666750"/>
          </a:xfrm>
          <a:prstGeom prst="downArrow">
            <a:avLst>
              <a:gd name="adj1" fmla="val 50000"/>
              <a:gd name="adj2" fmla="val 82031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62" name="Text Box 9"/>
          <p:cNvSpPr txBox="1">
            <a:spLocks noChangeArrowheads="1"/>
          </p:cNvSpPr>
          <p:nvPr/>
        </p:nvSpPr>
        <p:spPr bwMode="auto">
          <a:xfrm>
            <a:off x="6831013" y="5784850"/>
            <a:ext cx="6381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 dirty="0"/>
              <a:t>mg</a:t>
            </a:r>
          </a:p>
        </p:txBody>
      </p:sp>
      <p:sp>
        <p:nvSpPr>
          <p:cNvPr id="63" name="AutoShape 11"/>
          <p:cNvSpPr>
            <a:spLocks noChangeArrowheads="1"/>
          </p:cNvSpPr>
          <p:nvPr/>
        </p:nvSpPr>
        <p:spPr bwMode="auto">
          <a:xfrm>
            <a:off x="6629400" y="4565650"/>
            <a:ext cx="228600" cy="695325"/>
          </a:xfrm>
          <a:prstGeom prst="upArrow">
            <a:avLst>
              <a:gd name="adj1" fmla="val 50000"/>
              <a:gd name="adj2" fmla="val 76042"/>
            </a:avLst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64" name="Text Box 12"/>
          <p:cNvSpPr txBox="1">
            <a:spLocks noChangeArrowheads="1"/>
          </p:cNvSpPr>
          <p:nvPr/>
        </p:nvSpPr>
        <p:spPr bwMode="auto">
          <a:xfrm>
            <a:off x="6884988" y="4518025"/>
            <a:ext cx="4413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 dirty="0"/>
              <a:t>N</a:t>
            </a:r>
          </a:p>
        </p:txBody>
      </p:sp>
      <p:sp>
        <p:nvSpPr>
          <p:cNvPr id="65" name="AutoShape 14"/>
          <p:cNvSpPr>
            <a:spLocks noChangeArrowheads="1"/>
          </p:cNvSpPr>
          <p:nvPr/>
        </p:nvSpPr>
        <p:spPr bwMode="auto">
          <a:xfrm>
            <a:off x="5821363" y="5327650"/>
            <a:ext cx="685800" cy="228600"/>
          </a:xfrm>
          <a:prstGeom prst="leftArrow">
            <a:avLst>
              <a:gd name="adj1" fmla="val 50000"/>
              <a:gd name="adj2" fmla="val 75000"/>
            </a:avLst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66" name="Text Box 15"/>
          <p:cNvSpPr txBox="1">
            <a:spLocks noChangeArrowheads="1"/>
          </p:cNvSpPr>
          <p:nvPr/>
        </p:nvSpPr>
        <p:spPr bwMode="auto">
          <a:xfrm>
            <a:off x="6126163" y="4870450"/>
            <a:ext cx="4206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 dirty="0"/>
              <a:t>F</a:t>
            </a:r>
          </a:p>
        </p:txBody>
      </p:sp>
      <p:grpSp>
        <p:nvGrpSpPr>
          <p:cNvPr id="67" name="Group 37"/>
          <p:cNvGrpSpPr>
            <a:grpSpLocks/>
          </p:cNvGrpSpPr>
          <p:nvPr/>
        </p:nvGrpSpPr>
        <p:grpSpPr bwMode="auto">
          <a:xfrm>
            <a:off x="971550" y="4884738"/>
            <a:ext cx="3167063" cy="1295400"/>
            <a:chOff x="864" y="1008"/>
            <a:chExt cx="1440" cy="576"/>
          </a:xfrm>
        </p:grpSpPr>
        <p:sp>
          <p:nvSpPr>
            <p:cNvPr id="7193" name="Rectangle 38"/>
            <p:cNvSpPr>
              <a:spLocks noChangeArrowheads="1"/>
            </p:cNvSpPr>
            <p:nvPr/>
          </p:nvSpPr>
          <p:spPr bwMode="auto">
            <a:xfrm>
              <a:off x="864" y="1008"/>
              <a:ext cx="1440" cy="576"/>
            </a:xfrm>
            <a:prstGeom prst="rect">
              <a:avLst/>
            </a:prstGeom>
            <a:solidFill>
              <a:srgbClr val="00FFFF"/>
            </a:solidFill>
            <a:ln w="19050">
              <a:solidFill>
                <a:srgbClr val="3333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7194" name="Text Box 39"/>
            <p:cNvSpPr txBox="1">
              <a:spLocks noChangeArrowheads="1"/>
            </p:cNvSpPr>
            <p:nvPr/>
          </p:nvSpPr>
          <p:spPr bwMode="auto">
            <a:xfrm>
              <a:off x="951" y="1046"/>
              <a:ext cx="904" cy="424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rgbClr val="3333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动力学特征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        </a:t>
              </a:r>
            </a:p>
          </p:txBody>
        </p:sp>
      </p:grpSp>
      <p:sp>
        <p:nvSpPr>
          <p:cNvPr id="81" name="Text Box 91"/>
          <p:cNvSpPr txBox="1">
            <a:spLocks noChangeArrowheads="1"/>
          </p:cNvSpPr>
          <p:nvPr/>
        </p:nvSpPr>
        <p:spPr bwMode="auto">
          <a:xfrm>
            <a:off x="6507163" y="5175250"/>
            <a:ext cx="4603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 dirty="0"/>
              <a:t>m</a:t>
            </a:r>
          </a:p>
        </p:txBody>
      </p:sp>
      <p:sp>
        <p:nvSpPr>
          <p:cNvPr id="82" name="Text Box 93"/>
          <p:cNvSpPr txBox="1">
            <a:spLocks noChangeArrowheads="1"/>
          </p:cNvSpPr>
          <p:nvPr/>
        </p:nvSpPr>
        <p:spPr bwMode="auto">
          <a:xfrm>
            <a:off x="792163" y="3917950"/>
            <a:ext cx="51847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 dirty="0"/>
              <a:t>以</a:t>
            </a:r>
            <a:r>
              <a:rPr lang="zh-CN" altLang="en-US" sz="2800" dirty="0">
                <a:ln w="0">
                  <a:solidFill>
                    <a:srgbClr val="FF0000"/>
                  </a:solidFill>
                </a:ln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linkClick r:id="rId3" action="ppaction://hlinkfile"/>
              </a:rPr>
              <a:t>弹簧振子</a:t>
            </a:r>
            <a:r>
              <a:rPr lang="zh-CN" altLang="en-US" sz="2800" b="1" dirty="0"/>
              <a:t>为例得出普遍结论：</a:t>
            </a:r>
          </a:p>
        </p:txBody>
      </p:sp>
      <p:sp>
        <p:nvSpPr>
          <p:cNvPr id="86" name="Text Box 2"/>
          <p:cNvSpPr txBox="1">
            <a:spLocks noChangeArrowheads="1"/>
          </p:cNvSpPr>
          <p:nvPr/>
        </p:nvSpPr>
        <p:spPr bwMode="auto">
          <a:xfrm>
            <a:off x="1981200" y="333375"/>
            <a:ext cx="51831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/>
              <a:t>第</a:t>
            </a:r>
            <a:r>
              <a:rPr lang="en-US" altLang="zh-CN" b="1"/>
              <a:t>1</a:t>
            </a:r>
            <a:r>
              <a:rPr lang="zh-CN" altLang="en-US" b="1"/>
              <a:t>节  谐振动</a:t>
            </a:r>
            <a:endParaRPr lang="zh-CN" altLang="en-US" sz="2800" b="1"/>
          </a:p>
        </p:txBody>
      </p:sp>
      <p:sp>
        <p:nvSpPr>
          <p:cNvPr id="87" name="Text Box 27"/>
          <p:cNvSpPr txBox="1">
            <a:spLocks noChangeArrowheads="1"/>
          </p:cNvSpPr>
          <p:nvPr/>
        </p:nvSpPr>
        <p:spPr bwMode="auto">
          <a:xfrm>
            <a:off x="2916238" y="873125"/>
            <a:ext cx="36369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/>
              <a:t>Simple Harmonic Motion</a:t>
            </a:r>
            <a:r>
              <a:rPr lang="en-US" altLang="zh-CN" sz="2800" b="1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94" name="Text Box 3"/>
          <p:cNvSpPr txBox="1">
            <a:spLocks noChangeArrowheads="1"/>
          </p:cNvSpPr>
          <p:nvPr/>
        </p:nvSpPr>
        <p:spPr bwMode="auto">
          <a:xfrm>
            <a:off x="468313" y="1450975"/>
            <a:ext cx="403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CC"/>
                </a:solidFill>
              </a:rPr>
              <a:t>定义及运动方程</a:t>
            </a:r>
            <a:endParaRPr lang="zh-CN" altLang="en-US" sz="2400">
              <a:solidFill>
                <a:srgbClr val="0000CC"/>
              </a:solidFill>
            </a:endParaRPr>
          </a:p>
        </p:txBody>
      </p:sp>
      <p:sp>
        <p:nvSpPr>
          <p:cNvPr id="95" name="AutoShape 14"/>
          <p:cNvSpPr>
            <a:spLocks/>
          </p:cNvSpPr>
          <p:nvPr/>
        </p:nvSpPr>
        <p:spPr bwMode="auto">
          <a:xfrm>
            <a:off x="2220913" y="2171700"/>
            <a:ext cx="223837" cy="769938"/>
          </a:xfrm>
          <a:prstGeom prst="leftBrace">
            <a:avLst>
              <a:gd name="adj1" fmla="val 28664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96" name="Rectangle 15"/>
          <p:cNvSpPr>
            <a:spLocks noChangeArrowheads="1"/>
          </p:cNvSpPr>
          <p:nvPr/>
        </p:nvSpPr>
        <p:spPr bwMode="auto">
          <a:xfrm>
            <a:off x="2476500" y="1976438"/>
            <a:ext cx="43545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动力学观点定义</a:t>
            </a:r>
            <a:r>
              <a:rPr lang="en-US" altLang="zh-CN" sz="2800" b="1"/>
              <a:t>(</a:t>
            </a:r>
            <a:r>
              <a:rPr lang="zh-CN" altLang="en-US" sz="2800" b="1"/>
              <a:t>特征</a:t>
            </a:r>
            <a:r>
              <a:rPr lang="en-US" altLang="zh-CN" sz="2800" b="1"/>
              <a:t>)</a:t>
            </a:r>
            <a:endParaRPr lang="zh-CN" altLang="en-US" sz="2800" b="1"/>
          </a:p>
        </p:txBody>
      </p:sp>
      <p:sp>
        <p:nvSpPr>
          <p:cNvPr id="97" name="Text Box 16"/>
          <p:cNvSpPr txBox="1">
            <a:spLocks noChangeArrowheads="1"/>
          </p:cNvSpPr>
          <p:nvPr/>
        </p:nvSpPr>
        <p:spPr bwMode="auto">
          <a:xfrm>
            <a:off x="2476500" y="2566988"/>
            <a:ext cx="62357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运动学观点定义</a:t>
            </a:r>
            <a:r>
              <a:rPr lang="en-US" altLang="zh-CN" sz="2800" b="1"/>
              <a:t>(</a:t>
            </a:r>
            <a:r>
              <a:rPr lang="zh-CN" altLang="en-US" sz="2800" b="1"/>
              <a:t>特征</a:t>
            </a:r>
            <a:r>
              <a:rPr lang="en-US" altLang="zh-CN" sz="2800" b="1"/>
              <a:t>)</a:t>
            </a:r>
            <a:endParaRPr lang="zh-CN" altLang="en-US" sz="2800" b="1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9063" y="5378850"/>
            <a:ext cx="2019048" cy="74285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5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75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75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75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75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75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utoUpdateAnimBg="0"/>
      <p:bldP spid="53" grpId="0" animBg="1"/>
      <p:bldP spid="60" grpId="0" build="p" autoUpdateAnimBg="0"/>
      <p:bldP spid="61" grpId="0" animBg="1"/>
      <p:bldP spid="62" grpId="0" autoUpdateAnimBg="0"/>
      <p:bldP spid="63" grpId="0" animBg="1"/>
      <p:bldP spid="64" grpId="0" autoUpdateAnimBg="0"/>
      <p:bldP spid="65" grpId="0" animBg="1"/>
      <p:bldP spid="66" grpId="0" autoUpdateAnimBg="0"/>
      <p:bldP spid="81" grpId="0" autoUpdateAnimBg="0"/>
      <p:bldP spid="86" grpId="0" autoUpdateAnimBg="0"/>
      <p:bldP spid="87" grpId="0" autoUpdateAnimBg="0"/>
      <p:bldP spid="94" grpId="0" autoUpdateAnimBg="0"/>
      <p:bldP spid="95" grpId="0" animBg="1" autoUpdateAnimBg="0"/>
      <p:bldP spid="96" grpId="0" autoUpdateAnimBg="0"/>
      <p:bldP spid="97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3" name="Text Box 23"/>
          <p:cNvSpPr txBox="1">
            <a:spLocks noChangeArrowheads="1"/>
          </p:cNvSpPr>
          <p:nvPr/>
        </p:nvSpPr>
        <p:spPr bwMode="auto">
          <a:xfrm>
            <a:off x="611188" y="4616450"/>
            <a:ext cx="806450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特点：物体在某一时刻的</a:t>
            </a:r>
            <a:r>
              <a:rPr lang="zh-CN" altLang="en-US" sz="28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加速度和该时刻的位移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       成正比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而方向相反。</a:t>
            </a:r>
            <a:endParaRPr lang="zh-CN" altLang="en-US" sz="2400" dirty="0"/>
          </a:p>
        </p:txBody>
      </p:sp>
      <p:sp>
        <p:nvSpPr>
          <p:cNvPr id="8195" name="Text Box 25"/>
          <p:cNvSpPr txBox="1">
            <a:spLocks noChangeArrowheads="1"/>
          </p:cNvSpPr>
          <p:nvPr/>
        </p:nvSpPr>
        <p:spPr bwMode="auto">
          <a:xfrm>
            <a:off x="8785225" y="6381750"/>
            <a:ext cx="395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3</a:t>
            </a:r>
          </a:p>
        </p:txBody>
      </p:sp>
      <p:sp>
        <p:nvSpPr>
          <p:cNvPr id="12" name="Rectangle 46"/>
          <p:cNvSpPr>
            <a:spLocks noChangeArrowheads="1"/>
          </p:cNvSpPr>
          <p:nvPr/>
        </p:nvSpPr>
        <p:spPr bwMode="auto">
          <a:xfrm>
            <a:off x="865188" y="2901950"/>
            <a:ext cx="3167062" cy="1511300"/>
          </a:xfrm>
          <a:prstGeom prst="rect">
            <a:avLst/>
          </a:prstGeom>
          <a:solidFill>
            <a:schemeClr val="bg1"/>
          </a:solidFill>
          <a:ln w="254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3" name="Text Box 47"/>
          <p:cNvSpPr txBox="1">
            <a:spLocks noChangeArrowheads="1"/>
          </p:cNvSpPr>
          <p:nvPr/>
        </p:nvSpPr>
        <p:spPr bwMode="auto">
          <a:xfrm>
            <a:off x="1048457" y="2924944"/>
            <a:ext cx="291147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/>
              <a:t>微分方程特征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/>
              <a:t>         </a:t>
            </a:r>
          </a:p>
        </p:txBody>
      </p:sp>
      <p:sp>
        <p:nvSpPr>
          <p:cNvPr id="15" name="Text Box 49"/>
          <p:cNvSpPr txBox="1">
            <a:spLocks noChangeArrowheads="1"/>
          </p:cNvSpPr>
          <p:nvPr/>
        </p:nvSpPr>
        <p:spPr bwMode="auto">
          <a:xfrm>
            <a:off x="4105275" y="3478213"/>
            <a:ext cx="32496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 dirty="0"/>
              <a:t>x</a:t>
            </a:r>
            <a:r>
              <a:rPr lang="zh-CN" altLang="zh-CN" sz="2800" b="1" dirty="0"/>
              <a:t>可代表</a:t>
            </a:r>
            <a:r>
              <a:rPr lang="zh-CN" altLang="zh-CN" sz="2800" b="1" dirty="0">
                <a:solidFill>
                  <a:srgbClr val="FF0000"/>
                </a:solidFill>
              </a:rPr>
              <a:t>任意物理量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684213" y="1328738"/>
            <a:ext cx="27368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/>
              <a:t>运动学特征</a:t>
            </a:r>
          </a:p>
        </p:txBody>
      </p:sp>
      <p:graphicFrame>
        <p:nvGraphicFramePr>
          <p:cNvPr id="1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6453829"/>
              </p:ext>
            </p:extLst>
          </p:nvPr>
        </p:nvGraphicFramePr>
        <p:xfrm>
          <a:off x="4957763" y="1660525"/>
          <a:ext cx="1676400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3" name="Equation" r:id="rId3" imgW="457335" imgH="323730" progId="Equation.DSMT4">
                  <p:embed/>
                </p:oleObj>
              </mc:Choice>
              <mc:Fallback>
                <p:oleObj name="Equation" r:id="rId3" imgW="457335" imgH="32373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7763" y="1660525"/>
                        <a:ext cx="1676400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9004045"/>
              </p:ext>
            </p:extLst>
          </p:nvPr>
        </p:nvGraphicFramePr>
        <p:xfrm>
          <a:off x="1657350" y="1728788"/>
          <a:ext cx="2873375" cy="102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4" name="Equation" r:id="rId5" imgW="1066755" imgH="285660" progId="Equation.DSMT4">
                  <p:embed/>
                </p:oleObj>
              </mc:Choice>
              <mc:Fallback>
                <p:oleObj name="Equation" r:id="rId5" imgW="1066755" imgH="285660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7350" y="1728788"/>
                        <a:ext cx="2873375" cy="1023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Group 42"/>
          <p:cNvGrpSpPr>
            <a:grpSpLocks/>
          </p:cNvGrpSpPr>
          <p:nvPr/>
        </p:nvGrpSpPr>
        <p:grpSpPr bwMode="auto">
          <a:xfrm>
            <a:off x="684213" y="585788"/>
            <a:ext cx="3421062" cy="690562"/>
            <a:chOff x="864" y="1782"/>
            <a:chExt cx="2155" cy="435"/>
          </a:xfrm>
        </p:grpSpPr>
        <p:sp>
          <p:nvSpPr>
            <p:cNvPr id="8205" name="Text Box 43"/>
            <p:cNvSpPr txBox="1">
              <a:spLocks noChangeArrowheads="1"/>
            </p:cNvSpPr>
            <p:nvPr/>
          </p:nvSpPr>
          <p:spPr bwMode="auto">
            <a:xfrm>
              <a:off x="864" y="1824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由   </a:t>
              </a:r>
            </a:p>
          </p:txBody>
        </p:sp>
        <p:graphicFrame>
          <p:nvGraphicFramePr>
            <p:cNvPr id="8206" name="Object 4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82807081"/>
                </p:ext>
              </p:extLst>
            </p:nvPr>
          </p:nvGraphicFramePr>
          <p:xfrm>
            <a:off x="1399" y="1782"/>
            <a:ext cx="1620" cy="4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85" name="Equation" r:id="rId7" imgW="914400" imgH="133380" progId="Equation.DSMT4">
                    <p:embed/>
                  </p:oleObj>
                </mc:Choice>
                <mc:Fallback>
                  <p:oleObj name="Equation" r:id="rId7" imgW="914400" imgH="133380" progId="Equation.DSMT4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9" y="1782"/>
                          <a:ext cx="1620" cy="4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" name="Text Box 23"/>
          <p:cNvSpPr txBox="1">
            <a:spLocks noChangeArrowheads="1"/>
          </p:cNvSpPr>
          <p:nvPr/>
        </p:nvSpPr>
        <p:spPr bwMode="auto">
          <a:xfrm>
            <a:off x="4356100" y="6096000"/>
            <a:ext cx="41163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谐振动应该如何表示？？？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5AB6F3E-A221-45CF-B447-1865BF55CB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9475" y="3405023"/>
            <a:ext cx="2838449" cy="946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75"/>
                                        <p:tgtEl>
                                          <p:spTgt spid="317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75"/>
                                        <p:tgtEl>
                                          <p:spTgt spid="3174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3" grpId="0" build="p" autoUpdateAnimBg="0"/>
      <p:bldP spid="12" grpId="0" animBg="1"/>
      <p:bldP spid="13" grpId="0" autoUpdateAnimBg="0"/>
      <p:bldP spid="15" grpId="0" autoUpdateAnimBg="0"/>
      <p:bldP spid="16" grpId="0" autoUpdateAnimBg="0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40" name="Text Box 4"/>
          <p:cNvSpPr txBox="1">
            <a:spLocks noChangeArrowheads="1"/>
          </p:cNvSpPr>
          <p:nvPr/>
        </p:nvSpPr>
        <p:spPr bwMode="auto">
          <a:xfrm>
            <a:off x="900113" y="368300"/>
            <a:ext cx="7993062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/>
              <a:t>      </a:t>
            </a:r>
            <a:r>
              <a:rPr lang="zh-CN" altLang="en-US" b="1"/>
              <a:t>第</a:t>
            </a:r>
            <a:r>
              <a:rPr lang="en-US" altLang="zh-CN" b="1"/>
              <a:t>2</a:t>
            </a:r>
            <a:r>
              <a:rPr lang="zh-CN" altLang="en-US" b="1"/>
              <a:t>节    谐振动的数学表示式  位相</a:t>
            </a:r>
            <a:endParaRPr lang="zh-CN" altLang="en-US"/>
          </a:p>
          <a:p>
            <a:pPr algn="ctr" eaLnBrk="1" hangingPunct="1">
              <a:buFontTx/>
              <a:buNone/>
            </a:pPr>
            <a:r>
              <a:rPr lang="en-US" altLang="zh-CN" sz="2400" b="1"/>
              <a:t>Equations in Simple Harmonic Motion Phase</a:t>
            </a:r>
          </a:p>
        </p:txBody>
      </p:sp>
      <p:sp>
        <p:nvSpPr>
          <p:cNvPr id="372750" name="Text Box 14"/>
          <p:cNvSpPr txBox="1">
            <a:spLocks noChangeArrowheads="1"/>
          </p:cNvSpPr>
          <p:nvPr/>
        </p:nvSpPr>
        <p:spPr bwMode="auto">
          <a:xfrm>
            <a:off x="179388" y="1449388"/>
            <a:ext cx="46085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/>
              <a:t>2.1 </a:t>
            </a:r>
            <a:r>
              <a:rPr lang="zh-CN" altLang="en-US" sz="2800" b="1" dirty="0"/>
              <a:t>谐振动的数学表示式</a:t>
            </a:r>
          </a:p>
        </p:txBody>
      </p:sp>
      <p:sp>
        <p:nvSpPr>
          <p:cNvPr id="9224" name="Text Box 16"/>
          <p:cNvSpPr txBox="1">
            <a:spLocks noChangeArrowheads="1"/>
          </p:cNvSpPr>
          <p:nvPr/>
        </p:nvSpPr>
        <p:spPr bwMode="auto">
          <a:xfrm>
            <a:off x="8785225" y="6392863"/>
            <a:ext cx="395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4</a:t>
            </a:r>
          </a:p>
        </p:txBody>
      </p:sp>
      <p:grpSp>
        <p:nvGrpSpPr>
          <p:cNvPr id="22" name="Group 12"/>
          <p:cNvGrpSpPr>
            <a:grpSpLocks/>
          </p:cNvGrpSpPr>
          <p:nvPr/>
        </p:nvGrpSpPr>
        <p:grpSpPr bwMode="auto">
          <a:xfrm>
            <a:off x="323850" y="4221163"/>
            <a:ext cx="6981825" cy="2489200"/>
            <a:chOff x="528" y="2560"/>
            <a:chExt cx="4542" cy="1568"/>
          </a:xfrm>
        </p:grpSpPr>
        <p:pic>
          <p:nvPicPr>
            <p:cNvPr id="9229" name="Picture 1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8" y="2688"/>
              <a:ext cx="4176" cy="1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230" name="Text Box 14"/>
            <p:cNvSpPr txBox="1">
              <a:spLocks noChangeArrowheads="1"/>
            </p:cNvSpPr>
            <p:nvPr/>
          </p:nvSpPr>
          <p:spPr bwMode="auto">
            <a:xfrm>
              <a:off x="2016" y="2763"/>
              <a:ext cx="24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latin typeface="Book Antiqua" panose="02040602050305030304" pitchFamily="18" charset="0"/>
                </a:rPr>
                <a:t>v</a:t>
              </a:r>
            </a:p>
          </p:txBody>
        </p:sp>
        <p:grpSp>
          <p:nvGrpSpPr>
            <p:cNvPr id="9231" name="Group 15"/>
            <p:cNvGrpSpPr>
              <a:grpSpLocks/>
            </p:cNvGrpSpPr>
            <p:nvPr/>
          </p:nvGrpSpPr>
          <p:grpSpPr bwMode="auto">
            <a:xfrm>
              <a:off x="4752" y="3232"/>
              <a:ext cx="318" cy="327"/>
              <a:chOff x="5424" y="2010"/>
              <a:chExt cx="318" cy="327"/>
            </a:xfrm>
          </p:grpSpPr>
          <p:sp>
            <p:nvSpPr>
              <p:cNvPr id="9234" name="Text Box 16"/>
              <p:cNvSpPr txBox="1">
                <a:spLocks noChangeArrowheads="1"/>
              </p:cNvSpPr>
              <p:nvPr/>
            </p:nvSpPr>
            <p:spPr bwMode="auto">
              <a:xfrm>
                <a:off x="5558" y="2010"/>
                <a:ext cx="1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 b="1" i="1"/>
                  <a:t>t</a:t>
                </a:r>
              </a:p>
            </p:txBody>
          </p:sp>
          <p:graphicFrame>
            <p:nvGraphicFramePr>
              <p:cNvPr id="9235" name="Object 17"/>
              <p:cNvGraphicFramePr>
                <a:graphicFrameLocks noChangeAspect="1"/>
              </p:cNvGraphicFramePr>
              <p:nvPr/>
            </p:nvGraphicFramePr>
            <p:xfrm>
              <a:off x="5424" y="2112"/>
              <a:ext cx="192" cy="1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315" name="Equation" r:id="rId4" imgW="152334" imgH="139639" progId="Equation.DSMT4">
                      <p:embed/>
                    </p:oleObj>
                  </mc:Choice>
                  <mc:Fallback>
                    <p:oleObj name="Equation" r:id="rId4" imgW="152334" imgH="139639" progId="Equation.DSMT4">
                      <p:embed/>
                      <p:pic>
                        <p:nvPicPr>
                          <p:cNvPr id="0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24" y="2112"/>
                            <a:ext cx="192" cy="17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232" name="Text Box 18"/>
            <p:cNvSpPr txBox="1">
              <a:spLocks noChangeArrowheads="1"/>
            </p:cNvSpPr>
            <p:nvPr/>
          </p:nvSpPr>
          <p:spPr bwMode="auto">
            <a:xfrm>
              <a:off x="1008" y="2560"/>
              <a:ext cx="2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/>
                <a:t>x</a:t>
              </a:r>
            </a:p>
          </p:txBody>
        </p:sp>
        <p:sp>
          <p:nvSpPr>
            <p:cNvPr id="9233" name="Text Box 19"/>
            <p:cNvSpPr txBox="1">
              <a:spLocks noChangeArrowheads="1"/>
            </p:cNvSpPr>
            <p:nvPr/>
          </p:nvSpPr>
          <p:spPr bwMode="auto">
            <a:xfrm>
              <a:off x="1632" y="2608"/>
              <a:ext cx="23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/>
                <a:t>a</a:t>
              </a:r>
            </a:p>
          </p:txBody>
        </p:sp>
      </p:grpSp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6011863" y="2781300"/>
            <a:ext cx="2735262" cy="1490663"/>
            <a:chOff x="6012160" y="2852936"/>
            <a:chExt cx="2735262" cy="1490489"/>
          </a:xfrm>
        </p:grpSpPr>
        <p:grpSp>
          <p:nvGrpSpPr>
            <p:cNvPr id="3" name="组合 2"/>
            <p:cNvGrpSpPr/>
            <p:nvPr/>
          </p:nvGrpSpPr>
          <p:grpSpPr>
            <a:xfrm>
              <a:off x="6167698" y="2852936"/>
              <a:ext cx="2544762" cy="1490489"/>
              <a:chOff x="6240463" y="2852936"/>
              <a:chExt cx="2544762" cy="1490489"/>
            </a:xfrm>
            <a:noFill/>
          </p:grpSpPr>
          <p:sp>
            <p:nvSpPr>
              <p:cNvPr id="372748" name="Text Box 12"/>
              <p:cNvSpPr txBox="1">
                <a:spLocks noChangeArrowheads="1"/>
              </p:cNvSpPr>
              <p:nvPr/>
            </p:nvSpPr>
            <p:spPr bwMode="auto">
              <a:xfrm>
                <a:off x="6240463" y="2852936"/>
                <a:ext cx="2544762" cy="57943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  <a:defRPr/>
                </a:pPr>
                <a:r>
                  <a:rPr lang="en-US" altLang="zh-CN" b="1" i="1" dirty="0">
                    <a:sym typeface="Symbol" panose="05050102010706020507" pitchFamily="18" charset="2"/>
                  </a:rPr>
                  <a:t>t</a:t>
                </a:r>
                <a:r>
                  <a:rPr lang="en-US" altLang="zh-CN" b="1" i="1" dirty="0"/>
                  <a:t> +</a:t>
                </a:r>
                <a:r>
                  <a:rPr lang="en-US" altLang="zh-CN" b="1" i="1" dirty="0">
                    <a:sym typeface="Symbol" panose="05050102010706020507" pitchFamily="18" charset="2"/>
                  </a:rPr>
                  <a:t></a:t>
                </a:r>
                <a:r>
                  <a:rPr lang="en-US" altLang="zh-CN" sz="2800" b="1" dirty="0">
                    <a:sym typeface="Symbol" panose="05050102010706020507" pitchFamily="18" charset="2"/>
                  </a:rPr>
                  <a:t> </a:t>
                </a:r>
                <a:r>
                  <a:rPr lang="zh-CN" altLang="en-US" b="1" dirty="0"/>
                  <a:t>：</a:t>
                </a:r>
                <a:r>
                  <a:rPr lang="zh-CN" altLang="en-US" sz="2800" b="1" dirty="0"/>
                  <a:t>位相</a:t>
                </a:r>
              </a:p>
            </p:txBody>
          </p:sp>
          <p:sp>
            <p:nvSpPr>
              <p:cNvPr id="372749" name="Rectangle 13"/>
              <p:cNvSpPr>
                <a:spLocks noChangeArrowheads="1"/>
              </p:cNvSpPr>
              <p:nvPr/>
            </p:nvSpPr>
            <p:spPr bwMode="auto">
              <a:xfrm>
                <a:off x="6339654" y="3389318"/>
                <a:ext cx="2281871" cy="95410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  <a:defRPr/>
                </a:pPr>
                <a:r>
                  <a:rPr lang="zh-CN" altLang="en-US" sz="2800" b="1" dirty="0">
                    <a:latin typeface="楷体_GB2312"/>
                    <a:ea typeface="楷体_GB2312"/>
                    <a:cs typeface="楷体_GB2312"/>
                  </a:rPr>
                  <a:t>任一时刻</a:t>
                </a:r>
                <a:r>
                  <a:rPr lang="en-US" altLang="zh-CN" sz="2800" b="1" i="1" dirty="0">
                    <a:ea typeface="楷体_GB2312"/>
                    <a:cs typeface="楷体_GB2312"/>
                  </a:rPr>
                  <a:t>t</a:t>
                </a:r>
                <a:r>
                  <a:rPr lang="zh-CN" altLang="en-US" sz="2800" b="1" dirty="0">
                    <a:latin typeface="楷体_GB2312"/>
                    <a:ea typeface="楷体_GB2312"/>
                    <a:cs typeface="楷体_GB2312"/>
                  </a:rPr>
                  <a:t>的运动状态</a:t>
                </a:r>
              </a:p>
            </p:txBody>
          </p:sp>
        </p:grpSp>
        <p:sp>
          <p:nvSpPr>
            <p:cNvPr id="9228" name="矩形 3"/>
            <p:cNvSpPr>
              <a:spLocks noChangeArrowheads="1"/>
            </p:cNvSpPr>
            <p:nvPr/>
          </p:nvSpPr>
          <p:spPr bwMode="auto">
            <a:xfrm>
              <a:off x="6012160" y="2852936"/>
              <a:ext cx="2735262" cy="1490489"/>
            </a:xfrm>
            <a:prstGeom prst="rect">
              <a:avLst/>
            </a:prstGeom>
            <a:noFill/>
            <a:ln w="38100" algn="ctr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</p:grp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6290763"/>
              </p:ext>
            </p:extLst>
          </p:nvPr>
        </p:nvGraphicFramePr>
        <p:xfrm>
          <a:off x="385240" y="2087563"/>
          <a:ext cx="3073710" cy="5095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6" name="Equation" r:id="rId6" imgW="2374560" imgH="393480" progId="Equation.DSMT4">
                  <p:embed/>
                </p:oleObj>
              </mc:Choice>
              <mc:Fallback>
                <p:oleObj name="Equation" r:id="rId6" imgW="23745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85240" y="2087563"/>
                        <a:ext cx="3073710" cy="5095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8175885"/>
              </p:ext>
            </p:extLst>
          </p:nvPr>
        </p:nvGraphicFramePr>
        <p:xfrm>
          <a:off x="385240" y="2605822"/>
          <a:ext cx="4545859" cy="830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7" name="Equation" r:id="rId8" imgW="3682800" imgH="672840" progId="Equation.DSMT4">
                  <p:embed/>
                </p:oleObj>
              </mc:Choice>
              <mc:Fallback>
                <p:oleObj name="Equation" r:id="rId8" imgW="3682800" imgH="672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85240" y="2605822"/>
                        <a:ext cx="4545859" cy="8307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8787709"/>
              </p:ext>
            </p:extLst>
          </p:nvPr>
        </p:nvGraphicFramePr>
        <p:xfrm>
          <a:off x="444846" y="3428229"/>
          <a:ext cx="4556439" cy="9774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8" name="Equation" r:id="rId10" imgW="3848040" imgH="825480" progId="Equation.DSMT4">
                  <p:embed/>
                </p:oleObj>
              </mc:Choice>
              <mc:Fallback>
                <p:oleObj name="Equation" r:id="rId10" imgW="384804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44846" y="3428229"/>
                        <a:ext cx="4556439" cy="9774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62205" y="1337639"/>
            <a:ext cx="3540777" cy="13372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2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2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727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727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727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727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727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727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2740" grpId="0"/>
      <p:bldP spid="37275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142875" y="296863"/>
            <a:ext cx="4660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/>
              <a:t>2.2 </a:t>
            </a:r>
            <a:r>
              <a:rPr lang="zh-CN" altLang="en-US" sz="2800" b="1"/>
              <a:t>谐振动的种类</a:t>
            </a: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539750" y="908050"/>
            <a:ext cx="47164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CC"/>
                </a:solidFill>
              </a:rPr>
              <a:t>（</a:t>
            </a:r>
            <a:r>
              <a:rPr lang="en-US" altLang="zh-CN" sz="2800" b="1">
                <a:solidFill>
                  <a:srgbClr val="0000CC"/>
                </a:solidFill>
              </a:rPr>
              <a:t>1</a:t>
            </a:r>
            <a:r>
              <a:rPr lang="zh-CN" altLang="en-US" sz="2800" b="1">
                <a:solidFill>
                  <a:srgbClr val="0000CC"/>
                </a:solidFill>
              </a:rPr>
              <a:t>）线谐振（例弹簧振子）</a:t>
            </a:r>
            <a:endParaRPr lang="zh-CN" altLang="en-US" sz="2400">
              <a:solidFill>
                <a:srgbClr val="0000CC"/>
              </a:solidFill>
            </a:endParaRPr>
          </a:p>
        </p:txBody>
      </p:sp>
      <p:graphicFrame>
        <p:nvGraphicFramePr>
          <p:cNvPr id="10244" name="Object 4"/>
          <p:cNvGraphicFramePr>
            <a:graphicFrameLocks noChangeAspect="1"/>
          </p:cNvGraphicFramePr>
          <p:nvPr/>
        </p:nvGraphicFramePr>
        <p:xfrm>
          <a:off x="2268538" y="1484313"/>
          <a:ext cx="205105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9" name="Equation" r:id="rId3" imgW="723586" imgH="253890" progId="Equation.DSMT4">
                  <p:embed/>
                </p:oleObj>
              </mc:Choice>
              <mc:Fallback>
                <p:oleObj name="Equation" r:id="rId3" imgW="723586" imgH="25389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1484313"/>
                        <a:ext cx="2051050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Object 5"/>
          <p:cNvGraphicFramePr>
            <a:graphicFrameLocks noChangeAspect="1"/>
          </p:cNvGraphicFramePr>
          <p:nvPr/>
        </p:nvGraphicFramePr>
        <p:xfrm>
          <a:off x="2232025" y="2273300"/>
          <a:ext cx="295275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0" name="Equation" r:id="rId5" imgW="2527300" imgH="393700" progId="Equation.DSMT4">
                  <p:embed/>
                </p:oleObj>
              </mc:Choice>
              <mc:Fallback>
                <p:oleObj name="Equation" r:id="rId5" imgW="2527300" imgH="3937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2025" y="2273300"/>
                        <a:ext cx="2952750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Object 6"/>
          <p:cNvGraphicFramePr>
            <a:graphicFrameLocks noChangeAspect="1"/>
          </p:cNvGraphicFramePr>
          <p:nvPr/>
        </p:nvGraphicFramePr>
        <p:xfrm>
          <a:off x="2333625" y="3860800"/>
          <a:ext cx="2230438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1" name="Equation" r:id="rId7" imgW="1727200" imgH="419100" progId="Equation.DSMT4">
                  <p:embed/>
                </p:oleObj>
              </mc:Choice>
              <mc:Fallback>
                <p:oleObj name="Equation" r:id="rId7" imgW="1727200" imgH="4191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3625" y="3860800"/>
                        <a:ext cx="2230438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Object 7"/>
          <p:cNvGraphicFramePr>
            <a:graphicFrameLocks noChangeAspect="1"/>
          </p:cNvGraphicFramePr>
          <p:nvPr/>
        </p:nvGraphicFramePr>
        <p:xfrm>
          <a:off x="2260600" y="4686300"/>
          <a:ext cx="3248025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2" name="Equation" r:id="rId9" imgW="2565400" imgH="431800" progId="Equation.DSMT4">
                  <p:embed/>
                </p:oleObj>
              </mc:Choice>
              <mc:Fallback>
                <p:oleObj name="Equation" r:id="rId9" imgW="2565400" imgH="431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0600" y="4686300"/>
                        <a:ext cx="3248025" cy="61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5724525" y="1736725"/>
            <a:ext cx="2895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轨迹是直线</a:t>
            </a:r>
            <a:r>
              <a:rPr lang="zh-CN" altLang="en-US" sz="2400"/>
              <a:t>     </a:t>
            </a: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5867400" y="5589588"/>
            <a:ext cx="22367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轨迹是曲线</a:t>
            </a:r>
            <a:r>
              <a:rPr lang="zh-CN" altLang="en-US" sz="2800"/>
              <a:t>  </a:t>
            </a:r>
            <a:endParaRPr lang="zh-CN" altLang="en-US" sz="2400"/>
          </a:p>
        </p:txBody>
      </p:sp>
      <p:sp>
        <p:nvSpPr>
          <p:cNvPr id="10251" name="AutoShape 11"/>
          <p:cNvSpPr>
            <a:spLocks/>
          </p:cNvSpPr>
          <p:nvPr/>
        </p:nvSpPr>
        <p:spPr bwMode="auto">
          <a:xfrm>
            <a:off x="1935163" y="1700213"/>
            <a:ext cx="188912" cy="876300"/>
          </a:xfrm>
          <a:prstGeom prst="leftBrace">
            <a:avLst>
              <a:gd name="adj1" fmla="val 38656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0252" name="AutoShape 12"/>
          <p:cNvSpPr>
            <a:spLocks/>
          </p:cNvSpPr>
          <p:nvPr/>
        </p:nvSpPr>
        <p:spPr bwMode="auto">
          <a:xfrm>
            <a:off x="1973263" y="4038600"/>
            <a:ext cx="215900" cy="1079500"/>
          </a:xfrm>
          <a:prstGeom prst="leftBrace">
            <a:avLst>
              <a:gd name="adj1" fmla="val 41667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0253" name="Rectangle 13"/>
          <p:cNvSpPr>
            <a:spLocks noChangeArrowheads="1"/>
          </p:cNvSpPr>
          <p:nvPr/>
        </p:nvSpPr>
        <p:spPr bwMode="auto">
          <a:xfrm>
            <a:off x="539750" y="3068638"/>
            <a:ext cx="50403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CC"/>
                </a:solidFill>
              </a:rPr>
              <a:t>（</a:t>
            </a:r>
            <a:r>
              <a:rPr lang="en-US" altLang="zh-CN" sz="2800" b="1">
                <a:solidFill>
                  <a:srgbClr val="0000CC"/>
                </a:solidFill>
              </a:rPr>
              <a:t>2</a:t>
            </a:r>
            <a:r>
              <a:rPr lang="zh-CN" altLang="en-US" sz="2800" b="1">
                <a:solidFill>
                  <a:srgbClr val="0000CC"/>
                </a:solidFill>
              </a:rPr>
              <a:t>）角谐振（例单摆）</a:t>
            </a:r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6767513" y="2924175"/>
            <a:ext cx="1439862" cy="2160588"/>
            <a:chOff x="3923" y="1888"/>
            <a:chExt cx="907" cy="1361"/>
          </a:xfrm>
        </p:grpSpPr>
        <p:sp>
          <p:nvSpPr>
            <p:cNvPr id="10255" name="Rectangle 24"/>
            <p:cNvSpPr>
              <a:spLocks noChangeArrowheads="1"/>
            </p:cNvSpPr>
            <p:nvPr/>
          </p:nvSpPr>
          <p:spPr bwMode="auto">
            <a:xfrm>
              <a:off x="3923" y="1911"/>
              <a:ext cx="907" cy="1338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grpSp>
          <p:nvGrpSpPr>
            <p:cNvPr id="10256" name="Group 14"/>
            <p:cNvGrpSpPr>
              <a:grpSpLocks/>
            </p:cNvGrpSpPr>
            <p:nvPr/>
          </p:nvGrpSpPr>
          <p:grpSpPr bwMode="auto">
            <a:xfrm>
              <a:off x="4020" y="1888"/>
              <a:ext cx="720" cy="1200"/>
              <a:chOff x="528" y="2928"/>
              <a:chExt cx="720" cy="1200"/>
            </a:xfrm>
          </p:grpSpPr>
          <p:sp>
            <p:nvSpPr>
              <p:cNvPr id="10257" name="Line 15"/>
              <p:cNvSpPr>
                <a:spLocks noChangeShapeType="1"/>
              </p:cNvSpPr>
              <p:nvPr/>
            </p:nvSpPr>
            <p:spPr bwMode="auto">
              <a:xfrm>
                <a:off x="528" y="3120"/>
                <a:ext cx="38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58" name="Line 16"/>
              <p:cNvSpPr>
                <a:spLocks noChangeShapeType="1"/>
              </p:cNvSpPr>
              <p:nvPr/>
            </p:nvSpPr>
            <p:spPr bwMode="auto">
              <a:xfrm>
                <a:off x="720" y="3120"/>
                <a:ext cx="0" cy="100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59" name="Oval 17"/>
              <p:cNvSpPr>
                <a:spLocks noChangeArrowheads="1"/>
              </p:cNvSpPr>
              <p:nvPr/>
            </p:nvSpPr>
            <p:spPr bwMode="auto">
              <a:xfrm>
                <a:off x="672" y="4032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10260" name="Line 18"/>
              <p:cNvSpPr>
                <a:spLocks noChangeShapeType="1"/>
              </p:cNvSpPr>
              <p:nvPr/>
            </p:nvSpPr>
            <p:spPr bwMode="auto">
              <a:xfrm>
                <a:off x="720" y="3168"/>
                <a:ext cx="480" cy="81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61" name="Oval 19"/>
              <p:cNvSpPr>
                <a:spLocks noChangeArrowheads="1"/>
              </p:cNvSpPr>
              <p:nvPr/>
            </p:nvSpPr>
            <p:spPr bwMode="auto">
              <a:xfrm>
                <a:off x="1152" y="3888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10262" name="Arc 20"/>
              <p:cNvSpPr>
                <a:spLocks/>
              </p:cNvSpPr>
              <p:nvPr/>
            </p:nvSpPr>
            <p:spPr bwMode="auto">
              <a:xfrm>
                <a:off x="728" y="2928"/>
                <a:ext cx="158" cy="576"/>
              </a:xfrm>
              <a:custGeom>
                <a:avLst/>
                <a:gdLst>
                  <a:gd name="T0" fmla="*/ 0 w 9779"/>
                  <a:gd name="T1" fmla="*/ 0 h 21600"/>
                  <a:gd name="T2" fmla="*/ 0 w 9779"/>
                  <a:gd name="T3" fmla="*/ 0 h 21600"/>
                  <a:gd name="T4" fmla="*/ 0 w 9779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9779"/>
                  <a:gd name="T10" fmla="*/ 0 h 21600"/>
                  <a:gd name="T11" fmla="*/ 9779 w 9779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79" h="21600" fill="none" extrusionOk="0">
                    <a:moveTo>
                      <a:pt x="9779" y="19659"/>
                    </a:moveTo>
                    <a:cubicBezTo>
                      <a:pt x="6969" y="20938"/>
                      <a:pt x="3918" y="21599"/>
                      <a:pt x="831" y="21600"/>
                    </a:cubicBezTo>
                    <a:cubicBezTo>
                      <a:pt x="553" y="21600"/>
                      <a:pt x="276" y="21594"/>
                      <a:pt x="-1" y="21584"/>
                    </a:cubicBezTo>
                  </a:path>
                  <a:path w="9779" h="21600" stroke="0" extrusionOk="0">
                    <a:moveTo>
                      <a:pt x="9779" y="19659"/>
                    </a:moveTo>
                    <a:cubicBezTo>
                      <a:pt x="6969" y="20938"/>
                      <a:pt x="3918" y="21599"/>
                      <a:pt x="831" y="21600"/>
                    </a:cubicBezTo>
                    <a:cubicBezTo>
                      <a:pt x="553" y="21600"/>
                      <a:pt x="276" y="21594"/>
                      <a:pt x="-1" y="21584"/>
                    </a:cubicBezTo>
                    <a:lnTo>
                      <a:pt x="831" y="0"/>
                    </a:lnTo>
                    <a:lnTo>
                      <a:pt x="9779" y="19659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10263" name="Object 21"/>
              <p:cNvGraphicFramePr>
                <a:graphicFrameLocks noChangeAspect="1"/>
              </p:cNvGraphicFramePr>
              <p:nvPr/>
            </p:nvGraphicFramePr>
            <p:xfrm>
              <a:off x="764" y="3556"/>
              <a:ext cx="152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363" name="Equation" r:id="rId11" imgW="241091" imgH="317225" progId="Equation.DSMT4">
                      <p:embed/>
                    </p:oleObj>
                  </mc:Choice>
                  <mc:Fallback>
                    <p:oleObj name="Equation" r:id="rId11" imgW="241091" imgH="317225" progId="Equation.DSMT4">
                      <p:embed/>
                      <p:pic>
                        <p:nvPicPr>
                          <p:cNvPr id="0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4" y="3556"/>
                            <a:ext cx="152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0254" name="Text Box 26"/>
          <p:cNvSpPr txBox="1">
            <a:spLocks noChangeArrowheads="1"/>
          </p:cNvSpPr>
          <p:nvPr/>
        </p:nvSpPr>
        <p:spPr bwMode="auto">
          <a:xfrm>
            <a:off x="8785225" y="6381750"/>
            <a:ext cx="395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75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4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9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75"/>
                                        <p:tgtEl>
                                          <p:spTgt spid="10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 autoUpdateAnimBg="0"/>
      <p:bldP spid="10243" grpId="0" autoUpdateAnimBg="0"/>
      <p:bldP spid="10248" grpId="0" autoUpdateAnimBg="0"/>
      <p:bldP spid="10249" grpId="0" build="p" autoUpdateAnimBg="0"/>
      <p:bldP spid="10251" grpId="0" animBg="1"/>
      <p:bldP spid="10252" grpId="0" animBg="1"/>
      <p:bldP spid="10253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107950" y="296863"/>
            <a:ext cx="563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/>
              <a:t>2.3 </a:t>
            </a:r>
            <a:r>
              <a:rPr lang="zh-CN" altLang="en-US" sz="2800" b="1"/>
              <a:t>描述简谐振动的物理量</a:t>
            </a:r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647700" y="1052513"/>
            <a:ext cx="41227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描述运动状态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：</a:t>
            </a:r>
            <a:endParaRPr lang="zh-CN" altLang="en-US" sz="280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1260475" y="1722438"/>
            <a:ext cx="2374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（平衡位置</a:t>
            </a:r>
            <a:r>
              <a:rPr lang="en-US" altLang="zh-CN" sz="2800" b="1"/>
              <a:t>—</a:t>
            </a:r>
            <a:endParaRPr lang="en-US" altLang="zh-CN" sz="2400"/>
          </a:p>
        </p:txBody>
      </p:sp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647700" y="2312988"/>
            <a:ext cx="4267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2800" b="1">
                <a:ea typeface="楷体_GB2312" pitchFamily="49" charset="-122"/>
              </a:rPr>
              <a:t>  </a:t>
            </a:r>
            <a:r>
              <a:rPr lang="zh-CN" altLang="en-US" sz="2800" b="1">
                <a:solidFill>
                  <a:srgbClr val="0000CC"/>
                </a:solidFill>
                <a:ea typeface="楷体_GB2312" pitchFamily="49" charset="-122"/>
              </a:rPr>
              <a:t>位移 </a:t>
            </a:r>
            <a:r>
              <a:rPr lang="en-US" altLang="zh-CN" sz="2800" b="1" i="1">
                <a:solidFill>
                  <a:srgbClr val="0000CC"/>
                </a:solidFill>
                <a:ea typeface="楷体_GB2312" pitchFamily="49" charset="-122"/>
              </a:rPr>
              <a:t>x</a:t>
            </a:r>
            <a:r>
              <a:rPr lang="zh-CN" altLang="en-US" sz="2800" b="1">
                <a:solidFill>
                  <a:srgbClr val="0000CC"/>
                </a:solidFill>
                <a:ea typeface="楷体_GB2312" pitchFamily="49" charset="-122"/>
              </a:rPr>
              <a:t>：</a:t>
            </a:r>
          </a:p>
        </p:txBody>
      </p:sp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647700" y="3429000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2800" b="1">
                <a:ea typeface="楷体_GB2312" pitchFamily="49" charset="-122"/>
              </a:rPr>
              <a:t>  </a:t>
            </a:r>
            <a:r>
              <a:rPr lang="zh-CN" altLang="en-US" sz="2800" b="1">
                <a:solidFill>
                  <a:srgbClr val="0000CC"/>
                </a:solidFill>
                <a:ea typeface="楷体_GB2312" pitchFamily="49" charset="-122"/>
              </a:rPr>
              <a:t>振幅 </a:t>
            </a:r>
            <a:r>
              <a:rPr lang="en-US" altLang="zh-CN" sz="2800" b="1" i="1">
                <a:solidFill>
                  <a:srgbClr val="0000CC"/>
                </a:solidFill>
                <a:ea typeface="楷体_GB2312" pitchFamily="49" charset="-122"/>
              </a:rPr>
              <a:t>A</a:t>
            </a:r>
            <a:r>
              <a:rPr lang="zh-CN" altLang="en-US" sz="2800">
                <a:solidFill>
                  <a:srgbClr val="0000CC"/>
                </a:solidFill>
              </a:rPr>
              <a:t>：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sp>
        <p:nvSpPr>
          <p:cNvPr id="11271" name="Text Box 7"/>
          <p:cNvSpPr txBox="1">
            <a:spLocks noChangeArrowheads="1"/>
          </p:cNvSpPr>
          <p:nvPr/>
        </p:nvSpPr>
        <p:spPr bwMode="auto">
          <a:xfrm>
            <a:off x="647700" y="4508500"/>
            <a:ext cx="19796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周期</a:t>
            </a:r>
            <a:r>
              <a:rPr lang="zh-CN" altLang="en-US" sz="2800" b="1">
                <a:solidFill>
                  <a:srgbClr val="0000CC"/>
                </a:solidFill>
                <a:ea typeface="楷体_GB2312" pitchFamily="49" charset="-122"/>
              </a:rPr>
              <a:t> </a:t>
            </a:r>
            <a:r>
              <a:rPr lang="en-US" altLang="zh-CN" sz="2800" b="1" i="1">
                <a:solidFill>
                  <a:srgbClr val="0000CC"/>
                </a:solidFill>
                <a:ea typeface="楷体_GB2312" pitchFamily="49" charset="-122"/>
              </a:rPr>
              <a:t>T</a:t>
            </a:r>
            <a:r>
              <a:rPr lang="zh-CN" altLang="en-US" sz="2800" b="1">
                <a:solidFill>
                  <a:srgbClr val="0000CC"/>
                </a:solidFill>
                <a:ea typeface="楷体_GB2312" pitchFamily="49" charset="-122"/>
              </a:rPr>
              <a:t>：</a:t>
            </a:r>
            <a:endParaRPr lang="zh-CN" altLang="en-US" sz="2800">
              <a:solidFill>
                <a:srgbClr val="0000CC"/>
              </a:solidFill>
              <a:ea typeface="楷体_GB2312" pitchFamily="49" charset="-122"/>
            </a:endParaRPr>
          </a:p>
        </p:txBody>
      </p:sp>
      <p:sp>
        <p:nvSpPr>
          <p:cNvPr id="11272" name="Text Box 8"/>
          <p:cNvSpPr txBox="1">
            <a:spLocks noChangeArrowheads="1"/>
          </p:cNvSpPr>
          <p:nvPr/>
        </p:nvSpPr>
        <p:spPr bwMode="auto">
          <a:xfrm>
            <a:off x="611188" y="5573713"/>
            <a:ext cx="2667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zh-CN" sz="2800" b="1"/>
              <a:t>  </a:t>
            </a:r>
            <a:r>
              <a:rPr lang="zh-CN" altLang="en-US" sz="2800" b="1">
                <a:solidFill>
                  <a:srgbClr val="0000CC"/>
                </a:solidFill>
              </a:rPr>
              <a:t>频率 </a:t>
            </a:r>
            <a:r>
              <a:rPr lang="zh-CN" altLang="en-US" sz="2800" b="1" i="1">
                <a:solidFill>
                  <a:srgbClr val="0000CC"/>
                </a:solidFill>
                <a:sym typeface="Symbol" panose="05050102010706020507" pitchFamily="18" charset="2"/>
              </a:rPr>
              <a:t></a:t>
            </a:r>
            <a:r>
              <a:rPr lang="zh-CN" altLang="en-US" sz="2800" b="1">
                <a:solidFill>
                  <a:srgbClr val="0000CC"/>
                </a:solidFill>
              </a:rPr>
              <a:t>：</a:t>
            </a:r>
          </a:p>
        </p:txBody>
      </p:sp>
      <p:sp>
        <p:nvSpPr>
          <p:cNvPr id="11278" name="Rectangle 14"/>
          <p:cNvSpPr>
            <a:spLocks noChangeArrowheads="1"/>
          </p:cNvSpPr>
          <p:nvPr/>
        </p:nvSpPr>
        <p:spPr bwMode="auto">
          <a:xfrm>
            <a:off x="3454400" y="1722438"/>
            <a:ext cx="525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/>
              <a:t>振动物体受</a:t>
            </a:r>
            <a:r>
              <a:rPr lang="zh-CN" altLang="en-US" sz="2800" b="1" dirty="0">
                <a:solidFill>
                  <a:srgbClr val="FF0000"/>
                </a:solidFill>
              </a:rPr>
              <a:t>合外力为零</a:t>
            </a:r>
            <a:r>
              <a:rPr lang="zh-CN" altLang="en-US" sz="2800" b="1" dirty="0"/>
              <a:t>的位置）</a:t>
            </a:r>
            <a:r>
              <a:rPr lang="zh-CN" altLang="en-US" sz="2400" dirty="0"/>
              <a:t> </a:t>
            </a:r>
            <a:endParaRPr lang="zh-CN" altLang="en-US" sz="2800" dirty="0"/>
          </a:p>
        </p:txBody>
      </p:sp>
      <p:sp>
        <p:nvSpPr>
          <p:cNvPr id="11279" name="Rectangle 15"/>
          <p:cNvSpPr>
            <a:spLocks noChangeArrowheads="1"/>
          </p:cNvSpPr>
          <p:nvPr/>
        </p:nvSpPr>
        <p:spPr bwMode="auto">
          <a:xfrm>
            <a:off x="1619250" y="2889250"/>
            <a:ext cx="678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振动物体任一时刻离开平衡位置的距离</a:t>
            </a:r>
          </a:p>
        </p:txBody>
      </p:sp>
      <p:sp>
        <p:nvSpPr>
          <p:cNvPr id="11280" name="Rectangle 16"/>
          <p:cNvSpPr>
            <a:spLocks noChangeArrowheads="1"/>
          </p:cNvSpPr>
          <p:nvPr/>
        </p:nvSpPr>
        <p:spPr bwMode="auto">
          <a:xfrm>
            <a:off x="1584325" y="3989388"/>
            <a:ext cx="7162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振动物体离开平衡位置最大距离的绝对值</a:t>
            </a:r>
          </a:p>
        </p:txBody>
      </p:sp>
      <p:sp>
        <p:nvSpPr>
          <p:cNvPr id="11281" name="Rectangle 17"/>
          <p:cNvSpPr>
            <a:spLocks noChangeArrowheads="1"/>
          </p:cNvSpPr>
          <p:nvPr/>
        </p:nvSpPr>
        <p:spPr bwMode="auto">
          <a:xfrm>
            <a:off x="1619250" y="5033963"/>
            <a:ext cx="632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物体完成一次全振动所需的时间</a:t>
            </a:r>
            <a:r>
              <a:rPr lang="en-US" altLang="zh-CN" sz="2800" b="1"/>
              <a:t>.</a:t>
            </a:r>
          </a:p>
        </p:txBody>
      </p:sp>
      <p:sp>
        <p:nvSpPr>
          <p:cNvPr id="11282" name="Rectangle 18"/>
          <p:cNvSpPr>
            <a:spLocks noChangeArrowheads="1"/>
          </p:cNvSpPr>
          <p:nvPr/>
        </p:nvSpPr>
        <p:spPr bwMode="auto">
          <a:xfrm>
            <a:off x="1619250" y="6149975"/>
            <a:ext cx="716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物体在单位时间内完成全振动的次数</a:t>
            </a:r>
            <a:r>
              <a:rPr lang="en-US" altLang="zh-CN" sz="2800" b="1"/>
              <a:t>.</a:t>
            </a:r>
          </a:p>
        </p:txBody>
      </p:sp>
      <p:sp>
        <p:nvSpPr>
          <p:cNvPr id="11287" name="Rectangle 23"/>
          <p:cNvSpPr>
            <a:spLocks noChangeArrowheads="1"/>
          </p:cNvSpPr>
          <p:nvPr/>
        </p:nvSpPr>
        <p:spPr bwMode="auto">
          <a:xfrm>
            <a:off x="3676650" y="1052513"/>
            <a:ext cx="23002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位置、速度</a:t>
            </a:r>
          </a:p>
        </p:txBody>
      </p:sp>
      <p:sp>
        <p:nvSpPr>
          <p:cNvPr id="3" name="Text Box 32"/>
          <p:cNvSpPr txBox="1">
            <a:spLocks noChangeArrowheads="1"/>
          </p:cNvSpPr>
          <p:nvPr/>
        </p:nvSpPr>
        <p:spPr bwMode="auto">
          <a:xfrm>
            <a:off x="8785225" y="6381750"/>
            <a:ext cx="395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6</a:t>
            </a:r>
          </a:p>
        </p:txBody>
      </p:sp>
      <p:grpSp>
        <p:nvGrpSpPr>
          <p:cNvPr id="2" name="Group 35"/>
          <p:cNvGrpSpPr>
            <a:grpSpLocks/>
          </p:cNvGrpSpPr>
          <p:nvPr/>
        </p:nvGrpSpPr>
        <p:grpSpPr bwMode="auto">
          <a:xfrm>
            <a:off x="5543550" y="188913"/>
            <a:ext cx="3349625" cy="682625"/>
            <a:chOff x="3492" y="210"/>
            <a:chExt cx="2110" cy="430"/>
          </a:xfrm>
        </p:grpSpPr>
        <p:graphicFrame>
          <p:nvGraphicFramePr>
            <p:cNvPr id="4" name="Object 33"/>
            <p:cNvGraphicFramePr>
              <a:graphicFrameLocks noChangeAspect="1"/>
            </p:cNvGraphicFramePr>
            <p:nvPr/>
          </p:nvGraphicFramePr>
          <p:xfrm>
            <a:off x="3560" y="278"/>
            <a:ext cx="1997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02" name="Equation" r:id="rId3" imgW="2374900" imgH="393700" progId="Equation.DSMT4">
                    <p:embed/>
                  </p:oleObj>
                </mc:Choice>
                <mc:Fallback>
                  <p:oleObj name="Equation" r:id="rId3" imgW="2374900" imgH="393700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0" y="278"/>
                          <a:ext cx="1997" cy="3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Rectangle 34"/>
            <p:cNvSpPr>
              <a:spLocks noChangeArrowheads="1"/>
            </p:cNvSpPr>
            <p:nvPr/>
          </p:nvSpPr>
          <p:spPr bwMode="auto">
            <a:xfrm>
              <a:off x="3492" y="210"/>
              <a:ext cx="2110" cy="430"/>
            </a:xfrm>
            <a:prstGeom prst="rect">
              <a:avLst/>
            </a:prstGeom>
            <a:noFill/>
            <a:ln w="38100" algn="ctr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75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2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2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75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75"/>
                                        <p:tgtEl>
                                          <p:spTgt spid="11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75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12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12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75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1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1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12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12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75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1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1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12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12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75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1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1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12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12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 autoUpdateAnimBg="0"/>
      <p:bldP spid="11267" grpId="0" autoUpdateAnimBg="0"/>
      <p:bldP spid="11268" grpId="0" autoUpdateAnimBg="0"/>
      <p:bldP spid="11269" grpId="0" autoUpdateAnimBg="0"/>
      <p:bldP spid="11270" grpId="0" autoUpdateAnimBg="0"/>
      <p:bldP spid="11271" grpId="0" autoUpdateAnimBg="0"/>
      <p:bldP spid="11272" grpId="0" autoUpdateAnimBg="0"/>
      <p:bldP spid="11278" grpId="0" autoUpdateAnimBg="0"/>
      <p:bldP spid="11279" grpId="0" autoUpdateAnimBg="0"/>
      <p:bldP spid="11280" grpId="0" autoUpdateAnimBg="0"/>
      <p:bldP spid="11281" grpId="0" autoUpdateAnimBg="0"/>
      <p:bldP spid="11282" grpId="0" autoUpdateAnimBg="0"/>
      <p:bldP spid="11287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73" name="Text Box 9"/>
          <p:cNvSpPr txBox="1">
            <a:spLocks noChangeArrowheads="1"/>
          </p:cNvSpPr>
          <p:nvPr/>
        </p:nvSpPr>
        <p:spPr bwMode="auto">
          <a:xfrm>
            <a:off x="1476375" y="1125538"/>
            <a:ext cx="7286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ym typeface="Symbol" panose="05050102010706020507" pitchFamily="18" charset="2"/>
              </a:rPr>
              <a:t>谐振动频率</a:t>
            </a:r>
            <a:r>
              <a:rPr lang="en-US" altLang="zh-CN" sz="2800" b="1" i="1">
                <a:sym typeface="Symbol" panose="05050102010706020507" pitchFamily="18" charset="2"/>
              </a:rPr>
              <a:t>v</a:t>
            </a:r>
            <a:r>
              <a:rPr lang="zh-CN" altLang="en-US" sz="2800" b="1">
                <a:sym typeface="Symbol" panose="05050102010706020507" pitchFamily="18" charset="2"/>
              </a:rPr>
              <a:t>的</a:t>
            </a:r>
            <a:r>
              <a:rPr lang="en-US" altLang="zh-CN" sz="2800" b="1"/>
              <a:t>2</a:t>
            </a:r>
            <a:r>
              <a:rPr lang="en-US" altLang="zh-CN" sz="2800" b="1">
                <a:sym typeface="Symbol" panose="05050102010706020507" pitchFamily="18" charset="2"/>
              </a:rPr>
              <a:t></a:t>
            </a:r>
            <a:r>
              <a:rPr lang="zh-CN" altLang="en-US" sz="2800" b="1">
                <a:sym typeface="Symbol" panose="05050102010706020507" pitchFamily="18" charset="2"/>
              </a:rPr>
              <a:t>倍</a:t>
            </a:r>
            <a:r>
              <a:rPr lang="zh-CN" altLang="en-US" sz="2800" b="1"/>
              <a:t>（描述简谐振动快慢</a:t>
            </a:r>
            <a:r>
              <a:rPr lang="zh-CN" altLang="en-US" sz="2800" b="1">
                <a:sym typeface="Symbol" panose="05050102010706020507" pitchFamily="18" charset="2"/>
              </a:rPr>
              <a:t>）</a:t>
            </a:r>
          </a:p>
        </p:txBody>
      </p:sp>
      <p:sp>
        <p:nvSpPr>
          <p:cNvPr id="318475" name="Text Box 11"/>
          <p:cNvSpPr txBox="1">
            <a:spLocks noChangeArrowheads="1"/>
          </p:cNvSpPr>
          <p:nvPr/>
        </p:nvSpPr>
        <p:spPr bwMode="auto">
          <a:xfrm>
            <a:off x="503238" y="3773488"/>
            <a:ext cx="3124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2800" b="1"/>
              <a:t>  </a:t>
            </a:r>
            <a:r>
              <a:rPr lang="zh-CN" altLang="en-US" sz="2800" b="1">
                <a:solidFill>
                  <a:srgbClr val="0000CC"/>
                </a:solidFill>
              </a:rPr>
              <a:t>初位相</a:t>
            </a:r>
            <a:r>
              <a:rPr lang="zh-CN" altLang="en-US" sz="2800" b="1" i="1">
                <a:solidFill>
                  <a:srgbClr val="0000CC"/>
                </a:solidFill>
                <a:sym typeface="Symbol" panose="05050102010706020507" pitchFamily="18" charset="2"/>
              </a:rPr>
              <a:t> </a:t>
            </a:r>
            <a:r>
              <a:rPr lang="zh-CN" altLang="en-US" sz="2800" b="1">
                <a:solidFill>
                  <a:srgbClr val="0000CC"/>
                </a:solidFill>
              </a:rPr>
              <a:t>：</a:t>
            </a:r>
          </a:p>
        </p:txBody>
      </p:sp>
      <p:sp>
        <p:nvSpPr>
          <p:cNvPr id="318477" name="Text Box 13"/>
          <p:cNvSpPr txBox="1">
            <a:spLocks noChangeArrowheads="1"/>
          </p:cNvSpPr>
          <p:nvPr/>
        </p:nvSpPr>
        <p:spPr bwMode="auto">
          <a:xfrm>
            <a:off x="1476375" y="2924175"/>
            <a:ext cx="678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ym typeface="Symbol" panose="05050102010706020507" pitchFamily="18" charset="2"/>
              </a:rPr>
              <a:t> </a:t>
            </a:r>
            <a:r>
              <a:rPr lang="zh-CN" altLang="en-US" sz="2800" b="1"/>
              <a:t>由系统的性质决定故称 “ </a:t>
            </a:r>
            <a:r>
              <a:rPr lang="zh-CN" altLang="en-US" sz="2800" b="1">
                <a:solidFill>
                  <a:srgbClr val="0000CC"/>
                </a:solidFill>
              </a:rPr>
              <a:t>固有频率</a:t>
            </a:r>
            <a:r>
              <a:rPr lang="zh-CN" altLang="en-US" sz="2800" b="1"/>
              <a:t>”</a:t>
            </a:r>
          </a:p>
        </p:txBody>
      </p:sp>
      <p:sp>
        <p:nvSpPr>
          <p:cNvPr id="318483" name="Rectangle 19"/>
          <p:cNvSpPr>
            <a:spLocks noChangeArrowheads="1"/>
          </p:cNvSpPr>
          <p:nvPr/>
        </p:nvSpPr>
        <p:spPr bwMode="auto">
          <a:xfrm>
            <a:off x="468313" y="368300"/>
            <a:ext cx="42275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2800" b="1"/>
              <a:t>  </a:t>
            </a:r>
            <a:r>
              <a:rPr lang="zh-CN" altLang="en-US" sz="2800" b="1">
                <a:solidFill>
                  <a:srgbClr val="0000CC"/>
                </a:solidFill>
              </a:rPr>
              <a:t>角频率</a:t>
            </a:r>
            <a:r>
              <a:rPr lang="zh-CN" altLang="en-US" sz="2800" b="1" i="1">
                <a:solidFill>
                  <a:srgbClr val="0000CC"/>
                </a:solidFill>
                <a:sym typeface="Symbol" panose="05050102010706020507" pitchFamily="18" charset="2"/>
              </a:rPr>
              <a:t> </a:t>
            </a:r>
            <a:r>
              <a:rPr lang="zh-CN" altLang="en-US" sz="2800" b="1">
                <a:solidFill>
                  <a:srgbClr val="0000CC"/>
                </a:solidFill>
              </a:rPr>
              <a:t>： </a:t>
            </a:r>
          </a:p>
        </p:txBody>
      </p:sp>
      <p:sp>
        <p:nvSpPr>
          <p:cNvPr id="318484" name="Rectangle 20"/>
          <p:cNvSpPr>
            <a:spLocks noChangeArrowheads="1"/>
          </p:cNvSpPr>
          <p:nvPr/>
        </p:nvSpPr>
        <p:spPr bwMode="auto">
          <a:xfrm>
            <a:off x="1425575" y="2057400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ym typeface="Symbol" panose="05050102010706020507" pitchFamily="18" charset="2"/>
              </a:rPr>
              <a:t> =</a:t>
            </a:r>
            <a:r>
              <a:rPr lang="en-US" altLang="zh-CN" sz="2800" b="1">
                <a:sym typeface="Symbol" panose="05050102010706020507" pitchFamily="18" charset="2"/>
              </a:rPr>
              <a:t>2</a:t>
            </a:r>
            <a:r>
              <a:rPr lang="en-US" altLang="zh-CN" sz="2800" b="1" i="1">
                <a:sym typeface="Symbol" panose="05050102010706020507" pitchFamily="18" charset="2"/>
              </a:rPr>
              <a:t>π</a:t>
            </a:r>
            <a:r>
              <a:rPr lang="en-US" altLang="zh-CN" sz="2800" b="1">
                <a:sym typeface="Symbol" panose="05050102010706020507" pitchFamily="18" charset="2"/>
              </a:rPr>
              <a:t> </a:t>
            </a:r>
            <a:r>
              <a:rPr lang="zh-CN" altLang="en-US" sz="2800" b="1">
                <a:sym typeface="Symbol" panose="05050102010706020507" pitchFamily="18" charset="2"/>
              </a:rPr>
              <a:t>，</a:t>
            </a:r>
          </a:p>
        </p:txBody>
      </p:sp>
      <p:sp>
        <p:nvSpPr>
          <p:cNvPr id="318486" name="Rectangle 22"/>
          <p:cNvSpPr>
            <a:spLocks noChangeArrowheads="1"/>
          </p:cNvSpPr>
          <p:nvPr/>
        </p:nvSpPr>
        <p:spPr bwMode="auto">
          <a:xfrm>
            <a:off x="1619250" y="4530725"/>
            <a:ext cx="632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表征振子在 </a:t>
            </a:r>
            <a:r>
              <a:rPr lang="en-US" altLang="zh-CN" sz="2800" b="1" i="1"/>
              <a:t>t </a:t>
            </a:r>
            <a:r>
              <a:rPr lang="en-US" altLang="zh-CN" sz="2800" b="1"/>
              <a:t>= 0 </a:t>
            </a:r>
            <a:r>
              <a:rPr lang="zh-CN" altLang="en-US" sz="2800" b="1"/>
              <a:t>时刻的运动状态</a:t>
            </a:r>
          </a:p>
        </p:txBody>
      </p:sp>
      <p:sp>
        <p:nvSpPr>
          <p:cNvPr id="318491" name="Rectangle 27"/>
          <p:cNvSpPr>
            <a:spLocks noChangeArrowheads="1"/>
          </p:cNvSpPr>
          <p:nvPr/>
        </p:nvSpPr>
        <p:spPr bwMode="auto">
          <a:xfrm>
            <a:off x="3175000" y="2060575"/>
            <a:ext cx="3810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ym typeface="Symbol" panose="05050102010706020507" pitchFamily="18" charset="2"/>
              </a:rPr>
              <a:t>T=</a:t>
            </a:r>
            <a:r>
              <a:rPr lang="en-US" altLang="zh-CN" sz="2800" b="1">
                <a:sym typeface="Symbol" panose="05050102010706020507" pitchFamily="18" charset="2"/>
              </a:rPr>
              <a:t>1/</a:t>
            </a:r>
            <a:r>
              <a:rPr lang="en-US" altLang="zh-CN" sz="2800" b="1" i="1">
                <a:sym typeface="Symbol" panose="05050102010706020507" pitchFamily="18" charset="2"/>
              </a:rPr>
              <a:t> = </a:t>
            </a:r>
            <a:r>
              <a:rPr lang="en-US" altLang="zh-CN" sz="2800" b="1">
                <a:sym typeface="Symbol" panose="05050102010706020507" pitchFamily="18" charset="2"/>
              </a:rPr>
              <a:t>2</a:t>
            </a:r>
            <a:r>
              <a:rPr lang="en-US" altLang="zh-CN" sz="2800" b="1" i="1">
                <a:sym typeface="Symbol" panose="05050102010706020507" pitchFamily="18" charset="2"/>
              </a:rPr>
              <a:t> </a:t>
            </a:r>
            <a:r>
              <a:rPr lang="en-US" altLang="zh-CN" sz="2800" b="1">
                <a:sym typeface="Symbol" panose="05050102010706020507" pitchFamily="18" charset="2"/>
              </a:rPr>
              <a:t>/</a:t>
            </a:r>
            <a:r>
              <a:rPr lang="en-US" altLang="zh-CN" sz="2800" b="1" i="1">
                <a:sym typeface="Symbol" panose="05050102010706020507" pitchFamily="18" charset="2"/>
              </a:rPr>
              <a:t></a:t>
            </a:r>
            <a:r>
              <a:rPr lang="en-US" altLang="zh-CN" sz="2800" b="1">
                <a:sym typeface="Symbol" panose="05050102010706020507" pitchFamily="18" charset="2"/>
              </a:rPr>
              <a:t>  </a:t>
            </a:r>
          </a:p>
        </p:txBody>
      </p:sp>
      <p:sp>
        <p:nvSpPr>
          <p:cNvPr id="318492" name="Rectangle 28"/>
          <p:cNvSpPr>
            <a:spLocks noChangeArrowheads="1"/>
          </p:cNvSpPr>
          <p:nvPr/>
        </p:nvSpPr>
        <p:spPr bwMode="auto">
          <a:xfrm>
            <a:off x="5822950" y="2057400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ym typeface="Symbol" panose="05050102010706020507" pitchFamily="18" charset="2"/>
              </a:rPr>
              <a:t> = </a:t>
            </a:r>
            <a:r>
              <a:rPr lang="en-US" altLang="zh-CN" sz="2800" b="1">
                <a:sym typeface="Symbol" panose="05050102010706020507" pitchFamily="18" charset="2"/>
              </a:rPr>
              <a:t>2</a:t>
            </a:r>
            <a:r>
              <a:rPr lang="en-US" altLang="zh-CN" sz="2800" b="1" i="1">
                <a:sym typeface="Symbol" panose="05050102010706020507" pitchFamily="18" charset="2"/>
              </a:rPr>
              <a:t></a:t>
            </a:r>
            <a:r>
              <a:rPr lang="en-US" altLang="zh-CN" sz="2800" b="1">
                <a:sym typeface="Symbol" panose="05050102010706020507" pitchFamily="18" charset="2"/>
              </a:rPr>
              <a:t> /</a:t>
            </a:r>
            <a:r>
              <a:rPr lang="en-US" altLang="zh-CN" sz="2800" b="1" i="1">
                <a:sym typeface="Symbol" panose="05050102010706020507" pitchFamily="18" charset="2"/>
              </a:rPr>
              <a:t>T</a:t>
            </a:r>
          </a:p>
        </p:txBody>
      </p:sp>
      <p:sp>
        <p:nvSpPr>
          <p:cNvPr id="12298" name="Text Box 35"/>
          <p:cNvSpPr txBox="1">
            <a:spLocks noChangeArrowheads="1"/>
          </p:cNvSpPr>
          <p:nvPr/>
        </p:nvSpPr>
        <p:spPr bwMode="auto">
          <a:xfrm>
            <a:off x="8785225" y="6381750"/>
            <a:ext cx="395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7</a:t>
            </a:r>
          </a:p>
        </p:txBody>
      </p:sp>
      <p:grpSp>
        <p:nvGrpSpPr>
          <p:cNvPr id="12299" name="Group 35"/>
          <p:cNvGrpSpPr>
            <a:grpSpLocks/>
          </p:cNvGrpSpPr>
          <p:nvPr/>
        </p:nvGrpSpPr>
        <p:grpSpPr bwMode="auto">
          <a:xfrm>
            <a:off x="5543550" y="188913"/>
            <a:ext cx="3349625" cy="682625"/>
            <a:chOff x="3492" y="210"/>
            <a:chExt cx="2110" cy="430"/>
          </a:xfrm>
        </p:grpSpPr>
        <p:graphicFrame>
          <p:nvGraphicFramePr>
            <p:cNvPr id="12300" name="Object 33"/>
            <p:cNvGraphicFramePr>
              <a:graphicFrameLocks noChangeAspect="1"/>
            </p:cNvGraphicFramePr>
            <p:nvPr/>
          </p:nvGraphicFramePr>
          <p:xfrm>
            <a:off x="3560" y="278"/>
            <a:ext cx="1997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21" name="Equation" r:id="rId3" imgW="2374900" imgH="393700" progId="Equation.DSMT4">
                    <p:embed/>
                  </p:oleObj>
                </mc:Choice>
                <mc:Fallback>
                  <p:oleObj name="Equation" r:id="rId3" imgW="2374900" imgH="393700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0" y="278"/>
                          <a:ext cx="1997" cy="3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01" name="Rectangle 34"/>
            <p:cNvSpPr>
              <a:spLocks noChangeArrowheads="1"/>
            </p:cNvSpPr>
            <p:nvPr/>
          </p:nvSpPr>
          <p:spPr bwMode="auto">
            <a:xfrm>
              <a:off x="3492" y="210"/>
              <a:ext cx="2110" cy="430"/>
            </a:xfrm>
            <a:prstGeom prst="rect">
              <a:avLst/>
            </a:prstGeom>
            <a:noFill/>
            <a:ln w="38100" algn="ctr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318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18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18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184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184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75"/>
                                        <p:tgtEl>
                                          <p:spTgt spid="318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75"/>
                                        <p:tgtEl>
                                          <p:spTgt spid="318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75"/>
                                        <p:tgtEl>
                                          <p:spTgt spid="318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18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18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184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184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75"/>
                                        <p:tgtEl>
                                          <p:spTgt spid="318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18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18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184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184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473" grpId="0" autoUpdateAnimBg="0"/>
      <p:bldP spid="318475" grpId="0" autoUpdateAnimBg="0"/>
      <p:bldP spid="318477" grpId="0" autoUpdateAnimBg="0"/>
      <p:bldP spid="318483" grpId="0" autoUpdateAnimBg="0"/>
      <p:bldP spid="318484" grpId="0" autoUpdateAnimBg="0"/>
      <p:bldP spid="318486" grpId="0" autoUpdateAnimBg="0"/>
      <p:bldP spid="318491" grpId="0" autoUpdateAnimBg="0"/>
      <p:bldP spid="318492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Oval 2"/>
          <p:cNvSpPr>
            <a:spLocks noChangeArrowheads="1"/>
          </p:cNvSpPr>
          <p:nvPr/>
        </p:nvSpPr>
        <p:spPr bwMode="auto">
          <a:xfrm>
            <a:off x="3240088" y="4292600"/>
            <a:ext cx="503237" cy="9906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4339" name="AutoShape 3"/>
          <p:cNvSpPr>
            <a:spLocks noChangeArrowheads="1"/>
          </p:cNvSpPr>
          <p:nvPr/>
        </p:nvSpPr>
        <p:spPr bwMode="auto">
          <a:xfrm>
            <a:off x="6408738" y="3176588"/>
            <a:ext cx="576262" cy="1295400"/>
          </a:xfrm>
          <a:prstGeom prst="wedgeEllipseCallout">
            <a:avLst>
              <a:gd name="adj1" fmla="val 104819"/>
              <a:gd name="adj2" fmla="val -62134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800" b="1"/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215900" y="296863"/>
            <a:ext cx="6096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/>
              <a:t>2.4 </a:t>
            </a:r>
            <a:r>
              <a:rPr lang="zh-CN" altLang="en-US" sz="2800" b="1"/>
              <a:t>特征量</a:t>
            </a:r>
            <a:r>
              <a:rPr lang="zh-CN" altLang="en-US" sz="2800" b="1" i="1">
                <a:solidFill>
                  <a:srgbClr val="FF0000"/>
                </a:solidFill>
                <a:sym typeface="Symbol" panose="05050102010706020507" pitchFamily="18" charset="2"/>
              </a:rPr>
              <a:t></a:t>
            </a:r>
            <a:r>
              <a:rPr lang="zh-CN" altLang="en-US" sz="2800" b="1" i="1">
                <a:solidFill>
                  <a:srgbClr val="FF0000"/>
                </a:solidFill>
              </a:rPr>
              <a:t>、</a:t>
            </a:r>
            <a:r>
              <a:rPr lang="en-US" altLang="zh-CN" sz="2800" b="1" i="1">
                <a:solidFill>
                  <a:srgbClr val="FF0000"/>
                </a:solidFill>
              </a:rPr>
              <a:t>A</a:t>
            </a:r>
            <a:r>
              <a:rPr lang="zh-CN" altLang="en-US" sz="2800" b="1" i="1">
                <a:solidFill>
                  <a:srgbClr val="FF0000"/>
                </a:solidFill>
              </a:rPr>
              <a:t>、</a:t>
            </a:r>
            <a:r>
              <a:rPr lang="zh-CN" altLang="en-US" sz="2800" b="1" i="1">
                <a:solidFill>
                  <a:srgbClr val="FF0000"/>
                </a:solidFill>
                <a:sym typeface="Symbol" panose="05050102010706020507" pitchFamily="18" charset="2"/>
              </a:rPr>
              <a:t></a:t>
            </a:r>
            <a:r>
              <a:rPr lang="zh-CN" altLang="en-US" sz="2800" b="1">
                <a:solidFill>
                  <a:srgbClr val="FF0000"/>
                </a:solidFill>
              </a:rPr>
              <a:t> </a:t>
            </a:r>
            <a:r>
              <a:rPr lang="zh-CN" altLang="en-US" sz="2800" b="1"/>
              <a:t>的求法：</a:t>
            </a:r>
          </a:p>
        </p:txBody>
      </p:sp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576263" y="1038225"/>
            <a:ext cx="2667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1</a:t>
            </a:r>
            <a:r>
              <a:rPr lang="zh-CN" altLang="en-US" sz="2800" b="1"/>
              <a:t>）</a:t>
            </a:r>
            <a:r>
              <a:rPr lang="zh-CN" altLang="en-US" sz="2800" b="1">
                <a:solidFill>
                  <a:srgbClr val="FF0000"/>
                </a:solidFill>
              </a:rPr>
              <a:t>求</a:t>
            </a:r>
            <a:r>
              <a:rPr lang="zh-CN" altLang="en-US" sz="2800" b="1" i="1">
                <a:solidFill>
                  <a:srgbClr val="FF0000"/>
                </a:solidFill>
                <a:sym typeface="Symbol" panose="05050102010706020507" pitchFamily="18" charset="2"/>
              </a:rPr>
              <a:t>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  <p:sp>
        <p:nvSpPr>
          <p:cNvPr id="14342" name="Text Box 6"/>
          <p:cNvSpPr txBox="1">
            <a:spLocks noChangeArrowheads="1"/>
          </p:cNvSpPr>
          <p:nvPr/>
        </p:nvSpPr>
        <p:spPr bwMode="auto">
          <a:xfrm>
            <a:off x="738188" y="1757363"/>
            <a:ext cx="3905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写出振子所受的合外力</a:t>
            </a:r>
            <a:endParaRPr lang="zh-CN" altLang="en-US" sz="2400"/>
          </a:p>
        </p:txBody>
      </p:sp>
      <p:graphicFrame>
        <p:nvGraphicFramePr>
          <p:cNvPr id="428032" name="Object 1024"/>
          <p:cNvGraphicFramePr>
            <a:graphicFrameLocks noChangeAspect="1"/>
          </p:cNvGraphicFramePr>
          <p:nvPr/>
        </p:nvGraphicFramePr>
        <p:xfrm>
          <a:off x="5146675" y="1520825"/>
          <a:ext cx="1404938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08" name="Equation" r:id="rId3" imgW="545626" imgH="177646" progId="Equation.DSMT4">
                  <p:embed/>
                </p:oleObj>
              </mc:Choice>
              <mc:Fallback>
                <p:oleObj name="Equation" r:id="rId3" imgW="545626" imgH="177646" progId="Equation.DSMT4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6675" y="1520825"/>
                        <a:ext cx="1404938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4" name="Text Box 8"/>
          <p:cNvSpPr txBox="1">
            <a:spLocks noChangeArrowheads="1"/>
          </p:cNvSpPr>
          <p:nvPr/>
        </p:nvSpPr>
        <p:spPr bwMode="auto">
          <a:xfrm>
            <a:off x="719138" y="2586038"/>
            <a:ext cx="54006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根据牛顿第二定律</a:t>
            </a:r>
            <a:endParaRPr lang="zh-CN" altLang="en-US" sz="2400"/>
          </a:p>
        </p:txBody>
      </p:sp>
      <p:graphicFrame>
        <p:nvGraphicFramePr>
          <p:cNvPr id="428033" name="Object 1025"/>
          <p:cNvGraphicFramePr>
            <a:graphicFrameLocks noChangeAspect="1"/>
          </p:cNvGraphicFramePr>
          <p:nvPr/>
        </p:nvGraphicFramePr>
        <p:xfrm>
          <a:off x="5076825" y="2212975"/>
          <a:ext cx="1455738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09" name="Equation" r:id="rId5" imgW="507780" imgH="177723" progId="Equation.DSMT4">
                  <p:embed/>
                </p:oleObj>
              </mc:Choice>
              <mc:Fallback>
                <p:oleObj name="Equation" r:id="rId5" imgW="507780" imgH="177723" progId="Equation.DSMT4">
                  <p:embed/>
                  <p:pic>
                    <p:nvPicPr>
                      <p:cNvPr id="0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2212975"/>
                        <a:ext cx="1455738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6" name="Text Box 10"/>
          <p:cNvSpPr txBox="1">
            <a:spLocks noChangeArrowheads="1"/>
          </p:cNvSpPr>
          <p:nvPr/>
        </p:nvSpPr>
        <p:spPr bwMode="auto">
          <a:xfrm>
            <a:off x="755650" y="3486150"/>
            <a:ext cx="4114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联立得</a:t>
            </a:r>
          </a:p>
        </p:txBody>
      </p:sp>
      <p:graphicFrame>
        <p:nvGraphicFramePr>
          <p:cNvPr id="428034" name="Object 1026"/>
          <p:cNvGraphicFramePr>
            <a:graphicFrameLocks noChangeAspect="1"/>
          </p:cNvGraphicFramePr>
          <p:nvPr/>
        </p:nvGraphicFramePr>
        <p:xfrm>
          <a:off x="2411413" y="3536950"/>
          <a:ext cx="1547812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10" name="Equation" r:id="rId7" imgW="621760" imgH="177646" progId="Equation.DSMT4">
                  <p:embed/>
                </p:oleObj>
              </mc:Choice>
              <mc:Fallback>
                <p:oleObj name="Equation" r:id="rId7" imgW="621760" imgH="177646" progId="Equation.DSMT4">
                  <p:embed/>
                  <p:pic>
                    <p:nvPicPr>
                      <p:cNvPr id="0" name="Object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3536950"/>
                        <a:ext cx="1547812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8035" name="Object 1027"/>
          <p:cNvGraphicFramePr>
            <a:graphicFrameLocks noChangeAspect="1"/>
          </p:cNvGraphicFramePr>
          <p:nvPr/>
        </p:nvGraphicFramePr>
        <p:xfrm>
          <a:off x="5327650" y="3314700"/>
          <a:ext cx="1981200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11" name="Equation" r:id="rId9" imgW="1637589" imgH="774364" progId="Equation.DSMT4">
                  <p:embed/>
                </p:oleObj>
              </mc:Choice>
              <mc:Fallback>
                <p:oleObj name="Equation" r:id="rId9" imgW="1637589" imgH="774364" progId="Equation.DSMT4">
                  <p:embed/>
                  <p:pic>
                    <p:nvPicPr>
                      <p:cNvPr id="0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7650" y="3314700"/>
                        <a:ext cx="1981200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8036" name="Object 1028"/>
          <p:cNvGraphicFramePr>
            <a:graphicFrameLocks noChangeAspect="1"/>
          </p:cNvGraphicFramePr>
          <p:nvPr/>
        </p:nvGraphicFramePr>
        <p:xfrm>
          <a:off x="4643438" y="3644900"/>
          <a:ext cx="468312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12" name="Equation" r:id="rId11" imgW="190417" imgH="152334" progId="Equation.DSMT4">
                  <p:embed/>
                </p:oleObj>
              </mc:Choice>
              <mc:Fallback>
                <p:oleObj name="Equation" r:id="rId11" imgW="190417" imgH="152334" progId="Equation.DSMT4">
                  <p:embed/>
                  <p:pic>
                    <p:nvPicPr>
                      <p:cNvPr id="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3644900"/>
                        <a:ext cx="468312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1" name="Text Box 15"/>
          <p:cNvSpPr txBox="1">
            <a:spLocks noChangeArrowheads="1"/>
          </p:cNvSpPr>
          <p:nvPr/>
        </p:nvSpPr>
        <p:spPr bwMode="auto">
          <a:xfrm>
            <a:off x="936625" y="4494213"/>
            <a:ext cx="73802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与                                相比较，</a:t>
            </a:r>
          </a:p>
        </p:txBody>
      </p:sp>
      <p:graphicFrame>
        <p:nvGraphicFramePr>
          <p:cNvPr id="428037" name="Object 1029"/>
          <p:cNvGraphicFramePr>
            <a:graphicFrameLocks noChangeAspect="1"/>
          </p:cNvGraphicFramePr>
          <p:nvPr/>
        </p:nvGraphicFramePr>
        <p:xfrm>
          <a:off x="1871663" y="4292600"/>
          <a:ext cx="2160587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13" name="Equation" r:id="rId13" imgW="1993900" imgH="863600" progId="Equation.DSMT4">
                  <p:embed/>
                </p:oleObj>
              </mc:Choice>
              <mc:Fallback>
                <p:oleObj name="Equation" r:id="rId13" imgW="1993900" imgH="863600" progId="Equation.DSMT4">
                  <p:embed/>
                  <p:pic>
                    <p:nvPicPr>
                      <p:cNvPr id="0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1663" y="4292600"/>
                        <a:ext cx="2160587" cy="969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8038" name="Object 1030"/>
          <p:cNvGraphicFramePr>
            <a:graphicFrameLocks noChangeAspect="1"/>
          </p:cNvGraphicFramePr>
          <p:nvPr/>
        </p:nvGraphicFramePr>
        <p:xfrm>
          <a:off x="3236913" y="5222875"/>
          <a:ext cx="1552575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14" name="Equation" r:id="rId15" imgW="1247744" imgH="752490" progId="Equation.DSMT4">
                  <p:embed/>
                </p:oleObj>
              </mc:Choice>
              <mc:Fallback>
                <p:oleObj name="Equation" r:id="rId15" imgW="1247744" imgH="752490" progId="Equation.DSMT4">
                  <p:embed/>
                  <p:pic>
                    <p:nvPicPr>
                      <p:cNvPr id="0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6913" y="5222875"/>
                        <a:ext cx="1552575" cy="1017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2" name="Rectangle 26"/>
          <p:cNvSpPr>
            <a:spLocks noChangeArrowheads="1"/>
          </p:cNvSpPr>
          <p:nvPr/>
        </p:nvSpPr>
        <p:spPr bwMode="auto">
          <a:xfrm>
            <a:off x="2447925" y="1038225"/>
            <a:ext cx="45132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（注意举一反三）</a:t>
            </a:r>
          </a:p>
        </p:txBody>
      </p:sp>
      <p:graphicFrame>
        <p:nvGraphicFramePr>
          <p:cNvPr id="428039" name="Object 1031"/>
          <p:cNvGraphicFramePr>
            <a:graphicFrameLocks noChangeAspect="1"/>
          </p:cNvGraphicFramePr>
          <p:nvPr/>
        </p:nvGraphicFramePr>
        <p:xfrm>
          <a:off x="7235825" y="2636838"/>
          <a:ext cx="595313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15" name="Equation" r:id="rId17" imgW="431613" imgH="418918" progId="Equation.DSMT4">
                  <p:embed/>
                </p:oleObj>
              </mc:Choice>
              <mc:Fallback>
                <p:oleObj name="Equation" r:id="rId17" imgW="431613" imgH="418918" progId="Equation.DSMT4">
                  <p:embed/>
                  <p:pic>
                    <p:nvPicPr>
                      <p:cNvPr id="0" name="Object 10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825" y="2636838"/>
                        <a:ext cx="595313" cy="63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7" name="Rectangle 31"/>
          <p:cNvSpPr>
            <a:spLocks noChangeArrowheads="1"/>
          </p:cNvSpPr>
          <p:nvPr/>
        </p:nvSpPr>
        <p:spPr bwMode="auto">
          <a:xfrm>
            <a:off x="5724525" y="4473575"/>
            <a:ext cx="12239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得</a:t>
            </a:r>
          </a:p>
        </p:txBody>
      </p:sp>
      <p:sp>
        <p:nvSpPr>
          <p:cNvPr id="14368" name="AutoShape 32"/>
          <p:cNvSpPr>
            <a:spLocks/>
          </p:cNvSpPr>
          <p:nvPr/>
        </p:nvSpPr>
        <p:spPr bwMode="auto">
          <a:xfrm>
            <a:off x="4716463" y="1685925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3333" name="Text Box 34"/>
          <p:cNvSpPr txBox="1">
            <a:spLocks noChangeArrowheads="1"/>
          </p:cNvSpPr>
          <p:nvPr/>
        </p:nvSpPr>
        <p:spPr bwMode="auto">
          <a:xfrm>
            <a:off x="8785225" y="6381750"/>
            <a:ext cx="395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8</a:t>
            </a:r>
          </a:p>
        </p:txBody>
      </p:sp>
      <p:grpSp>
        <p:nvGrpSpPr>
          <p:cNvPr id="13334" name="Group 35"/>
          <p:cNvGrpSpPr>
            <a:grpSpLocks/>
          </p:cNvGrpSpPr>
          <p:nvPr/>
        </p:nvGrpSpPr>
        <p:grpSpPr bwMode="auto">
          <a:xfrm>
            <a:off x="5543550" y="188913"/>
            <a:ext cx="3349625" cy="682625"/>
            <a:chOff x="3492" y="210"/>
            <a:chExt cx="2110" cy="430"/>
          </a:xfrm>
        </p:grpSpPr>
        <p:graphicFrame>
          <p:nvGraphicFramePr>
            <p:cNvPr id="13335" name="Object 33"/>
            <p:cNvGraphicFramePr>
              <a:graphicFrameLocks noChangeAspect="1"/>
            </p:cNvGraphicFramePr>
            <p:nvPr/>
          </p:nvGraphicFramePr>
          <p:xfrm>
            <a:off x="3560" y="278"/>
            <a:ext cx="1997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16" name="Equation" r:id="rId19" imgW="2374900" imgH="393700" progId="Equation.DSMT4">
                    <p:embed/>
                  </p:oleObj>
                </mc:Choice>
                <mc:Fallback>
                  <p:oleObj name="Equation" r:id="rId19" imgW="2374900" imgH="393700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0" y="278"/>
                          <a:ext cx="1997" cy="3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6" name="Rectangle 34"/>
            <p:cNvSpPr>
              <a:spLocks noChangeArrowheads="1"/>
            </p:cNvSpPr>
            <p:nvPr/>
          </p:nvSpPr>
          <p:spPr bwMode="auto">
            <a:xfrm>
              <a:off x="3492" y="210"/>
              <a:ext cx="2110" cy="430"/>
            </a:xfrm>
            <a:prstGeom prst="rect">
              <a:avLst/>
            </a:prstGeom>
            <a:noFill/>
            <a:ln w="38100" algn="ctr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14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75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8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75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28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75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225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4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28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28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28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28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4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300"/>
                                        <p:tgtEl>
                                          <p:spTgt spid="14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9" dur="500"/>
                                        <p:tgtEl>
                                          <p:spTgt spid="428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28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 animBg="1"/>
      <p:bldP spid="14339" grpId="0" animBg="1" autoUpdateAnimBg="0"/>
      <p:bldP spid="14340" grpId="0" autoUpdateAnimBg="0"/>
      <p:bldP spid="14341" grpId="0" autoUpdateAnimBg="0"/>
      <p:bldP spid="14342" grpId="0" autoUpdateAnimBg="0"/>
      <p:bldP spid="14344" grpId="0" autoUpdateAnimBg="0"/>
      <p:bldP spid="14346" grpId="0" autoUpdateAnimBg="0"/>
      <p:bldP spid="14351" grpId="0"/>
      <p:bldP spid="14362" grpId="0" autoUpdateAnimBg="0"/>
      <p:bldP spid="14367" grpId="0" autoUpdateAnimBg="0"/>
      <p:bldP spid="1436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2" name="Text Box 4"/>
          <p:cNvSpPr txBox="1">
            <a:spLocks noChangeArrowheads="1"/>
          </p:cNvSpPr>
          <p:nvPr/>
        </p:nvSpPr>
        <p:spPr bwMode="auto">
          <a:xfrm>
            <a:off x="142875" y="404813"/>
            <a:ext cx="414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/>
              <a:t>  </a:t>
            </a:r>
            <a:r>
              <a:rPr lang="zh-CN" altLang="en-US" sz="2800" b="1"/>
              <a:t>（</a:t>
            </a:r>
            <a:r>
              <a:rPr lang="en-US" altLang="zh-CN" sz="2800" b="1"/>
              <a:t>2</a:t>
            </a:r>
            <a:r>
              <a:rPr lang="zh-CN" altLang="en-US" sz="2800" b="1"/>
              <a:t>）</a:t>
            </a:r>
            <a:r>
              <a:rPr lang="zh-CN" altLang="en-US" sz="2800" b="1">
                <a:solidFill>
                  <a:srgbClr val="FF0000"/>
                </a:solidFill>
              </a:rPr>
              <a:t>求 </a:t>
            </a:r>
            <a:r>
              <a:rPr lang="en-US" altLang="zh-CN" sz="2800" b="1" i="1">
                <a:solidFill>
                  <a:srgbClr val="FF0000"/>
                </a:solidFill>
              </a:rPr>
              <a:t>A</a:t>
            </a:r>
            <a:endParaRPr lang="en-US" altLang="zh-CN" sz="2800" b="1">
              <a:solidFill>
                <a:srgbClr val="FF0000"/>
              </a:solidFill>
            </a:endParaRPr>
          </a:p>
        </p:txBody>
      </p:sp>
      <p:sp>
        <p:nvSpPr>
          <p:cNvPr id="350213" name="Text Box 5"/>
          <p:cNvSpPr txBox="1">
            <a:spLocks noChangeArrowheads="1"/>
          </p:cNvSpPr>
          <p:nvPr/>
        </p:nvSpPr>
        <p:spPr bwMode="auto">
          <a:xfrm>
            <a:off x="792163" y="1301750"/>
            <a:ext cx="1768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/>
              <a:t>  </a:t>
            </a:r>
            <a:r>
              <a:rPr lang="zh-CN" altLang="en-US" sz="2800" b="1"/>
              <a:t>由</a:t>
            </a:r>
            <a:endParaRPr lang="zh-CN" altLang="en-US" sz="2400"/>
          </a:p>
        </p:txBody>
      </p:sp>
      <p:graphicFrame>
        <p:nvGraphicFramePr>
          <p:cNvPr id="350214" name="Object 6"/>
          <p:cNvGraphicFramePr>
            <a:graphicFrameLocks noChangeAspect="1"/>
          </p:cNvGraphicFramePr>
          <p:nvPr/>
        </p:nvGraphicFramePr>
        <p:xfrm>
          <a:off x="2182813" y="1089025"/>
          <a:ext cx="8413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71" name="Equation" r:id="rId4" imgW="152334" imgH="139639" progId="Equation.DSMT4">
                  <p:embed/>
                </p:oleObj>
              </mc:Choice>
              <mc:Fallback>
                <p:oleObj name="Equation" r:id="rId4" imgW="152334" imgH="139639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2813" y="1089025"/>
                        <a:ext cx="84137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0215" name="Text Box 7"/>
          <p:cNvSpPr txBox="1">
            <a:spLocks noChangeArrowheads="1"/>
          </p:cNvSpPr>
          <p:nvPr/>
        </p:nvSpPr>
        <p:spPr bwMode="auto">
          <a:xfrm>
            <a:off x="1984375" y="1662113"/>
            <a:ext cx="60086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初始条件</a:t>
            </a:r>
            <a:r>
              <a:rPr lang="en-US" altLang="zh-CN" b="1" i="1"/>
              <a:t>t</a:t>
            </a:r>
            <a:r>
              <a:rPr lang="en-US" altLang="zh-CN" b="1"/>
              <a:t> </a:t>
            </a:r>
            <a:r>
              <a:rPr lang="en-US" altLang="zh-CN" sz="2800" b="1"/>
              <a:t>= 0</a:t>
            </a:r>
            <a:r>
              <a:rPr lang="zh-CN" altLang="en-US" sz="2800" b="1"/>
              <a:t>时，</a:t>
            </a:r>
            <a:r>
              <a:rPr lang="en-US" altLang="zh-CN" b="1" i="1"/>
              <a:t>x</a:t>
            </a:r>
            <a:r>
              <a:rPr lang="en-US" altLang="zh-CN" sz="2800" b="1" baseline="-25000"/>
              <a:t>0</a:t>
            </a:r>
            <a:r>
              <a:rPr lang="zh-CN" altLang="en-US" sz="2800" b="1"/>
              <a:t>、</a:t>
            </a:r>
            <a:r>
              <a:rPr lang="en-US" altLang="zh-CN" b="1" i="1"/>
              <a:t>v</a:t>
            </a:r>
            <a:r>
              <a:rPr lang="en-US" altLang="zh-CN" sz="2800" b="1" baseline="-25000"/>
              <a:t>0</a:t>
            </a:r>
            <a:r>
              <a:rPr lang="zh-CN" altLang="en-US" sz="2800" b="1"/>
              <a:t>共同决定</a:t>
            </a:r>
            <a:endParaRPr lang="zh-CN" altLang="en-US" b="1"/>
          </a:p>
        </p:txBody>
      </p:sp>
      <p:sp>
        <p:nvSpPr>
          <p:cNvPr id="350217" name="AutoShape 9"/>
          <p:cNvSpPr>
            <a:spLocks/>
          </p:cNvSpPr>
          <p:nvPr/>
        </p:nvSpPr>
        <p:spPr bwMode="auto">
          <a:xfrm>
            <a:off x="1755775" y="1133475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350218" name="Text Box 10"/>
          <p:cNvSpPr txBox="1">
            <a:spLocks noChangeArrowheads="1"/>
          </p:cNvSpPr>
          <p:nvPr/>
        </p:nvSpPr>
        <p:spPr bwMode="auto">
          <a:xfrm>
            <a:off x="1177925" y="2565400"/>
            <a:ext cx="16652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根据</a:t>
            </a:r>
          </a:p>
        </p:txBody>
      </p:sp>
      <p:graphicFrame>
        <p:nvGraphicFramePr>
          <p:cNvPr id="350220" name="Object 12"/>
          <p:cNvGraphicFramePr>
            <a:graphicFrameLocks noChangeAspect="1"/>
          </p:cNvGraphicFramePr>
          <p:nvPr/>
        </p:nvGraphicFramePr>
        <p:xfrm>
          <a:off x="2447925" y="2276475"/>
          <a:ext cx="28448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72" name="Equation" r:id="rId6" imgW="2527300" imgH="393700" progId="Equation.DSMT4">
                  <p:embed/>
                </p:oleObj>
              </mc:Choice>
              <mc:Fallback>
                <p:oleObj name="Equation" r:id="rId6" imgW="2527300" imgH="3937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7925" y="2276475"/>
                        <a:ext cx="284480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0221" name="Object 13"/>
          <p:cNvGraphicFramePr>
            <a:graphicFrameLocks noChangeAspect="1"/>
          </p:cNvGraphicFramePr>
          <p:nvPr/>
        </p:nvGraphicFramePr>
        <p:xfrm>
          <a:off x="2519363" y="2933700"/>
          <a:ext cx="3348037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73" name="Equation" r:id="rId8" imgW="3289300" imgH="419100" progId="Equation.DSMT4">
                  <p:embed/>
                </p:oleObj>
              </mc:Choice>
              <mc:Fallback>
                <p:oleObj name="Equation" r:id="rId8" imgW="3289300" imgH="4191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9363" y="2933700"/>
                        <a:ext cx="3348037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0222" name="Text Box 14"/>
          <p:cNvSpPr txBox="1">
            <a:spLocks noChangeArrowheads="1"/>
          </p:cNvSpPr>
          <p:nvPr/>
        </p:nvSpPr>
        <p:spPr bwMode="auto">
          <a:xfrm>
            <a:off x="1187450" y="3810000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当 </a:t>
            </a:r>
            <a:r>
              <a:rPr lang="en-US" altLang="zh-CN" sz="2800" b="1" i="1"/>
              <a:t>t = </a:t>
            </a:r>
            <a:r>
              <a:rPr lang="en-US" altLang="zh-CN" sz="2800" b="1"/>
              <a:t>0 </a:t>
            </a:r>
            <a:r>
              <a:rPr lang="zh-CN" altLang="en-US" sz="2800" b="1"/>
              <a:t>时</a:t>
            </a:r>
          </a:p>
        </p:txBody>
      </p:sp>
      <p:graphicFrame>
        <p:nvGraphicFramePr>
          <p:cNvPr id="350223" name="Object 15"/>
          <p:cNvGraphicFramePr>
            <a:graphicFrameLocks noChangeAspect="1"/>
          </p:cNvGraphicFramePr>
          <p:nvPr/>
        </p:nvGraphicFramePr>
        <p:xfrm>
          <a:off x="3201988" y="4184650"/>
          <a:ext cx="684212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74" name="Equation" r:id="rId10" imgW="685502" imgH="495085" progId="Equation.DSMT4">
                  <p:embed/>
                </p:oleObj>
              </mc:Choice>
              <mc:Fallback>
                <p:oleObj name="Equation" r:id="rId10" imgW="685502" imgH="495085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1988" y="4184650"/>
                        <a:ext cx="684212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0224" name="Object 16"/>
          <p:cNvGraphicFramePr>
            <a:graphicFrameLocks noChangeAspect="1"/>
          </p:cNvGraphicFramePr>
          <p:nvPr/>
        </p:nvGraphicFramePr>
        <p:xfrm>
          <a:off x="1331913" y="4760913"/>
          <a:ext cx="1763712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75" name="Equation" r:id="rId12" imgW="1524000" imgH="469900" progId="Equation.DSMT4">
                  <p:embed/>
                </p:oleObj>
              </mc:Choice>
              <mc:Fallback>
                <p:oleObj name="Equation" r:id="rId12" imgW="1524000" imgH="4699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760913"/>
                        <a:ext cx="1763712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0225" name="Text Box 17"/>
          <p:cNvSpPr txBox="1">
            <a:spLocks noChangeArrowheads="1"/>
          </p:cNvSpPr>
          <p:nvPr/>
        </p:nvSpPr>
        <p:spPr bwMode="auto">
          <a:xfrm>
            <a:off x="6156325" y="5734050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公式！</a:t>
            </a:r>
          </a:p>
        </p:txBody>
      </p:sp>
      <p:sp>
        <p:nvSpPr>
          <p:cNvPr id="350226" name="AutoShape 18"/>
          <p:cNvSpPr>
            <a:spLocks/>
          </p:cNvSpPr>
          <p:nvPr/>
        </p:nvSpPr>
        <p:spPr bwMode="auto">
          <a:xfrm>
            <a:off x="2124075" y="2457450"/>
            <a:ext cx="252413" cy="758825"/>
          </a:xfrm>
          <a:prstGeom prst="leftBrace">
            <a:avLst>
              <a:gd name="adj1" fmla="val 25052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350227" name="Rectangle 19"/>
          <p:cNvSpPr>
            <a:spLocks noChangeArrowheads="1"/>
          </p:cNvSpPr>
          <p:nvPr/>
        </p:nvSpPr>
        <p:spPr bwMode="auto">
          <a:xfrm>
            <a:off x="2071688" y="5394325"/>
            <a:ext cx="3733800" cy="12192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aphicFrame>
        <p:nvGraphicFramePr>
          <p:cNvPr id="350228" name="Object 20"/>
          <p:cNvGraphicFramePr>
            <a:graphicFrameLocks noChangeAspect="1"/>
          </p:cNvGraphicFramePr>
          <p:nvPr/>
        </p:nvGraphicFramePr>
        <p:xfrm>
          <a:off x="2359025" y="5597525"/>
          <a:ext cx="1012825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76" name="Equation" r:id="rId14" imgW="152355" imgH="38070" progId="Equation.DSMT4">
                  <p:embed/>
                </p:oleObj>
              </mc:Choice>
              <mc:Fallback>
                <p:oleObj name="Equation" r:id="rId14" imgW="152355" imgH="3807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9025" y="5597525"/>
                        <a:ext cx="1012825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0229" name="AutoShape 21"/>
          <p:cNvSpPr>
            <a:spLocks/>
          </p:cNvSpPr>
          <p:nvPr/>
        </p:nvSpPr>
        <p:spPr bwMode="auto">
          <a:xfrm>
            <a:off x="2947988" y="3756025"/>
            <a:ext cx="147637" cy="752475"/>
          </a:xfrm>
          <a:prstGeom prst="leftBrace">
            <a:avLst>
              <a:gd name="adj1" fmla="val 42473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aphicFrame>
        <p:nvGraphicFramePr>
          <p:cNvPr id="350230" name="Object 22"/>
          <p:cNvGraphicFramePr>
            <a:graphicFrameLocks noChangeAspect="1"/>
          </p:cNvGraphicFramePr>
          <p:nvPr/>
        </p:nvGraphicFramePr>
        <p:xfrm>
          <a:off x="3203575" y="3578225"/>
          <a:ext cx="720725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77" name="Equation" r:id="rId16" imgW="304668" imgH="228501" progId="Equation.DSMT4">
                  <p:embed/>
                </p:oleObj>
              </mc:Choice>
              <mc:Fallback>
                <p:oleObj name="Equation" r:id="rId16" imgW="304668" imgH="228501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3578225"/>
                        <a:ext cx="720725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0231" name="Object 23"/>
          <p:cNvGraphicFramePr>
            <a:graphicFrameLocks noChangeAspect="1"/>
          </p:cNvGraphicFramePr>
          <p:nvPr/>
        </p:nvGraphicFramePr>
        <p:xfrm>
          <a:off x="3995738" y="3644900"/>
          <a:ext cx="2663825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78" name="Equation" r:id="rId18" imgW="2616200" imgH="431800" progId="Equation.DSMT4">
                  <p:embed/>
                </p:oleObj>
              </mc:Choice>
              <mc:Fallback>
                <p:oleObj name="Equation" r:id="rId18" imgW="2616200" imgH="4318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3644900"/>
                        <a:ext cx="2663825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0232" name="Object 24"/>
          <p:cNvGraphicFramePr>
            <a:graphicFrameLocks noChangeAspect="1"/>
          </p:cNvGraphicFramePr>
          <p:nvPr/>
        </p:nvGraphicFramePr>
        <p:xfrm>
          <a:off x="4089400" y="4198938"/>
          <a:ext cx="2570163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79" name="Equation" r:id="rId20" imgW="2641600" imgH="444500" progId="Equation.DSMT4">
                  <p:embed/>
                </p:oleObj>
              </mc:Choice>
              <mc:Fallback>
                <p:oleObj name="Equation" r:id="rId20" imgW="2641600" imgH="4445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9400" y="4198938"/>
                        <a:ext cx="2570163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0233" name="Object 25"/>
          <p:cNvGraphicFramePr>
            <a:graphicFrameLocks noChangeAspect="1"/>
          </p:cNvGraphicFramePr>
          <p:nvPr/>
        </p:nvGraphicFramePr>
        <p:xfrm>
          <a:off x="3271838" y="5446713"/>
          <a:ext cx="2349500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80" name="Equation" r:id="rId22" imgW="1828800" imgH="857250" progId="Equation.DSMT4">
                  <p:embed/>
                </p:oleObj>
              </mc:Choice>
              <mc:Fallback>
                <p:oleObj name="Equation" r:id="rId22" imgW="1828800" imgH="85725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1838" y="5446713"/>
                        <a:ext cx="2349500" cy="111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8" name="Text Box 27"/>
          <p:cNvSpPr txBox="1">
            <a:spLocks noChangeArrowheads="1"/>
          </p:cNvSpPr>
          <p:nvPr/>
        </p:nvSpPr>
        <p:spPr bwMode="auto">
          <a:xfrm>
            <a:off x="8785225" y="6381750"/>
            <a:ext cx="395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9</a:t>
            </a:r>
          </a:p>
        </p:txBody>
      </p:sp>
      <p:grpSp>
        <p:nvGrpSpPr>
          <p:cNvPr id="14359" name="Group 35"/>
          <p:cNvGrpSpPr>
            <a:grpSpLocks/>
          </p:cNvGrpSpPr>
          <p:nvPr/>
        </p:nvGrpSpPr>
        <p:grpSpPr bwMode="auto">
          <a:xfrm>
            <a:off x="5543550" y="188913"/>
            <a:ext cx="3349625" cy="682625"/>
            <a:chOff x="3492" y="210"/>
            <a:chExt cx="2110" cy="430"/>
          </a:xfrm>
        </p:grpSpPr>
        <p:graphicFrame>
          <p:nvGraphicFramePr>
            <p:cNvPr id="14360" name="Object 33"/>
            <p:cNvGraphicFramePr>
              <a:graphicFrameLocks noChangeAspect="1"/>
            </p:cNvGraphicFramePr>
            <p:nvPr/>
          </p:nvGraphicFramePr>
          <p:xfrm>
            <a:off x="3560" y="278"/>
            <a:ext cx="1997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81" name="Equation" r:id="rId24" imgW="2374900" imgH="393700" progId="Equation.DSMT4">
                    <p:embed/>
                  </p:oleObj>
                </mc:Choice>
                <mc:Fallback>
                  <p:oleObj name="Equation" r:id="rId24" imgW="2374900" imgH="393700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0" y="278"/>
                          <a:ext cx="1997" cy="3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61" name="Rectangle 34"/>
            <p:cNvSpPr>
              <a:spLocks noChangeArrowheads="1"/>
            </p:cNvSpPr>
            <p:nvPr/>
          </p:nvSpPr>
          <p:spPr bwMode="auto">
            <a:xfrm>
              <a:off x="3492" y="210"/>
              <a:ext cx="2110" cy="430"/>
            </a:xfrm>
            <a:prstGeom prst="rect">
              <a:avLst/>
            </a:prstGeom>
            <a:noFill/>
            <a:ln w="38100" algn="ctr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350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0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50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0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75"/>
                                        <p:tgtEl>
                                          <p:spTgt spid="350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75"/>
                                        <p:tgtEl>
                                          <p:spTgt spid="350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50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65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0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15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50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75"/>
                                        <p:tgtEl>
                                          <p:spTgt spid="350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50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50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50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50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50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50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50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50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1" dur="500"/>
                                        <p:tgtEl>
                                          <p:spTgt spid="350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75"/>
                                        <p:tgtEl>
                                          <p:spTgt spid="350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0212" grpId="0" autoUpdateAnimBg="0"/>
      <p:bldP spid="350213" grpId="0" autoUpdateAnimBg="0"/>
      <p:bldP spid="350215" grpId="0" autoUpdateAnimBg="0"/>
      <p:bldP spid="350217" grpId="0" animBg="1"/>
      <p:bldP spid="350218" grpId="0" autoUpdateAnimBg="0"/>
      <p:bldP spid="350222" grpId="0" autoUpdateAnimBg="0"/>
      <p:bldP spid="350225" grpId="0" autoUpdateAnimBg="0"/>
      <p:bldP spid="350226" grpId="0" animBg="1"/>
      <p:bldP spid="350227" grpId="0" animBg="1"/>
      <p:bldP spid="35022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0" name="Text Box 10"/>
          <p:cNvSpPr txBox="1">
            <a:spLocks noChangeArrowheads="1"/>
          </p:cNvSpPr>
          <p:nvPr/>
        </p:nvSpPr>
        <p:spPr bwMode="auto">
          <a:xfrm>
            <a:off x="250825" y="441325"/>
            <a:ext cx="20526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/>
              <a:t>  </a:t>
            </a:r>
            <a:r>
              <a:rPr lang="zh-CN" altLang="en-US" sz="2800" b="1" dirty="0"/>
              <a:t>（</a:t>
            </a:r>
            <a:r>
              <a:rPr lang="en-US" altLang="zh-CN" sz="2800" b="1" dirty="0"/>
              <a:t>3</a:t>
            </a:r>
            <a:r>
              <a:rPr lang="zh-CN" altLang="en-US" sz="2800" b="1" dirty="0"/>
              <a:t>）</a:t>
            </a:r>
            <a:r>
              <a:rPr lang="zh-CN" altLang="en-US" sz="2800" b="1" dirty="0">
                <a:solidFill>
                  <a:srgbClr val="FF0000"/>
                </a:solidFill>
              </a:rPr>
              <a:t>求</a:t>
            </a:r>
            <a:r>
              <a:rPr lang="zh-CN" altLang="en-US" sz="2800" b="1" i="1" dirty="0">
                <a:solidFill>
                  <a:srgbClr val="FF0000"/>
                </a:solidFill>
                <a:sym typeface="Symbol" panose="05050102010706020507" pitchFamily="18" charset="2"/>
              </a:rPr>
              <a:t>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graphicFrame>
        <p:nvGraphicFramePr>
          <p:cNvPr id="15371" name="Object 11"/>
          <p:cNvGraphicFramePr>
            <a:graphicFrameLocks noChangeAspect="1"/>
          </p:cNvGraphicFramePr>
          <p:nvPr/>
        </p:nvGraphicFramePr>
        <p:xfrm>
          <a:off x="1412875" y="1698625"/>
          <a:ext cx="927100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24" name="Equation" r:id="rId3" imgW="939800" imgH="876300" progId="Equation.DSMT4">
                  <p:embed/>
                </p:oleObj>
              </mc:Choice>
              <mc:Fallback>
                <p:oleObj name="Equation" r:id="rId3" imgW="939800" imgH="8763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2875" y="1698625"/>
                        <a:ext cx="927100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2" name="Rectangle 12"/>
          <p:cNvSpPr>
            <a:spLocks noChangeArrowheads="1"/>
          </p:cNvSpPr>
          <p:nvPr/>
        </p:nvSpPr>
        <p:spPr bwMode="auto">
          <a:xfrm>
            <a:off x="6049963" y="2208213"/>
            <a:ext cx="22304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公式！</a:t>
            </a:r>
          </a:p>
        </p:txBody>
      </p:sp>
      <p:sp>
        <p:nvSpPr>
          <p:cNvPr id="15373" name="Text Box 13"/>
          <p:cNvSpPr txBox="1">
            <a:spLocks noChangeArrowheads="1"/>
          </p:cNvSpPr>
          <p:nvPr/>
        </p:nvSpPr>
        <p:spPr bwMode="auto">
          <a:xfrm>
            <a:off x="2771775" y="3392488"/>
            <a:ext cx="35639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对角谐振动</a:t>
            </a:r>
          </a:p>
        </p:txBody>
      </p:sp>
      <p:graphicFrame>
        <p:nvGraphicFramePr>
          <p:cNvPr id="1537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5150830"/>
              </p:ext>
            </p:extLst>
          </p:nvPr>
        </p:nvGraphicFramePr>
        <p:xfrm>
          <a:off x="3671888" y="4602163"/>
          <a:ext cx="3205162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25" name="Equation" r:id="rId5" imgW="2806700" imgH="977900" progId="Equation.DSMT4">
                  <p:embed/>
                </p:oleObj>
              </mc:Choice>
              <mc:Fallback>
                <p:oleObj name="Equation" r:id="rId5" imgW="2806700" imgH="9779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1888" y="4602163"/>
                        <a:ext cx="3205162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5962661"/>
              </p:ext>
            </p:extLst>
          </p:nvPr>
        </p:nvGraphicFramePr>
        <p:xfrm>
          <a:off x="4162425" y="5497513"/>
          <a:ext cx="2392363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26" name="Equation" r:id="rId7" imgW="1981200" imgH="977900" progId="Equation.DSMT4">
                  <p:embed/>
                </p:oleObj>
              </mc:Choice>
              <mc:Fallback>
                <p:oleObj name="Equation" r:id="rId7" imgW="1981200" imgH="9779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2425" y="5497513"/>
                        <a:ext cx="2392363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8" name="AutoShape 18"/>
          <p:cNvSpPr>
            <a:spLocks/>
          </p:cNvSpPr>
          <p:nvPr/>
        </p:nvSpPr>
        <p:spPr bwMode="auto">
          <a:xfrm>
            <a:off x="1862138" y="5010150"/>
            <a:ext cx="296862" cy="1066800"/>
          </a:xfrm>
          <a:prstGeom prst="leftBrace">
            <a:avLst>
              <a:gd name="adj1" fmla="val 29947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5381" name="Rectangle 21"/>
          <p:cNvSpPr>
            <a:spLocks noChangeArrowheads="1"/>
          </p:cNvSpPr>
          <p:nvPr/>
        </p:nvSpPr>
        <p:spPr bwMode="auto">
          <a:xfrm>
            <a:off x="2700338" y="1919288"/>
            <a:ext cx="3205162" cy="11176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aphicFrame>
        <p:nvGraphicFramePr>
          <p:cNvPr id="15384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2103931"/>
              </p:ext>
            </p:extLst>
          </p:nvPr>
        </p:nvGraphicFramePr>
        <p:xfrm>
          <a:off x="4756150" y="3948113"/>
          <a:ext cx="3052763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27" name="Equation" r:id="rId9" imgW="2876646" imgH="371520" progId="Equation.DSMT4">
                  <p:embed/>
                </p:oleObj>
              </mc:Choice>
              <mc:Fallback>
                <p:oleObj name="Equation" r:id="rId9" imgW="2876646" imgH="37152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6150" y="3948113"/>
                        <a:ext cx="3052763" cy="60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5" name="Rectangle 25"/>
          <p:cNvSpPr>
            <a:spLocks noChangeArrowheads="1"/>
          </p:cNvSpPr>
          <p:nvPr/>
        </p:nvSpPr>
        <p:spPr bwMode="auto">
          <a:xfrm>
            <a:off x="4751388" y="3321050"/>
            <a:ext cx="213518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i="1">
                <a:sym typeface="Symbol" panose="05050102010706020507" pitchFamily="18" charset="2"/>
              </a:rPr>
              <a:t> =</a:t>
            </a:r>
            <a:r>
              <a:rPr lang="en-US" altLang="zh-CN" b="1" baseline="30000">
                <a:sym typeface="Symbol" panose="05050102010706020507" pitchFamily="18" charset="2"/>
              </a:rPr>
              <a:t>2</a:t>
            </a:r>
            <a:r>
              <a:rPr lang="en-US" altLang="zh-CN" b="1" i="1">
                <a:sym typeface="Symbol" panose="05050102010706020507" pitchFamily="18" charset="2"/>
              </a:rPr>
              <a:t></a:t>
            </a:r>
          </a:p>
        </p:txBody>
      </p:sp>
      <p:sp>
        <p:nvSpPr>
          <p:cNvPr id="15386" name="AutoShape 26"/>
          <p:cNvSpPr>
            <a:spLocks noChangeArrowheads="1"/>
          </p:cNvSpPr>
          <p:nvPr/>
        </p:nvSpPr>
        <p:spPr bwMode="auto">
          <a:xfrm>
            <a:off x="612775" y="3068638"/>
            <a:ext cx="2195513" cy="1260475"/>
          </a:xfrm>
          <a:prstGeom prst="irregularSeal1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b="1"/>
              <a:t> </a:t>
            </a:r>
          </a:p>
        </p:txBody>
      </p:sp>
      <p:graphicFrame>
        <p:nvGraphicFramePr>
          <p:cNvPr id="15391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3278241"/>
              </p:ext>
            </p:extLst>
          </p:nvPr>
        </p:nvGraphicFramePr>
        <p:xfrm>
          <a:off x="3986213" y="1843088"/>
          <a:ext cx="1500187" cy="115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28" name="Equation" r:id="rId11" imgW="914400" imgH="857250" progId="Equation.DSMT4">
                  <p:embed/>
                </p:oleObj>
              </mc:Choice>
              <mc:Fallback>
                <p:oleObj name="Equation" r:id="rId11" imgW="914400" imgH="85725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6213" y="1843088"/>
                        <a:ext cx="1500187" cy="1158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07" name="Text Box 47"/>
          <p:cNvSpPr txBox="1">
            <a:spLocks noChangeArrowheads="1"/>
          </p:cNvSpPr>
          <p:nvPr/>
        </p:nvSpPr>
        <p:spPr bwMode="auto">
          <a:xfrm>
            <a:off x="2159000" y="4797425"/>
            <a:ext cx="13684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角振幅</a:t>
            </a:r>
          </a:p>
        </p:txBody>
      </p:sp>
      <p:sp>
        <p:nvSpPr>
          <p:cNvPr id="15408" name="Text Box 48"/>
          <p:cNvSpPr txBox="1">
            <a:spLocks noChangeArrowheads="1"/>
          </p:cNvSpPr>
          <p:nvPr/>
        </p:nvSpPr>
        <p:spPr bwMode="auto">
          <a:xfrm>
            <a:off x="2195513" y="5697538"/>
            <a:ext cx="14049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初位相</a:t>
            </a:r>
          </a:p>
        </p:txBody>
      </p:sp>
      <p:sp>
        <p:nvSpPr>
          <p:cNvPr id="15409" name="Text Box 49"/>
          <p:cNvSpPr txBox="1">
            <a:spLocks noChangeArrowheads="1"/>
          </p:cNvSpPr>
          <p:nvPr/>
        </p:nvSpPr>
        <p:spPr bwMode="auto">
          <a:xfrm>
            <a:off x="1201738" y="3321050"/>
            <a:ext cx="17494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b="1"/>
              <a:t>注意</a:t>
            </a:r>
          </a:p>
        </p:txBody>
      </p:sp>
      <p:sp>
        <p:nvSpPr>
          <p:cNvPr id="16403" name="Text Box 54"/>
          <p:cNvSpPr txBox="1">
            <a:spLocks noChangeArrowheads="1"/>
          </p:cNvSpPr>
          <p:nvPr/>
        </p:nvSpPr>
        <p:spPr bwMode="auto">
          <a:xfrm>
            <a:off x="8675688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10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6652900"/>
              </p:ext>
            </p:extLst>
          </p:nvPr>
        </p:nvGraphicFramePr>
        <p:xfrm>
          <a:off x="2690375" y="2136934"/>
          <a:ext cx="1419453" cy="6624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29" name="Equation" r:id="rId13" imgW="380880" imgH="177480" progId="Equation.DSMT4">
                  <p:embed/>
                </p:oleObj>
              </mc:Choice>
              <mc:Fallback>
                <p:oleObj name="Equation" r:id="rId13" imgW="3808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690375" y="2136934"/>
                        <a:ext cx="1419453" cy="6624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87961" y="52401"/>
            <a:ext cx="4256039" cy="13731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8" dur="500"/>
                                        <p:tgtEl>
                                          <p:spTgt spid="15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75"/>
                                        <p:tgtEl>
                                          <p:spTgt spid="1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53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3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5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5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75"/>
                                        <p:tgtEl>
                                          <p:spTgt spid="1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5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5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75"/>
                                        <p:tgtEl>
                                          <p:spTgt spid="15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75"/>
                                        <p:tgtEl>
                                          <p:spTgt spid="15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5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70" grpId="0" autoUpdateAnimBg="0"/>
      <p:bldP spid="15372" grpId="0" autoUpdateAnimBg="0"/>
      <p:bldP spid="15373" grpId="0" autoUpdateAnimBg="0"/>
      <p:bldP spid="15378" grpId="0" animBg="1"/>
      <p:bldP spid="15381" grpId="0" animBg="1"/>
      <p:bldP spid="15385" grpId="0"/>
      <p:bldP spid="15386" grpId="0" animBg="1" autoUpdateAnimBg="0"/>
      <p:bldP spid="15407" grpId="0" autoUpdateAnimBg="0"/>
      <p:bldP spid="15408" grpId="0" autoUpdateAnimBg="0"/>
      <p:bldP spid="1540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0" name="Text Box 2"/>
          <p:cNvSpPr txBox="1">
            <a:spLocks noChangeArrowheads="1"/>
          </p:cNvSpPr>
          <p:nvPr/>
        </p:nvSpPr>
        <p:spPr bwMode="auto">
          <a:xfrm>
            <a:off x="1008063" y="1125538"/>
            <a:ext cx="37798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线谐振动</a:t>
            </a:r>
            <a:r>
              <a:rPr lang="zh-CN" altLang="en-US" sz="280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graphicFrame>
        <p:nvGraphicFramePr>
          <p:cNvPr id="427011" name="Object 3"/>
          <p:cNvGraphicFramePr>
            <a:graphicFrameLocks noChangeAspect="1"/>
          </p:cNvGraphicFramePr>
          <p:nvPr/>
        </p:nvGraphicFramePr>
        <p:xfrm>
          <a:off x="1655763" y="1916113"/>
          <a:ext cx="1855787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76" name="Equation" r:id="rId3" imgW="1612900" imgH="482600" progId="Equation.DSMT4">
                  <p:embed/>
                </p:oleObj>
              </mc:Choice>
              <mc:Fallback>
                <p:oleObj name="Equation" r:id="rId3" imgW="1612900" imgH="482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5763" y="1916113"/>
                        <a:ext cx="1855787" cy="60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2" name="Object 4"/>
          <p:cNvGraphicFramePr>
            <a:graphicFrameLocks noChangeAspect="1"/>
          </p:cNvGraphicFramePr>
          <p:nvPr/>
        </p:nvGraphicFramePr>
        <p:xfrm>
          <a:off x="1584325" y="2757488"/>
          <a:ext cx="3167063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77" name="Equation" r:id="rId5" imgW="2540000" imgH="393700" progId="Equation.DSMT4">
                  <p:embed/>
                </p:oleObj>
              </mc:Choice>
              <mc:Fallback>
                <p:oleObj name="Equation" r:id="rId5" imgW="2540000" imgH="3937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4325" y="2757488"/>
                        <a:ext cx="3167063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3" name="Object 5"/>
          <p:cNvGraphicFramePr>
            <a:graphicFrameLocks noChangeAspect="1"/>
          </p:cNvGraphicFramePr>
          <p:nvPr/>
        </p:nvGraphicFramePr>
        <p:xfrm>
          <a:off x="1511300" y="4473575"/>
          <a:ext cx="2016125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78" name="Equation" r:id="rId7" imgW="1727200" imgH="419100" progId="Equation.DSMT4">
                  <p:embed/>
                </p:oleObj>
              </mc:Choice>
              <mc:Fallback>
                <p:oleObj name="Equation" r:id="rId7" imgW="1727200" imgH="419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1300" y="4473575"/>
                        <a:ext cx="2016125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4" name="Object 6"/>
          <p:cNvGraphicFramePr>
            <a:graphicFrameLocks noChangeAspect="1"/>
          </p:cNvGraphicFramePr>
          <p:nvPr/>
        </p:nvGraphicFramePr>
        <p:xfrm>
          <a:off x="1655763" y="5337175"/>
          <a:ext cx="3348037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79" name="Equation" r:id="rId9" imgW="2641600" imgH="431800" progId="Equation.DSMT4">
                  <p:embed/>
                </p:oleObj>
              </mc:Choice>
              <mc:Fallback>
                <p:oleObj name="Equation" r:id="rId9" imgW="2641600" imgH="431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5763" y="5337175"/>
                        <a:ext cx="3348037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5" name="Object 7"/>
          <p:cNvGraphicFramePr>
            <a:graphicFrameLocks noChangeAspect="1"/>
          </p:cNvGraphicFramePr>
          <p:nvPr/>
        </p:nvGraphicFramePr>
        <p:xfrm>
          <a:off x="3924300" y="1916113"/>
          <a:ext cx="154781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80" name="Equation" r:id="rId11" imgW="1371600" imgH="393700" progId="Equation.DSMT4">
                  <p:embed/>
                </p:oleObj>
              </mc:Choice>
              <mc:Fallback>
                <p:oleObj name="Equation" r:id="rId11" imgW="1371600" imgH="3937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1916113"/>
                        <a:ext cx="1547813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6" name="Object 8"/>
          <p:cNvGraphicFramePr>
            <a:graphicFrameLocks noChangeAspect="1"/>
          </p:cNvGraphicFramePr>
          <p:nvPr/>
        </p:nvGraphicFramePr>
        <p:xfrm>
          <a:off x="5867400" y="1798638"/>
          <a:ext cx="2413000" cy="98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81" name="Equation" r:id="rId13" imgW="2070100" imgH="825500" progId="Equation.DSMT4">
                  <p:embed/>
                </p:oleObj>
              </mc:Choice>
              <mc:Fallback>
                <p:oleObj name="Equation" r:id="rId13" imgW="2070100" imgH="8255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798638"/>
                        <a:ext cx="2413000" cy="982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7" name="Object 9"/>
          <p:cNvGraphicFramePr>
            <a:graphicFrameLocks noChangeAspect="1"/>
          </p:cNvGraphicFramePr>
          <p:nvPr/>
        </p:nvGraphicFramePr>
        <p:xfrm>
          <a:off x="5867400" y="4329113"/>
          <a:ext cx="2376488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82" name="Equation" r:id="rId15" imgW="2044700" imgH="825500" progId="Equation.DSMT4">
                  <p:embed/>
                </p:oleObj>
              </mc:Choice>
              <mc:Fallback>
                <p:oleObj name="Equation" r:id="rId15" imgW="2044700" imgH="8255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4329113"/>
                        <a:ext cx="2376488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8" name="Object 10"/>
          <p:cNvGraphicFramePr>
            <a:graphicFrameLocks noChangeAspect="1"/>
          </p:cNvGraphicFramePr>
          <p:nvPr/>
        </p:nvGraphicFramePr>
        <p:xfrm>
          <a:off x="3887788" y="4400550"/>
          <a:ext cx="1639887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83" name="Equation" r:id="rId17" imgW="1435100" imgH="457200" progId="Equation.DSMT4">
                  <p:embed/>
                </p:oleObj>
              </mc:Choice>
              <mc:Fallback>
                <p:oleObj name="Equation" r:id="rId17" imgW="1435100" imgH="4572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7788" y="4400550"/>
                        <a:ext cx="1639887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7019" name="Rectangle 11"/>
          <p:cNvSpPr>
            <a:spLocks noChangeArrowheads="1"/>
          </p:cNvSpPr>
          <p:nvPr/>
        </p:nvSpPr>
        <p:spPr bwMode="auto">
          <a:xfrm>
            <a:off x="684213" y="404813"/>
            <a:ext cx="45005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dirty="0"/>
              <a:t>★</a:t>
            </a:r>
            <a:r>
              <a:rPr lang="en-US" altLang="zh-CN" sz="2800" b="1" dirty="0"/>
              <a:t>  </a:t>
            </a:r>
            <a:r>
              <a:rPr lang="zh-CN" altLang="en-US" sz="2800" b="1" dirty="0"/>
              <a:t>谐振动的判据（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重点</a:t>
            </a:r>
            <a:r>
              <a:rPr lang="zh-CN" altLang="en-US" sz="2800" b="1" dirty="0"/>
              <a:t>）</a:t>
            </a:r>
          </a:p>
        </p:txBody>
      </p:sp>
      <p:sp>
        <p:nvSpPr>
          <p:cNvPr id="427020" name="Rectangle 12"/>
          <p:cNvSpPr>
            <a:spLocks noChangeArrowheads="1"/>
          </p:cNvSpPr>
          <p:nvPr/>
        </p:nvSpPr>
        <p:spPr bwMode="auto">
          <a:xfrm>
            <a:off x="1187450" y="3608388"/>
            <a:ext cx="3384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CC"/>
                </a:solidFill>
                <a:ea typeface="楷体_GB2312" pitchFamily="49" charset="-122"/>
              </a:rPr>
              <a:t>角谐振动</a:t>
            </a:r>
          </a:p>
        </p:txBody>
      </p:sp>
      <p:sp>
        <p:nvSpPr>
          <p:cNvPr id="427021" name="AutoShape 13"/>
          <p:cNvSpPr>
            <a:spLocks/>
          </p:cNvSpPr>
          <p:nvPr/>
        </p:nvSpPr>
        <p:spPr bwMode="auto">
          <a:xfrm>
            <a:off x="1279525" y="2060575"/>
            <a:ext cx="196850" cy="1084263"/>
          </a:xfrm>
          <a:prstGeom prst="leftBrace">
            <a:avLst>
              <a:gd name="adj1" fmla="val 45901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427022" name="AutoShape 14"/>
          <p:cNvSpPr>
            <a:spLocks/>
          </p:cNvSpPr>
          <p:nvPr/>
        </p:nvSpPr>
        <p:spPr bwMode="auto">
          <a:xfrm>
            <a:off x="1171575" y="4470400"/>
            <a:ext cx="196850" cy="1190625"/>
          </a:xfrm>
          <a:prstGeom prst="leftBrace">
            <a:avLst>
              <a:gd name="adj1" fmla="val 50403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7423" name="Text Box 15"/>
          <p:cNvSpPr txBox="1">
            <a:spLocks noChangeArrowheads="1"/>
          </p:cNvSpPr>
          <p:nvPr/>
        </p:nvSpPr>
        <p:spPr bwMode="auto">
          <a:xfrm>
            <a:off x="8675688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427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427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27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7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7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27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27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75"/>
                                        <p:tgtEl>
                                          <p:spTgt spid="427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27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27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27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27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27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010" grpId="0" autoUpdateAnimBg="0"/>
      <p:bldP spid="427019" grpId="0" autoUpdateAnimBg="0"/>
      <p:bldP spid="427020" grpId="0" autoUpdateAnimBg="0"/>
      <p:bldP spid="427021" grpId="0" animBg="1"/>
      <p:bldP spid="42702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 rot="-223322">
            <a:off x="1497013" y="1104900"/>
            <a:ext cx="685800" cy="3962400"/>
            <a:chOff x="0" y="0"/>
            <a:chExt cx="432" cy="2544"/>
          </a:xfrm>
        </p:grpSpPr>
        <p:sp>
          <p:nvSpPr>
            <p:cNvPr id="18484" name="Line 3"/>
            <p:cNvSpPr>
              <a:spLocks noChangeShapeType="1"/>
            </p:cNvSpPr>
            <p:nvPr/>
          </p:nvSpPr>
          <p:spPr bwMode="auto">
            <a:xfrm>
              <a:off x="0" y="0"/>
              <a:ext cx="384" cy="25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85" name="Oval 4"/>
            <p:cNvSpPr>
              <a:spLocks noChangeArrowheads="1"/>
            </p:cNvSpPr>
            <p:nvPr/>
          </p:nvSpPr>
          <p:spPr bwMode="auto">
            <a:xfrm>
              <a:off x="336" y="244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</p:grpSp>
      <p:sp>
        <p:nvSpPr>
          <p:cNvPr id="18435" name="Arc 6"/>
          <p:cNvSpPr>
            <a:spLocks/>
          </p:cNvSpPr>
          <p:nvPr/>
        </p:nvSpPr>
        <p:spPr bwMode="auto">
          <a:xfrm flipV="1">
            <a:off x="185738" y="3254375"/>
            <a:ext cx="2325687" cy="1981200"/>
          </a:xfrm>
          <a:custGeom>
            <a:avLst/>
            <a:gdLst>
              <a:gd name="T0" fmla="*/ 0 w 24888"/>
              <a:gd name="T1" fmla="*/ 2147483646 h 21600"/>
              <a:gd name="T2" fmla="*/ 2147483646 w 24888"/>
              <a:gd name="T3" fmla="*/ 2147483646 h 21600"/>
              <a:gd name="T4" fmla="*/ 2147483646 w 24888"/>
              <a:gd name="T5" fmla="*/ 2147483646 h 21600"/>
              <a:gd name="T6" fmla="*/ 0 60000 65536"/>
              <a:gd name="T7" fmla="*/ 0 60000 65536"/>
              <a:gd name="T8" fmla="*/ 0 60000 65536"/>
              <a:gd name="T9" fmla="*/ 0 w 24888"/>
              <a:gd name="T10" fmla="*/ 0 h 21600"/>
              <a:gd name="T11" fmla="*/ 24888 w 24888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888" h="21600" fill="none" extrusionOk="0">
                <a:moveTo>
                  <a:pt x="-1" y="4162"/>
                </a:moveTo>
                <a:cubicBezTo>
                  <a:pt x="3699" y="1457"/>
                  <a:pt x="8163" y="-1"/>
                  <a:pt x="12747" y="0"/>
                </a:cubicBezTo>
                <a:cubicBezTo>
                  <a:pt x="17076" y="0"/>
                  <a:pt x="21306" y="1301"/>
                  <a:pt x="24887" y="3735"/>
                </a:cubicBezTo>
              </a:path>
              <a:path w="24888" h="21600" stroke="0" extrusionOk="0">
                <a:moveTo>
                  <a:pt x="-1" y="4162"/>
                </a:moveTo>
                <a:cubicBezTo>
                  <a:pt x="3699" y="1457"/>
                  <a:pt x="8163" y="-1"/>
                  <a:pt x="12747" y="0"/>
                </a:cubicBezTo>
                <a:cubicBezTo>
                  <a:pt x="17076" y="0"/>
                  <a:pt x="21306" y="1301"/>
                  <a:pt x="24887" y="3735"/>
                </a:cubicBezTo>
                <a:lnTo>
                  <a:pt x="12747" y="21600"/>
                </a:lnTo>
                <a:lnTo>
                  <a:pt x="-1" y="4162"/>
                </a:lnTo>
                <a:close/>
              </a:path>
            </a:pathLst>
          </a:custGeom>
          <a:noFill/>
          <a:ln w="57150" cap="rnd">
            <a:solidFill>
              <a:srgbClr val="FF33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8436" name="Object 7"/>
          <p:cNvGraphicFramePr>
            <a:graphicFrameLocks noChangeAspect="1"/>
          </p:cNvGraphicFramePr>
          <p:nvPr/>
        </p:nvGraphicFramePr>
        <p:xfrm>
          <a:off x="1344613" y="1120775"/>
          <a:ext cx="1247775" cy="378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28" r:id="rId3" imgW="1247619" imgH="3780952" progId="Paint.Picture">
                  <p:embed/>
                </p:oleObj>
              </mc:Choice>
              <mc:Fallback>
                <p:oleObj r:id="rId3" imgW="1247619" imgH="3780952" progId="Paint.Picture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4613" y="1120775"/>
                        <a:ext cx="1247775" cy="3781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Object 8"/>
          <p:cNvGraphicFramePr>
            <a:graphicFrameLocks noChangeAspect="1"/>
          </p:cNvGraphicFramePr>
          <p:nvPr/>
        </p:nvGraphicFramePr>
        <p:xfrm>
          <a:off x="1268413" y="1120775"/>
          <a:ext cx="161925" cy="408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29" r:id="rId5" imgW="161990" imgH="4086795" progId="Paint.Picture">
                  <p:embed/>
                </p:oleObj>
              </mc:Choice>
              <mc:Fallback>
                <p:oleObj r:id="rId5" imgW="161990" imgH="4086795" progId="Paint.Picture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8413" y="1120775"/>
                        <a:ext cx="161925" cy="408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8" name="Object 9"/>
          <p:cNvGraphicFramePr>
            <a:graphicFrameLocks noChangeAspect="1"/>
          </p:cNvGraphicFramePr>
          <p:nvPr/>
        </p:nvGraphicFramePr>
        <p:xfrm>
          <a:off x="125413" y="1120775"/>
          <a:ext cx="1247775" cy="378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30" name="位图图像" r:id="rId7" imgW="1247619" imgH="3780952" progId="Paint.Picture">
                  <p:embed/>
                </p:oleObj>
              </mc:Choice>
              <mc:Fallback>
                <p:oleObj name="位图图像" r:id="rId7" imgW="1247619" imgH="3780952" progId="Paint.Picture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413" y="1120775"/>
                        <a:ext cx="1247775" cy="3781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9" name="Arc 10"/>
          <p:cNvSpPr>
            <a:spLocks/>
          </p:cNvSpPr>
          <p:nvPr/>
        </p:nvSpPr>
        <p:spPr bwMode="auto">
          <a:xfrm rot="5400000">
            <a:off x="1243013" y="2362200"/>
            <a:ext cx="800100" cy="600075"/>
          </a:xfrm>
          <a:custGeom>
            <a:avLst/>
            <a:gdLst>
              <a:gd name="T0" fmla="*/ 0 w 21600"/>
              <a:gd name="T1" fmla="*/ 0 h 19415"/>
              <a:gd name="T2" fmla="*/ 0 w 21600"/>
              <a:gd name="T3" fmla="*/ 0 h 19415"/>
              <a:gd name="T4" fmla="*/ 0 w 21600"/>
              <a:gd name="T5" fmla="*/ 0 h 19415"/>
              <a:gd name="T6" fmla="*/ 0 60000 65536"/>
              <a:gd name="T7" fmla="*/ 0 60000 65536"/>
              <a:gd name="T8" fmla="*/ 0 60000 65536"/>
              <a:gd name="T9" fmla="*/ 0 w 21600"/>
              <a:gd name="T10" fmla="*/ 0 h 19415"/>
              <a:gd name="T11" fmla="*/ 21600 w 21600"/>
              <a:gd name="T12" fmla="*/ 19415 h 1941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9415" fill="none" extrusionOk="0">
                <a:moveTo>
                  <a:pt x="16480" y="-1"/>
                </a:moveTo>
                <a:cubicBezTo>
                  <a:pt x="19785" y="3901"/>
                  <a:pt x="21600" y="8849"/>
                  <a:pt x="21600" y="13963"/>
                </a:cubicBezTo>
                <a:cubicBezTo>
                  <a:pt x="21600" y="15802"/>
                  <a:pt x="21364" y="17634"/>
                  <a:pt x="20900" y="19414"/>
                </a:cubicBezTo>
              </a:path>
              <a:path w="21600" h="19415" stroke="0" extrusionOk="0">
                <a:moveTo>
                  <a:pt x="16480" y="-1"/>
                </a:moveTo>
                <a:cubicBezTo>
                  <a:pt x="19785" y="3901"/>
                  <a:pt x="21600" y="8849"/>
                  <a:pt x="21600" y="13963"/>
                </a:cubicBezTo>
                <a:cubicBezTo>
                  <a:pt x="21600" y="15802"/>
                  <a:pt x="21364" y="17634"/>
                  <a:pt x="20900" y="19414"/>
                </a:cubicBezTo>
                <a:lnTo>
                  <a:pt x="0" y="13963"/>
                </a:lnTo>
                <a:lnTo>
                  <a:pt x="16480" y="-1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0" name="Text Box 11"/>
          <p:cNvSpPr txBox="1">
            <a:spLocks noChangeArrowheads="1"/>
          </p:cNvSpPr>
          <p:nvPr/>
        </p:nvSpPr>
        <p:spPr bwMode="auto">
          <a:xfrm>
            <a:off x="1344613" y="3025775"/>
            <a:ext cx="4905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>
                <a:ea typeface="楷体_GB2312" pitchFamily="49" charset="-122"/>
                <a:sym typeface="Symbol" panose="05050102010706020507" pitchFamily="18" charset="2"/>
              </a:rPr>
              <a:t></a:t>
            </a:r>
            <a:r>
              <a:rPr kumimoji="0" lang="en-US" altLang="zh-CN" sz="2800" b="1" baseline="-25000">
                <a:ea typeface="楷体_GB2312" pitchFamily="49" charset="-122"/>
                <a:sym typeface="Symbol" panose="05050102010706020507" pitchFamily="18" charset="2"/>
              </a:rPr>
              <a:t>0</a:t>
            </a:r>
            <a:endParaRPr kumimoji="0" lang="en-US" altLang="zh-CN" sz="2800">
              <a:ea typeface="楷体_GB2312" pitchFamily="49" charset="-122"/>
            </a:endParaRPr>
          </a:p>
        </p:txBody>
      </p:sp>
      <p:graphicFrame>
        <p:nvGraphicFramePr>
          <p:cNvPr id="18441" name="Object 11"/>
          <p:cNvGraphicFramePr>
            <a:graphicFrameLocks noChangeAspect="1"/>
          </p:cNvGraphicFramePr>
          <p:nvPr/>
        </p:nvGraphicFramePr>
        <p:xfrm>
          <a:off x="1260475" y="5229225"/>
          <a:ext cx="295275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31" name="Equation" r:id="rId9" imgW="126725" imgH="177415" progId="Equation.DSMT4">
                  <p:embed/>
                </p:oleObj>
              </mc:Choice>
              <mc:Fallback>
                <p:oleObj name="Equation" r:id="rId9" imgW="126725" imgH="177415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0475" y="5229225"/>
                        <a:ext cx="295275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2" name="Rectangle 13"/>
          <p:cNvSpPr>
            <a:spLocks noChangeArrowheads="1"/>
          </p:cNvSpPr>
          <p:nvPr/>
        </p:nvSpPr>
        <p:spPr bwMode="auto">
          <a:xfrm>
            <a:off x="125413" y="4397375"/>
            <a:ext cx="509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>
                <a:ea typeface="楷体_GB2312" pitchFamily="49" charset="-122"/>
                <a:sym typeface="Symbol" panose="05050102010706020507" pitchFamily="18" charset="2"/>
              </a:rPr>
              <a:t> L</a:t>
            </a:r>
          </a:p>
        </p:txBody>
      </p:sp>
      <p:sp>
        <p:nvSpPr>
          <p:cNvPr id="18443" name="Rectangle 14"/>
          <p:cNvSpPr>
            <a:spLocks noChangeArrowheads="1"/>
          </p:cNvSpPr>
          <p:nvPr/>
        </p:nvSpPr>
        <p:spPr bwMode="auto">
          <a:xfrm>
            <a:off x="811213" y="1044575"/>
            <a:ext cx="11430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18444" name="Text Box 15"/>
          <p:cNvSpPr txBox="1">
            <a:spLocks noChangeArrowheads="1"/>
          </p:cNvSpPr>
          <p:nvPr/>
        </p:nvSpPr>
        <p:spPr bwMode="auto">
          <a:xfrm>
            <a:off x="179388" y="260350"/>
            <a:ext cx="6877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rgbClr val="0000CC"/>
                </a:solidFill>
              </a:rPr>
              <a:t>例</a:t>
            </a:r>
            <a:r>
              <a:rPr kumimoji="0" lang="en-US" altLang="zh-CN" sz="2800" b="1">
                <a:solidFill>
                  <a:srgbClr val="0000CC"/>
                </a:solidFill>
              </a:rPr>
              <a:t>1.</a:t>
            </a:r>
            <a:r>
              <a:rPr kumimoji="0" lang="en-US" altLang="zh-CN" sz="2800" b="1"/>
              <a:t>  </a:t>
            </a:r>
            <a:r>
              <a:rPr kumimoji="0" lang="zh-CN" altLang="en-US" sz="2800" b="1"/>
              <a:t>试证</a:t>
            </a:r>
            <a:r>
              <a:rPr kumimoji="0" lang="zh-CN" altLang="en-US" sz="2800" b="1">
                <a:solidFill>
                  <a:srgbClr val="0000CC"/>
                </a:solidFill>
              </a:rPr>
              <a:t>单摆的摆动</a:t>
            </a:r>
            <a:r>
              <a:rPr kumimoji="0" lang="zh-CN" altLang="en-US" sz="2800" b="1"/>
              <a:t>是简谐振动并求周期</a:t>
            </a:r>
            <a:endParaRPr kumimoji="0" lang="zh-CN" altLang="en-US" sz="2800"/>
          </a:p>
        </p:txBody>
      </p:sp>
      <p:sp>
        <p:nvSpPr>
          <p:cNvPr id="424975" name="Line 16"/>
          <p:cNvSpPr>
            <a:spLocks noChangeShapeType="1"/>
          </p:cNvSpPr>
          <p:nvPr/>
        </p:nvSpPr>
        <p:spPr bwMode="auto">
          <a:xfrm>
            <a:off x="2259013" y="5067300"/>
            <a:ext cx="0" cy="12954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4976" name="Line 17"/>
          <p:cNvSpPr>
            <a:spLocks noChangeShapeType="1"/>
          </p:cNvSpPr>
          <p:nvPr/>
        </p:nvSpPr>
        <p:spPr bwMode="auto">
          <a:xfrm>
            <a:off x="1878013" y="5219700"/>
            <a:ext cx="381000" cy="114300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4977" name="Arc 18"/>
          <p:cNvSpPr>
            <a:spLocks/>
          </p:cNvSpPr>
          <p:nvPr/>
        </p:nvSpPr>
        <p:spPr bwMode="auto">
          <a:xfrm>
            <a:off x="2058988" y="5611813"/>
            <a:ext cx="228600" cy="912812"/>
          </a:xfrm>
          <a:custGeom>
            <a:avLst/>
            <a:gdLst>
              <a:gd name="T0" fmla="*/ 0 w 5506"/>
              <a:gd name="T1" fmla="*/ 2147483646 h 21561"/>
              <a:gd name="T2" fmla="*/ 2147483646 w 5506"/>
              <a:gd name="T3" fmla="*/ 0 h 21561"/>
              <a:gd name="T4" fmla="*/ 2147483646 w 5506"/>
              <a:gd name="T5" fmla="*/ 2147483646 h 21561"/>
              <a:gd name="T6" fmla="*/ 0 60000 65536"/>
              <a:gd name="T7" fmla="*/ 0 60000 65536"/>
              <a:gd name="T8" fmla="*/ 0 60000 65536"/>
              <a:gd name="T9" fmla="*/ 0 w 5506"/>
              <a:gd name="T10" fmla="*/ 0 h 21561"/>
              <a:gd name="T11" fmla="*/ 5506 w 5506"/>
              <a:gd name="T12" fmla="*/ 21561 h 2156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506" h="21561" fill="none" extrusionOk="0">
                <a:moveTo>
                  <a:pt x="0" y="674"/>
                </a:moveTo>
                <a:cubicBezTo>
                  <a:pt x="1374" y="312"/>
                  <a:pt x="2781" y="86"/>
                  <a:pt x="4201" y="0"/>
                </a:cubicBezTo>
              </a:path>
              <a:path w="5506" h="21561" stroke="0" extrusionOk="0">
                <a:moveTo>
                  <a:pt x="0" y="674"/>
                </a:moveTo>
                <a:cubicBezTo>
                  <a:pt x="1374" y="312"/>
                  <a:pt x="2781" y="86"/>
                  <a:pt x="4201" y="0"/>
                </a:cubicBezTo>
                <a:lnTo>
                  <a:pt x="5506" y="21561"/>
                </a:lnTo>
                <a:lnTo>
                  <a:pt x="0" y="674"/>
                </a:lnTo>
                <a:close/>
              </a:path>
            </a:pathLst>
          </a:custGeom>
          <a:noFill/>
          <a:ln w="3810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4978" name="Rectangle 19"/>
          <p:cNvSpPr>
            <a:spLocks noChangeArrowheads="1"/>
          </p:cNvSpPr>
          <p:nvPr/>
        </p:nvSpPr>
        <p:spPr bwMode="auto">
          <a:xfrm>
            <a:off x="2195513" y="908050"/>
            <a:ext cx="5724525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证明：研究对象：小球</a:t>
            </a:r>
            <a:r>
              <a:rPr kumimoji="0" lang="zh-CN" altLang="en-US" sz="28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/>
              <a:t>            </a:t>
            </a:r>
            <a:r>
              <a:rPr kumimoji="0" lang="zh-CN" altLang="en-US" sz="2800" b="1"/>
              <a:t>选 </a:t>
            </a:r>
            <a:r>
              <a:rPr kumimoji="0" lang="en-US" altLang="zh-CN" sz="2800" b="1"/>
              <a:t>0</a:t>
            </a:r>
            <a:r>
              <a:rPr kumimoji="0" lang="zh-CN" altLang="en-US" sz="2800" b="1"/>
              <a:t>为平衡位置（</a:t>
            </a:r>
            <a:r>
              <a:rPr kumimoji="0" lang="en-US" altLang="zh-CN" sz="2800" b="1" i="1">
                <a:sym typeface="Symbol" panose="05050102010706020507" pitchFamily="18" charset="2"/>
              </a:rPr>
              <a:t>M</a:t>
            </a:r>
            <a:r>
              <a:rPr kumimoji="0" lang="en-US" altLang="zh-CN" sz="2800" b="1">
                <a:sym typeface="Symbol" panose="05050102010706020507" pitchFamily="18" charset="2"/>
              </a:rPr>
              <a:t>=0</a:t>
            </a:r>
            <a:r>
              <a:rPr kumimoji="0" lang="zh-CN" altLang="en-US" sz="2800" b="1">
                <a:sym typeface="Symbol" panose="05050102010706020507" pitchFamily="18" charset="2"/>
              </a:rPr>
              <a:t>）</a:t>
            </a:r>
            <a:r>
              <a:rPr kumimoji="0" lang="zh-CN" altLang="en-US" sz="2800" b="1"/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    逆时针方向为角位移</a:t>
            </a:r>
            <a:r>
              <a:rPr kumimoji="0" lang="zh-CN" altLang="en-US" sz="2800" b="1" i="1">
                <a:sym typeface="Symbol" panose="05050102010706020507" pitchFamily="18" charset="2"/>
              </a:rPr>
              <a:t> </a:t>
            </a:r>
            <a:r>
              <a:rPr kumimoji="0" lang="zh-CN" altLang="en-US" sz="2800" b="1"/>
              <a:t>的正方向</a:t>
            </a:r>
          </a:p>
        </p:txBody>
      </p:sp>
      <p:sp>
        <p:nvSpPr>
          <p:cNvPr id="424979" name="Rectangle 20"/>
          <p:cNvSpPr>
            <a:spLocks noChangeArrowheads="1"/>
          </p:cNvSpPr>
          <p:nvPr/>
        </p:nvSpPr>
        <p:spPr bwMode="auto">
          <a:xfrm>
            <a:off x="3135313" y="2382838"/>
            <a:ext cx="190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 b="1"/>
              <a:t>小球受力</a:t>
            </a:r>
            <a:r>
              <a:rPr kumimoji="0" lang="en-US" altLang="zh-CN" sz="2800" b="1"/>
              <a:t>:</a:t>
            </a:r>
            <a:endParaRPr kumimoji="0" lang="en-US" altLang="zh-CN" b="1"/>
          </a:p>
        </p:txBody>
      </p:sp>
      <p:sp>
        <p:nvSpPr>
          <p:cNvPr id="424980" name="Rectangle 21"/>
          <p:cNvSpPr>
            <a:spLocks noChangeArrowheads="1"/>
          </p:cNvSpPr>
          <p:nvPr/>
        </p:nvSpPr>
        <p:spPr bwMode="auto">
          <a:xfrm>
            <a:off x="4937125" y="2306638"/>
            <a:ext cx="2514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en-US" altLang="zh-CN" b="1" i="1"/>
              <a:t>mg</a:t>
            </a:r>
            <a:r>
              <a:rPr kumimoji="0" lang="zh-CN" altLang="en-US" b="1" i="1"/>
              <a:t>、</a:t>
            </a:r>
            <a:r>
              <a:rPr kumimoji="0" lang="en-US" altLang="zh-CN" b="1" i="1"/>
              <a:t>T</a:t>
            </a:r>
          </a:p>
        </p:txBody>
      </p:sp>
      <p:sp>
        <p:nvSpPr>
          <p:cNvPr id="424981" name="Rectangle 22"/>
          <p:cNvSpPr>
            <a:spLocks noChangeArrowheads="1"/>
          </p:cNvSpPr>
          <p:nvPr/>
        </p:nvSpPr>
        <p:spPr bwMode="auto">
          <a:xfrm>
            <a:off x="2284413" y="5876925"/>
            <a:ext cx="7032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b="1" i="1"/>
              <a:t>mg</a:t>
            </a:r>
          </a:p>
        </p:txBody>
      </p:sp>
      <p:sp>
        <p:nvSpPr>
          <p:cNvPr id="424982" name="Rectangle 23"/>
          <p:cNvSpPr>
            <a:spLocks noChangeArrowheads="1"/>
          </p:cNvSpPr>
          <p:nvPr/>
        </p:nvSpPr>
        <p:spPr bwMode="auto">
          <a:xfrm>
            <a:off x="1420813" y="3467100"/>
            <a:ext cx="431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en-US" altLang="zh-CN" b="1" i="1"/>
              <a:t>T</a:t>
            </a:r>
          </a:p>
        </p:txBody>
      </p:sp>
      <p:sp>
        <p:nvSpPr>
          <p:cNvPr id="424983" name="Text Box 24"/>
          <p:cNvSpPr txBox="1">
            <a:spLocks noChangeArrowheads="1"/>
          </p:cNvSpPr>
          <p:nvPr/>
        </p:nvSpPr>
        <p:spPr bwMode="auto">
          <a:xfrm>
            <a:off x="1509713" y="4984750"/>
            <a:ext cx="4572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b="1" i="1">
                <a:ea typeface="楷体_GB2312" pitchFamily="49" charset="-122"/>
              </a:rPr>
              <a:t>F</a:t>
            </a:r>
          </a:p>
        </p:txBody>
      </p:sp>
      <p:sp>
        <p:nvSpPr>
          <p:cNvPr id="424984" name="Rectangle 25"/>
          <p:cNvSpPr>
            <a:spLocks noChangeArrowheads="1"/>
          </p:cNvSpPr>
          <p:nvPr/>
        </p:nvSpPr>
        <p:spPr bwMode="auto">
          <a:xfrm>
            <a:off x="2497138" y="2924175"/>
            <a:ext cx="2254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 b="1"/>
              <a:t>合力矩</a:t>
            </a:r>
            <a:endParaRPr kumimoji="0" lang="zh-CN" altLang="en-US" sz="2800" b="1">
              <a:sym typeface="Symbol" panose="05050102010706020507" pitchFamily="18" charset="2"/>
            </a:endParaRPr>
          </a:p>
        </p:txBody>
      </p:sp>
      <p:sp>
        <p:nvSpPr>
          <p:cNvPr id="424985" name="Rectangle 26"/>
          <p:cNvSpPr>
            <a:spLocks noChangeArrowheads="1"/>
          </p:cNvSpPr>
          <p:nvPr/>
        </p:nvSpPr>
        <p:spPr bwMode="auto">
          <a:xfrm>
            <a:off x="2209800" y="3525838"/>
            <a:ext cx="2743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 b="1"/>
              <a:t>根据转动定律：</a:t>
            </a:r>
            <a:endParaRPr kumimoji="0" lang="zh-CN" altLang="en-US" b="1">
              <a:sym typeface="Symbol" panose="05050102010706020507" pitchFamily="18" charset="2"/>
            </a:endParaRPr>
          </a:p>
        </p:txBody>
      </p:sp>
      <p:graphicFrame>
        <p:nvGraphicFramePr>
          <p:cNvPr id="424986" name="Object 26"/>
          <p:cNvGraphicFramePr>
            <a:graphicFrameLocks noChangeAspect="1"/>
          </p:cNvGraphicFramePr>
          <p:nvPr/>
        </p:nvGraphicFramePr>
        <p:xfrm>
          <a:off x="6911975" y="3040063"/>
          <a:ext cx="1582738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32" name="Equation" r:id="rId11" imgW="1447172" imgH="393529" progId="Equation.DSMT4">
                  <p:embed/>
                </p:oleObj>
              </mc:Choice>
              <mc:Fallback>
                <p:oleObj name="Equation" r:id="rId11" imgW="1447172" imgH="393529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1975" y="3040063"/>
                        <a:ext cx="1582738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87" name="Object 27"/>
          <p:cNvGraphicFramePr>
            <a:graphicFrameLocks noChangeAspect="1"/>
          </p:cNvGraphicFramePr>
          <p:nvPr/>
        </p:nvGraphicFramePr>
        <p:xfrm>
          <a:off x="3130550" y="4297363"/>
          <a:ext cx="161925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33" name="Equation" r:id="rId13" imgW="1358900" imgH="469900" progId="Equation.DSMT4">
                  <p:embed/>
                </p:oleObj>
              </mc:Choice>
              <mc:Fallback>
                <p:oleObj name="Equation" r:id="rId13" imgW="1358900" imgH="4699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0550" y="4297363"/>
                        <a:ext cx="161925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88" name="Object 28"/>
          <p:cNvGraphicFramePr>
            <a:graphicFrameLocks noChangeAspect="1"/>
          </p:cNvGraphicFramePr>
          <p:nvPr/>
        </p:nvGraphicFramePr>
        <p:xfrm>
          <a:off x="6415088" y="4881563"/>
          <a:ext cx="1462087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34" name="Equation" r:id="rId15" imgW="1282700" imgH="749300" progId="Equation.DSMT4">
                  <p:embed/>
                </p:oleObj>
              </mc:Choice>
              <mc:Fallback>
                <p:oleObj name="Equation" r:id="rId15" imgW="1282700" imgH="74930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5088" y="4881563"/>
                        <a:ext cx="1462087" cy="85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89" name="Object 29"/>
          <p:cNvGraphicFramePr>
            <a:graphicFrameLocks noChangeAspect="1"/>
          </p:cNvGraphicFramePr>
          <p:nvPr/>
        </p:nvGraphicFramePr>
        <p:xfrm>
          <a:off x="6948488" y="3481388"/>
          <a:ext cx="1546225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35" name="Equation" r:id="rId17" imgW="1358310" imgH="672808" progId="Equation.DSMT4">
                  <p:embed/>
                </p:oleObj>
              </mc:Choice>
              <mc:Fallback>
                <p:oleObj name="Equation" r:id="rId17" imgW="1358310" imgH="672808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488" y="3481388"/>
                        <a:ext cx="1546225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4990" name="AutoShape 31"/>
          <p:cNvSpPr>
            <a:spLocks/>
          </p:cNvSpPr>
          <p:nvPr/>
        </p:nvSpPr>
        <p:spPr bwMode="auto">
          <a:xfrm>
            <a:off x="6731000" y="3105150"/>
            <a:ext cx="152400" cy="914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3810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graphicFrame>
        <p:nvGraphicFramePr>
          <p:cNvPr id="424991" name="Object 31"/>
          <p:cNvGraphicFramePr>
            <a:graphicFrameLocks noChangeAspect="1"/>
          </p:cNvGraphicFramePr>
          <p:nvPr/>
        </p:nvGraphicFramePr>
        <p:xfrm>
          <a:off x="3095625" y="4905375"/>
          <a:ext cx="2278063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36" name="Equation" r:id="rId19" imgW="2095500" imgH="749300" progId="Equation.DSMT4">
                  <p:embed/>
                </p:oleObj>
              </mc:Choice>
              <mc:Fallback>
                <p:oleObj name="Equation" r:id="rId19" imgW="2095500" imgH="74930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25" y="4905375"/>
                        <a:ext cx="2278063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4992" name="Rectangle 33"/>
          <p:cNvSpPr>
            <a:spLocks noChangeArrowheads="1"/>
          </p:cNvSpPr>
          <p:nvPr/>
        </p:nvSpPr>
        <p:spPr bwMode="auto">
          <a:xfrm>
            <a:off x="7019925" y="5754688"/>
            <a:ext cx="20161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是谐振动！</a:t>
            </a:r>
          </a:p>
        </p:txBody>
      </p:sp>
      <p:graphicFrame>
        <p:nvGraphicFramePr>
          <p:cNvPr id="424993" name="Object 33"/>
          <p:cNvGraphicFramePr>
            <a:graphicFrameLocks noChangeAspect="1"/>
          </p:cNvGraphicFramePr>
          <p:nvPr/>
        </p:nvGraphicFramePr>
        <p:xfrm>
          <a:off x="3400425" y="5768975"/>
          <a:ext cx="1385888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37" name="Equation" r:id="rId21" imgW="1155700" imgH="812800" progId="Equation.DSMT4">
                  <p:embed/>
                </p:oleObj>
              </mc:Choice>
              <mc:Fallback>
                <p:oleObj name="Equation" r:id="rId21" imgW="1155700" imgH="81280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0425" y="5768975"/>
                        <a:ext cx="1385888" cy="976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4994" name="Line 35"/>
          <p:cNvSpPr>
            <a:spLocks noChangeShapeType="1"/>
          </p:cNvSpPr>
          <p:nvPr/>
        </p:nvSpPr>
        <p:spPr bwMode="auto">
          <a:xfrm>
            <a:off x="1878013" y="3619500"/>
            <a:ext cx="0" cy="160020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4995" name="Rectangle 37"/>
          <p:cNvSpPr>
            <a:spLocks noChangeArrowheads="1"/>
          </p:cNvSpPr>
          <p:nvPr/>
        </p:nvSpPr>
        <p:spPr bwMode="auto">
          <a:xfrm>
            <a:off x="5256213" y="6021388"/>
            <a:ext cx="863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b="1"/>
              <a:t>T</a:t>
            </a:r>
          </a:p>
        </p:txBody>
      </p:sp>
      <p:graphicFrame>
        <p:nvGraphicFramePr>
          <p:cNvPr id="424996" name="Object 36"/>
          <p:cNvGraphicFramePr>
            <a:graphicFrameLocks noChangeAspect="1"/>
          </p:cNvGraphicFramePr>
          <p:nvPr/>
        </p:nvGraphicFramePr>
        <p:xfrm>
          <a:off x="5651500" y="5892800"/>
          <a:ext cx="1276350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38" name="Equation" r:id="rId23" imgW="1193800" imgH="812800" progId="Equation.DSMT4">
                  <p:embed/>
                </p:oleObj>
              </mc:Choice>
              <mc:Fallback>
                <p:oleObj name="Equation" r:id="rId23" imgW="1193800" imgH="812800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5892800"/>
                        <a:ext cx="1276350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4997" name="Line 39"/>
          <p:cNvSpPr>
            <a:spLocks noChangeShapeType="1"/>
          </p:cNvSpPr>
          <p:nvPr/>
        </p:nvSpPr>
        <p:spPr bwMode="auto">
          <a:xfrm flipH="1">
            <a:off x="1878013" y="5067300"/>
            <a:ext cx="304800" cy="1524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24998" name="Object 38"/>
          <p:cNvGraphicFramePr>
            <a:graphicFrameLocks noChangeAspect="1"/>
          </p:cNvGraphicFramePr>
          <p:nvPr/>
        </p:nvGraphicFramePr>
        <p:xfrm>
          <a:off x="3744913" y="2997200"/>
          <a:ext cx="18319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39" name="Equation" r:id="rId25" imgW="1562100" imgH="419100" progId="Equation.DSMT4">
                  <p:embed/>
                </p:oleObj>
              </mc:Choice>
              <mc:Fallback>
                <p:oleObj name="Equation" r:id="rId25" imgW="1562100" imgH="41910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4913" y="2997200"/>
                        <a:ext cx="18319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4999" name="Rectangle 41"/>
          <p:cNvSpPr>
            <a:spLocks noChangeArrowheads="1"/>
          </p:cNvSpPr>
          <p:nvPr/>
        </p:nvSpPr>
        <p:spPr bwMode="auto">
          <a:xfrm>
            <a:off x="5507038" y="2916238"/>
            <a:ext cx="18494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 b="1"/>
              <a:t>方向 </a:t>
            </a:r>
            <a:r>
              <a:rPr kumimoji="0" lang="zh-CN" altLang="en-US" sz="2800" b="1">
                <a:sym typeface="Symbol" panose="05050102010706020507" pitchFamily="18" charset="2"/>
              </a:rPr>
              <a:t></a:t>
            </a:r>
          </a:p>
        </p:txBody>
      </p:sp>
      <p:graphicFrame>
        <p:nvGraphicFramePr>
          <p:cNvPr id="425001" name="Object 41"/>
          <p:cNvGraphicFramePr>
            <a:graphicFrameLocks noChangeAspect="1"/>
          </p:cNvGraphicFramePr>
          <p:nvPr/>
        </p:nvGraphicFramePr>
        <p:xfrm>
          <a:off x="4787900" y="3608388"/>
          <a:ext cx="1108075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40" name="Equation" r:id="rId27" imgW="939800" imgH="419100" progId="Equation.DSMT4">
                  <p:embed/>
                </p:oleObj>
              </mc:Choice>
              <mc:Fallback>
                <p:oleObj name="Equation" r:id="rId27" imgW="939800" imgH="419100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3608388"/>
                        <a:ext cx="1108075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5002" name="Object 42"/>
          <p:cNvGraphicFramePr>
            <a:graphicFrameLocks noChangeAspect="1"/>
          </p:cNvGraphicFramePr>
          <p:nvPr/>
        </p:nvGraphicFramePr>
        <p:xfrm>
          <a:off x="5975350" y="3651250"/>
          <a:ext cx="493713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41" name="Equation" r:id="rId29" imgW="508000" imgH="381000" progId="Equation.DSMT4">
                  <p:embed/>
                </p:oleObj>
              </mc:Choice>
              <mc:Fallback>
                <p:oleObj name="Equation" r:id="rId29" imgW="508000" imgH="381000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5350" y="3651250"/>
                        <a:ext cx="493713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5003" name="Arc 48"/>
          <p:cNvSpPr>
            <a:spLocks/>
          </p:cNvSpPr>
          <p:nvPr/>
        </p:nvSpPr>
        <p:spPr bwMode="auto">
          <a:xfrm rot="-5400000">
            <a:off x="1008063" y="1670050"/>
            <a:ext cx="914400" cy="241300"/>
          </a:xfrm>
          <a:custGeom>
            <a:avLst/>
            <a:gdLst>
              <a:gd name="T0" fmla="*/ 2147483646 w 21600"/>
              <a:gd name="T1" fmla="*/ 2147483646 h 8701"/>
              <a:gd name="T2" fmla="*/ 2147483646 w 21600"/>
              <a:gd name="T3" fmla="*/ 0 h 8701"/>
              <a:gd name="T4" fmla="*/ 2147483646 w 21600"/>
              <a:gd name="T5" fmla="*/ 2147483646 h 8701"/>
              <a:gd name="T6" fmla="*/ 0 60000 65536"/>
              <a:gd name="T7" fmla="*/ 0 60000 65536"/>
              <a:gd name="T8" fmla="*/ 0 60000 65536"/>
              <a:gd name="T9" fmla="*/ 0 w 21600"/>
              <a:gd name="T10" fmla="*/ 0 h 8701"/>
              <a:gd name="T11" fmla="*/ 21600 w 21600"/>
              <a:gd name="T12" fmla="*/ 8701 h 870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8701" fill="none" extrusionOk="0">
                <a:moveTo>
                  <a:pt x="1338" y="8700"/>
                </a:moveTo>
                <a:cubicBezTo>
                  <a:pt x="453" y="6304"/>
                  <a:pt x="0" y="3770"/>
                  <a:pt x="0" y="1216"/>
                </a:cubicBezTo>
                <a:cubicBezTo>
                  <a:pt x="-1" y="810"/>
                  <a:pt x="11" y="404"/>
                  <a:pt x="34" y="0"/>
                </a:cubicBezTo>
              </a:path>
              <a:path w="21600" h="8701" stroke="0" extrusionOk="0">
                <a:moveTo>
                  <a:pt x="1338" y="8700"/>
                </a:moveTo>
                <a:cubicBezTo>
                  <a:pt x="453" y="6304"/>
                  <a:pt x="0" y="3770"/>
                  <a:pt x="0" y="1216"/>
                </a:cubicBezTo>
                <a:cubicBezTo>
                  <a:pt x="-1" y="810"/>
                  <a:pt x="11" y="404"/>
                  <a:pt x="34" y="0"/>
                </a:cubicBezTo>
                <a:lnTo>
                  <a:pt x="21600" y="1216"/>
                </a:lnTo>
                <a:lnTo>
                  <a:pt x="1338" y="8700"/>
                </a:lnTo>
                <a:close/>
              </a:path>
            </a:pathLst>
          </a:custGeom>
          <a:noFill/>
          <a:ln w="5715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5004" name="Text Box 49"/>
          <p:cNvSpPr txBox="1">
            <a:spLocks noChangeArrowheads="1"/>
          </p:cNvSpPr>
          <p:nvPr/>
        </p:nvSpPr>
        <p:spPr bwMode="auto">
          <a:xfrm>
            <a:off x="1268413" y="2247900"/>
            <a:ext cx="3698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>
                <a:ea typeface="楷体_GB2312" pitchFamily="49" charset="-122"/>
                <a:sym typeface="Symbol" panose="05050102010706020507" pitchFamily="18" charset="2"/>
              </a:rPr>
              <a:t></a:t>
            </a:r>
          </a:p>
        </p:txBody>
      </p:sp>
      <p:sp>
        <p:nvSpPr>
          <p:cNvPr id="425005" name="Line 50"/>
          <p:cNvSpPr>
            <a:spLocks noChangeShapeType="1"/>
          </p:cNvSpPr>
          <p:nvPr/>
        </p:nvSpPr>
        <p:spPr bwMode="auto">
          <a:xfrm flipH="1" flipV="1">
            <a:off x="1893888" y="3544888"/>
            <a:ext cx="349250" cy="149225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25006" name="Object 46"/>
          <p:cNvGraphicFramePr>
            <a:graphicFrameLocks noChangeAspect="1"/>
          </p:cNvGraphicFramePr>
          <p:nvPr/>
        </p:nvGraphicFramePr>
        <p:xfrm>
          <a:off x="5111750" y="4373563"/>
          <a:ext cx="1908175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42" name="Equation" r:id="rId31" imgW="1663700" imgH="393700" progId="Equation.DSMT4">
                  <p:embed/>
                </p:oleObj>
              </mc:Choice>
              <mc:Fallback>
                <p:oleObj name="Equation" r:id="rId31" imgW="1663700" imgH="393700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750" y="4373563"/>
                        <a:ext cx="1908175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50"/>
          <p:cNvGrpSpPr>
            <a:grpSpLocks/>
          </p:cNvGrpSpPr>
          <p:nvPr/>
        </p:nvGrpSpPr>
        <p:grpSpPr bwMode="auto">
          <a:xfrm>
            <a:off x="6659563" y="404813"/>
            <a:ext cx="2341562" cy="969962"/>
            <a:chOff x="4127" y="346"/>
            <a:chExt cx="1475" cy="611"/>
          </a:xfrm>
        </p:grpSpPr>
        <p:graphicFrame>
          <p:nvGraphicFramePr>
            <p:cNvPr id="18482" name="Object 47"/>
            <p:cNvGraphicFramePr>
              <a:graphicFrameLocks noChangeAspect="1"/>
            </p:cNvGraphicFramePr>
            <p:nvPr/>
          </p:nvGraphicFramePr>
          <p:xfrm>
            <a:off x="4604" y="346"/>
            <a:ext cx="998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843" name="Equation" r:id="rId33" imgW="1651000" imgH="393700" progId="Equation.DSMT4">
                    <p:embed/>
                  </p:oleObj>
                </mc:Choice>
                <mc:Fallback>
                  <p:oleObj name="Equation" r:id="rId33" imgW="1651000" imgH="393700" progId="Equation.DSMT4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4" y="346"/>
                          <a:ext cx="998" cy="317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990033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83" name="Object 55"/>
            <p:cNvGraphicFramePr>
              <a:graphicFrameLocks noChangeAspect="1"/>
            </p:cNvGraphicFramePr>
            <p:nvPr/>
          </p:nvGraphicFramePr>
          <p:xfrm>
            <a:off x="4127" y="504"/>
            <a:ext cx="442" cy="4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844" r:id="rId35" imgW="3286125" imgH="3038475" progId="MS_ClipArt_Gallery.5">
                    <p:embed/>
                  </p:oleObj>
                </mc:Choice>
                <mc:Fallback>
                  <p:oleObj r:id="rId35" imgW="3286125" imgH="3038475" progId="MS_ClipArt_Gallery.5">
                    <p:embed/>
                    <p:pic>
                      <p:nvPicPr>
                        <p:cNvPr id="0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7" y="504"/>
                          <a:ext cx="442" cy="4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477" name="Text Box 125"/>
          <p:cNvSpPr txBox="1">
            <a:spLocks noChangeArrowheads="1"/>
          </p:cNvSpPr>
          <p:nvPr/>
        </p:nvSpPr>
        <p:spPr bwMode="auto">
          <a:xfrm>
            <a:off x="8675688" y="6381750"/>
            <a:ext cx="5032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12</a:t>
            </a:r>
          </a:p>
        </p:txBody>
      </p:sp>
      <p:sp>
        <p:nvSpPr>
          <p:cNvPr id="425011" name="Rectangle 51"/>
          <p:cNvSpPr>
            <a:spLocks noChangeArrowheads="1"/>
          </p:cNvSpPr>
          <p:nvPr/>
        </p:nvSpPr>
        <p:spPr bwMode="auto">
          <a:xfrm>
            <a:off x="6372225" y="4905375"/>
            <a:ext cx="1584325" cy="863600"/>
          </a:xfrm>
          <a:prstGeom prst="rect">
            <a:avLst/>
          </a:prstGeom>
          <a:noFill/>
          <a:ln w="38100" algn="ctr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425014" name="AutoShape 54"/>
          <p:cNvSpPr>
            <a:spLocks noChangeArrowheads="1"/>
          </p:cNvSpPr>
          <p:nvPr/>
        </p:nvSpPr>
        <p:spPr bwMode="auto">
          <a:xfrm>
            <a:off x="5508625" y="5192713"/>
            <a:ext cx="576263" cy="323850"/>
          </a:xfrm>
          <a:prstGeom prst="rightArrow">
            <a:avLst>
              <a:gd name="adj1" fmla="val 50000"/>
              <a:gd name="adj2" fmla="val 44485"/>
            </a:avLst>
          </a:prstGeom>
          <a:solidFill>
            <a:srgbClr val="FF6600"/>
          </a:solidFill>
          <a:ln w="38100" algn="ctr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pic>
        <p:nvPicPr>
          <p:cNvPr id="53" name="图片 52"/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963" y="1092200"/>
            <a:ext cx="1462087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4" name="Object 33"/>
          <p:cNvGraphicFramePr>
            <a:graphicFrameLocks noChangeAspect="1"/>
          </p:cNvGraphicFramePr>
          <p:nvPr/>
        </p:nvGraphicFramePr>
        <p:xfrm>
          <a:off x="4845050" y="3143250"/>
          <a:ext cx="304800" cy="182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45" name="MathType 6.0 Equation" r:id="rId38" imgW="139639" imgH="152334" progId="Equation.DSMT4">
                  <p:embed/>
                </p:oleObj>
              </mc:Choice>
              <mc:Fallback>
                <p:oleObj name="MathType 6.0 Equation" r:id="rId38" imgW="139639" imgH="152334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5050" y="3143250"/>
                        <a:ext cx="304800" cy="182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4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424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5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5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24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4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425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4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249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249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249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249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424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24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424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4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24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75"/>
                                        <p:tgtEl>
                                          <p:spTgt spid="424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24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75"/>
                                        <p:tgtEl>
                                          <p:spTgt spid="424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75"/>
                                        <p:tgtEl>
                                          <p:spTgt spid="424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25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25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424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24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424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424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425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424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5" dur="500"/>
                                        <p:tgtEl>
                                          <p:spTgt spid="425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424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5" dur="500"/>
                                        <p:tgtEl>
                                          <p:spTgt spid="425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4249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4249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424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4249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4249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4249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4249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4249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424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4249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4249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4975" grpId="0" animBg="1"/>
      <p:bldP spid="424976" grpId="0" animBg="1"/>
      <p:bldP spid="424977" grpId="0" animBg="1"/>
      <p:bldP spid="424978" grpId="0"/>
      <p:bldP spid="424979" grpId="0" autoUpdateAnimBg="0"/>
      <p:bldP spid="424980" grpId="0" autoUpdateAnimBg="0"/>
      <p:bldP spid="424981" grpId="0" autoUpdateAnimBg="0"/>
      <p:bldP spid="424982" grpId="0" autoUpdateAnimBg="0"/>
      <p:bldP spid="424983" grpId="0" autoUpdateAnimBg="0"/>
      <p:bldP spid="424984" grpId="0" autoUpdateAnimBg="0"/>
      <p:bldP spid="424985" grpId="0" autoUpdateAnimBg="0"/>
      <p:bldP spid="424990" grpId="0" bldLvl="0" animBg="1" autoUpdateAnimBg="0"/>
      <p:bldP spid="424992" grpId="0" autoUpdateAnimBg="0"/>
      <p:bldP spid="424994" grpId="0" animBg="1"/>
      <p:bldP spid="424995" grpId="0" autoUpdateAnimBg="0"/>
      <p:bldP spid="424997" grpId="0" animBg="1"/>
      <p:bldP spid="424999" grpId="0" autoUpdateAnimBg="0"/>
      <p:bldP spid="425003" grpId="0" animBg="1"/>
      <p:bldP spid="425004" grpId="0" autoUpdateAnimBg="0"/>
      <p:bldP spid="425005" grpId="0" animBg="1"/>
      <p:bldP spid="425011" grpId="0" animBg="1"/>
      <p:bldP spid="4250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Rectangle 2"/>
          <p:cNvSpPr>
            <a:spLocks noChangeArrowheads="1"/>
          </p:cNvSpPr>
          <p:nvPr/>
        </p:nvSpPr>
        <p:spPr bwMode="auto">
          <a:xfrm>
            <a:off x="2057400" y="3375025"/>
            <a:ext cx="5029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graphicFrame>
        <p:nvGraphicFramePr>
          <p:cNvPr id="387075" name="Object 3"/>
          <p:cNvGraphicFramePr>
            <a:graphicFrameLocks noChangeAspect="1"/>
          </p:cNvGraphicFramePr>
          <p:nvPr/>
        </p:nvGraphicFramePr>
        <p:xfrm flipV="1">
          <a:off x="4495800" y="345122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1" r:id="rId3" imgW="101512" imgH="101512" progId="Equation.3">
                  <p:embed/>
                </p:oleObj>
              </mc:Choice>
              <mc:Fallback>
                <p:oleObj r:id="rId3" imgW="101512" imgH="10151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 flipV="1">
                        <a:off x="4495800" y="345122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7076" name="Object 4"/>
          <p:cNvGraphicFramePr>
            <a:graphicFrameLocks noChangeAspect="1"/>
          </p:cNvGraphicFramePr>
          <p:nvPr/>
        </p:nvGraphicFramePr>
        <p:xfrm>
          <a:off x="4392613" y="2889250"/>
          <a:ext cx="40005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2" name="Equation" r:id="rId5" imgW="152202" imgH="177569" progId="Equation.DSMT4">
                  <p:embed/>
                </p:oleObj>
              </mc:Choice>
              <mc:Fallback>
                <p:oleObj name="Equation" r:id="rId5" imgW="152202" imgH="177569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2613" y="2889250"/>
                        <a:ext cx="400050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7077" name="Line 7"/>
          <p:cNvSpPr>
            <a:spLocks noChangeShapeType="1"/>
          </p:cNvSpPr>
          <p:nvPr/>
        </p:nvSpPr>
        <p:spPr bwMode="auto">
          <a:xfrm>
            <a:off x="3124200" y="5432425"/>
            <a:ext cx="1981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87078" name="Object 6"/>
          <p:cNvGraphicFramePr>
            <a:graphicFrameLocks noChangeAspect="1"/>
          </p:cNvGraphicFramePr>
          <p:nvPr/>
        </p:nvGraphicFramePr>
        <p:xfrm>
          <a:off x="3810000" y="5524500"/>
          <a:ext cx="5111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3" name="Equation" r:id="rId7" imgW="215619" imgH="177569" progId="Equation.DSMT4">
                  <p:embed/>
                </p:oleObj>
              </mc:Choice>
              <mc:Fallback>
                <p:oleObj name="Equation" r:id="rId7" imgW="215619" imgH="177569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5524500"/>
                        <a:ext cx="51117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7079" name="Rectangle 10"/>
          <p:cNvSpPr>
            <a:spLocks noChangeArrowheads="1"/>
          </p:cNvSpPr>
          <p:nvPr/>
        </p:nvSpPr>
        <p:spPr bwMode="auto">
          <a:xfrm>
            <a:off x="287338" y="260350"/>
            <a:ext cx="8424862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>
                <a:solidFill>
                  <a:srgbClr val="0000CC"/>
                </a:solidFill>
              </a:rPr>
              <a:t>  </a:t>
            </a:r>
            <a:r>
              <a:rPr kumimoji="0" lang="zh-CN" altLang="en-US" sz="2800" b="1">
                <a:solidFill>
                  <a:srgbClr val="0000CC"/>
                </a:solidFill>
              </a:rPr>
              <a:t>例</a:t>
            </a:r>
            <a:r>
              <a:rPr kumimoji="0" lang="en-US" altLang="zh-CN" sz="2800" b="1">
                <a:solidFill>
                  <a:srgbClr val="0000CC"/>
                </a:solidFill>
              </a:rPr>
              <a:t>2.</a:t>
            </a:r>
            <a:r>
              <a:rPr kumimoji="0" lang="en-US" altLang="zh-CN" sz="2800" b="1"/>
              <a:t> </a:t>
            </a:r>
            <a:r>
              <a:rPr kumimoji="0" lang="zh-CN" altLang="en-US" sz="2800" b="1"/>
              <a:t>两轮的轴互相平行，相距 </a:t>
            </a:r>
            <a:r>
              <a:rPr kumimoji="0" lang="en-US" altLang="zh-CN" sz="2800" b="1">
                <a:solidFill>
                  <a:srgbClr val="FF0000"/>
                </a:solidFill>
              </a:rPr>
              <a:t>2</a:t>
            </a:r>
            <a:r>
              <a:rPr kumimoji="0" lang="en-US" altLang="zh-CN" sz="2800" b="1" i="1">
                <a:solidFill>
                  <a:srgbClr val="FF0000"/>
                </a:solidFill>
              </a:rPr>
              <a:t>d</a:t>
            </a:r>
            <a:r>
              <a:rPr kumimoji="0" lang="zh-CN" altLang="en-US" sz="2800" b="1" i="1"/>
              <a:t>，</a:t>
            </a:r>
            <a:r>
              <a:rPr kumimoji="0" lang="zh-CN" altLang="en-US" sz="2800" b="1"/>
              <a:t>两轮</a:t>
            </a:r>
            <a:r>
              <a:rPr kumimoji="0" lang="zh-CN" altLang="en-US" sz="2800" b="1">
                <a:solidFill>
                  <a:srgbClr val="FF0000"/>
                </a:solidFill>
              </a:rPr>
              <a:t>转速相同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rgbClr val="FF0000"/>
                </a:solidFill>
              </a:rPr>
              <a:t>           而方向相反</a:t>
            </a:r>
            <a:r>
              <a:rPr kumimoji="0" lang="zh-CN" altLang="en-US" sz="2400" b="1"/>
              <a:t>，</a:t>
            </a:r>
            <a:r>
              <a:rPr kumimoji="0" lang="zh-CN" altLang="en-US" sz="2800" b="1"/>
              <a:t>将质量为</a:t>
            </a:r>
            <a:r>
              <a:rPr kumimoji="0" lang="zh-CN" altLang="en-US" sz="2800" b="1" i="1"/>
              <a:t> </a:t>
            </a:r>
            <a:r>
              <a:rPr kumimoji="0" lang="en-US" altLang="zh-CN" sz="2800" b="1" i="1">
                <a:solidFill>
                  <a:srgbClr val="FF0000"/>
                </a:solidFill>
              </a:rPr>
              <a:t>m</a:t>
            </a:r>
            <a:r>
              <a:rPr kumimoji="0" lang="en-US" altLang="zh-CN" sz="2800" b="1">
                <a:solidFill>
                  <a:srgbClr val="FF0000"/>
                </a:solidFill>
              </a:rPr>
              <a:t> </a:t>
            </a:r>
            <a:r>
              <a:rPr kumimoji="0" lang="zh-CN" altLang="en-US" sz="2800" b="1"/>
              <a:t>的一根匀质杆搁在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          两轮上，杆与轮的摩擦系数为</a:t>
            </a:r>
            <a:r>
              <a:rPr kumimoji="0" lang="zh-CN" altLang="en-US" sz="2800" b="1" i="1">
                <a:solidFill>
                  <a:srgbClr val="FF0000"/>
                </a:solidFill>
                <a:sym typeface="Symbol" panose="05050102010706020507" pitchFamily="18" charset="2"/>
              </a:rPr>
              <a:t></a:t>
            </a:r>
            <a:r>
              <a:rPr kumimoji="0" lang="zh-CN" altLang="en-US" sz="2800" b="1"/>
              <a:t>，若杆子的质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          心 </a:t>
            </a:r>
            <a:r>
              <a:rPr kumimoji="0" lang="en-US" altLang="zh-CN" sz="2800" b="1" i="1"/>
              <a:t>C</a:t>
            </a:r>
            <a:r>
              <a:rPr kumimoji="0" lang="zh-CN" altLang="en-US" sz="2800" b="1"/>
              <a:t>起初距一轮较近（如图）。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          试证明</a:t>
            </a:r>
            <a:r>
              <a:rPr kumimoji="0" lang="en-US" altLang="zh-CN" sz="2800" b="1"/>
              <a:t>: </a:t>
            </a:r>
            <a:r>
              <a:rPr kumimoji="0" lang="zh-CN" altLang="en-US" sz="2800" b="1"/>
              <a:t>杆作谐振动并求周期。</a:t>
            </a:r>
          </a:p>
        </p:txBody>
      </p:sp>
      <p:sp>
        <p:nvSpPr>
          <p:cNvPr id="387080" name="Rectangle 11"/>
          <p:cNvSpPr>
            <a:spLocks noChangeArrowheads="1"/>
          </p:cNvSpPr>
          <p:nvPr/>
        </p:nvSpPr>
        <p:spPr bwMode="auto">
          <a:xfrm>
            <a:off x="4724400" y="3298825"/>
            <a:ext cx="460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/>
              <a:t>m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2590800" y="3756025"/>
            <a:ext cx="3124200" cy="1143000"/>
            <a:chOff x="0" y="0"/>
            <a:chExt cx="1968" cy="720"/>
          </a:xfrm>
        </p:grpSpPr>
        <p:sp>
          <p:nvSpPr>
            <p:cNvPr id="19472" name="AutoShape 13"/>
            <p:cNvSpPr>
              <a:spLocks noChangeArrowheads="1"/>
            </p:cNvSpPr>
            <p:nvPr/>
          </p:nvSpPr>
          <p:spPr bwMode="auto">
            <a:xfrm>
              <a:off x="0" y="0"/>
              <a:ext cx="720" cy="72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0 w 21600"/>
                <a:gd name="T25" fmla="*/ 3150 h 21600"/>
                <a:gd name="T26" fmla="*/ 18450 w 21600"/>
                <a:gd name="T27" fmla="*/ 1845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73" name="AutoShape 14"/>
            <p:cNvSpPr>
              <a:spLocks noChangeArrowheads="1"/>
            </p:cNvSpPr>
            <p:nvPr/>
          </p:nvSpPr>
          <p:spPr bwMode="auto">
            <a:xfrm>
              <a:off x="1248" y="0"/>
              <a:ext cx="720" cy="72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0 w 21600"/>
                <a:gd name="T25" fmla="*/ 3150 h 21600"/>
                <a:gd name="T26" fmla="*/ 18450 w 21600"/>
                <a:gd name="T27" fmla="*/ 1845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2362200" y="3908425"/>
            <a:ext cx="3579813" cy="887413"/>
            <a:chOff x="0" y="0"/>
            <a:chExt cx="2255" cy="559"/>
          </a:xfrm>
        </p:grpSpPr>
        <p:sp>
          <p:nvSpPr>
            <p:cNvPr id="19470" name="Arc 16"/>
            <p:cNvSpPr>
              <a:spLocks/>
            </p:cNvSpPr>
            <p:nvPr/>
          </p:nvSpPr>
          <p:spPr bwMode="auto">
            <a:xfrm>
              <a:off x="0" y="0"/>
              <a:ext cx="382" cy="533"/>
            </a:xfrm>
            <a:custGeom>
              <a:avLst/>
              <a:gdLst>
                <a:gd name="T0" fmla="*/ 0 w 21600"/>
                <a:gd name="T1" fmla="*/ 0 h 29869"/>
                <a:gd name="T2" fmla="*/ 0 w 21600"/>
                <a:gd name="T3" fmla="*/ 0 h 29869"/>
                <a:gd name="T4" fmla="*/ 0 w 21600"/>
                <a:gd name="T5" fmla="*/ 0 h 29869"/>
                <a:gd name="T6" fmla="*/ 0 60000 65536"/>
                <a:gd name="T7" fmla="*/ 0 60000 65536"/>
                <a:gd name="T8" fmla="*/ 0 60000 65536"/>
                <a:gd name="T9" fmla="*/ 0 w 21600"/>
                <a:gd name="T10" fmla="*/ 0 h 29869"/>
                <a:gd name="T11" fmla="*/ 21600 w 21600"/>
                <a:gd name="T12" fmla="*/ 29869 h 298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9869" fill="none" extrusionOk="0">
                  <a:moveTo>
                    <a:pt x="5759" y="29869"/>
                  </a:moveTo>
                  <a:cubicBezTo>
                    <a:pt x="2057" y="25875"/>
                    <a:pt x="0" y="20630"/>
                    <a:pt x="0" y="15184"/>
                  </a:cubicBezTo>
                  <a:cubicBezTo>
                    <a:pt x="-1" y="9499"/>
                    <a:pt x="2241" y="4043"/>
                    <a:pt x="6237" y="0"/>
                  </a:cubicBezTo>
                </a:path>
                <a:path w="21600" h="29869" stroke="0" extrusionOk="0">
                  <a:moveTo>
                    <a:pt x="5759" y="29869"/>
                  </a:moveTo>
                  <a:cubicBezTo>
                    <a:pt x="2057" y="25875"/>
                    <a:pt x="0" y="20630"/>
                    <a:pt x="0" y="15184"/>
                  </a:cubicBezTo>
                  <a:cubicBezTo>
                    <a:pt x="-1" y="9499"/>
                    <a:pt x="2241" y="4043"/>
                    <a:pt x="6237" y="0"/>
                  </a:cubicBezTo>
                  <a:lnTo>
                    <a:pt x="21600" y="15184"/>
                  </a:lnTo>
                  <a:lnTo>
                    <a:pt x="5759" y="29869"/>
                  </a:lnTo>
                  <a:close/>
                </a:path>
              </a:pathLst>
            </a:custGeom>
            <a:noFill/>
            <a:ln w="38100">
              <a:solidFill>
                <a:schemeClr val="accent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71" name="Arc 17"/>
            <p:cNvSpPr>
              <a:spLocks/>
            </p:cNvSpPr>
            <p:nvPr/>
          </p:nvSpPr>
          <p:spPr bwMode="auto">
            <a:xfrm>
              <a:off x="1872" y="0"/>
              <a:ext cx="383" cy="559"/>
            </a:xfrm>
            <a:custGeom>
              <a:avLst/>
              <a:gdLst>
                <a:gd name="T0" fmla="*/ 0 w 21600"/>
                <a:gd name="T1" fmla="*/ 0 h 31425"/>
                <a:gd name="T2" fmla="*/ 0 w 21600"/>
                <a:gd name="T3" fmla="*/ 0 h 31425"/>
                <a:gd name="T4" fmla="*/ 0 w 21600"/>
                <a:gd name="T5" fmla="*/ 0 h 31425"/>
                <a:gd name="T6" fmla="*/ 0 60000 65536"/>
                <a:gd name="T7" fmla="*/ 0 60000 65536"/>
                <a:gd name="T8" fmla="*/ 0 60000 65536"/>
                <a:gd name="T9" fmla="*/ 0 w 21600"/>
                <a:gd name="T10" fmla="*/ 0 h 31425"/>
                <a:gd name="T11" fmla="*/ 21600 w 21600"/>
                <a:gd name="T12" fmla="*/ 31425 h 3142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1425" fill="none" extrusionOk="0">
                  <a:moveTo>
                    <a:pt x="15666" y="0"/>
                  </a:moveTo>
                  <a:cubicBezTo>
                    <a:pt x="19476" y="4013"/>
                    <a:pt x="21600" y="9336"/>
                    <a:pt x="21600" y="14870"/>
                  </a:cubicBezTo>
                  <a:cubicBezTo>
                    <a:pt x="21600" y="21259"/>
                    <a:pt x="18771" y="27321"/>
                    <a:pt x="13874" y="31425"/>
                  </a:cubicBezTo>
                </a:path>
                <a:path w="21600" h="31425" stroke="0" extrusionOk="0">
                  <a:moveTo>
                    <a:pt x="15666" y="0"/>
                  </a:moveTo>
                  <a:cubicBezTo>
                    <a:pt x="19476" y="4013"/>
                    <a:pt x="21600" y="9336"/>
                    <a:pt x="21600" y="14870"/>
                  </a:cubicBezTo>
                  <a:cubicBezTo>
                    <a:pt x="21600" y="21259"/>
                    <a:pt x="18771" y="27321"/>
                    <a:pt x="13874" y="31425"/>
                  </a:cubicBezTo>
                  <a:lnTo>
                    <a:pt x="0" y="14870"/>
                  </a:lnTo>
                  <a:lnTo>
                    <a:pt x="15666" y="0"/>
                  </a:lnTo>
                  <a:close/>
                </a:path>
              </a:pathLst>
            </a:custGeom>
            <a:noFill/>
            <a:ln w="38100">
              <a:solidFill>
                <a:schemeClr val="accent2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87088" name="Line 5"/>
          <p:cNvSpPr>
            <a:spLocks noChangeShapeType="1"/>
          </p:cNvSpPr>
          <p:nvPr/>
        </p:nvSpPr>
        <p:spPr bwMode="auto">
          <a:xfrm>
            <a:off x="3124200" y="3756025"/>
            <a:ext cx="0" cy="167640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7089" name="Line 6"/>
          <p:cNvSpPr>
            <a:spLocks noChangeShapeType="1"/>
          </p:cNvSpPr>
          <p:nvPr/>
        </p:nvSpPr>
        <p:spPr bwMode="auto">
          <a:xfrm>
            <a:off x="5105400" y="3756025"/>
            <a:ext cx="0" cy="167640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Text Box 99">
            <a:hlinkClick r:id="rId9" action="ppaction://hlinkfile"/>
          </p:cNvPr>
          <p:cNvSpPr txBox="1">
            <a:spLocks noChangeArrowheads="1"/>
          </p:cNvSpPr>
          <p:nvPr/>
        </p:nvSpPr>
        <p:spPr bwMode="auto">
          <a:xfrm>
            <a:off x="7200900" y="2179638"/>
            <a:ext cx="1258888" cy="276225"/>
          </a:xfrm>
          <a:prstGeom prst="rect">
            <a:avLst/>
          </a:prstGeom>
          <a:noFill/>
          <a:ln w="19050">
            <a:solidFill>
              <a:srgbClr val="CC00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200" b="1"/>
              <a:t>双轮谐振动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87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387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1" dur="500"/>
                                        <p:tgtEl>
                                          <p:spTgt spid="387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" dur="500"/>
                                        <p:tgtEl>
                                          <p:spTgt spid="387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7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8" dur="500"/>
                                        <p:tgtEl>
                                          <p:spTgt spid="387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7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7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7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7074" grpId="0" animBg="1" autoUpdateAnimBg="0"/>
      <p:bldP spid="387077" grpId="0" animBg="1"/>
      <p:bldP spid="387079" grpId="0" autoUpdateAnimBg="0"/>
      <p:bldP spid="387080" grpId="0" autoUpdateAnimBg="0"/>
      <p:bldP spid="387088" grpId="0" animBg="1"/>
      <p:bldP spid="387089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Oval 4"/>
          <p:cNvSpPr>
            <a:spLocks noChangeArrowheads="1"/>
          </p:cNvSpPr>
          <p:nvPr/>
        </p:nvSpPr>
        <p:spPr bwMode="auto">
          <a:xfrm>
            <a:off x="1085850" y="4481513"/>
            <a:ext cx="796925" cy="755650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20483" name="Rectangle 5"/>
          <p:cNvSpPr>
            <a:spLocks noChangeArrowheads="1"/>
          </p:cNvSpPr>
          <p:nvPr/>
        </p:nvSpPr>
        <p:spPr bwMode="auto">
          <a:xfrm>
            <a:off x="368300" y="4070350"/>
            <a:ext cx="4635500" cy="4111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20484" name="Oval 6"/>
          <p:cNvSpPr>
            <a:spLocks noChangeArrowheads="1"/>
          </p:cNvSpPr>
          <p:nvPr/>
        </p:nvSpPr>
        <p:spPr bwMode="auto">
          <a:xfrm>
            <a:off x="2824163" y="4481513"/>
            <a:ext cx="796925" cy="755650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20485" name="Line 7"/>
          <p:cNvSpPr>
            <a:spLocks noChangeShapeType="1"/>
          </p:cNvSpPr>
          <p:nvPr/>
        </p:nvSpPr>
        <p:spPr bwMode="auto">
          <a:xfrm>
            <a:off x="1447800" y="4892675"/>
            <a:ext cx="0" cy="116840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6" name="Line 8"/>
          <p:cNvSpPr>
            <a:spLocks noChangeShapeType="1"/>
          </p:cNvSpPr>
          <p:nvPr/>
        </p:nvSpPr>
        <p:spPr bwMode="auto">
          <a:xfrm>
            <a:off x="3259138" y="4824413"/>
            <a:ext cx="0" cy="1236662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7" name="Line 9"/>
          <p:cNvSpPr>
            <a:spLocks noChangeShapeType="1"/>
          </p:cNvSpPr>
          <p:nvPr/>
        </p:nvSpPr>
        <p:spPr bwMode="auto">
          <a:xfrm>
            <a:off x="1376363" y="5991225"/>
            <a:ext cx="188277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488" name="Object 8"/>
          <p:cNvGraphicFramePr>
            <a:graphicFrameLocks noChangeAspect="1"/>
          </p:cNvGraphicFramePr>
          <p:nvPr/>
        </p:nvGraphicFramePr>
        <p:xfrm>
          <a:off x="1955800" y="5580063"/>
          <a:ext cx="471488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96" name="Equation" r:id="rId3" imgW="215619" imgH="177569" progId="Equation.DSMT4">
                  <p:embed/>
                </p:oleObj>
              </mc:Choice>
              <mc:Fallback>
                <p:oleObj name="Equation" r:id="rId3" imgW="215619" imgH="177569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800" y="5580063"/>
                        <a:ext cx="471488" cy="369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489" name="Group 9"/>
          <p:cNvGrpSpPr>
            <a:grpSpLocks noChangeAspect="1"/>
          </p:cNvGrpSpPr>
          <p:nvPr/>
        </p:nvGrpSpPr>
        <p:grpSpPr bwMode="auto">
          <a:xfrm>
            <a:off x="2541588" y="3703638"/>
            <a:ext cx="482600" cy="639762"/>
            <a:chOff x="0" y="0"/>
            <a:chExt cx="210" cy="322"/>
          </a:xfrm>
        </p:grpSpPr>
        <p:graphicFrame>
          <p:nvGraphicFramePr>
            <p:cNvPr id="20530" name="Object 10"/>
            <p:cNvGraphicFramePr>
              <a:graphicFrameLocks noChangeAspect="1"/>
            </p:cNvGraphicFramePr>
            <p:nvPr/>
          </p:nvGraphicFramePr>
          <p:xfrm>
            <a:off x="0" y="0"/>
            <a:ext cx="210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97" name="Equation" r:id="rId5" imgW="114201" imgH="139579" progId="Equation.DSMT4">
                    <p:embed/>
                  </p:oleObj>
                </mc:Choice>
                <mc:Fallback>
                  <p:oleObj name="Equation" r:id="rId5" imgW="114201" imgH="139579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210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31" name="Object 11"/>
            <p:cNvGraphicFramePr>
              <a:graphicFrameLocks noChangeAspect="1"/>
            </p:cNvGraphicFramePr>
            <p:nvPr/>
          </p:nvGraphicFramePr>
          <p:xfrm>
            <a:off x="66" y="258"/>
            <a:ext cx="72" cy="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98" r:id="rId7" imgW="114151" imgH="101468" progId="Equation.3">
                    <p:embed/>
                  </p:oleObj>
                </mc:Choice>
                <mc:Fallback>
                  <p:oleObj r:id="rId7" imgW="114151" imgH="101468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" y="258"/>
                          <a:ext cx="72" cy="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490" name="Group 12"/>
          <p:cNvGrpSpPr>
            <a:grpSpLocks/>
          </p:cNvGrpSpPr>
          <p:nvPr/>
        </p:nvGrpSpPr>
        <p:grpSpPr bwMode="auto">
          <a:xfrm>
            <a:off x="1309688" y="4687888"/>
            <a:ext cx="2100262" cy="342900"/>
            <a:chOff x="0" y="0"/>
            <a:chExt cx="1392" cy="240"/>
          </a:xfrm>
        </p:grpSpPr>
        <p:sp>
          <p:nvSpPr>
            <p:cNvPr id="20528" name="Oval 15"/>
            <p:cNvSpPr>
              <a:spLocks noChangeArrowheads="1"/>
            </p:cNvSpPr>
            <p:nvPr/>
          </p:nvSpPr>
          <p:spPr bwMode="auto">
            <a:xfrm>
              <a:off x="0" y="0"/>
              <a:ext cx="240" cy="24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20529" name="Oval 16"/>
            <p:cNvSpPr>
              <a:spLocks noChangeArrowheads="1"/>
            </p:cNvSpPr>
            <p:nvPr/>
          </p:nvSpPr>
          <p:spPr bwMode="auto">
            <a:xfrm>
              <a:off x="1152" y="0"/>
              <a:ext cx="240" cy="24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</p:grpSp>
      <p:sp>
        <p:nvSpPr>
          <p:cNvPr id="20491" name="Arc 17"/>
          <p:cNvSpPr>
            <a:spLocks/>
          </p:cNvSpPr>
          <p:nvPr/>
        </p:nvSpPr>
        <p:spPr bwMode="auto">
          <a:xfrm>
            <a:off x="947738" y="4687888"/>
            <a:ext cx="579437" cy="503237"/>
          </a:xfrm>
          <a:custGeom>
            <a:avLst/>
            <a:gdLst>
              <a:gd name="T0" fmla="*/ 0 w 21600"/>
              <a:gd name="T1" fmla="*/ 0 h 19706"/>
              <a:gd name="T2" fmla="*/ 0 w 21600"/>
              <a:gd name="T3" fmla="*/ 0 h 19706"/>
              <a:gd name="T4" fmla="*/ 0 w 21600"/>
              <a:gd name="T5" fmla="*/ 0 h 19706"/>
              <a:gd name="T6" fmla="*/ 0 60000 65536"/>
              <a:gd name="T7" fmla="*/ 0 60000 65536"/>
              <a:gd name="T8" fmla="*/ 0 60000 65536"/>
              <a:gd name="T9" fmla="*/ 0 w 21600"/>
              <a:gd name="T10" fmla="*/ 0 h 19706"/>
              <a:gd name="T11" fmla="*/ 21600 w 21600"/>
              <a:gd name="T12" fmla="*/ 19706 h 1970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9706" fill="none" extrusionOk="0">
                <a:moveTo>
                  <a:pt x="5759" y="19706"/>
                </a:moveTo>
                <a:cubicBezTo>
                  <a:pt x="2057" y="15712"/>
                  <a:pt x="0" y="10467"/>
                  <a:pt x="0" y="5021"/>
                </a:cubicBezTo>
                <a:cubicBezTo>
                  <a:pt x="-1" y="3329"/>
                  <a:pt x="198" y="1644"/>
                  <a:pt x="591" y="-1"/>
                </a:cubicBezTo>
              </a:path>
              <a:path w="21600" h="19706" stroke="0" extrusionOk="0">
                <a:moveTo>
                  <a:pt x="5759" y="19706"/>
                </a:moveTo>
                <a:cubicBezTo>
                  <a:pt x="2057" y="15712"/>
                  <a:pt x="0" y="10467"/>
                  <a:pt x="0" y="5021"/>
                </a:cubicBezTo>
                <a:cubicBezTo>
                  <a:pt x="-1" y="3329"/>
                  <a:pt x="198" y="1644"/>
                  <a:pt x="591" y="-1"/>
                </a:cubicBezTo>
                <a:lnTo>
                  <a:pt x="21600" y="5021"/>
                </a:lnTo>
                <a:lnTo>
                  <a:pt x="5759" y="19706"/>
                </a:lnTo>
                <a:close/>
              </a:path>
            </a:pathLst>
          </a:custGeom>
          <a:noFill/>
          <a:ln w="38100">
            <a:solidFill>
              <a:srgbClr val="0000CC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2" name="Arc 18"/>
          <p:cNvSpPr>
            <a:spLocks/>
          </p:cNvSpPr>
          <p:nvPr/>
        </p:nvSpPr>
        <p:spPr bwMode="auto">
          <a:xfrm>
            <a:off x="3192463" y="4687888"/>
            <a:ext cx="577850" cy="446087"/>
          </a:xfrm>
          <a:custGeom>
            <a:avLst/>
            <a:gdLst>
              <a:gd name="T0" fmla="*/ 0 w 21600"/>
              <a:gd name="T1" fmla="*/ 0 h 17581"/>
              <a:gd name="T2" fmla="*/ 0 w 21600"/>
              <a:gd name="T3" fmla="*/ 0 h 17581"/>
              <a:gd name="T4" fmla="*/ 0 w 21600"/>
              <a:gd name="T5" fmla="*/ 0 h 17581"/>
              <a:gd name="T6" fmla="*/ 0 60000 65536"/>
              <a:gd name="T7" fmla="*/ 0 60000 65536"/>
              <a:gd name="T8" fmla="*/ 0 60000 65536"/>
              <a:gd name="T9" fmla="*/ 0 w 21600"/>
              <a:gd name="T10" fmla="*/ 0 h 17581"/>
              <a:gd name="T11" fmla="*/ 21600 w 21600"/>
              <a:gd name="T12" fmla="*/ 17581 h 1758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7581" fill="none" extrusionOk="0">
                <a:moveTo>
                  <a:pt x="20841" y="-1"/>
                </a:moveTo>
                <a:cubicBezTo>
                  <a:pt x="21344" y="1849"/>
                  <a:pt x="21600" y="3758"/>
                  <a:pt x="21600" y="5675"/>
                </a:cubicBezTo>
                <a:cubicBezTo>
                  <a:pt x="21600" y="9908"/>
                  <a:pt x="20355" y="14048"/>
                  <a:pt x="18022" y="17581"/>
                </a:cubicBezTo>
              </a:path>
              <a:path w="21600" h="17581" stroke="0" extrusionOk="0">
                <a:moveTo>
                  <a:pt x="20841" y="-1"/>
                </a:moveTo>
                <a:cubicBezTo>
                  <a:pt x="21344" y="1849"/>
                  <a:pt x="21600" y="3758"/>
                  <a:pt x="21600" y="5675"/>
                </a:cubicBezTo>
                <a:cubicBezTo>
                  <a:pt x="21600" y="9908"/>
                  <a:pt x="20355" y="14048"/>
                  <a:pt x="18022" y="17581"/>
                </a:cubicBezTo>
                <a:lnTo>
                  <a:pt x="0" y="5675"/>
                </a:lnTo>
                <a:lnTo>
                  <a:pt x="20841" y="-1"/>
                </a:lnTo>
                <a:close/>
              </a:path>
            </a:pathLst>
          </a:custGeom>
          <a:noFill/>
          <a:ln w="38100">
            <a:solidFill>
              <a:srgbClr val="0000CC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88113" name="Object 17"/>
          <p:cNvGraphicFramePr>
            <a:graphicFrameLocks noChangeAspect="1"/>
          </p:cNvGraphicFramePr>
          <p:nvPr/>
        </p:nvGraphicFramePr>
        <p:xfrm>
          <a:off x="2593975" y="5556250"/>
          <a:ext cx="522288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99" name="Equation" r:id="rId9" imgW="241091" imgH="164957" progId="Equation.DSMT4">
                  <p:embed/>
                </p:oleObj>
              </mc:Choice>
              <mc:Fallback>
                <p:oleObj name="Equation" r:id="rId9" imgW="241091" imgH="164957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3975" y="5556250"/>
                        <a:ext cx="522288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14" name="Object 18"/>
          <p:cNvGraphicFramePr>
            <a:graphicFrameLocks noChangeAspect="1"/>
          </p:cNvGraphicFramePr>
          <p:nvPr/>
        </p:nvGraphicFramePr>
        <p:xfrm>
          <a:off x="5111750" y="3889375"/>
          <a:ext cx="28892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0" name="Equation" r:id="rId11" imgW="215619" imgH="215619" progId="Equation.DSMT4">
                  <p:embed/>
                </p:oleObj>
              </mc:Choice>
              <mc:Fallback>
                <p:oleObj name="Equation" r:id="rId11" imgW="215619" imgH="215619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750" y="3889375"/>
                        <a:ext cx="288925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15" name="Object 19"/>
          <p:cNvGraphicFramePr>
            <a:graphicFrameLocks noChangeAspect="1"/>
          </p:cNvGraphicFramePr>
          <p:nvPr/>
        </p:nvGraphicFramePr>
        <p:xfrm>
          <a:off x="2543175" y="2908300"/>
          <a:ext cx="29527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1" name="Equation" r:id="rId13" imgW="228501" imgH="304668" progId="Equation.DSMT4">
                  <p:embed/>
                </p:oleObj>
              </mc:Choice>
              <mc:Fallback>
                <p:oleObj name="Equation" r:id="rId13" imgW="228501" imgH="304668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3175" y="2908300"/>
                        <a:ext cx="295275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16" name="Object 20"/>
          <p:cNvGraphicFramePr>
            <a:graphicFrameLocks noChangeAspect="1"/>
          </p:cNvGraphicFramePr>
          <p:nvPr/>
        </p:nvGraphicFramePr>
        <p:xfrm>
          <a:off x="1008063" y="3213100"/>
          <a:ext cx="431800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2" name="Equation" r:id="rId15" imgW="190500" imgH="228600" progId="Equation.DSMT4">
                  <p:embed/>
                </p:oleObj>
              </mc:Choice>
              <mc:Fallback>
                <p:oleObj name="Equation" r:id="rId15" imgW="190500" imgH="2286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8063" y="3213100"/>
                        <a:ext cx="431800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17" name="Object 21"/>
          <p:cNvGraphicFramePr>
            <a:graphicFrameLocks noChangeAspect="1"/>
          </p:cNvGraphicFramePr>
          <p:nvPr/>
        </p:nvGraphicFramePr>
        <p:xfrm>
          <a:off x="3492500" y="3181350"/>
          <a:ext cx="468313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3" name="Equation" r:id="rId17" imgW="215806" imgH="228501" progId="Equation.DSMT4">
                  <p:embed/>
                </p:oleObj>
              </mc:Choice>
              <mc:Fallback>
                <p:oleObj name="Equation" r:id="rId17" imgW="215806" imgH="228501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3181350"/>
                        <a:ext cx="468313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18" name="Object 22"/>
          <p:cNvGraphicFramePr>
            <a:graphicFrameLocks noChangeAspect="1"/>
          </p:cNvGraphicFramePr>
          <p:nvPr/>
        </p:nvGraphicFramePr>
        <p:xfrm>
          <a:off x="1968500" y="4568825"/>
          <a:ext cx="29686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4" name="Equation" r:id="rId19" imgW="152334" imgH="228501" progId="Equation.DSMT4">
                  <p:embed/>
                </p:oleObj>
              </mc:Choice>
              <mc:Fallback>
                <p:oleObj name="Equation" r:id="rId19" imgW="152334" imgH="228501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8500" y="4568825"/>
                        <a:ext cx="296863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19" name="Object 23"/>
          <p:cNvGraphicFramePr>
            <a:graphicFrameLocks noChangeAspect="1"/>
          </p:cNvGraphicFramePr>
          <p:nvPr/>
        </p:nvGraphicFramePr>
        <p:xfrm>
          <a:off x="2425700" y="4568825"/>
          <a:ext cx="346075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5" name="Equation" r:id="rId21" imgW="177646" imgH="228402" progId="Equation.DSMT4">
                  <p:embed/>
                </p:oleObj>
              </mc:Choice>
              <mc:Fallback>
                <p:oleObj name="Equation" r:id="rId21" imgW="177646" imgH="228402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5700" y="4568825"/>
                        <a:ext cx="346075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8120" name="Text Box 27"/>
          <p:cNvSpPr txBox="1">
            <a:spLocks noChangeArrowheads="1"/>
          </p:cNvSpPr>
          <p:nvPr/>
        </p:nvSpPr>
        <p:spPr bwMode="auto">
          <a:xfrm>
            <a:off x="684213" y="388938"/>
            <a:ext cx="5010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 b="1"/>
              <a:t>证明：研究对象：杆，</a:t>
            </a:r>
            <a:endParaRPr kumimoji="0" lang="zh-CN" altLang="en-US" b="1"/>
          </a:p>
        </p:txBody>
      </p:sp>
      <p:sp>
        <p:nvSpPr>
          <p:cNvPr id="388121" name="Text Box 28"/>
          <p:cNvSpPr txBox="1">
            <a:spLocks noChangeArrowheads="1"/>
          </p:cNvSpPr>
          <p:nvPr/>
        </p:nvSpPr>
        <p:spPr bwMode="auto">
          <a:xfrm>
            <a:off x="3916363" y="842963"/>
            <a:ext cx="4343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en-US" altLang="zh-CN" b="1" i="1">
                <a:solidFill>
                  <a:srgbClr val="FF0000"/>
                </a:solidFill>
              </a:rPr>
              <a:t>mg</a:t>
            </a:r>
            <a:r>
              <a:rPr kumimoji="0" lang="en-US" altLang="zh-CN" sz="2800" b="1" i="1">
                <a:solidFill>
                  <a:srgbClr val="FF0000"/>
                </a:solidFill>
              </a:rPr>
              <a:t>  </a:t>
            </a:r>
            <a:r>
              <a:rPr kumimoji="0" lang="en-US" altLang="zh-CN" b="1" i="1">
                <a:solidFill>
                  <a:srgbClr val="FF0000"/>
                </a:solidFill>
              </a:rPr>
              <a:t> N</a:t>
            </a:r>
            <a:r>
              <a:rPr kumimoji="0" lang="en-US" altLang="zh-CN" sz="2000" b="1" i="1">
                <a:solidFill>
                  <a:srgbClr val="FF0000"/>
                </a:solidFill>
              </a:rPr>
              <a:t>1</a:t>
            </a:r>
            <a:r>
              <a:rPr kumimoji="0" lang="en-US" altLang="zh-CN" sz="2800" b="1" i="1">
                <a:solidFill>
                  <a:srgbClr val="FF0000"/>
                </a:solidFill>
              </a:rPr>
              <a:t>  </a:t>
            </a:r>
            <a:r>
              <a:rPr kumimoji="0" lang="en-US" altLang="zh-CN" b="1" i="1">
                <a:solidFill>
                  <a:srgbClr val="FF0000"/>
                </a:solidFill>
              </a:rPr>
              <a:t> N</a:t>
            </a:r>
            <a:r>
              <a:rPr kumimoji="0" lang="en-US" altLang="zh-CN" sz="2000" b="1" i="1">
                <a:solidFill>
                  <a:srgbClr val="FF0000"/>
                </a:solidFill>
              </a:rPr>
              <a:t>2</a:t>
            </a:r>
            <a:r>
              <a:rPr kumimoji="0" lang="en-US" altLang="zh-CN" sz="2800" b="1" i="1">
                <a:solidFill>
                  <a:srgbClr val="FF0000"/>
                </a:solidFill>
              </a:rPr>
              <a:t>    </a:t>
            </a:r>
            <a:r>
              <a:rPr kumimoji="0" lang="en-US" altLang="zh-CN" sz="3600" b="1" i="1">
                <a:solidFill>
                  <a:srgbClr val="FF0000"/>
                </a:solidFill>
              </a:rPr>
              <a:t>f</a:t>
            </a:r>
            <a:r>
              <a:rPr kumimoji="0" lang="en-US" altLang="zh-CN" sz="2000" b="1" i="1">
                <a:solidFill>
                  <a:srgbClr val="FF0000"/>
                </a:solidFill>
              </a:rPr>
              <a:t>1</a:t>
            </a:r>
            <a:r>
              <a:rPr kumimoji="0" lang="en-US" altLang="zh-CN" sz="2800" b="1" i="1">
                <a:solidFill>
                  <a:srgbClr val="FF0000"/>
                </a:solidFill>
              </a:rPr>
              <a:t>  </a:t>
            </a:r>
            <a:r>
              <a:rPr kumimoji="0" lang="en-US" altLang="zh-CN" sz="3600" b="1" i="1">
                <a:solidFill>
                  <a:srgbClr val="FF0000"/>
                </a:solidFill>
              </a:rPr>
              <a:t>  f</a:t>
            </a:r>
            <a:r>
              <a:rPr kumimoji="0" lang="en-US" altLang="zh-CN" sz="2000" b="1" i="1">
                <a:solidFill>
                  <a:srgbClr val="FF0000"/>
                </a:solidFill>
              </a:rPr>
              <a:t>2</a:t>
            </a:r>
            <a:endParaRPr kumimoji="0" lang="en-US" altLang="zh-CN" sz="2800" i="1">
              <a:solidFill>
                <a:srgbClr val="FF0000"/>
              </a:solidFill>
            </a:endParaRPr>
          </a:p>
        </p:txBody>
      </p:sp>
      <p:graphicFrame>
        <p:nvGraphicFramePr>
          <p:cNvPr id="388122" name="Object 26"/>
          <p:cNvGraphicFramePr>
            <a:graphicFrameLocks noChangeAspect="1"/>
          </p:cNvGraphicFramePr>
          <p:nvPr/>
        </p:nvGraphicFramePr>
        <p:xfrm>
          <a:off x="2082800" y="1549400"/>
          <a:ext cx="106521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6" name="Equation" r:id="rId23" imgW="507780" imgH="253890" progId="Equation.DSMT4">
                  <p:embed/>
                </p:oleObj>
              </mc:Choice>
              <mc:Fallback>
                <p:oleObj name="Equation" r:id="rId23" imgW="507780" imgH="25389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2800" y="1549400"/>
                        <a:ext cx="1065213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23" name="Object 27"/>
          <p:cNvGraphicFramePr>
            <a:graphicFrameLocks noChangeAspect="1"/>
          </p:cNvGraphicFramePr>
          <p:nvPr/>
        </p:nvGraphicFramePr>
        <p:xfrm>
          <a:off x="2112963" y="2222500"/>
          <a:ext cx="2279650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7" name="Equation" r:id="rId25" imgW="1040948" imgH="253890" progId="Equation.DSMT4">
                  <p:embed/>
                </p:oleObj>
              </mc:Choice>
              <mc:Fallback>
                <p:oleObj name="Equation" r:id="rId25" imgW="1040948" imgH="25389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2963" y="2222500"/>
                        <a:ext cx="2279650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8124" name="Rectangle 31"/>
          <p:cNvSpPr>
            <a:spLocks noChangeArrowheads="1"/>
          </p:cNvSpPr>
          <p:nvPr/>
        </p:nvSpPr>
        <p:spPr bwMode="auto">
          <a:xfrm>
            <a:off x="1690688" y="930275"/>
            <a:ext cx="38179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杆受力分析：</a:t>
            </a:r>
            <a:endParaRPr kumimoji="0" lang="zh-CN" altLang="en-US" sz="2400" b="1"/>
          </a:p>
        </p:txBody>
      </p:sp>
      <p:graphicFrame>
        <p:nvGraphicFramePr>
          <p:cNvPr id="388125" name="Object 29"/>
          <p:cNvGraphicFramePr>
            <a:graphicFrameLocks noChangeAspect="1"/>
          </p:cNvGraphicFramePr>
          <p:nvPr/>
        </p:nvGraphicFramePr>
        <p:xfrm>
          <a:off x="5292725" y="2924175"/>
          <a:ext cx="205263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8" name="Equation" r:id="rId27" imgW="736600" imgH="228600" progId="Equation.DSMT4">
                  <p:embed/>
                </p:oleObj>
              </mc:Choice>
              <mc:Fallback>
                <p:oleObj name="Equation" r:id="rId27" imgW="736600" imgH="22860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2924175"/>
                        <a:ext cx="2052638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8126" name="Rectangle 33"/>
          <p:cNvSpPr>
            <a:spLocks noChangeArrowheads="1"/>
          </p:cNvSpPr>
          <p:nvPr/>
        </p:nvSpPr>
        <p:spPr bwMode="auto">
          <a:xfrm>
            <a:off x="5795963" y="3665538"/>
            <a:ext cx="2771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选</a:t>
            </a:r>
            <a:r>
              <a:rPr kumimoji="0" lang="en-US" altLang="zh-CN" sz="2800" b="1"/>
              <a:t>o</a:t>
            </a:r>
            <a:r>
              <a:rPr kumimoji="0" lang="zh-CN" altLang="en-US" sz="2800" b="1"/>
              <a:t>点为转轴</a:t>
            </a:r>
          </a:p>
        </p:txBody>
      </p:sp>
      <p:graphicFrame>
        <p:nvGraphicFramePr>
          <p:cNvPr id="388127" name="Object 31"/>
          <p:cNvGraphicFramePr>
            <a:graphicFrameLocks noChangeAspect="1"/>
          </p:cNvGraphicFramePr>
          <p:nvPr/>
        </p:nvGraphicFramePr>
        <p:xfrm>
          <a:off x="6334125" y="4384675"/>
          <a:ext cx="938213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9" name="Equation" r:id="rId29" imgW="837836" imgH="431613" progId="Equation.DSMT4">
                  <p:embed/>
                </p:oleObj>
              </mc:Choice>
              <mc:Fallback>
                <p:oleObj name="Equation" r:id="rId29" imgW="837836" imgH="431613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4125" y="4384675"/>
                        <a:ext cx="938213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28" name="Object 32"/>
          <p:cNvGraphicFramePr>
            <a:graphicFrameLocks noChangeAspect="1"/>
          </p:cNvGraphicFramePr>
          <p:nvPr/>
        </p:nvGraphicFramePr>
        <p:xfrm>
          <a:off x="7408863" y="4400550"/>
          <a:ext cx="61912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10" name="Equation" r:id="rId31" imgW="494870" imgH="317225" progId="Equation.DSMT4">
                  <p:embed/>
                </p:oleObj>
              </mc:Choice>
              <mc:Fallback>
                <p:oleObj name="Equation" r:id="rId31" imgW="494870" imgH="317225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8863" y="4400550"/>
                        <a:ext cx="619125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29" name="Object 33"/>
          <p:cNvGraphicFramePr>
            <a:graphicFrameLocks noChangeAspect="1"/>
          </p:cNvGraphicFramePr>
          <p:nvPr/>
        </p:nvGraphicFramePr>
        <p:xfrm>
          <a:off x="4498975" y="5284788"/>
          <a:ext cx="7937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11" name="Equation" r:id="rId33" imgW="660113" imgH="431613" progId="Equation.DSMT4">
                  <p:embed/>
                </p:oleObj>
              </mc:Choice>
              <mc:Fallback>
                <p:oleObj name="Equation" r:id="rId33" imgW="660113" imgH="431613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8975" y="5284788"/>
                        <a:ext cx="79375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8130" name="Rectangle 37"/>
          <p:cNvSpPr>
            <a:spLocks noChangeArrowheads="1"/>
          </p:cNvSpPr>
          <p:nvPr/>
        </p:nvSpPr>
        <p:spPr bwMode="auto">
          <a:xfrm>
            <a:off x="3563938" y="5981700"/>
            <a:ext cx="47879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/>
              <a:t>注意</a:t>
            </a:r>
            <a:r>
              <a:rPr kumimoji="0" lang="en-US" altLang="zh-CN" sz="2800" b="1" dirty="0"/>
              <a:t>: </a:t>
            </a:r>
            <a:r>
              <a:rPr kumimoji="0" lang="zh-CN" altLang="en-US" sz="2800" b="1" dirty="0"/>
              <a:t>板在运动</a:t>
            </a:r>
            <a:r>
              <a:rPr kumimoji="0" lang="en-US" altLang="zh-CN" sz="2800" b="1" dirty="0"/>
              <a:t>, </a:t>
            </a:r>
            <a:r>
              <a:rPr kumimoji="0" lang="en-US" altLang="zh-CN" b="1" i="1" dirty="0"/>
              <a:t>x</a:t>
            </a:r>
            <a:r>
              <a:rPr kumimoji="0" lang="zh-CN" altLang="en-US" sz="2800" b="1" dirty="0"/>
              <a:t>是变化的</a:t>
            </a:r>
            <a:r>
              <a:rPr kumimoji="0" lang="en-US" altLang="zh-CN" sz="2800" b="1" dirty="0"/>
              <a:t>!</a:t>
            </a:r>
          </a:p>
        </p:txBody>
      </p:sp>
      <p:graphicFrame>
        <p:nvGraphicFramePr>
          <p:cNvPr id="388131" name="Object 35"/>
          <p:cNvGraphicFramePr>
            <a:graphicFrameLocks noChangeAspect="1"/>
          </p:cNvGraphicFramePr>
          <p:nvPr/>
        </p:nvGraphicFramePr>
        <p:xfrm>
          <a:off x="6372225" y="2292350"/>
          <a:ext cx="647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12" name="Equation" r:id="rId35" imgW="494870" imgH="317225" progId="Equation.DSMT4">
                  <p:embed/>
                </p:oleObj>
              </mc:Choice>
              <mc:Fallback>
                <p:oleObj name="Equation" r:id="rId35" imgW="494870" imgH="317225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2292350"/>
                        <a:ext cx="6477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8132" name="Line 39"/>
          <p:cNvSpPr>
            <a:spLocks noChangeShapeType="1"/>
          </p:cNvSpPr>
          <p:nvPr/>
        </p:nvSpPr>
        <p:spPr bwMode="auto">
          <a:xfrm flipH="1" flipV="1">
            <a:off x="1511300" y="3425825"/>
            <a:ext cx="0" cy="9906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8133" name="Line 40"/>
          <p:cNvSpPr>
            <a:spLocks noChangeShapeType="1"/>
          </p:cNvSpPr>
          <p:nvPr/>
        </p:nvSpPr>
        <p:spPr bwMode="auto">
          <a:xfrm flipH="1" flipV="1">
            <a:off x="3257550" y="3121025"/>
            <a:ext cx="0" cy="12954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8134" name="Line 41"/>
          <p:cNvSpPr>
            <a:spLocks noChangeShapeType="1"/>
          </p:cNvSpPr>
          <p:nvPr/>
        </p:nvSpPr>
        <p:spPr bwMode="auto">
          <a:xfrm flipV="1">
            <a:off x="2425700" y="4260850"/>
            <a:ext cx="2974975" cy="31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8135" name="Line 42"/>
          <p:cNvSpPr>
            <a:spLocks noChangeShapeType="1"/>
          </p:cNvSpPr>
          <p:nvPr/>
        </p:nvSpPr>
        <p:spPr bwMode="auto">
          <a:xfrm flipH="1" flipV="1">
            <a:off x="2411413" y="2963863"/>
            <a:ext cx="14287" cy="130016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88136" name="Object 40"/>
          <p:cNvGraphicFramePr>
            <a:graphicFrameLocks noChangeAspect="1"/>
          </p:cNvGraphicFramePr>
          <p:nvPr/>
        </p:nvGraphicFramePr>
        <p:xfrm>
          <a:off x="2182813" y="4084638"/>
          <a:ext cx="201612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13" r:id="rId37" imgW="203642" imgH="241825" progId="Equation.DSMT4">
                  <p:embed/>
                </p:oleObj>
              </mc:Choice>
              <mc:Fallback>
                <p:oleObj r:id="rId37" imgW="203642" imgH="241825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2813" y="4084638"/>
                        <a:ext cx="201612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8137" name="Line 44"/>
          <p:cNvSpPr>
            <a:spLocks noChangeShapeType="1"/>
          </p:cNvSpPr>
          <p:nvPr/>
        </p:nvSpPr>
        <p:spPr bwMode="auto">
          <a:xfrm>
            <a:off x="1511300" y="4416425"/>
            <a:ext cx="53340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8138" name="Line 45"/>
          <p:cNvSpPr>
            <a:spLocks noChangeShapeType="1"/>
          </p:cNvSpPr>
          <p:nvPr/>
        </p:nvSpPr>
        <p:spPr bwMode="auto">
          <a:xfrm flipH="1">
            <a:off x="2198688" y="4414838"/>
            <a:ext cx="106680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8139" name="Line 46"/>
          <p:cNvSpPr>
            <a:spLocks noChangeShapeType="1"/>
          </p:cNvSpPr>
          <p:nvPr/>
        </p:nvSpPr>
        <p:spPr bwMode="auto">
          <a:xfrm>
            <a:off x="2735263" y="4260850"/>
            <a:ext cx="0" cy="12954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88140" name="Object 44"/>
          <p:cNvGraphicFramePr>
            <a:graphicFrameLocks noChangeAspect="1"/>
          </p:cNvGraphicFramePr>
          <p:nvPr/>
        </p:nvGraphicFramePr>
        <p:xfrm>
          <a:off x="3392488" y="1581150"/>
          <a:ext cx="2187575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14" name="Equation" r:id="rId39" imgW="1828800" imgH="431800" progId="Equation.DSMT4">
                  <p:embed/>
                </p:oleObj>
              </mc:Choice>
              <mc:Fallback>
                <p:oleObj name="Equation" r:id="rId39" imgW="1828800" imgH="431800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2488" y="1581150"/>
                        <a:ext cx="2187575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41" name="Object 45"/>
          <p:cNvGraphicFramePr>
            <a:graphicFrameLocks noChangeAspect="1"/>
          </p:cNvGraphicFramePr>
          <p:nvPr/>
        </p:nvGraphicFramePr>
        <p:xfrm>
          <a:off x="5651500" y="1592263"/>
          <a:ext cx="684213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15" name="Equation" r:id="rId41" imgW="494870" imgH="317225" progId="Equation.DSMT4">
                  <p:embed/>
                </p:oleObj>
              </mc:Choice>
              <mc:Fallback>
                <p:oleObj name="Equation" r:id="rId41" imgW="494870" imgH="317225" progId="Equation.DSMT4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1592263"/>
                        <a:ext cx="684213" cy="3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8142" name="Line 49"/>
          <p:cNvSpPr>
            <a:spLocks noChangeShapeType="1"/>
          </p:cNvSpPr>
          <p:nvPr/>
        </p:nvSpPr>
        <p:spPr bwMode="auto">
          <a:xfrm>
            <a:off x="2425700" y="4264025"/>
            <a:ext cx="0" cy="2085708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88143" name="Object 47"/>
          <p:cNvGraphicFramePr>
            <a:graphicFrameLocks noChangeAspect="1"/>
          </p:cNvGraphicFramePr>
          <p:nvPr/>
        </p:nvGraphicFramePr>
        <p:xfrm>
          <a:off x="4498975" y="2276475"/>
          <a:ext cx="1728788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16" name="Equation" r:id="rId43" imgW="1548728" imgH="431613" progId="Equation.DSMT4">
                  <p:embed/>
                </p:oleObj>
              </mc:Choice>
              <mc:Fallback>
                <p:oleObj name="Equation" r:id="rId43" imgW="1548728" imgH="431613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8975" y="2276475"/>
                        <a:ext cx="1728788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44" name="Object 48"/>
          <p:cNvGraphicFramePr>
            <a:graphicFrameLocks noChangeAspect="1"/>
          </p:cNvGraphicFramePr>
          <p:nvPr/>
        </p:nvGraphicFramePr>
        <p:xfrm>
          <a:off x="5291138" y="5229225"/>
          <a:ext cx="973137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17" name="Equation" r:id="rId45" imgW="381000" imgH="228600" progId="Equation.DSMT4">
                  <p:embed/>
                </p:oleObj>
              </mc:Choice>
              <mc:Fallback>
                <p:oleObj name="Equation" r:id="rId45" imgW="381000" imgH="22860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1138" y="5229225"/>
                        <a:ext cx="973137" cy="63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45" name="Object 49"/>
          <p:cNvGraphicFramePr>
            <a:graphicFrameLocks noChangeAspect="1"/>
          </p:cNvGraphicFramePr>
          <p:nvPr/>
        </p:nvGraphicFramePr>
        <p:xfrm>
          <a:off x="6275388" y="5373688"/>
          <a:ext cx="99695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18" name="Equation" r:id="rId47" imgW="393359" imgH="164957" progId="Equation.DSMT4">
                  <p:embed/>
                </p:oleObj>
              </mc:Choice>
              <mc:Fallback>
                <p:oleObj name="Equation" r:id="rId47" imgW="393359" imgH="164957" progId="Equation.DSMT4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5388" y="5373688"/>
                        <a:ext cx="996950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46" name="Object 50"/>
          <p:cNvGraphicFramePr>
            <a:graphicFrameLocks noChangeAspect="1"/>
          </p:cNvGraphicFramePr>
          <p:nvPr/>
        </p:nvGraphicFramePr>
        <p:xfrm>
          <a:off x="7272338" y="5305425"/>
          <a:ext cx="612775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19" name="Equation" r:id="rId49" imgW="494870" imgH="317225" progId="Equation.DSMT4">
                  <p:embed/>
                </p:oleObj>
              </mc:Choice>
              <mc:Fallback>
                <p:oleObj name="Equation" r:id="rId49" imgW="494870" imgH="317225" progId="Equation.DSMT4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2338" y="5305425"/>
                        <a:ext cx="612775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8147" name="Rectangle 54"/>
          <p:cNvSpPr>
            <a:spLocks noChangeArrowheads="1"/>
          </p:cNvSpPr>
          <p:nvPr/>
        </p:nvSpPr>
        <p:spPr bwMode="auto">
          <a:xfrm>
            <a:off x="4140200" y="404813"/>
            <a:ext cx="42846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建立坐标系如图</a:t>
            </a:r>
            <a:endParaRPr kumimoji="0" lang="zh-CN" altLang="en-US" b="1"/>
          </a:p>
        </p:txBody>
      </p:sp>
      <p:sp>
        <p:nvSpPr>
          <p:cNvPr id="52" name="Line 49"/>
          <p:cNvSpPr>
            <a:spLocks noChangeShapeType="1"/>
          </p:cNvSpPr>
          <p:nvPr/>
        </p:nvSpPr>
        <p:spPr bwMode="auto">
          <a:xfrm>
            <a:off x="2771800" y="4221087"/>
            <a:ext cx="0" cy="2128645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501341"/>
              </p:ext>
            </p:extLst>
          </p:nvPr>
        </p:nvGraphicFramePr>
        <p:xfrm>
          <a:off x="2447764" y="6003502"/>
          <a:ext cx="343478" cy="3778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20" name="Equation" r:id="rId51" imgW="126720" imgH="139680" progId="Equation.DSMT4">
                  <p:embed/>
                </p:oleObj>
              </mc:Choice>
              <mc:Fallback>
                <p:oleObj name="Equation" r:id="rId51" imgW="12672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2447764" y="6003502"/>
                        <a:ext cx="343478" cy="3778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300"/>
                                        <p:tgtEl>
                                          <p:spTgt spid="388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388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88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8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8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88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8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75"/>
                                        <p:tgtEl>
                                          <p:spTgt spid="388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88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8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8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8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38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8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88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8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388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8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88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88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88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88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88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388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88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388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75"/>
                                        <p:tgtEl>
                                          <p:spTgt spid="388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388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388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388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388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388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388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0" dur="500"/>
                                        <p:tgtEl>
                                          <p:spTgt spid="388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8120" grpId="0" autoUpdateAnimBg="0"/>
      <p:bldP spid="388121" grpId="0" autoUpdateAnimBg="0"/>
      <p:bldP spid="388124" grpId="0" autoUpdateAnimBg="0"/>
      <p:bldP spid="388126" grpId="0" autoUpdateAnimBg="0"/>
      <p:bldP spid="388130" grpId="0" autoUpdateAnimBg="0"/>
      <p:bldP spid="388132" grpId="0" animBg="1"/>
      <p:bldP spid="388133" grpId="0" animBg="1"/>
      <p:bldP spid="388134" grpId="0" animBg="1"/>
      <p:bldP spid="388135" grpId="0" animBg="1"/>
      <p:bldP spid="388137" grpId="0" animBg="1"/>
      <p:bldP spid="388138" grpId="0" animBg="1"/>
      <p:bldP spid="388139" grpId="0" animBg="1"/>
      <p:bldP spid="388142" grpId="0" animBg="1"/>
      <p:bldP spid="388147" grpId="0" autoUpdateAnimBg="0"/>
      <p:bldP spid="5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9122" name="Object 2"/>
          <p:cNvGraphicFramePr>
            <a:graphicFrameLocks noChangeAspect="1"/>
          </p:cNvGraphicFramePr>
          <p:nvPr/>
        </p:nvGraphicFramePr>
        <p:xfrm>
          <a:off x="1157288" y="1041400"/>
          <a:ext cx="2982912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73" name="Equation" r:id="rId3" imgW="2565400" imgH="749300" progId="Equation.DSMT4">
                  <p:embed/>
                </p:oleObj>
              </mc:Choice>
              <mc:Fallback>
                <p:oleObj name="Equation" r:id="rId3" imgW="2565400" imgH="7493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7288" y="1041400"/>
                        <a:ext cx="2982912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23" name="Object 3"/>
          <p:cNvGraphicFramePr>
            <a:graphicFrameLocks noChangeAspect="1"/>
          </p:cNvGraphicFramePr>
          <p:nvPr/>
        </p:nvGraphicFramePr>
        <p:xfrm>
          <a:off x="5292725" y="1844675"/>
          <a:ext cx="2632075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74" name="Equation" r:id="rId5" imgW="2425700" imgH="787400" progId="Equation.DSMT4">
                  <p:embed/>
                </p:oleObj>
              </mc:Choice>
              <mc:Fallback>
                <p:oleObj name="Equation" r:id="rId5" imgW="2425700" imgH="787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1844675"/>
                        <a:ext cx="2632075" cy="8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24" name="Object 4"/>
          <p:cNvGraphicFramePr>
            <a:graphicFrameLocks noChangeAspect="1"/>
          </p:cNvGraphicFramePr>
          <p:nvPr/>
        </p:nvGraphicFramePr>
        <p:xfrm>
          <a:off x="5778500" y="3357563"/>
          <a:ext cx="2214563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75" name="Equation" r:id="rId7" imgW="1905000" imgH="787400" progId="Equation.DSMT4">
                  <p:embed/>
                </p:oleObj>
              </mc:Choice>
              <mc:Fallback>
                <p:oleObj name="Equation" r:id="rId7" imgW="1905000" imgH="787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8500" y="3357563"/>
                        <a:ext cx="2214563" cy="931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25" name="Object 5"/>
          <p:cNvGraphicFramePr>
            <a:graphicFrameLocks noChangeAspect="1"/>
          </p:cNvGraphicFramePr>
          <p:nvPr/>
        </p:nvGraphicFramePr>
        <p:xfrm>
          <a:off x="5759450" y="4437063"/>
          <a:ext cx="1539875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76" name="Equation" r:id="rId9" imgW="1358310" imgH="812447" progId="Equation.DSMT4">
                  <p:embed/>
                </p:oleObj>
              </mc:Choice>
              <mc:Fallback>
                <p:oleObj name="Equation" r:id="rId9" imgW="1358310" imgH="812447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9450" y="4437063"/>
                        <a:ext cx="1539875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26" name="Object 6"/>
          <p:cNvGraphicFramePr>
            <a:graphicFrameLocks noChangeAspect="1"/>
          </p:cNvGraphicFramePr>
          <p:nvPr/>
        </p:nvGraphicFramePr>
        <p:xfrm>
          <a:off x="5226050" y="5589588"/>
          <a:ext cx="2406650" cy="973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77" name="Equation" r:id="rId11" imgW="2222500" imgH="812800" progId="Equation.DSMT4">
                  <p:embed/>
                </p:oleObj>
              </mc:Choice>
              <mc:Fallback>
                <p:oleObj name="Equation" r:id="rId11" imgW="2222500" imgH="812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6050" y="5589588"/>
                        <a:ext cx="2406650" cy="973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27" name="Text Box 7"/>
          <p:cNvSpPr txBox="1">
            <a:spLocks noChangeArrowheads="1"/>
          </p:cNvSpPr>
          <p:nvPr/>
        </p:nvSpPr>
        <p:spPr bwMode="auto">
          <a:xfrm>
            <a:off x="5561013" y="2744788"/>
            <a:ext cx="2971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是简谐振动！</a:t>
            </a:r>
          </a:p>
        </p:txBody>
      </p:sp>
      <p:sp>
        <p:nvSpPr>
          <p:cNvPr id="389128" name="Rectangle 10"/>
          <p:cNvSpPr>
            <a:spLocks noChangeArrowheads="1"/>
          </p:cNvSpPr>
          <p:nvPr/>
        </p:nvSpPr>
        <p:spPr bwMode="auto">
          <a:xfrm>
            <a:off x="4716463" y="5730875"/>
            <a:ext cx="762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b="1" i="1">
                <a:ea typeface="楷体_GB2312" pitchFamily="49" charset="-122"/>
              </a:rPr>
              <a:t>T</a:t>
            </a:r>
          </a:p>
        </p:txBody>
      </p:sp>
      <p:sp>
        <p:nvSpPr>
          <p:cNvPr id="389129" name="Line 11"/>
          <p:cNvSpPr>
            <a:spLocks noChangeShapeType="1"/>
          </p:cNvSpPr>
          <p:nvPr/>
        </p:nvSpPr>
        <p:spPr bwMode="auto">
          <a:xfrm>
            <a:off x="7091363" y="3357563"/>
            <a:ext cx="2286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130" name="Line 12"/>
          <p:cNvSpPr>
            <a:spLocks noChangeShapeType="1"/>
          </p:cNvSpPr>
          <p:nvPr/>
        </p:nvSpPr>
        <p:spPr bwMode="auto">
          <a:xfrm>
            <a:off x="6954838" y="3903663"/>
            <a:ext cx="2286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" name="Group 11"/>
          <p:cNvGrpSpPr>
            <a:grpSpLocks noChangeAspect="1"/>
          </p:cNvGrpSpPr>
          <p:nvPr/>
        </p:nvGrpSpPr>
        <p:grpSpPr bwMode="auto">
          <a:xfrm>
            <a:off x="755650" y="493713"/>
            <a:ext cx="3708400" cy="539750"/>
            <a:chOff x="0" y="0"/>
            <a:chExt cx="2336" cy="340"/>
          </a:xfrm>
        </p:grpSpPr>
        <p:graphicFrame>
          <p:nvGraphicFramePr>
            <p:cNvPr id="21551" name="Object 12"/>
            <p:cNvGraphicFramePr>
              <a:graphicFrameLocks noChangeAspect="1"/>
            </p:cNvGraphicFramePr>
            <p:nvPr/>
          </p:nvGraphicFramePr>
          <p:xfrm>
            <a:off x="0" y="12"/>
            <a:ext cx="500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78" name="Equation" r:id="rId13" imgW="660113" imgH="431613" progId="Equation.DSMT4">
                    <p:embed/>
                  </p:oleObj>
                </mc:Choice>
                <mc:Fallback>
                  <p:oleObj name="Equation" r:id="rId13" imgW="660113" imgH="431613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12"/>
                          <a:ext cx="500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52" name="Object 13"/>
            <p:cNvGraphicFramePr>
              <a:graphicFrameLocks noChangeAspect="1"/>
            </p:cNvGraphicFramePr>
            <p:nvPr/>
          </p:nvGraphicFramePr>
          <p:xfrm>
            <a:off x="475" y="0"/>
            <a:ext cx="681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79" name="Equation" r:id="rId15" imgW="381000" imgH="228600" progId="Equation.DSMT4">
                    <p:embed/>
                  </p:oleObj>
                </mc:Choice>
                <mc:Fallback>
                  <p:oleObj name="Equation" r:id="rId15" imgW="381000" imgH="228600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" y="0"/>
                          <a:ext cx="681" cy="3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53" name="Object 14"/>
            <p:cNvGraphicFramePr>
              <a:graphicFrameLocks noChangeAspect="1"/>
            </p:cNvGraphicFramePr>
            <p:nvPr/>
          </p:nvGraphicFramePr>
          <p:xfrm>
            <a:off x="1179" y="62"/>
            <a:ext cx="750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80" name="Equation" r:id="rId17" imgW="393359" imgH="164957" progId="Equation.DSMT4">
                    <p:embed/>
                  </p:oleObj>
                </mc:Choice>
                <mc:Fallback>
                  <p:oleObj name="Equation" r:id="rId17" imgW="393359" imgH="164957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9" y="62"/>
                          <a:ext cx="750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54" name="Object 15"/>
            <p:cNvGraphicFramePr>
              <a:graphicFrameLocks noChangeAspect="1"/>
            </p:cNvGraphicFramePr>
            <p:nvPr/>
          </p:nvGraphicFramePr>
          <p:xfrm>
            <a:off x="1950" y="25"/>
            <a:ext cx="386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81" name="Equation" r:id="rId19" imgW="494870" imgH="317225" progId="Equation.DSMT4">
                    <p:embed/>
                  </p:oleObj>
                </mc:Choice>
                <mc:Fallback>
                  <p:oleObj name="Equation" r:id="rId19" imgW="494870" imgH="317225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50" y="25"/>
                          <a:ext cx="386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4754563" y="361950"/>
            <a:ext cx="4197350" cy="835025"/>
            <a:chOff x="0" y="0"/>
            <a:chExt cx="2644" cy="526"/>
          </a:xfrm>
        </p:grpSpPr>
        <p:graphicFrame>
          <p:nvGraphicFramePr>
            <p:cNvPr id="21548" name="Object 17"/>
            <p:cNvGraphicFramePr>
              <a:graphicFrameLocks noChangeAspect="1"/>
            </p:cNvGraphicFramePr>
            <p:nvPr/>
          </p:nvGraphicFramePr>
          <p:xfrm>
            <a:off x="114" y="91"/>
            <a:ext cx="2018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82" name="Equation" r:id="rId21" imgW="2489200" imgH="431800" progId="Equation.DSMT4">
                    <p:embed/>
                  </p:oleObj>
                </mc:Choice>
                <mc:Fallback>
                  <p:oleObj name="Equation" r:id="rId21" imgW="2489200" imgH="431800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" y="91"/>
                          <a:ext cx="2018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49" name="Object 68"/>
            <p:cNvGraphicFramePr>
              <a:graphicFrameLocks noChangeAspect="1"/>
            </p:cNvGraphicFramePr>
            <p:nvPr/>
          </p:nvGraphicFramePr>
          <p:xfrm>
            <a:off x="2200" y="46"/>
            <a:ext cx="444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83" r:id="rId23" imgW="704948" imgH="762106" progId="PBrush">
                    <p:embed/>
                  </p:oleObj>
                </mc:Choice>
                <mc:Fallback>
                  <p:oleObj r:id="rId23" imgW="704948" imgH="762106" progId="PBrush">
                    <p:embed/>
                    <p:pic>
                      <p:nvPicPr>
                        <p:cNvPr id="0" name="Object 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0" y="46"/>
                          <a:ext cx="444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50" name="Rectangle 69"/>
            <p:cNvSpPr>
              <a:spLocks noChangeArrowheads="1"/>
            </p:cNvSpPr>
            <p:nvPr/>
          </p:nvSpPr>
          <p:spPr bwMode="auto">
            <a:xfrm>
              <a:off x="0" y="0"/>
              <a:ext cx="2200" cy="454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</p:grpSp>
      <p:sp>
        <p:nvSpPr>
          <p:cNvPr id="21517" name="Oval 74"/>
          <p:cNvSpPr>
            <a:spLocks noChangeArrowheads="1"/>
          </p:cNvSpPr>
          <p:nvPr/>
        </p:nvSpPr>
        <p:spPr bwMode="auto">
          <a:xfrm>
            <a:off x="1049338" y="3670300"/>
            <a:ext cx="796925" cy="755650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21518" name="Rectangle 75"/>
          <p:cNvSpPr>
            <a:spLocks noChangeArrowheads="1"/>
          </p:cNvSpPr>
          <p:nvPr/>
        </p:nvSpPr>
        <p:spPr bwMode="auto">
          <a:xfrm>
            <a:off x="331788" y="3259138"/>
            <a:ext cx="4635500" cy="4111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21519" name="Oval 76"/>
          <p:cNvSpPr>
            <a:spLocks noChangeArrowheads="1"/>
          </p:cNvSpPr>
          <p:nvPr/>
        </p:nvSpPr>
        <p:spPr bwMode="auto">
          <a:xfrm>
            <a:off x="2787650" y="3670300"/>
            <a:ext cx="796925" cy="755650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21520" name="Line 77"/>
          <p:cNvSpPr>
            <a:spLocks noChangeShapeType="1"/>
          </p:cNvSpPr>
          <p:nvPr/>
        </p:nvSpPr>
        <p:spPr bwMode="auto">
          <a:xfrm>
            <a:off x="1412875" y="4083050"/>
            <a:ext cx="0" cy="1166813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1" name="Line 78"/>
          <p:cNvSpPr>
            <a:spLocks noChangeShapeType="1"/>
          </p:cNvSpPr>
          <p:nvPr/>
        </p:nvSpPr>
        <p:spPr bwMode="auto">
          <a:xfrm>
            <a:off x="3222625" y="4014788"/>
            <a:ext cx="0" cy="1235075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2" name="Line 79"/>
          <p:cNvSpPr>
            <a:spLocks noChangeShapeType="1"/>
          </p:cNvSpPr>
          <p:nvPr/>
        </p:nvSpPr>
        <p:spPr bwMode="auto">
          <a:xfrm flipV="1">
            <a:off x="1403350" y="5181600"/>
            <a:ext cx="1819275" cy="95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1523" name="Object 26"/>
          <p:cNvGraphicFramePr>
            <a:graphicFrameLocks noChangeAspect="1"/>
          </p:cNvGraphicFramePr>
          <p:nvPr/>
        </p:nvGraphicFramePr>
        <p:xfrm>
          <a:off x="2089150" y="5265738"/>
          <a:ext cx="466725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84" name="Equation" r:id="rId25" imgW="215619" imgH="177569" progId="Equation.DSMT4">
                  <p:embed/>
                </p:oleObj>
              </mc:Choice>
              <mc:Fallback>
                <p:oleObj name="Equation" r:id="rId25" imgW="215619" imgH="177569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9150" y="5265738"/>
                        <a:ext cx="466725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524" name="Group 27"/>
          <p:cNvGrpSpPr>
            <a:grpSpLocks noChangeAspect="1"/>
          </p:cNvGrpSpPr>
          <p:nvPr/>
        </p:nvGrpSpPr>
        <p:grpSpPr bwMode="auto">
          <a:xfrm>
            <a:off x="2505075" y="2890838"/>
            <a:ext cx="484188" cy="642937"/>
            <a:chOff x="0" y="0"/>
            <a:chExt cx="210" cy="322"/>
          </a:xfrm>
        </p:grpSpPr>
        <p:graphicFrame>
          <p:nvGraphicFramePr>
            <p:cNvPr id="21546" name="Object 28"/>
            <p:cNvGraphicFramePr>
              <a:graphicFrameLocks noChangeAspect="1"/>
            </p:cNvGraphicFramePr>
            <p:nvPr/>
          </p:nvGraphicFramePr>
          <p:xfrm>
            <a:off x="0" y="0"/>
            <a:ext cx="210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85" name="Equation" r:id="rId27" imgW="114201" imgH="139579" progId="Equation.DSMT4">
                    <p:embed/>
                  </p:oleObj>
                </mc:Choice>
                <mc:Fallback>
                  <p:oleObj name="Equation" r:id="rId27" imgW="114201" imgH="139579" progId="Equation.DSMT4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210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47" name="Object 29"/>
            <p:cNvGraphicFramePr>
              <a:graphicFrameLocks noChangeAspect="1"/>
            </p:cNvGraphicFramePr>
            <p:nvPr/>
          </p:nvGraphicFramePr>
          <p:xfrm>
            <a:off x="66" y="258"/>
            <a:ext cx="72" cy="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86" r:id="rId29" imgW="114151" imgH="101468" progId="Equation.3">
                    <p:embed/>
                  </p:oleObj>
                </mc:Choice>
                <mc:Fallback>
                  <p:oleObj r:id="rId29" imgW="114151" imgH="101468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" y="258"/>
                          <a:ext cx="72" cy="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525" name="Group 30"/>
          <p:cNvGrpSpPr>
            <a:grpSpLocks/>
          </p:cNvGrpSpPr>
          <p:nvPr/>
        </p:nvGrpSpPr>
        <p:grpSpPr bwMode="auto">
          <a:xfrm>
            <a:off x="1273175" y="3876675"/>
            <a:ext cx="2100263" cy="342900"/>
            <a:chOff x="0" y="0"/>
            <a:chExt cx="1392" cy="240"/>
          </a:xfrm>
        </p:grpSpPr>
        <p:sp>
          <p:nvSpPr>
            <p:cNvPr id="21544" name="Oval 85"/>
            <p:cNvSpPr>
              <a:spLocks noChangeArrowheads="1"/>
            </p:cNvSpPr>
            <p:nvPr/>
          </p:nvSpPr>
          <p:spPr bwMode="auto">
            <a:xfrm>
              <a:off x="0" y="0"/>
              <a:ext cx="240" cy="24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21545" name="Oval 86"/>
            <p:cNvSpPr>
              <a:spLocks noChangeArrowheads="1"/>
            </p:cNvSpPr>
            <p:nvPr/>
          </p:nvSpPr>
          <p:spPr bwMode="auto">
            <a:xfrm>
              <a:off x="1152" y="0"/>
              <a:ext cx="240" cy="24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</p:grpSp>
      <p:sp>
        <p:nvSpPr>
          <p:cNvPr id="21526" name="Arc 87"/>
          <p:cNvSpPr>
            <a:spLocks/>
          </p:cNvSpPr>
          <p:nvPr/>
        </p:nvSpPr>
        <p:spPr bwMode="auto">
          <a:xfrm>
            <a:off x="911225" y="3876675"/>
            <a:ext cx="579438" cy="503238"/>
          </a:xfrm>
          <a:custGeom>
            <a:avLst/>
            <a:gdLst>
              <a:gd name="T0" fmla="*/ 0 w 21600"/>
              <a:gd name="T1" fmla="*/ 0 h 19706"/>
              <a:gd name="T2" fmla="*/ 0 w 21600"/>
              <a:gd name="T3" fmla="*/ 0 h 19706"/>
              <a:gd name="T4" fmla="*/ 0 w 21600"/>
              <a:gd name="T5" fmla="*/ 0 h 19706"/>
              <a:gd name="T6" fmla="*/ 0 60000 65536"/>
              <a:gd name="T7" fmla="*/ 0 60000 65536"/>
              <a:gd name="T8" fmla="*/ 0 60000 65536"/>
              <a:gd name="T9" fmla="*/ 0 w 21600"/>
              <a:gd name="T10" fmla="*/ 0 h 19706"/>
              <a:gd name="T11" fmla="*/ 21600 w 21600"/>
              <a:gd name="T12" fmla="*/ 19706 h 1970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9706" fill="none" extrusionOk="0">
                <a:moveTo>
                  <a:pt x="5759" y="19706"/>
                </a:moveTo>
                <a:cubicBezTo>
                  <a:pt x="2057" y="15712"/>
                  <a:pt x="0" y="10467"/>
                  <a:pt x="0" y="5021"/>
                </a:cubicBezTo>
                <a:cubicBezTo>
                  <a:pt x="-1" y="3329"/>
                  <a:pt x="198" y="1644"/>
                  <a:pt x="591" y="-1"/>
                </a:cubicBezTo>
              </a:path>
              <a:path w="21600" h="19706" stroke="0" extrusionOk="0">
                <a:moveTo>
                  <a:pt x="5759" y="19706"/>
                </a:moveTo>
                <a:cubicBezTo>
                  <a:pt x="2057" y="15712"/>
                  <a:pt x="0" y="10467"/>
                  <a:pt x="0" y="5021"/>
                </a:cubicBezTo>
                <a:cubicBezTo>
                  <a:pt x="-1" y="3329"/>
                  <a:pt x="198" y="1644"/>
                  <a:pt x="591" y="-1"/>
                </a:cubicBezTo>
                <a:lnTo>
                  <a:pt x="21600" y="5021"/>
                </a:lnTo>
                <a:lnTo>
                  <a:pt x="5759" y="19706"/>
                </a:lnTo>
                <a:close/>
              </a:path>
            </a:pathLst>
          </a:custGeom>
          <a:noFill/>
          <a:ln w="38100">
            <a:solidFill>
              <a:srgbClr val="0000CC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7" name="Arc 88"/>
          <p:cNvSpPr>
            <a:spLocks/>
          </p:cNvSpPr>
          <p:nvPr/>
        </p:nvSpPr>
        <p:spPr bwMode="auto">
          <a:xfrm>
            <a:off x="3155950" y="3876675"/>
            <a:ext cx="577850" cy="446088"/>
          </a:xfrm>
          <a:custGeom>
            <a:avLst/>
            <a:gdLst>
              <a:gd name="T0" fmla="*/ 0 w 21600"/>
              <a:gd name="T1" fmla="*/ 0 h 17581"/>
              <a:gd name="T2" fmla="*/ 0 w 21600"/>
              <a:gd name="T3" fmla="*/ 0 h 17581"/>
              <a:gd name="T4" fmla="*/ 0 w 21600"/>
              <a:gd name="T5" fmla="*/ 0 h 17581"/>
              <a:gd name="T6" fmla="*/ 0 60000 65536"/>
              <a:gd name="T7" fmla="*/ 0 60000 65536"/>
              <a:gd name="T8" fmla="*/ 0 60000 65536"/>
              <a:gd name="T9" fmla="*/ 0 w 21600"/>
              <a:gd name="T10" fmla="*/ 0 h 17581"/>
              <a:gd name="T11" fmla="*/ 21600 w 21600"/>
              <a:gd name="T12" fmla="*/ 17581 h 1758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7581" fill="none" extrusionOk="0">
                <a:moveTo>
                  <a:pt x="20841" y="-1"/>
                </a:moveTo>
                <a:cubicBezTo>
                  <a:pt x="21344" y="1849"/>
                  <a:pt x="21600" y="3758"/>
                  <a:pt x="21600" y="5675"/>
                </a:cubicBezTo>
                <a:cubicBezTo>
                  <a:pt x="21600" y="9908"/>
                  <a:pt x="20355" y="14048"/>
                  <a:pt x="18022" y="17581"/>
                </a:cubicBezTo>
              </a:path>
              <a:path w="21600" h="17581" stroke="0" extrusionOk="0">
                <a:moveTo>
                  <a:pt x="20841" y="-1"/>
                </a:moveTo>
                <a:cubicBezTo>
                  <a:pt x="21344" y="1849"/>
                  <a:pt x="21600" y="3758"/>
                  <a:pt x="21600" y="5675"/>
                </a:cubicBezTo>
                <a:cubicBezTo>
                  <a:pt x="21600" y="9908"/>
                  <a:pt x="20355" y="14048"/>
                  <a:pt x="18022" y="17581"/>
                </a:cubicBezTo>
                <a:lnTo>
                  <a:pt x="0" y="5675"/>
                </a:lnTo>
                <a:lnTo>
                  <a:pt x="20841" y="-1"/>
                </a:lnTo>
                <a:close/>
              </a:path>
            </a:pathLst>
          </a:custGeom>
          <a:noFill/>
          <a:ln w="38100">
            <a:solidFill>
              <a:srgbClr val="0000CC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1528" name="Object 35"/>
          <p:cNvGraphicFramePr>
            <a:graphicFrameLocks noChangeAspect="1"/>
          </p:cNvGraphicFramePr>
          <p:nvPr/>
        </p:nvGraphicFramePr>
        <p:xfrm>
          <a:off x="2520950" y="4724400"/>
          <a:ext cx="474663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87" name="Equation" r:id="rId31" imgW="241091" imgH="164957" progId="Equation.DSMT4">
                  <p:embed/>
                </p:oleObj>
              </mc:Choice>
              <mc:Fallback>
                <p:oleObj name="Equation" r:id="rId31" imgW="241091" imgH="164957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0950" y="4724400"/>
                        <a:ext cx="474663" cy="32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9" name="Object 36"/>
          <p:cNvGraphicFramePr>
            <a:graphicFrameLocks noChangeAspect="1"/>
          </p:cNvGraphicFramePr>
          <p:nvPr/>
        </p:nvGraphicFramePr>
        <p:xfrm>
          <a:off x="5075238" y="3078163"/>
          <a:ext cx="28892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88" name="Equation" r:id="rId33" imgW="215619" imgH="215619" progId="Equation.DSMT4">
                  <p:embed/>
                </p:oleObj>
              </mc:Choice>
              <mc:Fallback>
                <p:oleObj name="Equation" r:id="rId33" imgW="215619" imgH="215619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5238" y="3078163"/>
                        <a:ext cx="288925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0" name="Object 37"/>
          <p:cNvGraphicFramePr>
            <a:graphicFrameLocks noChangeAspect="1"/>
          </p:cNvGraphicFramePr>
          <p:nvPr/>
        </p:nvGraphicFramePr>
        <p:xfrm>
          <a:off x="2506663" y="2097088"/>
          <a:ext cx="29527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89" name="Equation" r:id="rId35" imgW="228501" imgH="304668" progId="Equation.DSMT4">
                  <p:embed/>
                </p:oleObj>
              </mc:Choice>
              <mc:Fallback>
                <p:oleObj name="Equation" r:id="rId35" imgW="228501" imgH="304668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6663" y="2097088"/>
                        <a:ext cx="295275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1" name="Object 38"/>
          <p:cNvGraphicFramePr>
            <a:graphicFrameLocks noChangeAspect="1"/>
          </p:cNvGraphicFramePr>
          <p:nvPr/>
        </p:nvGraphicFramePr>
        <p:xfrm>
          <a:off x="900113" y="2341563"/>
          <a:ext cx="569912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90" name="Equation" r:id="rId37" imgW="190500" imgH="228600" progId="Equation.DSMT4">
                  <p:embed/>
                </p:oleObj>
              </mc:Choice>
              <mc:Fallback>
                <p:oleObj name="Equation" r:id="rId37" imgW="190500" imgH="22860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341563"/>
                        <a:ext cx="569912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2" name="Object 39"/>
          <p:cNvGraphicFramePr>
            <a:graphicFrameLocks noChangeAspect="1"/>
          </p:cNvGraphicFramePr>
          <p:nvPr/>
        </p:nvGraphicFramePr>
        <p:xfrm>
          <a:off x="3455988" y="2368550"/>
          <a:ext cx="4318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91" name="Equation" r:id="rId39" imgW="215806" imgH="228501" progId="Equation.DSMT4">
                  <p:embed/>
                </p:oleObj>
              </mc:Choice>
              <mc:Fallback>
                <p:oleObj name="Equation" r:id="rId39" imgW="215806" imgH="228501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5988" y="2368550"/>
                        <a:ext cx="431800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3" name="Object 40"/>
          <p:cNvGraphicFramePr>
            <a:graphicFrameLocks noChangeAspect="1"/>
          </p:cNvGraphicFramePr>
          <p:nvPr/>
        </p:nvGraphicFramePr>
        <p:xfrm>
          <a:off x="1800225" y="3644900"/>
          <a:ext cx="271463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92" name="Equation" r:id="rId41" imgW="152334" imgH="228501" progId="Equation.DSMT4">
                  <p:embed/>
                </p:oleObj>
              </mc:Choice>
              <mc:Fallback>
                <p:oleObj name="Equation" r:id="rId41" imgW="152334" imgH="228501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0225" y="3644900"/>
                        <a:ext cx="271463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4" name="Object 41"/>
          <p:cNvGraphicFramePr>
            <a:graphicFrameLocks noChangeAspect="1"/>
          </p:cNvGraphicFramePr>
          <p:nvPr/>
        </p:nvGraphicFramePr>
        <p:xfrm>
          <a:off x="2349500" y="3644900"/>
          <a:ext cx="31432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93" name="Equation" r:id="rId43" imgW="177646" imgH="228402" progId="Equation.DSMT4">
                  <p:embed/>
                </p:oleObj>
              </mc:Choice>
              <mc:Fallback>
                <p:oleObj name="Equation" r:id="rId43" imgW="177646" imgH="228402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0" y="3644900"/>
                        <a:ext cx="314325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35" name="Line 96"/>
          <p:cNvSpPr>
            <a:spLocks noChangeShapeType="1"/>
          </p:cNvSpPr>
          <p:nvPr/>
        </p:nvSpPr>
        <p:spPr bwMode="auto">
          <a:xfrm flipH="1" flipV="1">
            <a:off x="1474788" y="2614613"/>
            <a:ext cx="0" cy="9906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36" name="Line 97"/>
          <p:cNvSpPr>
            <a:spLocks noChangeShapeType="1"/>
          </p:cNvSpPr>
          <p:nvPr/>
        </p:nvSpPr>
        <p:spPr bwMode="auto">
          <a:xfrm flipH="1" flipV="1">
            <a:off x="3221038" y="2309813"/>
            <a:ext cx="0" cy="12954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37" name="Line 98"/>
          <p:cNvSpPr>
            <a:spLocks noChangeShapeType="1"/>
          </p:cNvSpPr>
          <p:nvPr/>
        </p:nvSpPr>
        <p:spPr bwMode="auto">
          <a:xfrm flipV="1">
            <a:off x="2389188" y="3448050"/>
            <a:ext cx="2974975" cy="31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38" name="Line 99"/>
          <p:cNvSpPr>
            <a:spLocks noChangeShapeType="1"/>
          </p:cNvSpPr>
          <p:nvPr/>
        </p:nvSpPr>
        <p:spPr bwMode="auto">
          <a:xfrm flipH="1" flipV="1">
            <a:off x="2374900" y="2152650"/>
            <a:ext cx="14288" cy="12985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1539" name="Object 46"/>
          <p:cNvGraphicFramePr>
            <a:graphicFrameLocks noChangeAspect="1"/>
          </p:cNvGraphicFramePr>
          <p:nvPr/>
        </p:nvGraphicFramePr>
        <p:xfrm>
          <a:off x="2146300" y="3273425"/>
          <a:ext cx="201613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94" r:id="rId45" imgW="203112" imgH="241195" progId="Equation.DSMT4">
                  <p:embed/>
                </p:oleObj>
              </mc:Choice>
              <mc:Fallback>
                <p:oleObj r:id="rId45" imgW="203112" imgH="241195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6300" y="3273425"/>
                        <a:ext cx="201613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40" name="Line 101"/>
          <p:cNvSpPr>
            <a:spLocks noChangeShapeType="1"/>
          </p:cNvSpPr>
          <p:nvPr/>
        </p:nvSpPr>
        <p:spPr bwMode="auto">
          <a:xfrm>
            <a:off x="1474788" y="3605213"/>
            <a:ext cx="53340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41" name="Line 102"/>
          <p:cNvSpPr>
            <a:spLocks noChangeShapeType="1"/>
          </p:cNvSpPr>
          <p:nvPr/>
        </p:nvSpPr>
        <p:spPr bwMode="auto">
          <a:xfrm flipH="1">
            <a:off x="2162175" y="3611563"/>
            <a:ext cx="106680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42" name="Line 103"/>
          <p:cNvSpPr>
            <a:spLocks noChangeShapeType="1"/>
          </p:cNvSpPr>
          <p:nvPr/>
        </p:nvSpPr>
        <p:spPr bwMode="auto">
          <a:xfrm>
            <a:off x="2700338" y="3429000"/>
            <a:ext cx="0" cy="12954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43" name="Line 104"/>
          <p:cNvSpPr>
            <a:spLocks noChangeShapeType="1"/>
          </p:cNvSpPr>
          <p:nvPr/>
        </p:nvSpPr>
        <p:spPr bwMode="auto">
          <a:xfrm>
            <a:off x="2389188" y="3452813"/>
            <a:ext cx="0" cy="182880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89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89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75"/>
                                        <p:tgtEl>
                                          <p:spTgt spid="389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89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89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89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89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4" dur="500"/>
                                        <p:tgtEl>
                                          <p:spTgt spid="389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89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27" grpId="0" autoUpdateAnimBg="0"/>
      <p:bldP spid="389128" grpId="0" autoUpdateAnimBg="0"/>
      <p:bldP spid="389129" grpId="0" animBg="1"/>
      <p:bldP spid="38913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Oval 3"/>
          <p:cNvSpPr>
            <a:spLocks noChangeArrowheads="1"/>
          </p:cNvSpPr>
          <p:nvPr/>
        </p:nvSpPr>
        <p:spPr bwMode="auto">
          <a:xfrm flipV="1">
            <a:off x="588963" y="2581275"/>
            <a:ext cx="4032250" cy="3960813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6388" name="Line 4"/>
          <p:cNvSpPr>
            <a:spLocks noChangeShapeType="1"/>
          </p:cNvSpPr>
          <p:nvPr/>
        </p:nvSpPr>
        <p:spPr bwMode="auto">
          <a:xfrm>
            <a:off x="2586038" y="4616450"/>
            <a:ext cx="3259137" cy="174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89" name="Line 5"/>
          <p:cNvSpPr>
            <a:spLocks noChangeShapeType="1"/>
          </p:cNvSpPr>
          <p:nvPr/>
        </p:nvSpPr>
        <p:spPr bwMode="auto">
          <a:xfrm flipV="1">
            <a:off x="2586038" y="3049588"/>
            <a:ext cx="1350962" cy="1566862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0" name="Line 6"/>
          <p:cNvSpPr>
            <a:spLocks noChangeShapeType="1"/>
          </p:cNvSpPr>
          <p:nvPr/>
        </p:nvSpPr>
        <p:spPr bwMode="auto">
          <a:xfrm flipV="1">
            <a:off x="2586038" y="3914775"/>
            <a:ext cx="1927225" cy="7016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29056" name="Object 1024"/>
          <p:cNvGraphicFramePr>
            <a:graphicFrameLocks noChangeAspect="1"/>
          </p:cNvGraphicFramePr>
          <p:nvPr/>
        </p:nvGraphicFramePr>
        <p:xfrm>
          <a:off x="2433638" y="4659313"/>
          <a:ext cx="298450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35" name="Equation" r:id="rId3" imgW="190335" imgH="215713" progId="Equation.DSMT4">
                  <p:embed/>
                </p:oleObj>
              </mc:Choice>
              <mc:Fallback>
                <p:oleObj name="Equation" r:id="rId3" imgW="190335" imgH="215713" progId="Equation.DSMT4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3638" y="4659313"/>
                        <a:ext cx="298450" cy="334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2" name="Arc 8"/>
          <p:cNvSpPr>
            <a:spLocks/>
          </p:cNvSpPr>
          <p:nvPr/>
        </p:nvSpPr>
        <p:spPr bwMode="auto">
          <a:xfrm>
            <a:off x="2497138" y="3790950"/>
            <a:ext cx="1143000" cy="808038"/>
          </a:xfrm>
          <a:custGeom>
            <a:avLst/>
            <a:gdLst>
              <a:gd name="T0" fmla="*/ 2147483646 w 21600"/>
              <a:gd name="T1" fmla="*/ 0 h 19215"/>
              <a:gd name="T2" fmla="*/ 2147483646 w 21600"/>
              <a:gd name="T3" fmla="*/ 2147483646 h 19215"/>
              <a:gd name="T4" fmla="*/ 0 w 21600"/>
              <a:gd name="T5" fmla="*/ 2147483646 h 19215"/>
              <a:gd name="T6" fmla="*/ 0 60000 65536"/>
              <a:gd name="T7" fmla="*/ 0 60000 65536"/>
              <a:gd name="T8" fmla="*/ 0 60000 65536"/>
              <a:gd name="T9" fmla="*/ 0 w 21600"/>
              <a:gd name="T10" fmla="*/ 0 h 19215"/>
              <a:gd name="T11" fmla="*/ 21600 w 21600"/>
              <a:gd name="T12" fmla="*/ 19215 h 1921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9215" fill="none" extrusionOk="0">
                <a:moveTo>
                  <a:pt x="14634" y="0"/>
                </a:moveTo>
                <a:cubicBezTo>
                  <a:pt x="19074" y="4090"/>
                  <a:pt x="21600" y="9850"/>
                  <a:pt x="21600" y="15887"/>
                </a:cubicBezTo>
                <a:cubicBezTo>
                  <a:pt x="21600" y="17001"/>
                  <a:pt x="21513" y="18113"/>
                  <a:pt x="21342" y="19215"/>
                </a:cubicBezTo>
              </a:path>
              <a:path w="21600" h="19215" stroke="0" extrusionOk="0">
                <a:moveTo>
                  <a:pt x="14634" y="0"/>
                </a:moveTo>
                <a:cubicBezTo>
                  <a:pt x="19074" y="4090"/>
                  <a:pt x="21600" y="9850"/>
                  <a:pt x="21600" y="15887"/>
                </a:cubicBezTo>
                <a:cubicBezTo>
                  <a:pt x="21600" y="17001"/>
                  <a:pt x="21513" y="18113"/>
                  <a:pt x="21342" y="19215"/>
                </a:cubicBezTo>
                <a:lnTo>
                  <a:pt x="0" y="15887"/>
                </a:lnTo>
                <a:lnTo>
                  <a:pt x="14634" y="0"/>
                </a:lnTo>
                <a:close/>
              </a:path>
            </a:pathLst>
          </a:custGeom>
          <a:noFill/>
          <a:ln w="38100">
            <a:solidFill>
              <a:srgbClr val="FF33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3" name="Arc 9"/>
          <p:cNvSpPr>
            <a:spLocks/>
          </p:cNvSpPr>
          <p:nvPr/>
        </p:nvSpPr>
        <p:spPr bwMode="auto">
          <a:xfrm>
            <a:off x="3216275" y="4308475"/>
            <a:ext cx="227013" cy="290513"/>
          </a:xfrm>
          <a:custGeom>
            <a:avLst/>
            <a:gdLst>
              <a:gd name="T0" fmla="*/ 2147483646 w 21600"/>
              <a:gd name="T1" fmla="*/ 0 h 20633"/>
              <a:gd name="T2" fmla="*/ 2147483646 w 21600"/>
              <a:gd name="T3" fmla="*/ 2147483646 h 20633"/>
              <a:gd name="T4" fmla="*/ 0 w 21600"/>
              <a:gd name="T5" fmla="*/ 2147483646 h 20633"/>
              <a:gd name="T6" fmla="*/ 0 60000 65536"/>
              <a:gd name="T7" fmla="*/ 0 60000 65536"/>
              <a:gd name="T8" fmla="*/ 0 60000 65536"/>
              <a:gd name="T9" fmla="*/ 0 w 21600"/>
              <a:gd name="T10" fmla="*/ 0 h 20633"/>
              <a:gd name="T11" fmla="*/ 21600 w 21600"/>
              <a:gd name="T12" fmla="*/ 20633 h 2063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0633" fill="none" extrusionOk="0">
                <a:moveTo>
                  <a:pt x="13861" y="-1"/>
                </a:moveTo>
                <a:cubicBezTo>
                  <a:pt x="18765" y="4104"/>
                  <a:pt x="21600" y="10170"/>
                  <a:pt x="21600" y="16566"/>
                </a:cubicBezTo>
                <a:cubicBezTo>
                  <a:pt x="21600" y="17930"/>
                  <a:pt x="21470" y="19292"/>
                  <a:pt x="21213" y="20632"/>
                </a:cubicBezTo>
              </a:path>
              <a:path w="21600" h="20633" stroke="0" extrusionOk="0">
                <a:moveTo>
                  <a:pt x="13861" y="-1"/>
                </a:moveTo>
                <a:cubicBezTo>
                  <a:pt x="18765" y="4104"/>
                  <a:pt x="21600" y="10170"/>
                  <a:pt x="21600" y="16566"/>
                </a:cubicBezTo>
                <a:cubicBezTo>
                  <a:pt x="21600" y="17930"/>
                  <a:pt x="21470" y="19292"/>
                  <a:pt x="21213" y="20632"/>
                </a:cubicBezTo>
                <a:lnTo>
                  <a:pt x="0" y="16566"/>
                </a:lnTo>
                <a:lnTo>
                  <a:pt x="13861" y="-1"/>
                </a:lnTo>
                <a:close/>
              </a:path>
            </a:pathLst>
          </a:custGeom>
          <a:noFill/>
          <a:ln w="28575">
            <a:solidFill>
              <a:srgbClr val="3333FF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0" name="Line 16"/>
          <p:cNvSpPr>
            <a:spLocks noChangeShapeType="1"/>
          </p:cNvSpPr>
          <p:nvPr/>
        </p:nvSpPr>
        <p:spPr bwMode="auto">
          <a:xfrm>
            <a:off x="3937000" y="3049588"/>
            <a:ext cx="1588" cy="1566862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2" name="Text Box 18"/>
          <p:cNvSpPr txBox="1">
            <a:spLocks noChangeArrowheads="1"/>
          </p:cNvSpPr>
          <p:nvPr/>
        </p:nvSpPr>
        <p:spPr bwMode="auto">
          <a:xfrm>
            <a:off x="3360738" y="3575050"/>
            <a:ext cx="12239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ea typeface="楷体_GB2312" pitchFamily="49" charset="-122"/>
                <a:sym typeface="Symbol" panose="05050102010706020507" pitchFamily="18" charset="2"/>
              </a:rPr>
              <a:t></a:t>
            </a:r>
            <a:r>
              <a:rPr lang="en-US" altLang="zh-CN" sz="2800" b="1" i="1">
                <a:ea typeface="楷体_GB2312" pitchFamily="49" charset="-122"/>
              </a:rPr>
              <a:t>t+</a:t>
            </a:r>
            <a:r>
              <a:rPr lang="en-US" altLang="zh-CN" sz="2800" b="1" i="1">
                <a:ea typeface="楷体_GB2312" pitchFamily="49" charset="-122"/>
                <a:sym typeface="Symbol" panose="05050102010706020507" pitchFamily="18" charset="2"/>
              </a:rPr>
              <a:t></a:t>
            </a:r>
            <a:endParaRPr lang="en-US" altLang="zh-CN" sz="2800" b="1" i="1">
              <a:ea typeface="楷体_GB2312" pitchFamily="49" charset="-122"/>
            </a:endParaRPr>
          </a:p>
        </p:txBody>
      </p:sp>
      <p:sp>
        <p:nvSpPr>
          <p:cNvPr id="16403" name="Text Box 19"/>
          <p:cNvSpPr txBox="1">
            <a:spLocks noChangeArrowheads="1"/>
          </p:cNvSpPr>
          <p:nvPr/>
        </p:nvSpPr>
        <p:spPr bwMode="auto">
          <a:xfrm>
            <a:off x="3721100" y="2543175"/>
            <a:ext cx="10874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i="1">
                <a:ea typeface="楷体_GB2312" pitchFamily="49" charset="-122"/>
              </a:rPr>
              <a:t>t = t</a:t>
            </a:r>
          </a:p>
        </p:txBody>
      </p:sp>
      <p:grpSp>
        <p:nvGrpSpPr>
          <p:cNvPr id="22557" name="Group 22"/>
          <p:cNvGrpSpPr>
            <a:grpSpLocks/>
          </p:cNvGrpSpPr>
          <p:nvPr/>
        </p:nvGrpSpPr>
        <p:grpSpPr bwMode="auto">
          <a:xfrm>
            <a:off x="3533775" y="3113088"/>
            <a:ext cx="1190625" cy="792162"/>
            <a:chOff x="4176" y="2544"/>
            <a:chExt cx="785" cy="548"/>
          </a:xfrm>
        </p:grpSpPr>
        <p:sp>
          <p:nvSpPr>
            <p:cNvPr id="23580" name="Arc 23"/>
            <p:cNvSpPr>
              <a:spLocks/>
            </p:cNvSpPr>
            <p:nvPr/>
          </p:nvSpPr>
          <p:spPr bwMode="auto">
            <a:xfrm rot="5400000">
              <a:off x="4295" y="2425"/>
              <a:ext cx="548" cy="785"/>
            </a:xfrm>
            <a:custGeom>
              <a:avLst/>
              <a:gdLst>
                <a:gd name="T0" fmla="*/ 0 w 16455"/>
                <a:gd name="T1" fmla="*/ 0 h 21379"/>
                <a:gd name="T2" fmla="*/ 0 w 16455"/>
                <a:gd name="T3" fmla="*/ 0 h 21379"/>
                <a:gd name="T4" fmla="*/ 0 w 16455"/>
                <a:gd name="T5" fmla="*/ 0 h 21379"/>
                <a:gd name="T6" fmla="*/ 0 60000 65536"/>
                <a:gd name="T7" fmla="*/ 0 60000 65536"/>
                <a:gd name="T8" fmla="*/ 0 60000 65536"/>
                <a:gd name="T9" fmla="*/ 0 w 16455"/>
                <a:gd name="T10" fmla="*/ 0 h 21379"/>
                <a:gd name="T11" fmla="*/ 16455 w 16455"/>
                <a:gd name="T12" fmla="*/ 21379 h 2137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455" h="21379" fill="none" extrusionOk="0">
                  <a:moveTo>
                    <a:pt x="-1" y="7386"/>
                  </a:moveTo>
                  <a:cubicBezTo>
                    <a:pt x="3408" y="3378"/>
                    <a:pt x="8162" y="751"/>
                    <a:pt x="13370" y="0"/>
                  </a:cubicBezTo>
                </a:path>
                <a:path w="16455" h="21379" stroke="0" extrusionOk="0">
                  <a:moveTo>
                    <a:pt x="-1" y="7386"/>
                  </a:moveTo>
                  <a:cubicBezTo>
                    <a:pt x="3408" y="3378"/>
                    <a:pt x="8162" y="751"/>
                    <a:pt x="13370" y="0"/>
                  </a:cubicBezTo>
                  <a:lnTo>
                    <a:pt x="16455" y="21379"/>
                  </a:lnTo>
                  <a:lnTo>
                    <a:pt x="-1" y="7386"/>
                  </a:lnTo>
                  <a:close/>
                </a:path>
              </a:pathLst>
            </a:custGeom>
            <a:noFill/>
            <a:ln w="3810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1" name="Freeform 24"/>
            <p:cNvSpPr>
              <a:spLocks/>
            </p:cNvSpPr>
            <p:nvPr/>
          </p:nvSpPr>
          <p:spPr bwMode="auto">
            <a:xfrm>
              <a:off x="4656" y="2544"/>
              <a:ext cx="112" cy="111"/>
            </a:xfrm>
            <a:custGeom>
              <a:avLst/>
              <a:gdLst>
                <a:gd name="T0" fmla="*/ 0 w 112"/>
                <a:gd name="T1" fmla="*/ 111 h 111"/>
                <a:gd name="T2" fmla="*/ 0 w 112"/>
                <a:gd name="T3" fmla="*/ 44 h 111"/>
                <a:gd name="T4" fmla="*/ 16 w 112"/>
                <a:gd name="T5" fmla="*/ 1 h 111"/>
                <a:gd name="T6" fmla="*/ 112 w 112"/>
                <a:gd name="T7" fmla="*/ 0 h 11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2"/>
                <a:gd name="T13" fmla="*/ 0 h 111"/>
                <a:gd name="T14" fmla="*/ 112 w 112"/>
                <a:gd name="T15" fmla="*/ 111 h 11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2" h="111">
                  <a:moveTo>
                    <a:pt x="0" y="111"/>
                  </a:moveTo>
                  <a:cubicBezTo>
                    <a:pt x="0" y="89"/>
                    <a:pt x="0" y="66"/>
                    <a:pt x="0" y="44"/>
                  </a:cubicBezTo>
                  <a:cubicBezTo>
                    <a:pt x="5" y="30"/>
                    <a:pt x="4" y="10"/>
                    <a:pt x="16" y="1"/>
                  </a:cubicBezTo>
                  <a:cubicBezTo>
                    <a:pt x="18" y="0"/>
                    <a:pt x="106" y="0"/>
                    <a:pt x="112" y="0"/>
                  </a:cubicBezTo>
                </a:path>
              </a:pathLst>
            </a:custGeom>
            <a:noFill/>
            <a:ln w="3810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6409" name="Oval 25"/>
          <p:cNvSpPr>
            <a:spLocks noChangeArrowheads="1"/>
          </p:cNvSpPr>
          <p:nvPr/>
        </p:nvSpPr>
        <p:spPr bwMode="auto">
          <a:xfrm>
            <a:off x="3873500" y="4540250"/>
            <a:ext cx="152400" cy="152400"/>
          </a:xfrm>
          <a:prstGeom prst="ellipse">
            <a:avLst/>
          </a:prstGeom>
          <a:solidFill>
            <a:srgbClr val="FF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6412" name="Text Box 28"/>
          <p:cNvSpPr txBox="1">
            <a:spLocks noChangeArrowheads="1"/>
          </p:cNvSpPr>
          <p:nvPr/>
        </p:nvSpPr>
        <p:spPr bwMode="auto">
          <a:xfrm>
            <a:off x="6408738" y="4581525"/>
            <a:ext cx="25558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i="1">
                <a:sym typeface="Symbol" panose="05050102010706020507" pitchFamily="18" charset="2"/>
              </a:rPr>
              <a:t></a:t>
            </a:r>
            <a:r>
              <a:rPr lang="en-US" altLang="zh-CN" b="1">
                <a:sym typeface="Symbol" panose="05050102010706020507" pitchFamily="18" charset="2"/>
              </a:rPr>
              <a:t> :</a:t>
            </a:r>
            <a:r>
              <a:rPr lang="en-US" altLang="zh-CN" sz="2800" b="1">
                <a:sym typeface="Symbol" panose="05050102010706020507" pitchFamily="18" charset="2"/>
              </a:rPr>
              <a:t>  </a:t>
            </a:r>
            <a:r>
              <a:rPr lang="zh-CN" altLang="en-US" sz="2800" b="1">
                <a:sym typeface="Symbol" panose="05050102010706020507" pitchFamily="18" charset="2"/>
              </a:rPr>
              <a:t>初位相</a:t>
            </a:r>
          </a:p>
        </p:txBody>
      </p:sp>
      <p:sp>
        <p:nvSpPr>
          <p:cNvPr id="16413" name="Rectangle 29"/>
          <p:cNvSpPr>
            <a:spLocks noChangeArrowheads="1"/>
          </p:cNvSpPr>
          <p:nvPr/>
        </p:nvSpPr>
        <p:spPr bwMode="auto">
          <a:xfrm>
            <a:off x="5867400" y="5441950"/>
            <a:ext cx="30241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i="1">
                <a:ea typeface="楷体_GB2312" pitchFamily="49" charset="-122"/>
                <a:sym typeface="Symbol" panose="05050102010706020507" pitchFamily="18" charset="2"/>
              </a:rPr>
              <a:t></a:t>
            </a:r>
            <a:r>
              <a:rPr lang="en-US" altLang="zh-CN" b="1" i="1">
                <a:ea typeface="楷体_GB2312" pitchFamily="49" charset="-122"/>
              </a:rPr>
              <a:t>t+ </a:t>
            </a:r>
            <a:r>
              <a:rPr lang="en-US" altLang="zh-CN" b="1" i="1">
                <a:ea typeface="楷体_GB2312" pitchFamily="49" charset="-122"/>
                <a:sym typeface="Symbol" panose="05050102010706020507" pitchFamily="18" charset="2"/>
              </a:rPr>
              <a:t></a:t>
            </a:r>
            <a:r>
              <a:rPr lang="en-US" altLang="zh-CN" sz="2800" b="1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 b="1">
                <a:ea typeface="楷体_GB2312" pitchFamily="49" charset="-122"/>
                <a:sym typeface="Symbol" panose="05050102010706020507" pitchFamily="18" charset="2"/>
              </a:rPr>
              <a:t>：</a:t>
            </a:r>
            <a:r>
              <a:rPr lang="zh-CN" altLang="en-US" sz="2800" b="1">
                <a:sym typeface="Symbol" panose="05050102010706020507" pitchFamily="18" charset="2"/>
              </a:rPr>
              <a:t>位相</a:t>
            </a:r>
          </a:p>
        </p:txBody>
      </p:sp>
      <p:sp>
        <p:nvSpPr>
          <p:cNvPr id="16416" name="Text Box 32"/>
          <p:cNvSpPr txBox="1">
            <a:spLocks noChangeArrowheads="1"/>
          </p:cNvSpPr>
          <p:nvPr/>
        </p:nvSpPr>
        <p:spPr bwMode="auto">
          <a:xfrm>
            <a:off x="4456671" y="3590925"/>
            <a:ext cx="10874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i="1" dirty="0">
                <a:ea typeface="楷体_GB2312" pitchFamily="49" charset="-122"/>
              </a:rPr>
              <a:t>t = </a:t>
            </a:r>
            <a:r>
              <a:rPr lang="en-US" altLang="zh-CN" b="1" dirty="0">
                <a:ea typeface="楷体_GB2312" pitchFamily="49" charset="-122"/>
              </a:rPr>
              <a:t>0</a:t>
            </a:r>
          </a:p>
        </p:txBody>
      </p:sp>
      <p:sp>
        <p:nvSpPr>
          <p:cNvPr id="16417" name="Rectangle 33"/>
          <p:cNvSpPr>
            <a:spLocks noChangeArrowheads="1"/>
          </p:cNvSpPr>
          <p:nvPr/>
        </p:nvSpPr>
        <p:spPr bwMode="auto">
          <a:xfrm>
            <a:off x="358775" y="368300"/>
            <a:ext cx="8678863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/>
              <a:t>第</a:t>
            </a:r>
            <a:r>
              <a:rPr lang="en-US" altLang="zh-CN" b="1"/>
              <a:t>3</a:t>
            </a:r>
            <a:r>
              <a:rPr lang="zh-CN" altLang="en-US" b="1"/>
              <a:t>节   谐振动的矢量图示   谐振动的能量</a:t>
            </a:r>
            <a:br>
              <a:rPr lang="zh-CN" altLang="en-US" b="1"/>
            </a:br>
            <a:r>
              <a:rPr lang="en-US" altLang="zh-CN" sz="2400" b="1"/>
              <a:t>Vector Graph of Simple Harmonic Motion</a:t>
            </a:r>
            <a:br>
              <a:rPr lang="en-US" altLang="zh-CN" sz="2400" b="1"/>
            </a:br>
            <a:r>
              <a:rPr lang="en-US" altLang="zh-CN" sz="2400" b="1"/>
              <a:t>Energy in Simple Harmonic Motion</a:t>
            </a:r>
          </a:p>
        </p:txBody>
      </p:sp>
      <p:sp>
        <p:nvSpPr>
          <p:cNvPr id="16419" name="Text Box 35"/>
          <p:cNvSpPr txBox="1">
            <a:spLocks noChangeArrowheads="1"/>
          </p:cNvSpPr>
          <p:nvPr/>
        </p:nvSpPr>
        <p:spPr bwMode="auto">
          <a:xfrm>
            <a:off x="215900" y="1865313"/>
            <a:ext cx="799250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/>
              <a:t>3.1  </a:t>
            </a:r>
            <a:r>
              <a:rPr lang="zh-CN" altLang="en-US" sz="2800" b="1" dirty="0"/>
              <a:t>谐振动的矢量图示</a:t>
            </a:r>
            <a:r>
              <a:rPr lang="en-US" altLang="zh-CN" sz="2800" b="1" dirty="0"/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旋转矢量法，重点</a:t>
            </a:r>
            <a:r>
              <a:rPr lang="en-US" altLang="zh-CN" sz="2800" b="1" dirty="0"/>
              <a:t>)</a:t>
            </a:r>
            <a:r>
              <a:rPr lang="zh-CN" altLang="en-US" sz="2400" dirty="0"/>
              <a:t> </a:t>
            </a:r>
          </a:p>
        </p:txBody>
      </p:sp>
      <p:sp>
        <p:nvSpPr>
          <p:cNvPr id="23571" name="Text Box 37"/>
          <p:cNvSpPr txBox="1">
            <a:spLocks noChangeArrowheads="1"/>
          </p:cNvSpPr>
          <p:nvPr/>
        </p:nvSpPr>
        <p:spPr bwMode="auto">
          <a:xfrm>
            <a:off x="8675688" y="6367463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13</a:t>
            </a:r>
          </a:p>
        </p:txBody>
      </p:sp>
      <p:grpSp>
        <p:nvGrpSpPr>
          <p:cNvPr id="4" name="Group 39"/>
          <p:cNvGrpSpPr>
            <a:grpSpLocks/>
          </p:cNvGrpSpPr>
          <p:nvPr/>
        </p:nvGrpSpPr>
        <p:grpSpPr bwMode="auto">
          <a:xfrm>
            <a:off x="5536372" y="2718838"/>
            <a:ext cx="3457575" cy="755650"/>
            <a:chOff x="3356" y="1389"/>
            <a:chExt cx="2178" cy="476"/>
          </a:xfrm>
        </p:grpSpPr>
        <p:graphicFrame>
          <p:nvGraphicFramePr>
            <p:cNvPr id="23578" name="Object 10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14488391"/>
                </p:ext>
              </p:extLst>
            </p:nvPr>
          </p:nvGraphicFramePr>
          <p:xfrm>
            <a:off x="3384" y="1497"/>
            <a:ext cx="2109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36" name="Equation" r:id="rId5" imgW="2870200" imgH="419100" progId="Equation.DSMT4">
                    <p:embed/>
                  </p:oleObj>
                </mc:Choice>
                <mc:Fallback>
                  <p:oleObj name="Equation" r:id="rId5" imgW="2870200" imgH="419100" progId="Equation.DSMT4">
                    <p:embed/>
                    <p:pic>
                      <p:nvPicPr>
                        <p:cNvPr id="0" name="Object 10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84" y="1497"/>
                          <a:ext cx="2109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79" name="Rectangle 38"/>
            <p:cNvSpPr>
              <a:spLocks noChangeArrowheads="1"/>
            </p:cNvSpPr>
            <p:nvPr/>
          </p:nvSpPr>
          <p:spPr bwMode="auto">
            <a:xfrm>
              <a:off x="3356" y="1389"/>
              <a:ext cx="2178" cy="476"/>
            </a:xfrm>
            <a:prstGeom prst="rect">
              <a:avLst/>
            </a:prstGeom>
            <a:noFill/>
            <a:ln w="38100" algn="ctr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</p:grp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3783013" y="4546600"/>
            <a:ext cx="3651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800" b="1" i="1"/>
              <a:t>x</a:t>
            </a:r>
          </a:p>
        </p:txBody>
      </p:sp>
      <p:sp>
        <p:nvSpPr>
          <p:cNvPr id="33" name="文本框 32"/>
          <p:cNvSpPr txBox="1">
            <a:spLocks noChangeArrowheads="1"/>
          </p:cNvSpPr>
          <p:nvPr/>
        </p:nvSpPr>
        <p:spPr bwMode="auto">
          <a:xfrm>
            <a:off x="5564188" y="4560888"/>
            <a:ext cx="4238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800" b="1" i="1"/>
              <a:t>X</a:t>
            </a:r>
          </a:p>
        </p:txBody>
      </p:sp>
      <p:sp>
        <p:nvSpPr>
          <p:cNvPr id="34" name="文本框 33"/>
          <p:cNvSpPr txBox="1">
            <a:spLocks noChangeArrowheads="1"/>
          </p:cNvSpPr>
          <p:nvPr/>
        </p:nvSpPr>
        <p:spPr bwMode="auto">
          <a:xfrm>
            <a:off x="4532313" y="2986088"/>
            <a:ext cx="4445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sz="2800" b="1" i="1">
                <a:solidFill>
                  <a:srgbClr val="0000CC"/>
                </a:solidFill>
              </a:rPr>
              <a:t>ω</a:t>
            </a:r>
            <a:endParaRPr lang="en-US" sz="2800" b="1" i="1">
              <a:solidFill>
                <a:srgbClr val="0000CC"/>
              </a:solidFill>
            </a:endParaRPr>
          </a:p>
        </p:txBody>
      </p:sp>
      <p:sp>
        <p:nvSpPr>
          <p:cNvPr id="35" name="文本框 34"/>
          <p:cNvSpPr txBox="1">
            <a:spLocks noChangeArrowheads="1"/>
          </p:cNvSpPr>
          <p:nvPr/>
        </p:nvSpPr>
        <p:spPr bwMode="auto">
          <a:xfrm>
            <a:off x="3352800" y="4132263"/>
            <a:ext cx="3952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sz="2800" b="1" i="1">
                <a:solidFill>
                  <a:srgbClr val="0000CC"/>
                </a:solidFill>
              </a:rPr>
              <a:t>φ</a:t>
            </a:r>
            <a:endParaRPr lang="en-US" sz="2800" b="1" i="1">
              <a:solidFill>
                <a:srgbClr val="0000CC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1637507" y="4146367"/>
            <a:ext cx="5886450" cy="237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" name="Group 39"/>
          <p:cNvGrpSpPr>
            <a:grpSpLocks/>
          </p:cNvGrpSpPr>
          <p:nvPr/>
        </p:nvGrpSpPr>
        <p:grpSpPr bwMode="auto">
          <a:xfrm>
            <a:off x="5336348" y="3664745"/>
            <a:ext cx="3836988" cy="755650"/>
            <a:chOff x="3230" y="1389"/>
            <a:chExt cx="2417" cy="476"/>
          </a:xfrm>
        </p:grpSpPr>
        <p:graphicFrame>
          <p:nvGraphicFramePr>
            <p:cNvPr id="31" name="Object 10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6308094"/>
                </p:ext>
              </p:extLst>
            </p:nvPr>
          </p:nvGraphicFramePr>
          <p:xfrm>
            <a:off x="3230" y="1497"/>
            <a:ext cx="2417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37" name="Equation" r:id="rId8" imgW="3288960" imgH="419040" progId="Equation.DSMT4">
                    <p:embed/>
                  </p:oleObj>
                </mc:Choice>
                <mc:Fallback>
                  <p:oleObj name="Equation" r:id="rId8" imgW="3288960" imgH="419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30" y="1497"/>
                          <a:ext cx="2417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" name="Rectangle 38"/>
            <p:cNvSpPr>
              <a:spLocks noChangeArrowheads="1"/>
            </p:cNvSpPr>
            <p:nvPr/>
          </p:nvSpPr>
          <p:spPr bwMode="auto">
            <a:xfrm>
              <a:off x="3230" y="1389"/>
              <a:ext cx="2399" cy="476"/>
            </a:xfrm>
            <a:prstGeom prst="rect">
              <a:avLst/>
            </a:prstGeom>
            <a:noFill/>
            <a:ln w="38100" algn="ctr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</p:grpSp>
      <p:sp>
        <p:nvSpPr>
          <p:cNvPr id="2" name="文本框 1">
            <a:hlinkClick r:id="rId10"/>
          </p:cNvPr>
          <p:cNvSpPr txBox="1"/>
          <p:nvPr/>
        </p:nvSpPr>
        <p:spPr>
          <a:xfrm>
            <a:off x="5345011" y="622673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b="1" u="sng" dirty="0">
                <a:solidFill>
                  <a:srgbClr val="FF0000"/>
                </a:solidFill>
              </a:rPr>
              <a:t>谐振动图示</a:t>
            </a:r>
            <a:endParaRPr lang="en-US" sz="1800" b="1" u="sng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6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4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64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9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6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6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8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25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2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2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6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6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16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animBg="1"/>
      <p:bldP spid="16388" grpId="0" animBg="1"/>
      <p:bldP spid="16389" grpId="0" animBg="1"/>
      <p:bldP spid="16390" grpId="0" animBg="1"/>
      <p:bldP spid="16392" grpId="0" animBg="1"/>
      <p:bldP spid="16393" grpId="0" animBg="1"/>
      <p:bldP spid="16400" grpId="0" animBg="1"/>
      <p:bldP spid="16402" grpId="0" autoUpdateAnimBg="0"/>
      <p:bldP spid="16403" grpId="0" autoUpdateAnimBg="0"/>
      <p:bldP spid="16409" grpId="0" animBg="1"/>
      <p:bldP spid="16412" grpId="0" autoUpdateAnimBg="0"/>
      <p:bldP spid="16413" grpId="0" autoUpdateAnimBg="0"/>
      <p:bldP spid="16416" grpId="0" autoUpdateAnimBg="0"/>
      <p:bldP spid="16417" grpId="0"/>
      <p:bldP spid="16419" grpId="0"/>
      <p:bldP spid="5" grpId="0"/>
      <p:bldP spid="33" grpId="0"/>
      <p:bldP spid="34" grpId="0"/>
      <p:bldP spid="35" grpId="0"/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Oval 2"/>
          <p:cNvSpPr>
            <a:spLocks noChangeArrowheads="1"/>
          </p:cNvSpPr>
          <p:nvPr/>
        </p:nvSpPr>
        <p:spPr bwMode="auto">
          <a:xfrm flipH="1">
            <a:off x="546100" y="527050"/>
            <a:ext cx="2438400" cy="2362200"/>
          </a:xfrm>
          <a:prstGeom prst="ellipse">
            <a:avLst/>
          </a:prstGeom>
          <a:solidFill>
            <a:srgbClr val="FFCC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7411" name="Line 3"/>
          <p:cNvSpPr>
            <a:spLocks noChangeShapeType="1"/>
          </p:cNvSpPr>
          <p:nvPr/>
        </p:nvSpPr>
        <p:spPr bwMode="auto">
          <a:xfrm>
            <a:off x="1689100" y="1746250"/>
            <a:ext cx="2057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2" name="Line 4"/>
          <p:cNvSpPr>
            <a:spLocks noChangeShapeType="1"/>
          </p:cNvSpPr>
          <p:nvPr/>
        </p:nvSpPr>
        <p:spPr bwMode="auto">
          <a:xfrm flipH="1" flipV="1">
            <a:off x="1689100" y="527050"/>
            <a:ext cx="0" cy="12192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7413" name="Object 5"/>
          <p:cNvGraphicFramePr>
            <a:graphicFrameLocks noChangeAspect="1"/>
          </p:cNvGraphicFramePr>
          <p:nvPr/>
        </p:nvGraphicFramePr>
        <p:xfrm>
          <a:off x="2603500" y="1822450"/>
          <a:ext cx="3667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29" name="公式" r:id="rId3" imgW="266584" imgH="330057" progId="Equation.3">
                  <p:embed/>
                </p:oleObj>
              </mc:Choice>
              <mc:Fallback>
                <p:oleObj name="公式" r:id="rId3" imgW="266584" imgH="330057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3500" y="1822450"/>
                        <a:ext cx="3667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" name="Object 6"/>
          <p:cNvGraphicFramePr>
            <a:graphicFrameLocks noChangeAspect="1"/>
          </p:cNvGraphicFramePr>
          <p:nvPr/>
        </p:nvGraphicFramePr>
        <p:xfrm>
          <a:off x="3779838" y="1665288"/>
          <a:ext cx="3921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30" name="Equation" r:id="rId5" imgW="126835" imgH="139518" progId="Equation.DSMT4">
                  <p:embed/>
                </p:oleObj>
              </mc:Choice>
              <mc:Fallback>
                <p:oleObj name="Equation" r:id="rId5" imgW="126835" imgH="139518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1665288"/>
                        <a:ext cx="39211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4024313" y="361950"/>
            <a:ext cx="4933950" cy="103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en-US" altLang="zh-CN" sz="2800" b="1"/>
              <a:t> </a:t>
            </a:r>
            <a:r>
              <a:rPr lang="zh-CN" altLang="en-US" sz="2800" b="1">
                <a:solidFill>
                  <a:srgbClr val="0000CC"/>
                </a:solidFill>
                <a:ea typeface="楷体_GB2312" pitchFamily="49" charset="-122"/>
              </a:rPr>
              <a:t>位相</a:t>
            </a:r>
            <a:r>
              <a:rPr lang="zh-CN" altLang="en-US" sz="2800" b="1">
                <a:solidFill>
                  <a:srgbClr val="0000CC"/>
                </a:solidFill>
              </a:rPr>
              <a:t>“</a:t>
            </a:r>
            <a:r>
              <a:rPr lang="zh-CN" altLang="en-US" sz="2800" b="1" i="1">
                <a:solidFill>
                  <a:srgbClr val="0000CC"/>
                </a:solidFill>
                <a:sym typeface="Symbol" panose="05050102010706020507" pitchFamily="18" charset="2"/>
              </a:rPr>
              <a:t></a:t>
            </a:r>
            <a:r>
              <a:rPr lang="en-US" altLang="zh-CN" sz="2800" b="1" i="1">
                <a:solidFill>
                  <a:srgbClr val="0000CC"/>
                </a:solidFill>
                <a:sym typeface="Symbol" panose="05050102010706020507" pitchFamily="18" charset="2"/>
              </a:rPr>
              <a:t>t</a:t>
            </a:r>
            <a:r>
              <a:rPr lang="en-US" altLang="zh-CN" sz="2800" b="1">
                <a:solidFill>
                  <a:srgbClr val="0000CC"/>
                </a:solidFill>
                <a:sym typeface="Symbol" panose="05050102010706020507" pitchFamily="18" charset="2"/>
              </a:rPr>
              <a:t>+</a:t>
            </a:r>
            <a:r>
              <a:rPr lang="en-US" altLang="zh-CN" sz="2800" b="1" i="1">
                <a:solidFill>
                  <a:srgbClr val="0000CC"/>
                </a:solidFill>
                <a:sym typeface="Symbol" panose="05050102010706020507" pitchFamily="18" charset="2"/>
              </a:rPr>
              <a:t></a:t>
            </a:r>
            <a:r>
              <a:rPr lang="en-US" altLang="zh-CN" sz="2800" b="1">
                <a:solidFill>
                  <a:srgbClr val="0000CC"/>
                </a:solidFill>
                <a:sym typeface="Symbol" panose="05050102010706020507" pitchFamily="18" charset="2"/>
              </a:rPr>
              <a:t> ”</a:t>
            </a:r>
            <a:r>
              <a:rPr lang="en-US" altLang="zh-CN" sz="2800" b="1">
                <a:solidFill>
                  <a:srgbClr val="0000CC"/>
                </a:solidFill>
              </a:rPr>
              <a:t>: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楷体_GB2312" pitchFamily="49" charset="-122"/>
              </a:rPr>
              <a:t>表示物体任意时刻的运动状态</a:t>
            </a:r>
            <a:endParaRPr lang="zh-CN" altLang="en-US">
              <a:ea typeface="楷体_GB2312" pitchFamily="49" charset="-122"/>
            </a:endParaRPr>
          </a:p>
        </p:txBody>
      </p:sp>
      <p:sp>
        <p:nvSpPr>
          <p:cNvPr id="17416" name="Text Box 8"/>
          <p:cNvSpPr txBox="1">
            <a:spLocks noChangeArrowheads="1"/>
          </p:cNvSpPr>
          <p:nvPr/>
        </p:nvSpPr>
        <p:spPr bwMode="auto">
          <a:xfrm>
            <a:off x="3124200" y="2093913"/>
            <a:ext cx="5638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例：由“</a:t>
            </a:r>
            <a:r>
              <a:rPr lang="zh-CN" altLang="en-US" sz="2800" b="1" i="1">
                <a:solidFill>
                  <a:srgbClr val="0000CC"/>
                </a:solidFill>
                <a:sym typeface="Symbol" panose="05050102010706020507" pitchFamily="18" charset="2"/>
              </a:rPr>
              <a:t></a:t>
            </a:r>
            <a:r>
              <a:rPr lang="en-US" altLang="zh-CN" sz="2800" b="1" i="1">
                <a:solidFill>
                  <a:srgbClr val="0000CC"/>
                </a:solidFill>
                <a:sym typeface="Symbol" panose="05050102010706020507" pitchFamily="18" charset="2"/>
              </a:rPr>
              <a:t>t</a:t>
            </a:r>
            <a:r>
              <a:rPr lang="en-US" altLang="zh-CN" sz="2800" b="1">
                <a:solidFill>
                  <a:srgbClr val="0000CC"/>
                </a:solidFill>
                <a:sym typeface="Symbol" panose="05050102010706020507" pitchFamily="18" charset="2"/>
              </a:rPr>
              <a:t>+</a:t>
            </a:r>
            <a:r>
              <a:rPr lang="en-US" altLang="zh-CN" sz="2800" b="1" i="1">
                <a:solidFill>
                  <a:srgbClr val="0000CC"/>
                </a:solidFill>
                <a:sym typeface="Symbol" panose="05050102010706020507" pitchFamily="18" charset="2"/>
              </a:rPr>
              <a:t></a:t>
            </a:r>
            <a:r>
              <a:rPr lang="en-US" altLang="zh-CN" sz="2800" b="1">
                <a:solidFill>
                  <a:srgbClr val="0000CC"/>
                </a:solidFill>
                <a:sym typeface="Symbol" panose="05050102010706020507" pitchFamily="18" charset="2"/>
              </a:rPr>
              <a:t> </a:t>
            </a:r>
            <a:r>
              <a:rPr lang="en-US" altLang="zh-CN" sz="2400" b="1">
                <a:sym typeface="Symbol" panose="05050102010706020507" pitchFamily="18" charset="2"/>
              </a:rPr>
              <a:t>”</a:t>
            </a:r>
            <a:r>
              <a:rPr lang="zh-CN" altLang="en-US" sz="2800" b="1"/>
              <a:t>看</a:t>
            </a:r>
            <a:r>
              <a:rPr lang="en-US" altLang="zh-CN" sz="2800" b="1"/>
              <a:t>( </a:t>
            </a:r>
            <a:r>
              <a:rPr lang="en-US" altLang="zh-CN" b="1" i="1"/>
              <a:t>x</a:t>
            </a:r>
            <a:r>
              <a:rPr lang="en-US" altLang="zh-CN" sz="2800" b="1" i="1"/>
              <a:t> , </a:t>
            </a:r>
            <a:r>
              <a:rPr lang="en-US" altLang="zh-CN" b="1" i="1"/>
              <a:t>v</a:t>
            </a:r>
            <a:r>
              <a:rPr lang="en-US" altLang="zh-CN" sz="2800" b="1" i="1"/>
              <a:t> </a:t>
            </a:r>
            <a:r>
              <a:rPr lang="en-US" altLang="zh-CN" sz="2800" b="1"/>
              <a:t>)</a:t>
            </a:r>
          </a:p>
        </p:txBody>
      </p:sp>
      <p:graphicFrame>
        <p:nvGraphicFramePr>
          <p:cNvPr id="17417" name="Object 9"/>
          <p:cNvGraphicFramePr>
            <a:graphicFrameLocks noChangeAspect="1"/>
          </p:cNvGraphicFramePr>
          <p:nvPr/>
        </p:nvGraphicFramePr>
        <p:xfrm>
          <a:off x="719138" y="3236913"/>
          <a:ext cx="190817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31" name="Equation" r:id="rId7" imgW="1701800" imgH="419100" progId="Equation.DSMT4">
                  <p:embed/>
                </p:oleObj>
              </mc:Choice>
              <mc:Fallback>
                <p:oleObj name="Equation" r:id="rId7" imgW="1701800" imgH="4191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138" y="3236913"/>
                        <a:ext cx="1908175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8" name="Object 10"/>
          <p:cNvGraphicFramePr>
            <a:graphicFrameLocks noChangeAspect="1"/>
          </p:cNvGraphicFramePr>
          <p:nvPr/>
        </p:nvGraphicFramePr>
        <p:xfrm>
          <a:off x="684213" y="4257675"/>
          <a:ext cx="1995487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32" name="Equation" r:id="rId9" imgW="1790700" imgH="762000" progId="Equation.DSMT4">
                  <p:embed/>
                </p:oleObj>
              </mc:Choice>
              <mc:Fallback>
                <p:oleObj name="Equation" r:id="rId9" imgW="1790700" imgH="7620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4257675"/>
                        <a:ext cx="1995487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9" name="Object 11"/>
          <p:cNvGraphicFramePr>
            <a:graphicFrameLocks noChangeAspect="1"/>
          </p:cNvGraphicFramePr>
          <p:nvPr/>
        </p:nvGraphicFramePr>
        <p:xfrm>
          <a:off x="684213" y="5600700"/>
          <a:ext cx="2051050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33" name="Equation" r:id="rId11" imgW="2019300" imgH="762000" progId="Equation.DSMT4">
                  <p:embed/>
                </p:oleObj>
              </mc:Choice>
              <mc:Fallback>
                <p:oleObj name="Equation" r:id="rId11" imgW="2019300" imgH="7620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5600700"/>
                        <a:ext cx="2051050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0" name="Text Box 12"/>
          <p:cNvSpPr txBox="1">
            <a:spLocks noChangeArrowheads="1"/>
          </p:cNvSpPr>
          <p:nvPr/>
        </p:nvSpPr>
        <p:spPr bwMode="auto">
          <a:xfrm>
            <a:off x="3095625" y="2838450"/>
            <a:ext cx="5616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物体在正向位移极大处</a:t>
            </a:r>
            <a:r>
              <a:rPr lang="en-US" altLang="zh-CN" sz="2800" b="1"/>
              <a:t>,</a:t>
            </a:r>
            <a:r>
              <a:rPr lang="zh-CN" altLang="en-US" sz="2800" b="1"/>
              <a:t>速度为零</a:t>
            </a:r>
            <a:endParaRPr lang="zh-CN" altLang="en-US" sz="2400"/>
          </a:p>
        </p:txBody>
      </p:sp>
      <p:sp>
        <p:nvSpPr>
          <p:cNvPr id="17421" name="Text Box 13"/>
          <p:cNvSpPr txBox="1">
            <a:spLocks noChangeArrowheads="1"/>
          </p:cNvSpPr>
          <p:nvPr/>
        </p:nvSpPr>
        <p:spPr bwMode="auto">
          <a:xfrm>
            <a:off x="3068638" y="3414713"/>
            <a:ext cx="2667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下个时刻要向</a:t>
            </a:r>
            <a:endParaRPr lang="zh-CN" altLang="en-US" sz="2400"/>
          </a:p>
        </p:txBody>
      </p:sp>
      <p:graphicFrame>
        <p:nvGraphicFramePr>
          <p:cNvPr id="17422" name="Object 14"/>
          <p:cNvGraphicFramePr>
            <a:graphicFrameLocks noChangeAspect="1"/>
          </p:cNvGraphicFramePr>
          <p:nvPr/>
        </p:nvGraphicFramePr>
        <p:xfrm>
          <a:off x="3152775" y="1216025"/>
          <a:ext cx="36512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34" name="Equation" r:id="rId13" imgW="317225" imgH="253780" progId="Equation.DSMT4">
                  <p:embed/>
                </p:oleObj>
              </mc:Choice>
              <mc:Fallback>
                <p:oleObj name="Equation" r:id="rId13" imgW="317225" imgH="25378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2775" y="1216025"/>
                        <a:ext cx="36512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3" name="Line 15"/>
          <p:cNvSpPr>
            <a:spLocks noChangeShapeType="1"/>
          </p:cNvSpPr>
          <p:nvPr/>
        </p:nvSpPr>
        <p:spPr bwMode="auto">
          <a:xfrm>
            <a:off x="1689100" y="1746250"/>
            <a:ext cx="12954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4" name="Line 16"/>
          <p:cNvSpPr>
            <a:spLocks noChangeShapeType="1"/>
          </p:cNvSpPr>
          <p:nvPr/>
        </p:nvSpPr>
        <p:spPr bwMode="auto">
          <a:xfrm flipH="1">
            <a:off x="1689100" y="1746250"/>
            <a:ext cx="0" cy="11430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5" name="Text Box 17"/>
          <p:cNvSpPr txBox="1">
            <a:spLocks noChangeArrowheads="1"/>
          </p:cNvSpPr>
          <p:nvPr/>
        </p:nvSpPr>
        <p:spPr bwMode="auto">
          <a:xfrm>
            <a:off x="3108325" y="4133850"/>
            <a:ext cx="54244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物体正越过原点</a:t>
            </a:r>
            <a:r>
              <a:rPr lang="en-US" altLang="zh-CN" sz="2800" b="1"/>
              <a:t>,</a:t>
            </a:r>
            <a:r>
              <a:rPr lang="zh-CN" altLang="en-US" sz="2800" b="1"/>
              <a:t>以最大速率运动</a:t>
            </a:r>
            <a:endParaRPr lang="zh-CN" altLang="en-US" sz="2400" b="1"/>
          </a:p>
        </p:txBody>
      </p:sp>
      <p:sp>
        <p:nvSpPr>
          <p:cNvPr id="17426" name="Rectangle 18"/>
          <p:cNvSpPr>
            <a:spLocks noChangeArrowheads="1"/>
          </p:cNvSpPr>
          <p:nvPr/>
        </p:nvSpPr>
        <p:spPr bwMode="auto">
          <a:xfrm>
            <a:off x="3103563" y="4673600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下个时刻要向</a:t>
            </a:r>
          </a:p>
        </p:txBody>
      </p:sp>
      <p:sp>
        <p:nvSpPr>
          <p:cNvPr id="17427" name="Rectangle 19"/>
          <p:cNvSpPr>
            <a:spLocks noChangeArrowheads="1"/>
          </p:cNvSpPr>
          <p:nvPr/>
        </p:nvSpPr>
        <p:spPr bwMode="auto">
          <a:xfrm>
            <a:off x="3095625" y="5502275"/>
            <a:ext cx="5508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物体正越过原点</a:t>
            </a:r>
            <a:r>
              <a:rPr lang="en-US" altLang="zh-CN" sz="2800" b="1"/>
              <a:t>,</a:t>
            </a:r>
            <a:r>
              <a:rPr lang="zh-CN" altLang="en-US" sz="2800" b="1"/>
              <a:t>以最大速率运动</a:t>
            </a:r>
            <a:r>
              <a:rPr lang="en-US" altLang="zh-CN" sz="2800" b="1"/>
              <a:t>.</a:t>
            </a:r>
          </a:p>
        </p:txBody>
      </p:sp>
      <p:sp>
        <p:nvSpPr>
          <p:cNvPr id="17428" name="Rectangle 20"/>
          <p:cNvSpPr>
            <a:spLocks noChangeArrowheads="1"/>
          </p:cNvSpPr>
          <p:nvPr/>
        </p:nvSpPr>
        <p:spPr bwMode="auto">
          <a:xfrm>
            <a:off x="3059113" y="6078538"/>
            <a:ext cx="304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下个时刻要向</a:t>
            </a:r>
          </a:p>
        </p:txBody>
      </p:sp>
      <p:sp>
        <p:nvSpPr>
          <p:cNvPr id="17430" name="Line 22"/>
          <p:cNvSpPr>
            <a:spLocks noChangeShapeType="1"/>
          </p:cNvSpPr>
          <p:nvPr/>
        </p:nvSpPr>
        <p:spPr bwMode="auto">
          <a:xfrm rot="1112020" flipH="1" flipV="1">
            <a:off x="2905125" y="1073150"/>
            <a:ext cx="292100" cy="454025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1" name="AutoShape 23"/>
          <p:cNvSpPr>
            <a:spLocks/>
          </p:cNvSpPr>
          <p:nvPr/>
        </p:nvSpPr>
        <p:spPr bwMode="auto">
          <a:xfrm>
            <a:off x="2916238" y="2957513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7432" name="AutoShape 24"/>
          <p:cNvSpPr>
            <a:spLocks/>
          </p:cNvSpPr>
          <p:nvPr/>
        </p:nvSpPr>
        <p:spPr bwMode="auto">
          <a:xfrm>
            <a:off x="2951163" y="42164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7433" name="AutoShape 25"/>
          <p:cNvSpPr>
            <a:spLocks/>
          </p:cNvSpPr>
          <p:nvPr/>
        </p:nvSpPr>
        <p:spPr bwMode="auto">
          <a:xfrm>
            <a:off x="2971800" y="55753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7434" name="Oval 26"/>
          <p:cNvSpPr>
            <a:spLocks noChangeArrowheads="1"/>
          </p:cNvSpPr>
          <p:nvPr/>
        </p:nvSpPr>
        <p:spPr bwMode="auto">
          <a:xfrm>
            <a:off x="2908300" y="16700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7435" name="Line 27"/>
          <p:cNvSpPr>
            <a:spLocks noChangeShapeType="1"/>
          </p:cNvSpPr>
          <p:nvPr/>
        </p:nvSpPr>
        <p:spPr bwMode="auto">
          <a:xfrm flipV="1">
            <a:off x="1689100" y="984250"/>
            <a:ext cx="1066800" cy="7620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6" name="Line 28"/>
          <p:cNvSpPr>
            <a:spLocks noChangeShapeType="1"/>
          </p:cNvSpPr>
          <p:nvPr/>
        </p:nvSpPr>
        <p:spPr bwMode="auto">
          <a:xfrm>
            <a:off x="2679700" y="984250"/>
            <a:ext cx="0" cy="7620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7" name="Oval 29"/>
          <p:cNvSpPr>
            <a:spLocks noChangeArrowheads="1"/>
          </p:cNvSpPr>
          <p:nvPr/>
        </p:nvSpPr>
        <p:spPr bwMode="auto">
          <a:xfrm>
            <a:off x="2603500" y="16700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7438" name="Rectangle 30"/>
          <p:cNvSpPr>
            <a:spLocks noChangeArrowheads="1"/>
          </p:cNvSpPr>
          <p:nvPr/>
        </p:nvSpPr>
        <p:spPr bwMode="auto">
          <a:xfrm>
            <a:off x="5256213" y="3389313"/>
            <a:ext cx="3581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i="1"/>
              <a:t>x</a:t>
            </a:r>
            <a:r>
              <a:rPr lang="zh-CN" altLang="en-US" sz="2800" b="1"/>
              <a:t>轴的</a:t>
            </a:r>
            <a:r>
              <a:rPr lang="zh-CN" altLang="en-US" b="1">
                <a:solidFill>
                  <a:srgbClr val="FF0000"/>
                </a:solidFill>
              </a:rPr>
              <a:t>负</a:t>
            </a:r>
            <a:r>
              <a:rPr lang="zh-CN" altLang="en-US" sz="2800" b="1"/>
              <a:t>方向运动</a:t>
            </a:r>
          </a:p>
        </p:txBody>
      </p:sp>
      <p:sp>
        <p:nvSpPr>
          <p:cNvPr id="17439" name="Oval 31"/>
          <p:cNvSpPr>
            <a:spLocks noChangeArrowheads="1"/>
          </p:cNvSpPr>
          <p:nvPr/>
        </p:nvSpPr>
        <p:spPr bwMode="auto">
          <a:xfrm>
            <a:off x="1612900" y="16700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1689100" y="1289050"/>
            <a:ext cx="381000" cy="457200"/>
            <a:chOff x="2448" y="1392"/>
            <a:chExt cx="240" cy="288"/>
          </a:xfrm>
        </p:grpSpPr>
        <p:sp>
          <p:nvSpPr>
            <p:cNvPr id="24613" name="Line 33"/>
            <p:cNvSpPr>
              <a:spLocks noChangeShapeType="1"/>
            </p:cNvSpPr>
            <p:nvPr/>
          </p:nvSpPr>
          <p:spPr bwMode="auto">
            <a:xfrm flipV="1">
              <a:off x="2688" y="1392"/>
              <a:ext cx="0" cy="288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4" name="Line 34"/>
            <p:cNvSpPr>
              <a:spLocks noChangeShapeType="1"/>
            </p:cNvSpPr>
            <p:nvPr/>
          </p:nvSpPr>
          <p:spPr bwMode="auto">
            <a:xfrm flipH="1">
              <a:off x="2448" y="1392"/>
              <a:ext cx="240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7443" name="Arc 35"/>
          <p:cNvSpPr>
            <a:spLocks/>
          </p:cNvSpPr>
          <p:nvPr/>
        </p:nvSpPr>
        <p:spPr bwMode="auto">
          <a:xfrm>
            <a:off x="1239838" y="1368425"/>
            <a:ext cx="754062" cy="457200"/>
          </a:xfrm>
          <a:custGeom>
            <a:avLst/>
            <a:gdLst>
              <a:gd name="T0" fmla="*/ 0 w 42803"/>
              <a:gd name="T1" fmla="*/ 2147483646 h 21600"/>
              <a:gd name="T2" fmla="*/ 2147483646 w 42803"/>
              <a:gd name="T3" fmla="*/ 2147483646 h 21600"/>
              <a:gd name="T4" fmla="*/ 2147483646 w 42803"/>
              <a:gd name="T5" fmla="*/ 2147483646 h 21600"/>
              <a:gd name="T6" fmla="*/ 0 60000 65536"/>
              <a:gd name="T7" fmla="*/ 0 60000 65536"/>
              <a:gd name="T8" fmla="*/ 0 60000 65536"/>
              <a:gd name="T9" fmla="*/ 0 w 42803"/>
              <a:gd name="T10" fmla="*/ 0 h 21600"/>
              <a:gd name="T11" fmla="*/ 42803 w 42803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2803" h="21600" fill="none" extrusionOk="0">
                <a:moveTo>
                  <a:pt x="0" y="19393"/>
                </a:moveTo>
                <a:cubicBezTo>
                  <a:pt x="1131" y="8376"/>
                  <a:pt x="10412" y="-1"/>
                  <a:pt x="21487" y="0"/>
                </a:cubicBezTo>
                <a:cubicBezTo>
                  <a:pt x="32069" y="0"/>
                  <a:pt x="41093" y="7667"/>
                  <a:pt x="42803" y="18110"/>
                </a:cubicBezTo>
              </a:path>
              <a:path w="42803" h="21600" stroke="0" extrusionOk="0">
                <a:moveTo>
                  <a:pt x="0" y="19393"/>
                </a:moveTo>
                <a:cubicBezTo>
                  <a:pt x="1131" y="8376"/>
                  <a:pt x="10412" y="-1"/>
                  <a:pt x="21487" y="0"/>
                </a:cubicBezTo>
                <a:cubicBezTo>
                  <a:pt x="32069" y="0"/>
                  <a:pt x="41093" y="7667"/>
                  <a:pt x="42803" y="18110"/>
                </a:cubicBezTo>
                <a:lnTo>
                  <a:pt x="21487" y="21600"/>
                </a:lnTo>
                <a:lnTo>
                  <a:pt x="0" y="19393"/>
                </a:lnTo>
                <a:close/>
              </a:path>
            </a:pathLst>
          </a:custGeom>
          <a:noFill/>
          <a:ln w="28575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44" name="Arc 36"/>
          <p:cNvSpPr>
            <a:spLocks/>
          </p:cNvSpPr>
          <p:nvPr/>
        </p:nvSpPr>
        <p:spPr bwMode="auto">
          <a:xfrm>
            <a:off x="1236663" y="1749425"/>
            <a:ext cx="461962" cy="490538"/>
          </a:xfrm>
          <a:custGeom>
            <a:avLst/>
            <a:gdLst>
              <a:gd name="T0" fmla="*/ 2147483646 w 26226"/>
              <a:gd name="T1" fmla="*/ 2147483646 h 23176"/>
              <a:gd name="T2" fmla="*/ 2147483646 w 26226"/>
              <a:gd name="T3" fmla="*/ 0 h 23176"/>
              <a:gd name="T4" fmla="*/ 2147483646 w 26226"/>
              <a:gd name="T5" fmla="*/ 2147483646 h 23176"/>
              <a:gd name="T6" fmla="*/ 0 60000 65536"/>
              <a:gd name="T7" fmla="*/ 0 60000 65536"/>
              <a:gd name="T8" fmla="*/ 0 60000 65536"/>
              <a:gd name="T9" fmla="*/ 0 w 26226"/>
              <a:gd name="T10" fmla="*/ 0 h 23176"/>
              <a:gd name="T11" fmla="*/ 26226 w 26226"/>
              <a:gd name="T12" fmla="*/ 23176 h 231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226" h="23176" fill="none" extrusionOk="0">
                <a:moveTo>
                  <a:pt x="26225" y="22674"/>
                </a:moveTo>
                <a:cubicBezTo>
                  <a:pt x="24706" y="23007"/>
                  <a:pt x="23155" y="23175"/>
                  <a:pt x="21600" y="23176"/>
                </a:cubicBezTo>
                <a:cubicBezTo>
                  <a:pt x="9670" y="23176"/>
                  <a:pt x="0" y="13505"/>
                  <a:pt x="0" y="1576"/>
                </a:cubicBezTo>
                <a:cubicBezTo>
                  <a:pt x="-1" y="1050"/>
                  <a:pt x="19" y="524"/>
                  <a:pt x="57" y="-1"/>
                </a:cubicBezTo>
              </a:path>
              <a:path w="26226" h="23176" stroke="0" extrusionOk="0">
                <a:moveTo>
                  <a:pt x="26225" y="22674"/>
                </a:moveTo>
                <a:cubicBezTo>
                  <a:pt x="24706" y="23007"/>
                  <a:pt x="23155" y="23175"/>
                  <a:pt x="21600" y="23176"/>
                </a:cubicBezTo>
                <a:cubicBezTo>
                  <a:pt x="9670" y="23176"/>
                  <a:pt x="0" y="13505"/>
                  <a:pt x="0" y="1576"/>
                </a:cubicBezTo>
                <a:cubicBezTo>
                  <a:pt x="-1" y="1050"/>
                  <a:pt x="19" y="524"/>
                  <a:pt x="57" y="-1"/>
                </a:cubicBezTo>
                <a:lnTo>
                  <a:pt x="21600" y="1576"/>
                </a:lnTo>
                <a:lnTo>
                  <a:pt x="26225" y="22674"/>
                </a:lnTo>
                <a:close/>
              </a:path>
            </a:pathLst>
          </a:custGeom>
          <a:noFill/>
          <a:ln w="28575">
            <a:solidFill>
              <a:srgbClr val="000099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45" name="Rectangle 37"/>
          <p:cNvSpPr>
            <a:spLocks noChangeArrowheads="1"/>
          </p:cNvSpPr>
          <p:nvPr/>
        </p:nvSpPr>
        <p:spPr bwMode="auto">
          <a:xfrm>
            <a:off x="5364163" y="4649788"/>
            <a:ext cx="33845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i="1"/>
              <a:t>x</a:t>
            </a:r>
            <a:r>
              <a:rPr lang="zh-CN" altLang="en-US" sz="2800" b="1"/>
              <a:t>轴的</a:t>
            </a:r>
            <a:r>
              <a:rPr lang="zh-CN" altLang="en-US" b="1">
                <a:solidFill>
                  <a:srgbClr val="FF0000"/>
                </a:solidFill>
              </a:rPr>
              <a:t>负</a:t>
            </a:r>
            <a:r>
              <a:rPr lang="zh-CN" altLang="en-US" sz="2800" b="1"/>
              <a:t>方向运动</a:t>
            </a:r>
          </a:p>
        </p:txBody>
      </p:sp>
      <p:sp>
        <p:nvSpPr>
          <p:cNvPr id="17446" name="Rectangle 38"/>
          <p:cNvSpPr>
            <a:spLocks noChangeArrowheads="1"/>
          </p:cNvSpPr>
          <p:nvPr/>
        </p:nvSpPr>
        <p:spPr bwMode="auto">
          <a:xfrm>
            <a:off x="5345113" y="6053138"/>
            <a:ext cx="32226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i="1"/>
              <a:t>x</a:t>
            </a:r>
            <a:r>
              <a:rPr lang="zh-CN" altLang="en-US" sz="2800" b="1"/>
              <a:t>轴的</a:t>
            </a:r>
            <a:r>
              <a:rPr lang="zh-CN" altLang="en-US" b="1">
                <a:solidFill>
                  <a:srgbClr val="FF0000"/>
                </a:solidFill>
              </a:rPr>
              <a:t>正</a:t>
            </a:r>
            <a:r>
              <a:rPr lang="zh-CN" altLang="en-US" sz="2800" b="1"/>
              <a:t>方向运动</a:t>
            </a:r>
            <a:r>
              <a:rPr lang="en-US" altLang="zh-CN" sz="2800" b="1"/>
              <a:t>.</a:t>
            </a:r>
          </a:p>
        </p:txBody>
      </p:sp>
      <p:sp>
        <p:nvSpPr>
          <p:cNvPr id="24612" name="Text Box 41"/>
          <p:cNvSpPr txBox="1">
            <a:spLocks noChangeArrowheads="1"/>
          </p:cNvSpPr>
          <p:nvPr/>
        </p:nvSpPr>
        <p:spPr bwMode="auto">
          <a:xfrm>
            <a:off x="8675688" y="6392863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7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7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7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7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75"/>
                                        <p:tgtEl>
                                          <p:spTgt spid="17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17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1" dur="500"/>
                                        <p:tgtEl>
                                          <p:spTgt spid="17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6" dur="500"/>
                                        <p:tgtEl>
                                          <p:spTgt spid="17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75"/>
                                        <p:tgtEl>
                                          <p:spTgt spid="17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17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6" dur="500"/>
                                        <p:tgtEl>
                                          <p:spTgt spid="17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17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17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0" dur="500"/>
                                        <p:tgtEl>
                                          <p:spTgt spid="17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5" dur="500"/>
                                        <p:tgtEl>
                                          <p:spTgt spid="17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75"/>
                                        <p:tgtEl>
                                          <p:spTgt spid="17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 animBg="1"/>
      <p:bldP spid="17411" grpId="0" animBg="1"/>
      <p:bldP spid="17412" grpId="0" animBg="1"/>
      <p:bldP spid="17415" grpId="0" autoUpdateAnimBg="0"/>
      <p:bldP spid="17416" grpId="0" autoUpdateAnimBg="0"/>
      <p:bldP spid="17420" grpId="0" autoUpdateAnimBg="0"/>
      <p:bldP spid="17421" grpId="0" autoUpdateAnimBg="0"/>
      <p:bldP spid="17423" grpId="0" animBg="1"/>
      <p:bldP spid="17424" grpId="0" animBg="1"/>
      <p:bldP spid="17425" grpId="0" autoUpdateAnimBg="0"/>
      <p:bldP spid="17426" grpId="0" autoUpdateAnimBg="0"/>
      <p:bldP spid="17427" grpId="0" autoUpdateAnimBg="0"/>
      <p:bldP spid="17428" grpId="0" autoUpdateAnimBg="0"/>
      <p:bldP spid="17430" grpId="0" animBg="1"/>
      <p:bldP spid="17431" grpId="0" animBg="1"/>
      <p:bldP spid="17432" grpId="0" animBg="1"/>
      <p:bldP spid="17433" grpId="0" animBg="1"/>
      <p:bldP spid="17434" grpId="0" animBg="1"/>
      <p:bldP spid="17435" grpId="0" animBg="1"/>
      <p:bldP spid="17436" grpId="0" animBg="1"/>
      <p:bldP spid="17437" grpId="0" animBg="1"/>
      <p:bldP spid="17438" grpId="0" autoUpdateAnimBg="0"/>
      <p:bldP spid="17439" grpId="0" animBg="1"/>
      <p:bldP spid="17443" grpId="0" animBg="1"/>
      <p:bldP spid="17444" grpId="0" animBg="1"/>
      <p:bldP spid="17445" grpId="0" autoUpdateAnimBg="0"/>
      <p:bldP spid="17446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719138" y="657225"/>
            <a:ext cx="2628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位相差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430080" name="Object 1024"/>
          <p:cNvGraphicFramePr>
            <a:graphicFrameLocks noChangeAspect="1"/>
          </p:cNvGraphicFramePr>
          <p:nvPr/>
        </p:nvGraphicFramePr>
        <p:xfrm>
          <a:off x="2592388" y="358775"/>
          <a:ext cx="3232150" cy="119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06" name="Equation" r:id="rId3" imgW="3302000" imgH="1130300" progId="Equation.DSMT4">
                  <p:embed/>
                </p:oleObj>
              </mc:Choice>
              <mc:Fallback>
                <p:oleObj name="Equation" r:id="rId3" imgW="3302000" imgH="1130300" progId="Equation.DSMT4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2388" y="358775"/>
                        <a:ext cx="3232150" cy="1198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081" name="Object 1025"/>
          <p:cNvGraphicFramePr>
            <a:graphicFrameLocks noChangeAspect="1"/>
          </p:cNvGraphicFramePr>
          <p:nvPr/>
        </p:nvGraphicFramePr>
        <p:xfrm>
          <a:off x="6299200" y="806450"/>
          <a:ext cx="9715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07" name="Equation" r:id="rId5" imgW="901309" imgH="406224" progId="Equation.DSMT4">
                  <p:embed/>
                </p:oleObj>
              </mc:Choice>
              <mc:Fallback>
                <p:oleObj name="Equation" r:id="rId5" imgW="901309" imgH="406224" progId="Equation.DSMT4">
                  <p:embed/>
                  <p:pic>
                    <p:nvPicPr>
                      <p:cNvPr id="0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9200" y="806450"/>
                        <a:ext cx="9715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082" name="Object 1026"/>
          <p:cNvGraphicFramePr>
            <a:graphicFrameLocks noChangeAspect="1"/>
          </p:cNvGraphicFramePr>
          <p:nvPr/>
        </p:nvGraphicFramePr>
        <p:xfrm>
          <a:off x="1173163" y="2338388"/>
          <a:ext cx="109855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08" name="Equation" r:id="rId7" imgW="800134" imgH="304830" progId="Equation.DSMT4">
                  <p:embed/>
                </p:oleObj>
              </mc:Choice>
              <mc:Fallback>
                <p:oleObj name="Equation" r:id="rId7" imgW="800134" imgH="304830" progId="Equation.DSMT4">
                  <p:embed/>
                  <p:pic>
                    <p:nvPicPr>
                      <p:cNvPr id="0" name="Object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3163" y="2338388"/>
                        <a:ext cx="1098550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8" name="Text Box 6"/>
          <p:cNvSpPr txBox="1">
            <a:spLocks noChangeArrowheads="1"/>
          </p:cNvSpPr>
          <p:nvPr/>
        </p:nvSpPr>
        <p:spPr bwMode="auto">
          <a:xfrm>
            <a:off x="2735263" y="1855788"/>
            <a:ext cx="3352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（或</a:t>
            </a:r>
            <a:r>
              <a:rPr lang="en-US" altLang="zh-CN" sz="2800" b="1"/>
              <a:t>2</a:t>
            </a:r>
            <a:r>
              <a:rPr lang="en-US" altLang="zh-CN" sz="2800" b="1" i="1">
                <a:sym typeface="Symbol" panose="05050102010706020507" pitchFamily="18" charset="2"/>
              </a:rPr>
              <a:t></a:t>
            </a:r>
            <a:r>
              <a:rPr lang="zh-CN" altLang="en-US" sz="2800" b="1">
                <a:sym typeface="Symbol" panose="05050102010706020507" pitchFamily="18" charset="2"/>
              </a:rPr>
              <a:t>的整数倍）</a:t>
            </a:r>
            <a:endParaRPr lang="zh-CN" altLang="en-US" sz="2800" b="1"/>
          </a:p>
        </p:txBody>
      </p:sp>
      <p:sp>
        <p:nvSpPr>
          <p:cNvPr id="18439" name="Rectangle 7"/>
          <p:cNvSpPr>
            <a:spLocks noChangeArrowheads="1"/>
          </p:cNvSpPr>
          <p:nvPr/>
        </p:nvSpPr>
        <p:spPr bwMode="auto">
          <a:xfrm>
            <a:off x="2633663" y="2389188"/>
            <a:ext cx="3810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 </a:t>
            </a:r>
            <a:r>
              <a:rPr lang="zh-CN" altLang="en-US" sz="2800" b="1"/>
              <a:t>（或</a:t>
            </a:r>
            <a:r>
              <a:rPr lang="zh-CN" altLang="en-US" sz="2800" b="1" i="1">
                <a:sym typeface="Symbol" panose="05050102010706020507" pitchFamily="18" charset="2"/>
              </a:rPr>
              <a:t> </a:t>
            </a:r>
            <a:r>
              <a:rPr lang="zh-CN" altLang="en-US" sz="2800" b="1">
                <a:sym typeface="Symbol" panose="05050102010706020507" pitchFamily="18" charset="2"/>
              </a:rPr>
              <a:t>的奇数倍）</a:t>
            </a:r>
            <a:endParaRPr lang="zh-CN" altLang="en-US" sz="2800" b="1"/>
          </a:p>
        </p:txBody>
      </p:sp>
      <p:sp>
        <p:nvSpPr>
          <p:cNvPr id="18440" name="Text Box 8"/>
          <p:cNvSpPr txBox="1">
            <a:spLocks noChangeArrowheads="1"/>
          </p:cNvSpPr>
          <p:nvPr/>
        </p:nvSpPr>
        <p:spPr bwMode="auto">
          <a:xfrm>
            <a:off x="3311525" y="2846388"/>
            <a:ext cx="3276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i="1"/>
              <a:t>x</a:t>
            </a:r>
            <a:r>
              <a:rPr lang="en-US" altLang="zh-CN" sz="2800" b="1" baseline="-25000"/>
              <a:t>2</a:t>
            </a:r>
            <a:r>
              <a:rPr lang="en-US" altLang="zh-CN" sz="2800"/>
              <a:t> </a:t>
            </a:r>
            <a:r>
              <a:rPr lang="zh-CN" altLang="en-US" sz="2800" b="1"/>
              <a:t>比 </a:t>
            </a:r>
            <a:r>
              <a:rPr lang="en-US" altLang="zh-CN" b="1" i="1"/>
              <a:t>x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 </a:t>
            </a:r>
            <a:r>
              <a:rPr lang="zh-CN" altLang="en-US" sz="2800" b="1"/>
              <a:t>超前</a:t>
            </a:r>
            <a:r>
              <a:rPr lang="zh-CN" altLang="en-US" sz="2800" b="1">
                <a:sym typeface="Symbol" panose="05050102010706020507" pitchFamily="18" charset="2"/>
              </a:rPr>
              <a:t> </a:t>
            </a:r>
            <a:r>
              <a:rPr lang="zh-CN" altLang="en-US" sz="2800" b="1" i="1">
                <a:sym typeface="Symbol" panose="05050102010706020507" pitchFamily="18" charset="2"/>
              </a:rPr>
              <a:t></a:t>
            </a:r>
            <a:endParaRPr lang="zh-CN" altLang="en-US" sz="2400" b="1" i="1"/>
          </a:p>
        </p:txBody>
      </p:sp>
      <p:sp>
        <p:nvSpPr>
          <p:cNvPr id="18441" name="Text Box 9"/>
          <p:cNvSpPr txBox="1">
            <a:spLocks noChangeArrowheads="1"/>
          </p:cNvSpPr>
          <p:nvPr/>
        </p:nvSpPr>
        <p:spPr bwMode="auto">
          <a:xfrm>
            <a:off x="1008063" y="4495800"/>
            <a:ext cx="36353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当 </a:t>
            </a:r>
            <a:r>
              <a:rPr lang="zh-CN" altLang="en-US" sz="2800" b="1" i="1">
                <a:sym typeface="Symbol" panose="05050102010706020507" pitchFamily="18" charset="2"/>
              </a:rPr>
              <a:t></a:t>
            </a:r>
            <a:r>
              <a:rPr lang="zh-CN" altLang="en-US" b="1"/>
              <a:t> </a:t>
            </a:r>
            <a:r>
              <a:rPr lang="en-US" altLang="zh-CN" b="1"/>
              <a:t>&gt; </a:t>
            </a:r>
            <a:r>
              <a:rPr lang="en-US" altLang="zh-CN" b="1" i="1">
                <a:sym typeface="Symbol" panose="05050102010706020507" pitchFamily="18" charset="2"/>
              </a:rPr>
              <a:t></a:t>
            </a:r>
            <a:r>
              <a:rPr lang="en-US" altLang="zh-CN" sz="2800" b="1"/>
              <a:t> </a:t>
            </a:r>
            <a:r>
              <a:rPr lang="zh-CN" altLang="en-US" sz="2800" b="1"/>
              <a:t>时， </a:t>
            </a:r>
          </a:p>
        </p:txBody>
      </p:sp>
      <p:graphicFrame>
        <p:nvGraphicFramePr>
          <p:cNvPr id="430083" name="Object 1027"/>
          <p:cNvGraphicFramePr>
            <a:graphicFrameLocks noChangeAspect="1"/>
          </p:cNvGraphicFramePr>
          <p:nvPr/>
        </p:nvGraphicFramePr>
        <p:xfrm>
          <a:off x="4376738" y="5229225"/>
          <a:ext cx="719137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09" name="Equation" r:id="rId9" imgW="545863" imgH="761669" progId="Equation.DSMT4">
                  <p:embed/>
                </p:oleObj>
              </mc:Choice>
              <mc:Fallback>
                <p:oleObj name="Equation" r:id="rId9" imgW="545863" imgH="761669" progId="Equation.DSMT4">
                  <p:embed/>
                  <p:pic>
                    <p:nvPicPr>
                      <p:cNvPr id="0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6738" y="5229225"/>
                        <a:ext cx="719137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3" name="Rectangle 11"/>
          <p:cNvSpPr>
            <a:spLocks noChangeArrowheads="1"/>
          </p:cNvSpPr>
          <p:nvPr/>
        </p:nvSpPr>
        <p:spPr bwMode="auto">
          <a:xfrm>
            <a:off x="1008063" y="5300663"/>
            <a:ext cx="4572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一般不说</a:t>
            </a:r>
            <a:r>
              <a:rPr lang="en-US" altLang="zh-CN" b="1" i="1"/>
              <a:t>x</a:t>
            </a:r>
            <a:r>
              <a:rPr lang="en-US" altLang="zh-CN" sz="2400" b="1" baseline="-25000"/>
              <a:t>2</a:t>
            </a:r>
            <a:r>
              <a:rPr lang="zh-CN" altLang="en-US" sz="2800" b="1"/>
              <a:t>比</a:t>
            </a:r>
            <a:r>
              <a:rPr lang="zh-CN" altLang="en-US" sz="2400" b="1"/>
              <a:t> </a:t>
            </a:r>
            <a:r>
              <a:rPr lang="en-US" altLang="zh-CN" b="1" i="1"/>
              <a:t>x</a:t>
            </a:r>
            <a:r>
              <a:rPr lang="en-US" altLang="zh-CN" sz="2400" b="1" baseline="-25000"/>
              <a:t>1</a:t>
            </a:r>
            <a:r>
              <a:rPr lang="zh-CN" altLang="en-US" sz="2800" b="1"/>
              <a:t>超前</a:t>
            </a:r>
          </a:p>
        </p:txBody>
      </p:sp>
      <p:graphicFrame>
        <p:nvGraphicFramePr>
          <p:cNvPr id="430084" name="Object 1028"/>
          <p:cNvGraphicFramePr>
            <a:graphicFrameLocks noChangeAspect="1"/>
          </p:cNvGraphicFramePr>
          <p:nvPr/>
        </p:nvGraphicFramePr>
        <p:xfrm>
          <a:off x="4067175" y="5913438"/>
          <a:ext cx="509588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10" name="Equation" r:id="rId11" imgW="368140" imgH="761669" progId="Equation.DSMT4">
                  <p:embed/>
                </p:oleObj>
              </mc:Choice>
              <mc:Fallback>
                <p:oleObj name="Equation" r:id="rId11" imgW="368140" imgH="761669" progId="Equation.DSMT4">
                  <p:embed/>
                  <p:pic>
                    <p:nvPicPr>
                      <p:cNvPr id="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5913438"/>
                        <a:ext cx="509588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6" name="AutoShape 14"/>
          <p:cNvSpPr>
            <a:spLocks/>
          </p:cNvSpPr>
          <p:nvPr/>
        </p:nvSpPr>
        <p:spPr bwMode="auto">
          <a:xfrm>
            <a:off x="2238375" y="2008188"/>
            <a:ext cx="228600" cy="1219200"/>
          </a:xfrm>
          <a:prstGeom prst="leftBrace">
            <a:avLst>
              <a:gd name="adj1" fmla="val 44444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8447" name="AutoShape 15"/>
          <p:cNvSpPr>
            <a:spLocks/>
          </p:cNvSpPr>
          <p:nvPr/>
        </p:nvSpPr>
        <p:spPr bwMode="auto">
          <a:xfrm>
            <a:off x="2286000" y="549275"/>
            <a:ext cx="198438" cy="827088"/>
          </a:xfrm>
          <a:prstGeom prst="leftBrace">
            <a:avLst>
              <a:gd name="adj1" fmla="val 34733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aphicFrame>
        <p:nvGraphicFramePr>
          <p:cNvPr id="430085" name="Object 1029"/>
          <p:cNvGraphicFramePr>
            <a:graphicFrameLocks noChangeAspect="1"/>
          </p:cNvGraphicFramePr>
          <p:nvPr/>
        </p:nvGraphicFramePr>
        <p:xfrm>
          <a:off x="2592388" y="1963738"/>
          <a:ext cx="257175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11" name="Equation" r:id="rId13" imgW="228501" imgH="342751" progId="Equation.DSMT4">
                  <p:embed/>
                </p:oleObj>
              </mc:Choice>
              <mc:Fallback>
                <p:oleObj name="Equation" r:id="rId13" imgW="228501" imgH="342751" progId="Equation.DSMT4">
                  <p:embed/>
                  <p:pic>
                    <p:nvPicPr>
                      <p:cNvPr id="0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2388" y="1963738"/>
                        <a:ext cx="257175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086" name="Object 1030"/>
          <p:cNvGraphicFramePr>
            <a:graphicFrameLocks noChangeAspect="1"/>
          </p:cNvGraphicFramePr>
          <p:nvPr/>
        </p:nvGraphicFramePr>
        <p:xfrm>
          <a:off x="2484438" y="2528888"/>
          <a:ext cx="3968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12" name="Equation" r:id="rId15" imgW="139700" imgH="139700" progId="Equation.DSMT4">
                  <p:embed/>
                </p:oleObj>
              </mc:Choice>
              <mc:Fallback>
                <p:oleObj name="Equation" r:id="rId15" imgW="139700" imgH="139700" progId="Equation.DSMT4">
                  <p:embed/>
                  <p:pic>
                    <p:nvPicPr>
                      <p:cNvPr id="0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2528888"/>
                        <a:ext cx="39687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087" name="Object 1031"/>
          <p:cNvGraphicFramePr>
            <a:graphicFrameLocks noChangeAspect="1"/>
          </p:cNvGraphicFramePr>
          <p:nvPr/>
        </p:nvGraphicFramePr>
        <p:xfrm>
          <a:off x="2568575" y="3021013"/>
          <a:ext cx="52705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13" name="Equation" r:id="rId17" imgW="545863" imgH="342751" progId="Equation.DSMT4">
                  <p:embed/>
                </p:oleObj>
              </mc:Choice>
              <mc:Fallback>
                <p:oleObj name="Equation" r:id="rId17" imgW="545863" imgH="342751" progId="Equation.DSMT4">
                  <p:embed/>
                  <p:pic>
                    <p:nvPicPr>
                      <p:cNvPr id="0" name="Object 10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8575" y="3021013"/>
                        <a:ext cx="527050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1" name="Rectangle 19"/>
          <p:cNvSpPr>
            <a:spLocks noChangeArrowheads="1"/>
          </p:cNvSpPr>
          <p:nvPr/>
        </p:nvSpPr>
        <p:spPr bwMode="auto">
          <a:xfrm>
            <a:off x="5795963" y="1819275"/>
            <a:ext cx="243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步调一致 </a:t>
            </a:r>
          </a:p>
        </p:txBody>
      </p:sp>
      <p:sp>
        <p:nvSpPr>
          <p:cNvPr id="18452" name="Rectangle 20"/>
          <p:cNvSpPr>
            <a:spLocks noChangeArrowheads="1"/>
          </p:cNvSpPr>
          <p:nvPr/>
        </p:nvSpPr>
        <p:spPr bwMode="auto">
          <a:xfrm>
            <a:off x="5845175" y="2344738"/>
            <a:ext cx="25431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步调相反</a:t>
            </a:r>
          </a:p>
        </p:txBody>
      </p:sp>
      <p:sp>
        <p:nvSpPr>
          <p:cNvPr id="18453" name="Rectangle 21"/>
          <p:cNvSpPr>
            <a:spLocks noChangeArrowheads="1"/>
          </p:cNvSpPr>
          <p:nvPr/>
        </p:nvSpPr>
        <p:spPr bwMode="auto">
          <a:xfrm>
            <a:off x="1036638" y="6021388"/>
            <a:ext cx="38957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而说 </a:t>
            </a:r>
            <a:r>
              <a:rPr lang="en-US" altLang="zh-CN" b="1" i="1"/>
              <a:t>x</a:t>
            </a:r>
            <a:r>
              <a:rPr lang="en-US" altLang="zh-CN" sz="2400" b="1" baseline="-25000"/>
              <a:t>1</a:t>
            </a:r>
            <a:r>
              <a:rPr lang="en-US" altLang="zh-CN" sz="2800" b="1"/>
              <a:t> </a:t>
            </a:r>
            <a:r>
              <a:rPr lang="zh-CN" altLang="en-US" sz="2800" b="1"/>
              <a:t>比 </a:t>
            </a:r>
            <a:r>
              <a:rPr lang="en-US" altLang="zh-CN" b="1" i="1"/>
              <a:t>x</a:t>
            </a:r>
            <a:r>
              <a:rPr lang="en-US" altLang="zh-CN" sz="2400" b="1" baseline="-25000"/>
              <a:t>2</a:t>
            </a:r>
            <a:r>
              <a:rPr lang="en-US" altLang="zh-CN" sz="2800" b="1"/>
              <a:t> </a:t>
            </a:r>
            <a:r>
              <a:rPr lang="zh-CN" altLang="en-US" sz="2800" b="1"/>
              <a:t>超前</a:t>
            </a:r>
          </a:p>
        </p:txBody>
      </p:sp>
      <p:graphicFrame>
        <p:nvGraphicFramePr>
          <p:cNvPr id="430088" name="Object 1032"/>
          <p:cNvGraphicFramePr>
            <a:graphicFrameLocks noChangeAspect="1"/>
          </p:cNvGraphicFramePr>
          <p:nvPr/>
        </p:nvGraphicFramePr>
        <p:xfrm>
          <a:off x="7380288" y="728663"/>
          <a:ext cx="122396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14" name="Equation" r:id="rId19" imgW="1129810" imgH="482391" progId="Equation.DSMT4">
                  <p:embed/>
                </p:oleObj>
              </mc:Choice>
              <mc:Fallback>
                <p:oleObj name="Equation" r:id="rId19" imgW="1129810" imgH="482391" progId="Equation.DSMT4">
                  <p:embed/>
                  <p:pic>
                    <p:nvPicPr>
                      <p:cNvPr id="0" name="Object 10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0288" y="728663"/>
                        <a:ext cx="1223962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5" name="Rectangle 23"/>
          <p:cNvSpPr>
            <a:spLocks noChangeArrowheads="1"/>
          </p:cNvSpPr>
          <p:nvPr/>
        </p:nvSpPr>
        <p:spPr bwMode="auto">
          <a:xfrm>
            <a:off x="3275013" y="3367088"/>
            <a:ext cx="39782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或 </a:t>
            </a:r>
            <a:r>
              <a:rPr lang="en-US" altLang="zh-CN" b="1" i="1"/>
              <a:t>x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 </a:t>
            </a:r>
            <a:r>
              <a:rPr lang="zh-CN" altLang="en-US" sz="2800" b="1"/>
              <a:t>比 </a:t>
            </a:r>
            <a:r>
              <a:rPr lang="en-US" altLang="zh-CN" b="1" i="1"/>
              <a:t>x</a:t>
            </a:r>
            <a:r>
              <a:rPr lang="en-US" altLang="zh-CN" sz="2800" b="1" baseline="-25000"/>
              <a:t>2</a:t>
            </a:r>
            <a:r>
              <a:rPr lang="en-US" altLang="zh-CN" sz="2800"/>
              <a:t> </a:t>
            </a:r>
            <a:r>
              <a:rPr lang="zh-CN" altLang="en-US" sz="2800" b="1"/>
              <a:t>落后</a:t>
            </a:r>
            <a:r>
              <a:rPr lang="zh-CN" altLang="en-US" sz="2800" b="1" i="1">
                <a:sym typeface="Symbol" panose="05050102010706020507" pitchFamily="18" charset="2"/>
              </a:rPr>
              <a:t></a:t>
            </a:r>
          </a:p>
        </p:txBody>
      </p:sp>
      <p:sp>
        <p:nvSpPr>
          <p:cNvPr id="18456" name="AutoShape 24"/>
          <p:cNvSpPr>
            <a:spLocks noChangeArrowheads="1"/>
          </p:cNvSpPr>
          <p:nvPr/>
        </p:nvSpPr>
        <p:spPr bwMode="auto">
          <a:xfrm>
            <a:off x="457200" y="3429000"/>
            <a:ext cx="1738313" cy="1066800"/>
          </a:xfrm>
          <a:prstGeom prst="irregularSeal1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b="1"/>
              <a:t> </a:t>
            </a:r>
            <a:r>
              <a:rPr kumimoji="0" lang="zh-CN" altLang="en-US" b="1"/>
              <a:t>注意 </a:t>
            </a:r>
          </a:p>
        </p:txBody>
      </p:sp>
      <p:grpSp>
        <p:nvGrpSpPr>
          <p:cNvPr id="2" name="Group 46"/>
          <p:cNvGrpSpPr>
            <a:grpSpLocks/>
          </p:cNvGrpSpPr>
          <p:nvPr/>
        </p:nvGrpSpPr>
        <p:grpSpPr bwMode="auto">
          <a:xfrm>
            <a:off x="5907088" y="3946525"/>
            <a:ext cx="2589212" cy="2543175"/>
            <a:chOff x="3721" y="2486"/>
            <a:chExt cx="1631" cy="1602"/>
          </a:xfrm>
        </p:grpSpPr>
        <p:grpSp>
          <p:nvGrpSpPr>
            <p:cNvPr id="25631" name="Group 45"/>
            <p:cNvGrpSpPr>
              <a:grpSpLocks/>
            </p:cNvGrpSpPr>
            <p:nvPr/>
          </p:nvGrpSpPr>
          <p:grpSpPr bwMode="auto">
            <a:xfrm>
              <a:off x="3721" y="2486"/>
              <a:ext cx="1631" cy="1602"/>
              <a:chOff x="3719" y="2486"/>
              <a:chExt cx="1631" cy="1602"/>
            </a:xfrm>
          </p:grpSpPr>
          <p:sp>
            <p:nvSpPr>
              <p:cNvPr id="25633" name="Oval 26"/>
              <p:cNvSpPr>
                <a:spLocks noChangeArrowheads="1"/>
              </p:cNvSpPr>
              <p:nvPr/>
            </p:nvSpPr>
            <p:spPr bwMode="auto">
              <a:xfrm>
                <a:off x="3719" y="2614"/>
                <a:ext cx="1104" cy="1082"/>
              </a:xfrm>
              <a:prstGeom prst="ellipse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25634" name="Line 27"/>
              <p:cNvSpPr>
                <a:spLocks noChangeShapeType="1"/>
              </p:cNvSpPr>
              <p:nvPr/>
            </p:nvSpPr>
            <p:spPr bwMode="auto">
              <a:xfrm>
                <a:off x="4295" y="3129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35" name="Line 28"/>
              <p:cNvSpPr>
                <a:spLocks noChangeShapeType="1"/>
              </p:cNvSpPr>
              <p:nvPr/>
            </p:nvSpPr>
            <p:spPr bwMode="auto">
              <a:xfrm>
                <a:off x="4295" y="3129"/>
                <a:ext cx="0" cy="56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25636" name="Object 1035"/>
              <p:cNvGraphicFramePr>
                <a:graphicFrameLocks noChangeAspect="1"/>
              </p:cNvGraphicFramePr>
              <p:nvPr/>
            </p:nvGraphicFramePr>
            <p:xfrm>
              <a:off x="3925" y="3649"/>
              <a:ext cx="745" cy="4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915" name="Equation" r:id="rId21" imgW="1346200" imgH="762000" progId="Equation.DSMT4">
                      <p:embed/>
                    </p:oleObj>
                  </mc:Choice>
                  <mc:Fallback>
                    <p:oleObj name="Equation" r:id="rId21" imgW="1346200" imgH="762000" progId="Equation.DSMT4">
                      <p:embed/>
                      <p:pic>
                        <p:nvPicPr>
                          <p:cNvPr id="0" name="Object 103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25" y="3649"/>
                            <a:ext cx="745" cy="43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37" name="Object 1036"/>
              <p:cNvGraphicFramePr>
                <a:graphicFrameLocks noChangeAspect="1"/>
              </p:cNvGraphicFramePr>
              <p:nvPr/>
            </p:nvGraphicFramePr>
            <p:xfrm>
              <a:off x="4813" y="3142"/>
              <a:ext cx="537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916" name="Equation" r:id="rId23" imgW="990170" imgH="482391" progId="Equation.DSMT4">
                      <p:embed/>
                    </p:oleObj>
                  </mc:Choice>
                  <mc:Fallback>
                    <p:oleObj name="Equation" r:id="rId23" imgW="990170" imgH="482391" progId="Equation.DSMT4">
                      <p:embed/>
                      <p:pic>
                        <p:nvPicPr>
                          <p:cNvPr id="0" name="Object 103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13" y="3142"/>
                            <a:ext cx="537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638" name="Arc 31"/>
              <p:cNvSpPr>
                <a:spLocks/>
              </p:cNvSpPr>
              <p:nvPr/>
            </p:nvSpPr>
            <p:spPr bwMode="auto">
              <a:xfrm flipH="1" flipV="1">
                <a:off x="4151" y="2871"/>
                <a:ext cx="240" cy="413"/>
              </a:xfrm>
              <a:custGeom>
                <a:avLst/>
                <a:gdLst>
                  <a:gd name="T0" fmla="*/ 0 w 43200"/>
                  <a:gd name="T1" fmla="*/ 0 h 43200"/>
                  <a:gd name="T2" fmla="*/ 0 w 43200"/>
                  <a:gd name="T3" fmla="*/ 0 h 43200"/>
                  <a:gd name="T4" fmla="*/ 0 w 432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43200"/>
                  <a:gd name="T11" fmla="*/ 43200 w 432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43200" fill="none" extrusionOk="0">
                    <a:moveTo>
                      <a:pt x="17957" y="309"/>
                    </a:moveTo>
                    <a:cubicBezTo>
                      <a:pt x="19160" y="103"/>
                      <a:pt x="20379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9058"/>
                      <a:pt x="448" y="16537"/>
                      <a:pt x="1324" y="14151"/>
                    </a:cubicBezTo>
                  </a:path>
                  <a:path w="43200" h="43200" stroke="0" extrusionOk="0">
                    <a:moveTo>
                      <a:pt x="17957" y="309"/>
                    </a:moveTo>
                    <a:cubicBezTo>
                      <a:pt x="19160" y="103"/>
                      <a:pt x="20379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9058"/>
                      <a:pt x="448" y="16537"/>
                      <a:pt x="1324" y="14151"/>
                    </a:cubicBezTo>
                    <a:lnTo>
                      <a:pt x="21600" y="21600"/>
                    </a:lnTo>
                    <a:lnTo>
                      <a:pt x="17957" y="309"/>
                    </a:lnTo>
                    <a:close/>
                  </a:path>
                </a:pathLst>
              </a:custGeom>
              <a:noFill/>
              <a:ln w="38100">
                <a:solidFill>
                  <a:srgbClr val="FF330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25639" name="Object 1037"/>
              <p:cNvGraphicFramePr>
                <a:graphicFrameLocks noChangeAspect="1"/>
              </p:cNvGraphicFramePr>
              <p:nvPr/>
            </p:nvGraphicFramePr>
            <p:xfrm>
              <a:off x="4724" y="2486"/>
              <a:ext cx="329" cy="34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917" name="Equation" r:id="rId25" imgW="47543" imgH="38070" progId="Equation.DSMT4">
                      <p:embed/>
                    </p:oleObj>
                  </mc:Choice>
                  <mc:Fallback>
                    <p:oleObj name="Equation" r:id="rId25" imgW="47543" imgH="38070" progId="Equation.DSMT4">
                      <p:embed/>
                      <p:pic>
                        <p:nvPicPr>
                          <p:cNvPr id="0" name="Object 103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24" y="2486"/>
                            <a:ext cx="329" cy="34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5632" name="Arc 33"/>
            <p:cNvSpPr>
              <a:spLocks/>
            </p:cNvSpPr>
            <p:nvPr/>
          </p:nvSpPr>
          <p:spPr bwMode="auto">
            <a:xfrm>
              <a:off x="4343" y="2624"/>
              <a:ext cx="518" cy="518"/>
            </a:xfrm>
            <a:custGeom>
              <a:avLst/>
              <a:gdLst>
                <a:gd name="T0" fmla="*/ 0 w 19438"/>
                <a:gd name="T1" fmla="*/ 0 h 19414"/>
                <a:gd name="T2" fmla="*/ 0 w 19438"/>
                <a:gd name="T3" fmla="*/ 0 h 19414"/>
                <a:gd name="T4" fmla="*/ 0 w 19438"/>
                <a:gd name="T5" fmla="*/ 0 h 19414"/>
                <a:gd name="T6" fmla="*/ 0 60000 65536"/>
                <a:gd name="T7" fmla="*/ 0 60000 65536"/>
                <a:gd name="T8" fmla="*/ 0 60000 65536"/>
                <a:gd name="T9" fmla="*/ 0 w 19438"/>
                <a:gd name="T10" fmla="*/ 0 h 19414"/>
                <a:gd name="T11" fmla="*/ 19438 w 19438"/>
                <a:gd name="T12" fmla="*/ 19414 h 194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438" h="19414" fill="none" extrusionOk="0">
                  <a:moveTo>
                    <a:pt x="9468" y="-1"/>
                  </a:moveTo>
                  <a:cubicBezTo>
                    <a:pt x="13816" y="2120"/>
                    <a:pt x="17327" y="5640"/>
                    <a:pt x="19437" y="9994"/>
                  </a:cubicBezTo>
                </a:path>
                <a:path w="19438" h="19414" stroke="0" extrusionOk="0">
                  <a:moveTo>
                    <a:pt x="9468" y="-1"/>
                  </a:moveTo>
                  <a:cubicBezTo>
                    <a:pt x="13816" y="2120"/>
                    <a:pt x="17327" y="5640"/>
                    <a:pt x="19437" y="9994"/>
                  </a:cubicBezTo>
                  <a:lnTo>
                    <a:pt x="0" y="19414"/>
                  </a:lnTo>
                  <a:lnTo>
                    <a:pt x="9468" y="-1"/>
                  </a:lnTo>
                  <a:close/>
                </a:path>
              </a:pathLst>
            </a:custGeom>
            <a:noFill/>
            <a:ln w="38100">
              <a:solidFill>
                <a:srgbClr val="0000CC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430089" name="Object 1033"/>
          <p:cNvGraphicFramePr>
            <a:graphicFrameLocks noChangeAspect="1"/>
          </p:cNvGraphicFramePr>
          <p:nvPr/>
        </p:nvGraphicFramePr>
        <p:xfrm>
          <a:off x="3854450" y="4437063"/>
          <a:ext cx="1617663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18" name="Equation" r:id="rId27" imgW="1497950" imgH="761669" progId="Equation.DSMT4">
                  <p:embed/>
                </p:oleObj>
              </mc:Choice>
              <mc:Fallback>
                <p:oleObj name="Equation" r:id="rId27" imgW="1497950" imgH="761669" progId="Equation.DSMT4">
                  <p:embed/>
                  <p:pic>
                    <p:nvPicPr>
                      <p:cNvPr id="0" name="Object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4450" y="4437063"/>
                        <a:ext cx="1617663" cy="73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69" name="Line 37"/>
          <p:cNvSpPr>
            <a:spLocks noChangeShapeType="1"/>
          </p:cNvSpPr>
          <p:nvPr/>
        </p:nvSpPr>
        <p:spPr bwMode="auto">
          <a:xfrm>
            <a:off x="4211638" y="1557338"/>
            <a:ext cx="190500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70" name="Line 38"/>
          <p:cNvSpPr>
            <a:spLocks noChangeShapeType="1"/>
          </p:cNvSpPr>
          <p:nvPr/>
        </p:nvSpPr>
        <p:spPr bwMode="auto">
          <a:xfrm>
            <a:off x="4140200" y="860425"/>
            <a:ext cx="190500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72" name="Text Box 40"/>
          <p:cNvSpPr txBox="1">
            <a:spLocks noChangeArrowheads="1"/>
          </p:cNvSpPr>
          <p:nvPr/>
        </p:nvSpPr>
        <p:spPr bwMode="auto">
          <a:xfrm>
            <a:off x="3313113" y="4565650"/>
            <a:ext cx="20875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例 </a:t>
            </a:r>
          </a:p>
        </p:txBody>
      </p:sp>
      <p:graphicFrame>
        <p:nvGraphicFramePr>
          <p:cNvPr id="25629" name="Object 1034"/>
          <p:cNvGraphicFramePr>
            <a:graphicFrameLocks noChangeAspect="1"/>
          </p:cNvGraphicFramePr>
          <p:nvPr/>
        </p:nvGraphicFramePr>
        <p:xfrm>
          <a:off x="4514850" y="3340100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19" name="Equation" r:id="rId29" imgW="114102" imgH="177492" progId="Equation.DSMT4">
                  <p:embed/>
                </p:oleObj>
              </mc:Choice>
              <mc:Fallback>
                <p:oleObj name="Equation" r:id="rId29" imgW="114102" imgH="177492" progId="Equation.DSMT4">
                  <p:embed/>
                  <p:pic>
                    <p:nvPicPr>
                      <p:cNvPr id="0" name="Object 10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40100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30" name="Text Box 44"/>
          <p:cNvSpPr txBox="1">
            <a:spLocks noChangeArrowheads="1"/>
          </p:cNvSpPr>
          <p:nvPr/>
        </p:nvSpPr>
        <p:spPr bwMode="auto">
          <a:xfrm>
            <a:off x="8675688" y="6392863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8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30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30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30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30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75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75"/>
                                        <p:tgtEl>
                                          <p:spTgt spid="1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75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75"/>
                                        <p:tgtEl>
                                          <p:spTgt spid="1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75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75"/>
                                        <p:tgtEl>
                                          <p:spTgt spid="18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84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84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75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75"/>
                                        <p:tgtEl>
                                          <p:spTgt spid="18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75"/>
                            </p:stCondLst>
                            <p:childTnLst>
                              <p:par>
                                <p:cTn id="10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1" dur="500"/>
                                        <p:tgtEl>
                                          <p:spTgt spid="430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75"/>
                                        <p:tgtEl>
                                          <p:spTgt spid="1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825"/>
                            </p:stCondLst>
                            <p:childTnLst>
                              <p:par>
                                <p:cTn id="1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30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75"/>
                                        <p:tgtEl>
                                          <p:spTgt spid="1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675"/>
                            </p:stCondLst>
                            <p:childTnLst>
                              <p:par>
                                <p:cTn id="1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 autoUpdateAnimBg="0"/>
      <p:bldP spid="18438" grpId="0" autoUpdateAnimBg="0"/>
      <p:bldP spid="18439" grpId="0" autoUpdateAnimBg="0"/>
      <p:bldP spid="18440" grpId="0" autoUpdateAnimBg="0"/>
      <p:bldP spid="18441" grpId="0" autoUpdateAnimBg="0"/>
      <p:bldP spid="18443" grpId="0" autoUpdateAnimBg="0"/>
      <p:bldP spid="18446" grpId="0" animBg="1"/>
      <p:bldP spid="18447" grpId="0" animBg="1"/>
      <p:bldP spid="18451" grpId="0" autoUpdateAnimBg="0"/>
      <p:bldP spid="18452" grpId="0" autoUpdateAnimBg="0"/>
      <p:bldP spid="18453" grpId="0" autoUpdateAnimBg="0"/>
      <p:bldP spid="18455" grpId="0" autoUpdateAnimBg="0"/>
      <p:bldP spid="18456" grpId="0" animBg="1" autoUpdateAnimBg="0"/>
      <p:bldP spid="18469" grpId="0" animBg="1"/>
      <p:bldP spid="18470" grpId="0" animBg="1"/>
      <p:bldP spid="18472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179388" y="296863"/>
            <a:ext cx="846137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00CC"/>
                </a:solidFill>
              </a:rPr>
              <a:t>例</a:t>
            </a:r>
            <a:r>
              <a:rPr lang="en-US" altLang="zh-CN" sz="2800" b="1">
                <a:solidFill>
                  <a:srgbClr val="0000CC"/>
                </a:solidFill>
              </a:rPr>
              <a:t>2.</a:t>
            </a:r>
            <a:r>
              <a:rPr lang="en-US" altLang="zh-CN" sz="2800" b="1"/>
              <a:t> </a:t>
            </a:r>
            <a:r>
              <a:rPr lang="zh-CN" altLang="en-US" sz="2800" b="1"/>
              <a:t>一物体沿</a:t>
            </a:r>
            <a:r>
              <a:rPr lang="zh-CN" altLang="en-US" sz="2800" b="1" i="1"/>
              <a:t> </a:t>
            </a:r>
            <a:r>
              <a:rPr lang="en-US" altLang="zh-CN" sz="2800" b="1" i="1"/>
              <a:t>x </a:t>
            </a:r>
            <a:r>
              <a:rPr lang="zh-CN" altLang="en-US" sz="2800" b="1"/>
              <a:t>轴作简谐振动，</a:t>
            </a:r>
            <a:r>
              <a:rPr lang="en-US" altLang="zh-CN" sz="2800" b="1" i="1">
                <a:solidFill>
                  <a:srgbClr val="0000CC"/>
                </a:solidFill>
              </a:rPr>
              <a:t>A= </a:t>
            </a:r>
            <a:r>
              <a:rPr lang="en-US" altLang="zh-CN" sz="2800" b="1">
                <a:solidFill>
                  <a:srgbClr val="0000CC"/>
                </a:solidFill>
              </a:rPr>
              <a:t>12</a:t>
            </a:r>
            <a:r>
              <a:rPr lang="en-US" altLang="zh-CN" sz="2800">
                <a:solidFill>
                  <a:srgbClr val="0000CC"/>
                </a:solidFill>
              </a:rPr>
              <a:t>cm</a:t>
            </a:r>
            <a:r>
              <a:rPr lang="en-US" altLang="zh-CN" sz="2800" b="1">
                <a:solidFill>
                  <a:srgbClr val="0000CC"/>
                </a:solidFill>
              </a:rPr>
              <a:t>,</a:t>
            </a:r>
            <a:r>
              <a:rPr lang="en-US" altLang="zh-CN" sz="2800">
                <a:solidFill>
                  <a:srgbClr val="0000CC"/>
                </a:solidFill>
              </a:rPr>
              <a:t> </a:t>
            </a:r>
            <a:r>
              <a:rPr lang="en-US" altLang="zh-CN" sz="2800" b="1" i="1">
                <a:solidFill>
                  <a:srgbClr val="0000CC"/>
                </a:solidFill>
              </a:rPr>
              <a:t>T = </a:t>
            </a:r>
            <a:r>
              <a:rPr lang="en-US" altLang="zh-CN" sz="2800" b="1">
                <a:solidFill>
                  <a:srgbClr val="0000CC"/>
                </a:solidFill>
              </a:rPr>
              <a:t>2</a:t>
            </a:r>
            <a:r>
              <a:rPr lang="en-US" altLang="zh-CN" sz="2800">
                <a:solidFill>
                  <a:srgbClr val="0000CC"/>
                </a:solidFill>
              </a:rPr>
              <a:t>s</a:t>
            </a:r>
            <a:endParaRPr lang="en-US" altLang="zh-CN" sz="2400" i="1">
              <a:solidFill>
                <a:srgbClr val="0000CC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        </a:t>
            </a:r>
            <a:r>
              <a:rPr lang="zh-CN" altLang="en-US" sz="2800" b="1"/>
              <a:t>当</a:t>
            </a:r>
            <a:r>
              <a:rPr lang="en-US" altLang="zh-CN" sz="2800" b="1" i="1">
                <a:solidFill>
                  <a:srgbClr val="0000CC"/>
                </a:solidFill>
              </a:rPr>
              <a:t>t</a:t>
            </a:r>
            <a:r>
              <a:rPr lang="en-US" altLang="zh-CN" sz="2800" b="1">
                <a:solidFill>
                  <a:srgbClr val="0000CC"/>
                </a:solidFill>
              </a:rPr>
              <a:t> = 0</a:t>
            </a:r>
            <a:r>
              <a:rPr lang="zh-CN" altLang="en-US" sz="2800" b="1">
                <a:solidFill>
                  <a:srgbClr val="0000CC"/>
                </a:solidFill>
              </a:rPr>
              <a:t>时</a:t>
            </a:r>
            <a:r>
              <a:rPr lang="en-US" altLang="zh-CN" sz="2800" b="1">
                <a:solidFill>
                  <a:srgbClr val="0000CC"/>
                </a:solidFill>
              </a:rPr>
              <a:t>, </a:t>
            </a:r>
            <a:r>
              <a:rPr lang="en-US" altLang="zh-CN" b="1" i="1">
                <a:solidFill>
                  <a:srgbClr val="0000CC"/>
                </a:solidFill>
              </a:rPr>
              <a:t>x</a:t>
            </a:r>
            <a:r>
              <a:rPr lang="en-US" altLang="zh-CN" sz="2800" b="1" baseline="-25000">
                <a:solidFill>
                  <a:srgbClr val="0000CC"/>
                </a:solidFill>
              </a:rPr>
              <a:t>0</a:t>
            </a:r>
            <a:r>
              <a:rPr lang="en-US" altLang="zh-CN" sz="2800" b="1">
                <a:solidFill>
                  <a:srgbClr val="0000CC"/>
                </a:solidFill>
              </a:rPr>
              <a:t>= 6 </a:t>
            </a:r>
            <a:r>
              <a:rPr lang="en-US" altLang="zh-CN" sz="2800">
                <a:solidFill>
                  <a:srgbClr val="0000CC"/>
                </a:solidFill>
              </a:rPr>
              <a:t>cm</a:t>
            </a:r>
            <a:r>
              <a:rPr lang="en-US" altLang="zh-CN" sz="2800" b="1"/>
              <a:t>, </a:t>
            </a:r>
            <a:r>
              <a:rPr lang="zh-CN" altLang="en-US" sz="2800" b="1"/>
              <a:t>且向</a:t>
            </a:r>
            <a:r>
              <a:rPr lang="en-US" altLang="zh-CN" sz="2800" b="1" i="1"/>
              <a:t>x</a:t>
            </a:r>
            <a:r>
              <a:rPr lang="zh-CN" altLang="en-US" sz="2800" b="1"/>
              <a:t>正方向运动。</a:t>
            </a:r>
          </a:p>
        </p:txBody>
      </p:sp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719138" y="2333625"/>
            <a:ext cx="54006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解：（</a:t>
            </a:r>
            <a:r>
              <a:rPr lang="en-US" altLang="zh-CN" sz="2800" b="1"/>
              <a:t>1</a:t>
            </a:r>
            <a:r>
              <a:rPr lang="zh-CN" altLang="en-US" sz="2800" b="1"/>
              <a:t>）由旋转矢量图看</a:t>
            </a:r>
          </a:p>
        </p:txBody>
      </p:sp>
      <p:sp>
        <p:nvSpPr>
          <p:cNvPr id="20484" name="Oval 4"/>
          <p:cNvSpPr>
            <a:spLocks noChangeArrowheads="1"/>
          </p:cNvSpPr>
          <p:nvPr/>
        </p:nvSpPr>
        <p:spPr bwMode="auto">
          <a:xfrm>
            <a:off x="5465763" y="2492375"/>
            <a:ext cx="1806575" cy="1800225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20485" name="Line 5"/>
          <p:cNvSpPr>
            <a:spLocks noChangeShapeType="1"/>
          </p:cNvSpPr>
          <p:nvPr/>
        </p:nvSpPr>
        <p:spPr bwMode="auto">
          <a:xfrm>
            <a:off x="5148263" y="3419475"/>
            <a:ext cx="2895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31104" name="Object 0"/>
          <p:cNvGraphicFramePr>
            <a:graphicFrameLocks noChangeAspect="1"/>
          </p:cNvGraphicFramePr>
          <p:nvPr/>
        </p:nvGraphicFramePr>
        <p:xfrm>
          <a:off x="7632700" y="3465513"/>
          <a:ext cx="990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44" name="Equation" r:id="rId3" imgW="990600" imgH="419100" progId="Equation.DSMT4">
                  <p:embed/>
                </p:oleObj>
              </mc:Choice>
              <mc:Fallback>
                <p:oleObj name="Equation" r:id="rId3" imgW="990600" imgH="419100" progId="Equation.DSMT4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2700" y="3465513"/>
                        <a:ext cx="9906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7" name="Line 7"/>
          <p:cNvSpPr>
            <a:spLocks noChangeShapeType="1"/>
          </p:cNvSpPr>
          <p:nvPr/>
        </p:nvSpPr>
        <p:spPr bwMode="auto">
          <a:xfrm flipH="1">
            <a:off x="6837363" y="2581275"/>
            <a:ext cx="0" cy="15240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8" name="Line 8"/>
          <p:cNvSpPr>
            <a:spLocks noChangeShapeType="1"/>
          </p:cNvSpPr>
          <p:nvPr/>
        </p:nvSpPr>
        <p:spPr bwMode="auto">
          <a:xfrm flipV="1">
            <a:off x="6303963" y="2581275"/>
            <a:ext cx="533400" cy="8382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9" name="Line 9"/>
          <p:cNvSpPr>
            <a:spLocks noChangeShapeType="1"/>
          </p:cNvSpPr>
          <p:nvPr/>
        </p:nvSpPr>
        <p:spPr bwMode="auto">
          <a:xfrm>
            <a:off x="6303963" y="3419475"/>
            <a:ext cx="536575" cy="7302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31105" name="Object 1"/>
          <p:cNvGraphicFramePr>
            <a:graphicFrameLocks noChangeAspect="1"/>
          </p:cNvGraphicFramePr>
          <p:nvPr/>
        </p:nvGraphicFramePr>
        <p:xfrm>
          <a:off x="6911975" y="2312988"/>
          <a:ext cx="647700" cy="30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45" name="Equation" r:id="rId5" imgW="787058" imgH="342751" progId="Equation.DSMT4">
                  <p:embed/>
                </p:oleObj>
              </mc:Choice>
              <mc:Fallback>
                <p:oleObj name="Equation" r:id="rId5" imgW="787058" imgH="342751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1975" y="2312988"/>
                        <a:ext cx="647700" cy="309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1" name="Arc 11"/>
          <p:cNvSpPr>
            <a:spLocks/>
          </p:cNvSpPr>
          <p:nvPr/>
        </p:nvSpPr>
        <p:spPr bwMode="auto">
          <a:xfrm>
            <a:off x="6532563" y="3040063"/>
            <a:ext cx="228600" cy="344487"/>
          </a:xfrm>
          <a:custGeom>
            <a:avLst/>
            <a:gdLst>
              <a:gd name="T0" fmla="*/ 0 w 21600"/>
              <a:gd name="T1" fmla="*/ 0 h 32444"/>
              <a:gd name="T2" fmla="*/ 2147483646 w 21600"/>
              <a:gd name="T3" fmla="*/ 2147483646 h 32444"/>
              <a:gd name="T4" fmla="*/ 0 w 21600"/>
              <a:gd name="T5" fmla="*/ 2147483646 h 32444"/>
              <a:gd name="T6" fmla="*/ 0 60000 65536"/>
              <a:gd name="T7" fmla="*/ 0 60000 65536"/>
              <a:gd name="T8" fmla="*/ 0 60000 65536"/>
              <a:gd name="T9" fmla="*/ 0 w 21600"/>
              <a:gd name="T10" fmla="*/ 0 h 32444"/>
              <a:gd name="T11" fmla="*/ 21600 w 21600"/>
              <a:gd name="T12" fmla="*/ 32444 h 324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2444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5408"/>
                  <a:pt x="20592" y="29149"/>
                  <a:pt x="18680" y="32443"/>
                </a:cubicBezTo>
              </a:path>
              <a:path w="21600" h="32444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5408"/>
                  <a:pt x="20592" y="29149"/>
                  <a:pt x="18680" y="32443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38100">
            <a:solidFill>
              <a:srgbClr val="0066FF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31106" name="Object 2"/>
          <p:cNvGraphicFramePr>
            <a:graphicFrameLocks noChangeAspect="1"/>
          </p:cNvGraphicFramePr>
          <p:nvPr/>
        </p:nvGraphicFramePr>
        <p:xfrm>
          <a:off x="7308850" y="3141663"/>
          <a:ext cx="309563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46" name="Equation" r:id="rId7" imgW="406224" imgH="330057" progId="Equation.DSMT4">
                  <p:embed/>
                </p:oleObj>
              </mc:Choice>
              <mc:Fallback>
                <p:oleObj name="Equation" r:id="rId7" imgW="406224" imgH="330057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850" y="3141663"/>
                        <a:ext cx="309563" cy="25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07" name="Object 3"/>
          <p:cNvGraphicFramePr>
            <a:graphicFrameLocks noChangeAspect="1"/>
          </p:cNvGraphicFramePr>
          <p:nvPr/>
        </p:nvGraphicFramePr>
        <p:xfrm>
          <a:off x="6796088" y="2881313"/>
          <a:ext cx="319087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47" name="Equation" r:id="rId9" imgW="380835" imgH="482391" progId="Equation.DSMT4">
                  <p:embed/>
                </p:oleObj>
              </mc:Choice>
              <mc:Fallback>
                <p:oleObj name="Equation" r:id="rId9" imgW="380835" imgH="482391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6088" y="2881313"/>
                        <a:ext cx="319087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4" name="AutoShape 14"/>
          <p:cNvSpPr>
            <a:spLocks/>
          </p:cNvSpPr>
          <p:nvPr/>
        </p:nvSpPr>
        <p:spPr bwMode="auto">
          <a:xfrm>
            <a:off x="2043113" y="3081338"/>
            <a:ext cx="69850" cy="762000"/>
          </a:xfrm>
          <a:prstGeom prst="leftBrace">
            <a:avLst>
              <a:gd name="adj1" fmla="val 90909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aphicFrame>
        <p:nvGraphicFramePr>
          <p:cNvPr id="431108" name="Object 4"/>
          <p:cNvGraphicFramePr>
            <a:graphicFrameLocks noChangeAspect="1"/>
          </p:cNvGraphicFramePr>
          <p:nvPr/>
        </p:nvGraphicFramePr>
        <p:xfrm>
          <a:off x="2376488" y="2906713"/>
          <a:ext cx="381000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48" name="Equation" r:id="rId11" imgW="139700" imgH="228600" progId="Equation.DSMT4">
                  <p:embed/>
                </p:oleObj>
              </mc:Choice>
              <mc:Fallback>
                <p:oleObj name="Equation" r:id="rId11" imgW="1397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6488" y="2906713"/>
                        <a:ext cx="381000" cy="63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09" name="Object 5"/>
          <p:cNvGraphicFramePr>
            <a:graphicFrameLocks noChangeAspect="1"/>
          </p:cNvGraphicFramePr>
          <p:nvPr/>
        </p:nvGraphicFramePr>
        <p:xfrm>
          <a:off x="2978150" y="2825750"/>
          <a:ext cx="598488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49" name="Equation" r:id="rId13" imgW="647419" imgH="774364" progId="Equation.DSMT4">
                  <p:embed/>
                </p:oleObj>
              </mc:Choice>
              <mc:Fallback>
                <p:oleObj name="Equation" r:id="rId13" imgW="647419" imgH="774364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8150" y="2825750"/>
                        <a:ext cx="598488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10" name="Object 6"/>
          <p:cNvGraphicFramePr>
            <a:graphicFrameLocks noChangeAspect="1"/>
          </p:cNvGraphicFramePr>
          <p:nvPr/>
        </p:nvGraphicFramePr>
        <p:xfrm>
          <a:off x="2303463" y="3500438"/>
          <a:ext cx="42545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50" name="Equation" r:id="rId15" imgW="165028" imgH="228501" progId="Equation.DSMT4">
                  <p:embed/>
                </p:oleObj>
              </mc:Choice>
              <mc:Fallback>
                <p:oleObj name="Equation" r:id="rId15" imgW="165028" imgH="228501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3463" y="3500438"/>
                        <a:ext cx="42545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11" name="Object 7"/>
          <p:cNvGraphicFramePr>
            <a:graphicFrameLocks noChangeAspect="1"/>
          </p:cNvGraphicFramePr>
          <p:nvPr/>
        </p:nvGraphicFramePr>
        <p:xfrm>
          <a:off x="2895600" y="3427413"/>
          <a:ext cx="866775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51" name="Equation" r:id="rId17" imgW="926698" imgH="774364" progId="Equation.DSMT4">
                  <p:embed/>
                </p:oleObj>
              </mc:Choice>
              <mc:Fallback>
                <p:oleObj name="Equation" r:id="rId17" imgW="926698" imgH="774364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427413"/>
                        <a:ext cx="866775" cy="722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12" name="Object 8"/>
          <p:cNvGraphicFramePr>
            <a:graphicFrameLocks noChangeAspect="1"/>
          </p:cNvGraphicFramePr>
          <p:nvPr/>
        </p:nvGraphicFramePr>
        <p:xfrm>
          <a:off x="3816350" y="3321050"/>
          <a:ext cx="51752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52" name="剪辑" r:id="rId19" imgW="2247900" imgH="3306763" progId="MS_ClipArt_Gallery.2">
                  <p:embed/>
                </p:oleObj>
              </mc:Choice>
              <mc:Fallback>
                <p:oleObj name="剪辑" r:id="rId19" imgW="2247900" imgH="3306763" progId="MS_ClipArt_Gallery.2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6350" y="3321050"/>
                        <a:ext cx="517525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0" name="Text Box 20"/>
          <p:cNvSpPr txBox="1">
            <a:spLocks noChangeArrowheads="1"/>
          </p:cNvSpPr>
          <p:nvPr/>
        </p:nvSpPr>
        <p:spPr bwMode="auto">
          <a:xfrm>
            <a:off x="1116013" y="1793875"/>
            <a:ext cx="7235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2</a:t>
            </a:r>
            <a:r>
              <a:rPr lang="zh-CN" altLang="en-US" sz="2800" b="1"/>
              <a:t>） </a:t>
            </a:r>
            <a:r>
              <a:rPr lang="en-US" altLang="zh-CN" sz="2800" b="1" i="1">
                <a:solidFill>
                  <a:srgbClr val="0000CC"/>
                </a:solidFill>
              </a:rPr>
              <a:t>t </a:t>
            </a:r>
            <a:r>
              <a:rPr lang="en-US" altLang="zh-CN" sz="2800" b="1">
                <a:solidFill>
                  <a:srgbClr val="0000CC"/>
                </a:solidFill>
              </a:rPr>
              <a:t>=0.5 s </a:t>
            </a:r>
            <a:r>
              <a:rPr lang="zh-CN" altLang="en-US" sz="2800" b="1"/>
              <a:t>时</a:t>
            </a:r>
            <a:r>
              <a:rPr lang="en-US" altLang="zh-CN" sz="2800" b="1"/>
              <a:t>, </a:t>
            </a:r>
            <a:r>
              <a:rPr lang="zh-CN" altLang="en-US" sz="2800" b="1"/>
              <a:t>物体的位置</a:t>
            </a:r>
            <a:r>
              <a:rPr lang="zh-CN" altLang="en-US" sz="2400" b="1"/>
              <a:t>、</a:t>
            </a:r>
            <a:r>
              <a:rPr lang="zh-CN" altLang="en-US" sz="2800" b="1"/>
              <a:t>速度</a:t>
            </a:r>
            <a:r>
              <a:rPr lang="zh-CN" altLang="en-US" sz="2400" b="1"/>
              <a:t>、</a:t>
            </a:r>
            <a:r>
              <a:rPr lang="zh-CN" altLang="en-US" sz="2800" b="1"/>
              <a:t>加速度</a:t>
            </a:r>
          </a:p>
        </p:txBody>
      </p:sp>
      <p:graphicFrame>
        <p:nvGraphicFramePr>
          <p:cNvPr id="431113" name="Object 9"/>
          <p:cNvGraphicFramePr>
            <a:graphicFrameLocks noChangeAspect="1"/>
          </p:cNvGraphicFramePr>
          <p:nvPr/>
        </p:nvGraphicFramePr>
        <p:xfrm>
          <a:off x="1571625" y="4473575"/>
          <a:ext cx="2976563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53" name="Equation" r:id="rId21" imgW="3098800" imgH="762000" progId="Equation.DSMT4">
                  <p:embed/>
                </p:oleObj>
              </mc:Choice>
              <mc:Fallback>
                <p:oleObj name="Equation" r:id="rId21" imgW="3098800" imgH="7620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25" y="4473575"/>
                        <a:ext cx="2976563" cy="769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14" name="Object 10"/>
          <p:cNvGraphicFramePr>
            <a:graphicFrameLocks noChangeAspect="1"/>
          </p:cNvGraphicFramePr>
          <p:nvPr/>
        </p:nvGraphicFramePr>
        <p:xfrm>
          <a:off x="1582738" y="5618163"/>
          <a:ext cx="3276600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54" name="Equation" r:id="rId23" imgW="3289300" imgH="419100" progId="Equation.DSMT4">
                  <p:embed/>
                </p:oleObj>
              </mc:Choice>
              <mc:Fallback>
                <p:oleObj name="Equation" r:id="rId23" imgW="3289300" imgH="4191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2738" y="5618163"/>
                        <a:ext cx="3276600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15" name="Object 11"/>
          <p:cNvGraphicFramePr>
            <a:graphicFrameLocks noChangeAspect="1"/>
          </p:cNvGraphicFramePr>
          <p:nvPr/>
        </p:nvGraphicFramePr>
        <p:xfrm>
          <a:off x="1554163" y="6135688"/>
          <a:ext cx="3522662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55" name="Equation" r:id="rId25" imgW="3492500" imgH="508000" progId="Equation.DSMT4">
                  <p:embed/>
                </p:oleObj>
              </mc:Choice>
              <mc:Fallback>
                <p:oleObj name="Equation" r:id="rId25" imgW="3492500" imgH="5080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4163" y="6135688"/>
                        <a:ext cx="3522662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16" name="Object 12"/>
          <p:cNvGraphicFramePr>
            <a:graphicFrameLocks noChangeAspect="1"/>
          </p:cNvGraphicFramePr>
          <p:nvPr/>
        </p:nvGraphicFramePr>
        <p:xfrm>
          <a:off x="4608513" y="4473575"/>
          <a:ext cx="3057525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56" name="Equation" r:id="rId27" imgW="3619500" imgH="774700" progId="Equation.DSMT4">
                  <p:embed/>
                </p:oleObj>
              </mc:Choice>
              <mc:Fallback>
                <p:oleObj name="Equation" r:id="rId27" imgW="3619500" imgH="7747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8513" y="4473575"/>
                        <a:ext cx="3057525" cy="7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17" name="Object 13"/>
          <p:cNvGraphicFramePr>
            <a:graphicFrameLocks noChangeAspect="1"/>
          </p:cNvGraphicFramePr>
          <p:nvPr/>
        </p:nvGraphicFramePr>
        <p:xfrm>
          <a:off x="1901825" y="5099050"/>
          <a:ext cx="1662113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57" name="Equation" r:id="rId29" imgW="1790700" imgH="533400" progId="Equation.DSMT4">
                  <p:embed/>
                </p:oleObj>
              </mc:Choice>
              <mc:Fallback>
                <p:oleObj name="Equation" r:id="rId29" imgW="1790700" imgH="5334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1825" y="5099050"/>
                        <a:ext cx="1662113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18" name="Object 14"/>
          <p:cNvGraphicFramePr>
            <a:graphicFrameLocks noChangeAspect="1"/>
          </p:cNvGraphicFramePr>
          <p:nvPr/>
        </p:nvGraphicFramePr>
        <p:xfrm>
          <a:off x="4900613" y="5659438"/>
          <a:ext cx="2443162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58" name="Equation" r:id="rId31" imgW="2552700" imgH="419100" progId="Equation.DSMT4">
                  <p:embed/>
                </p:oleObj>
              </mc:Choice>
              <mc:Fallback>
                <p:oleObj name="Equation" r:id="rId31" imgW="2552700" imgH="4191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0613" y="5659438"/>
                        <a:ext cx="2443162" cy="39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19" name="Object 15"/>
          <p:cNvGraphicFramePr>
            <a:graphicFrameLocks noChangeAspect="1"/>
          </p:cNvGraphicFramePr>
          <p:nvPr/>
        </p:nvGraphicFramePr>
        <p:xfrm>
          <a:off x="5208588" y="6191250"/>
          <a:ext cx="2566987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59" name="Equation" r:id="rId33" imgW="2590800" imgH="508000" progId="Equation.DSMT4">
                  <p:embed/>
                </p:oleObj>
              </mc:Choice>
              <mc:Fallback>
                <p:oleObj name="Equation" r:id="rId33" imgW="2590800" imgH="5080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8588" y="6191250"/>
                        <a:ext cx="2566987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20" name="Object 16"/>
          <p:cNvGraphicFramePr>
            <a:graphicFrameLocks noChangeAspect="1"/>
          </p:cNvGraphicFramePr>
          <p:nvPr/>
        </p:nvGraphicFramePr>
        <p:xfrm>
          <a:off x="6530975" y="3357563"/>
          <a:ext cx="346075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60" name="Equation" r:id="rId35" imgW="406224" imgH="482391" progId="Equation.DSMT4">
                  <p:embed/>
                </p:oleObj>
              </mc:Choice>
              <mc:Fallback>
                <p:oleObj name="Equation" r:id="rId35" imgW="406224" imgH="482391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0975" y="3357563"/>
                        <a:ext cx="346075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9" name="Rectangle 29"/>
          <p:cNvSpPr>
            <a:spLocks noChangeArrowheads="1"/>
          </p:cNvSpPr>
          <p:nvPr/>
        </p:nvSpPr>
        <p:spPr bwMode="auto">
          <a:xfrm>
            <a:off x="750888" y="1325563"/>
            <a:ext cx="38211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求（</a:t>
            </a:r>
            <a:r>
              <a:rPr lang="en-US" altLang="zh-CN" sz="2800" b="1"/>
              <a:t>1</a:t>
            </a:r>
            <a:r>
              <a:rPr lang="zh-CN" altLang="en-US" sz="2800" b="1"/>
              <a:t>） 初位相</a:t>
            </a:r>
            <a:r>
              <a:rPr lang="zh-CN" altLang="en-US" sz="2800" b="1" i="1">
                <a:solidFill>
                  <a:srgbClr val="0000CC"/>
                </a:solidFill>
                <a:sym typeface="Symbol" panose="05050102010706020507" pitchFamily="18" charset="2"/>
              </a:rPr>
              <a:t></a:t>
            </a:r>
          </a:p>
        </p:txBody>
      </p:sp>
      <p:graphicFrame>
        <p:nvGraphicFramePr>
          <p:cNvPr id="431121" name="Object 17"/>
          <p:cNvGraphicFramePr>
            <a:graphicFrameLocks noChangeAspect="1"/>
          </p:cNvGraphicFramePr>
          <p:nvPr/>
        </p:nvGraphicFramePr>
        <p:xfrm>
          <a:off x="6075363" y="3419475"/>
          <a:ext cx="214312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61" name="公式" r:id="rId37" imgW="215806" imgH="330057" progId="Equation.3">
                  <p:embed/>
                </p:oleObj>
              </mc:Choice>
              <mc:Fallback>
                <p:oleObj name="公式" r:id="rId37" imgW="215806" imgH="330057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5363" y="3419475"/>
                        <a:ext cx="214312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6" name="Line 36"/>
          <p:cNvSpPr>
            <a:spLocks noChangeShapeType="1"/>
          </p:cNvSpPr>
          <p:nvPr/>
        </p:nvSpPr>
        <p:spPr bwMode="auto">
          <a:xfrm>
            <a:off x="5832475" y="4545013"/>
            <a:ext cx="152400" cy="304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17" name="Line 37"/>
          <p:cNvSpPr>
            <a:spLocks noChangeShapeType="1"/>
          </p:cNvSpPr>
          <p:nvPr/>
        </p:nvSpPr>
        <p:spPr bwMode="auto">
          <a:xfrm>
            <a:off x="5940425" y="4976813"/>
            <a:ext cx="152400" cy="304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18" name="AutoShape 38"/>
          <p:cNvSpPr>
            <a:spLocks noChangeArrowheads="1"/>
          </p:cNvSpPr>
          <p:nvPr/>
        </p:nvSpPr>
        <p:spPr bwMode="auto">
          <a:xfrm>
            <a:off x="4678363" y="3863975"/>
            <a:ext cx="685800" cy="609600"/>
          </a:xfrm>
          <a:prstGeom prst="wedgeEllipseCallout">
            <a:avLst>
              <a:gd name="adj1" fmla="val 109954"/>
              <a:gd name="adj2" fmla="val 70574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ym typeface="Symbol" panose="05050102010706020507" pitchFamily="18" charset="2"/>
              </a:rPr>
              <a:t></a:t>
            </a:r>
            <a:endParaRPr lang="en-US" altLang="zh-CN" sz="2800" b="1" i="1"/>
          </a:p>
        </p:txBody>
      </p:sp>
      <p:sp>
        <p:nvSpPr>
          <p:cNvPr id="20520" name="Line 40"/>
          <p:cNvSpPr>
            <a:spLocks noChangeShapeType="1"/>
          </p:cNvSpPr>
          <p:nvPr/>
        </p:nvSpPr>
        <p:spPr bwMode="auto">
          <a:xfrm>
            <a:off x="6300788" y="3429000"/>
            <a:ext cx="573087" cy="73025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31122" name="Object 18"/>
          <p:cNvGraphicFramePr>
            <a:graphicFrameLocks noChangeAspect="1"/>
          </p:cNvGraphicFramePr>
          <p:nvPr/>
        </p:nvGraphicFramePr>
        <p:xfrm>
          <a:off x="2700338" y="2924175"/>
          <a:ext cx="257175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62" name="Equation" r:id="rId39" imgW="114102" imgH="177492" progId="Equation.DSMT4">
                  <p:embed/>
                </p:oleObj>
              </mc:Choice>
              <mc:Fallback>
                <p:oleObj name="Equation" r:id="rId39" imgW="114102" imgH="177492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2924175"/>
                        <a:ext cx="257175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23" name="Object 19"/>
          <p:cNvGraphicFramePr>
            <a:graphicFrameLocks noChangeAspect="1"/>
          </p:cNvGraphicFramePr>
          <p:nvPr/>
        </p:nvGraphicFramePr>
        <p:xfrm>
          <a:off x="2735263" y="3500438"/>
          <a:ext cx="233362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63" name="Equation" r:id="rId41" imgW="114102" imgH="177492" progId="Equation.DSMT4">
                  <p:embed/>
                </p:oleObj>
              </mc:Choice>
              <mc:Fallback>
                <p:oleObj name="Equation" r:id="rId41" imgW="114102" imgH="177492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5263" y="3500438"/>
                        <a:ext cx="233362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27" name="Text Box 47"/>
          <p:cNvSpPr txBox="1">
            <a:spLocks noChangeArrowheads="1"/>
          </p:cNvSpPr>
          <p:nvPr/>
        </p:nvSpPr>
        <p:spPr bwMode="auto">
          <a:xfrm>
            <a:off x="719138" y="4025900"/>
            <a:ext cx="37639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2</a:t>
            </a:r>
            <a:r>
              <a:rPr lang="zh-CN" altLang="en-US" sz="2800" b="1"/>
              <a:t>）</a:t>
            </a:r>
            <a:r>
              <a:rPr lang="en-US" altLang="zh-CN" sz="2800" b="1" i="1"/>
              <a:t>t </a:t>
            </a:r>
            <a:r>
              <a:rPr lang="en-US" altLang="zh-CN" sz="2800" b="1"/>
              <a:t>=0.5</a:t>
            </a:r>
            <a:r>
              <a:rPr lang="en-US" altLang="zh-CN" sz="2800" b="1" i="1"/>
              <a:t>s </a:t>
            </a:r>
            <a:r>
              <a:rPr lang="zh-CN" altLang="en-US" sz="2800" b="1"/>
              <a:t>时</a:t>
            </a:r>
          </a:p>
        </p:txBody>
      </p:sp>
      <p:sp>
        <p:nvSpPr>
          <p:cNvPr id="26662" name="Text Box 48"/>
          <p:cNvSpPr txBox="1">
            <a:spLocks noChangeArrowheads="1"/>
          </p:cNvSpPr>
          <p:nvPr/>
        </p:nvSpPr>
        <p:spPr bwMode="auto">
          <a:xfrm>
            <a:off x="8675688" y="6392863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16</a:t>
            </a:r>
          </a:p>
        </p:txBody>
      </p:sp>
      <p:sp>
        <p:nvSpPr>
          <p:cNvPr id="20529" name="Rectangle 49"/>
          <p:cNvSpPr>
            <a:spLocks noChangeArrowheads="1"/>
          </p:cNvSpPr>
          <p:nvPr/>
        </p:nvSpPr>
        <p:spPr bwMode="auto">
          <a:xfrm>
            <a:off x="4356100" y="765175"/>
            <a:ext cx="2376488" cy="576263"/>
          </a:xfrm>
          <a:prstGeom prst="rect">
            <a:avLst/>
          </a:prstGeom>
          <a:noFill/>
          <a:ln w="38100" algn="ctr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75"/>
                                        <p:tgtEl>
                                          <p:spTgt spid="20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1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75"/>
                                        <p:tgtEl>
                                          <p:spTgt spid="20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75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31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0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31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31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31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0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0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31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5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4" dur="1000"/>
                                        <p:tgtEl>
                                          <p:spTgt spid="431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/>
                                        <p:tgtEl>
                                          <p:spTgt spid="431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/>
                                        <p:tgtEl>
                                          <p:spTgt spid="431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/>
                                        <p:tgtEl>
                                          <p:spTgt spid="431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20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8" dur="500"/>
                                        <p:tgtEl>
                                          <p:spTgt spid="20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431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31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20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20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20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431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431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431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431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431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 autoUpdateAnimBg="0"/>
      <p:bldP spid="20483" grpId="0" autoUpdateAnimBg="0"/>
      <p:bldP spid="20484" grpId="0" animBg="1"/>
      <p:bldP spid="20485" grpId="0" animBg="1"/>
      <p:bldP spid="20487" grpId="0" animBg="1"/>
      <p:bldP spid="20488" grpId="0" animBg="1"/>
      <p:bldP spid="20489" grpId="0" animBg="1"/>
      <p:bldP spid="20491" grpId="0" animBg="1"/>
      <p:bldP spid="20494" grpId="0" animBg="1"/>
      <p:bldP spid="20500" grpId="0" autoUpdateAnimBg="0"/>
      <p:bldP spid="20509" grpId="0" autoUpdateAnimBg="0"/>
      <p:bldP spid="20516" grpId="0" animBg="1"/>
      <p:bldP spid="20517" grpId="0" animBg="1"/>
      <p:bldP spid="20518" grpId="0" animBg="1" autoUpdateAnimBg="0"/>
      <p:bldP spid="20520" grpId="0" animBg="1"/>
      <p:bldP spid="20527" grpId="0"/>
      <p:bldP spid="2052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790575" y="1268413"/>
            <a:ext cx="7885113" cy="1287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zh-CN" altLang="en-US" sz="2800" b="1"/>
              <a:t>求（</a:t>
            </a:r>
            <a:r>
              <a:rPr lang="en-US" altLang="zh-CN" sz="2800" b="1"/>
              <a:t>3</a:t>
            </a:r>
            <a:r>
              <a:rPr lang="zh-CN" altLang="en-US" sz="2800" b="1"/>
              <a:t>）在</a:t>
            </a:r>
            <a:r>
              <a:rPr lang="en-US" altLang="zh-CN" sz="2800" b="1" i="1">
                <a:solidFill>
                  <a:srgbClr val="0000CC"/>
                </a:solidFill>
              </a:rPr>
              <a:t>x</a:t>
            </a:r>
            <a:r>
              <a:rPr lang="en-US" altLang="zh-CN" sz="2800" b="1">
                <a:solidFill>
                  <a:srgbClr val="0000CC"/>
                </a:solidFill>
              </a:rPr>
              <a:t> =</a:t>
            </a:r>
            <a:r>
              <a:rPr lang="en-US" altLang="zh-CN" sz="2800" b="1">
                <a:solidFill>
                  <a:srgbClr val="0000CC"/>
                </a:solidFill>
                <a:sym typeface="Symbol" panose="05050102010706020507" pitchFamily="18" charset="2"/>
              </a:rPr>
              <a:t> </a:t>
            </a:r>
            <a:r>
              <a:rPr lang="en-US" altLang="zh-CN" sz="2800" b="1">
                <a:solidFill>
                  <a:srgbClr val="0000CC"/>
                </a:solidFill>
              </a:rPr>
              <a:t>6</a:t>
            </a:r>
            <a:r>
              <a:rPr lang="en-US" altLang="zh-CN" sz="2800" b="1" i="1">
                <a:solidFill>
                  <a:srgbClr val="0000CC"/>
                </a:solidFill>
              </a:rPr>
              <a:t> </a:t>
            </a:r>
            <a:r>
              <a:rPr lang="en-US" altLang="zh-CN" sz="2800" b="1">
                <a:solidFill>
                  <a:srgbClr val="0000CC"/>
                </a:solidFill>
              </a:rPr>
              <a:t>cm</a:t>
            </a:r>
            <a:r>
              <a:rPr lang="zh-CN" altLang="en-US" sz="2800" b="1"/>
              <a:t>处且</a:t>
            </a:r>
            <a:r>
              <a:rPr lang="zh-CN" altLang="en-US" sz="2800" b="1">
                <a:solidFill>
                  <a:srgbClr val="0000CC"/>
                </a:solidFill>
              </a:rPr>
              <a:t>向 </a:t>
            </a:r>
            <a:r>
              <a:rPr lang="en-US" altLang="zh-CN" sz="2800" b="1" i="1">
                <a:solidFill>
                  <a:srgbClr val="0000CC"/>
                </a:solidFill>
              </a:rPr>
              <a:t>x</a:t>
            </a:r>
            <a:r>
              <a:rPr lang="zh-CN" altLang="en-US" sz="2800" b="1">
                <a:solidFill>
                  <a:srgbClr val="0000CC"/>
                </a:solidFill>
              </a:rPr>
              <a:t>负方向</a:t>
            </a:r>
            <a:r>
              <a:rPr lang="zh-CN" altLang="en-US" sz="2800" b="1"/>
              <a:t>运动时</a:t>
            </a:r>
            <a:r>
              <a:rPr lang="en-US" altLang="zh-CN" sz="2800" b="1"/>
              <a:t>, </a:t>
            </a:r>
            <a:r>
              <a:rPr lang="zh-CN" altLang="en-US" sz="2800" b="1"/>
              <a:t>物体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              的速度、加速度以及从这一位置回到平衡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              位置需的时间。</a:t>
            </a:r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468313" y="2816225"/>
            <a:ext cx="4114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解</a:t>
            </a:r>
            <a:r>
              <a:rPr lang="en-US" altLang="zh-CN" sz="2800" b="1"/>
              <a:t>:</a:t>
            </a:r>
            <a:r>
              <a:rPr lang="zh-CN" altLang="en-US" sz="2800" b="1">
                <a:sym typeface="Wingdings" panose="05000000000000000000" pitchFamily="2" charset="2"/>
              </a:rPr>
              <a:t>（用解析法）</a:t>
            </a:r>
            <a:endParaRPr lang="zh-CN" altLang="en-US" sz="2800" b="1">
              <a:ea typeface="楷体_GB2312" pitchFamily="49" charset="-122"/>
            </a:endParaRPr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1422400" y="4437063"/>
            <a:ext cx="67865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将</a:t>
            </a:r>
            <a:r>
              <a:rPr lang="en-US" altLang="zh-CN" sz="2800" b="1" i="1"/>
              <a:t>t =</a:t>
            </a:r>
            <a:r>
              <a:rPr lang="en-US" altLang="zh-CN" sz="2800" b="1"/>
              <a:t>1 </a:t>
            </a:r>
            <a:r>
              <a:rPr lang="en-US" altLang="zh-CN" sz="2800"/>
              <a:t>s</a:t>
            </a:r>
            <a:r>
              <a:rPr lang="zh-CN" altLang="en-US" sz="2800" b="1"/>
              <a:t>代入</a:t>
            </a:r>
            <a:r>
              <a:rPr lang="en-US" altLang="zh-CN" sz="2800" b="1"/>
              <a:t>(2)</a:t>
            </a:r>
            <a:r>
              <a:rPr lang="zh-CN" altLang="en-US" sz="2800" b="1"/>
              <a:t>中 </a:t>
            </a:r>
            <a:r>
              <a:rPr lang="en-US" altLang="zh-CN" sz="2800" b="1" i="1"/>
              <a:t>v</a:t>
            </a:r>
            <a:r>
              <a:rPr lang="zh-CN" altLang="en-US" sz="2800" b="1" i="1"/>
              <a:t>、</a:t>
            </a:r>
            <a:r>
              <a:rPr lang="en-US" altLang="zh-CN" sz="2800" b="1" i="1"/>
              <a:t>a</a:t>
            </a:r>
            <a:r>
              <a:rPr lang="en-US" altLang="zh-CN" sz="2800" b="1"/>
              <a:t> </a:t>
            </a:r>
            <a:r>
              <a:rPr lang="zh-CN" altLang="en-US" sz="2800" b="1"/>
              <a:t>的解析式，求得：</a:t>
            </a:r>
            <a:endParaRPr lang="zh-CN" altLang="en-US" sz="2800">
              <a:ea typeface="楷体_GB2312" pitchFamily="49" charset="-122"/>
            </a:endParaRPr>
          </a:p>
        </p:txBody>
      </p:sp>
      <p:graphicFrame>
        <p:nvGraphicFramePr>
          <p:cNvPr id="21509" name="Object 5"/>
          <p:cNvGraphicFramePr>
            <a:graphicFrameLocks noChangeAspect="1"/>
          </p:cNvGraphicFramePr>
          <p:nvPr/>
        </p:nvGraphicFramePr>
        <p:xfrm>
          <a:off x="1617663" y="4976813"/>
          <a:ext cx="3605212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07" name="Equation" r:id="rId3" imgW="3619500" imgH="774700" progId="Equation.DSMT4">
                  <p:embed/>
                </p:oleObj>
              </mc:Choice>
              <mc:Fallback>
                <p:oleObj name="Equation" r:id="rId3" imgW="3619500" imgH="7747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7663" y="4976813"/>
                        <a:ext cx="3605212" cy="81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6"/>
          <p:cNvGraphicFramePr>
            <a:graphicFrameLocks noChangeAspect="1"/>
          </p:cNvGraphicFramePr>
          <p:nvPr/>
        </p:nvGraphicFramePr>
        <p:xfrm>
          <a:off x="1614488" y="5734050"/>
          <a:ext cx="3681412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08" name="Equation" r:id="rId5" imgW="3835400" imgH="774700" progId="Equation.DSMT4">
                  <p:embed/>
                </p:oleObj>
              </mc:Choice>
              <mc:Fallback>
                <p:oleObj name="Equation" r:id="rId5" imgW="3835400" imgH="7747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4488" y="5734050"/>
                        <a:ext cx="3681412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Object 7"/>
          <p:cNvGraphicFramePr>
            <a:graphicFrameLocks noChangeAspect="1"/>
          </p:cNvGraphicFramePr>
          <p:nvPr/>
        </p:nvGraphicFramePr>
        <p:xfrm>
          <a:off x="5472113" y="5187950"/>
          <a:ext cx="2047875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09" name="Equation" r:id="rId7" imgW="2374900" imgH="431800" progId="Equation.DSMT4">
                  <p:embed/>
                </p:oleObj>
              </mc:Choice>
              <mc:Fallback>
                <p:oleObj name="Equation" r:id="rId7" imgW="2374900" imgH="431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2113" y="5187950"/>
                        <a:ext cx="2047875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2" name="Object 8"/>
          <p:cNvGraphicFramePr>
            <a:graphicFrameLocks noChangeAspect="1"/>
          </p:cNvGraphicFramePr>
          <p:nvPr/>
        </p:nvGraphicFramePr>
        <p:xfrm>
          <a:off x="5414963" y="5902325"/>
          <a:ext cx="218122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10" name="Equation" r:id="rId9" imgW="2298700" imgH="508000" progId="Equation.DSMT4">
                  <p:embed/>
                </p:oleObj>
              </mc:Choice>
              <mc:Fallback>
                <p:oleObj name="Equation" r:id="rId9" imgW="2298700" imgH="5080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4963" y="5902325"/>
                        <a:ext cx="2181225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4" name="Rectangle 10"/>
          <p:cNvSpPr>
            <a:spLocks noChangeArrowheads="1"/>
          </p:cNvSpPr>
          <p:nvPr/>
        </p:nvSpPr>
        <p:spPr bwMode="auto">
          <a:xfrm>
            <a:off x="5543550" y="2816225"/>
            <a:ext cx="1476375" cy="720725"/>
          </a:xfrm>
          <a:prstGeom prst="rect">
            <a:avLst/>
          </a:prstGeom>
          <a:noFill/>
          <a:ln w="38100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aphicFrame>
        <p:nvGraphicFramePr>
          <p:cNvPr id="21515" name="Object 11"/>
          <p:cNvGraphicFramePr>
            <a:graphicFrameLocks noChangeAspect="1"/>
          </p:cNvGraphicFramePr>
          <p:nvPr/>
        </p:nvGraphicFramePr>
        <p:xfrm>
          <a:off x="3697288" y="2776538"/>
          <a:ext cx="3214687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11" name="Equation" r:id="rId11" imgW="3086100" imgH="774700" progId="Equation.DSMT4">
                  <p:embed/>
                </p:oleObj>
              </mc:Choice>
              <mc:Fallback>
                <p:oleObj name="Equation" r:id="rId11" imgW="3086100" imgH="7747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7288" y="2776538"/>
                        <a:ext cx="3214687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8" name="Line 14"/>
          <p:cNvSpPr>
            <a:spLocks noChangeShapeType="1"/>
          </p:cNvSpPr>
          <p:nvPr/>
        </p:nvSpPr>
        <p:spPr bwMode="auto">
          <a:xfrm flipH="1">
            <a:off x="3012405" y="3536950"/>
            <a:ext cx="4005933" cy="1905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9" name="Line 15"/>
          <p:cNvSpPr>
            <a:spLocks noChangeShapeType="1"/>
          </p:cNvSpPr>
          <p:nvPr/>
        </p:nvSpPr>
        <p:spPr bwMode="auto">
          <a:xfrm>
            <a:off x="3012405" y="3536950"/>
            <a:ext cx="1588" cy="38893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152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6024054"/>
              </p:ext>
            </p:extLst>
          </p:nvPr>
        </p:nvGraphicFramePr>
        <p:xfrm>
          <a:off x="2483768" y="3733800"/>
          <a:ext cx="2613025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12" name="Equation" r:id="rId13" imgW="2425700" imgH="774700" progId="Equation.DSMT4">
                  <p:embed/>
                </p:oleObj>
              </mc:Choice>
              <mc:Fallback>
                <p:oleObj name="Equation" r:id="rId13" imgW="2425700" imgH="7747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3733800"/>
                        <a:ext cx="2613025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1" name="Object 17"/>
          <p:cNvGraphicFramePr>
            <a:graphicFrameLocks noChangeAspect="1"/>
          </p:cNvGraphicFramePr>
          <p:nvPr/>
        </p:nvGraphicFramePr>
        <p:xfrm>
          <a:off x="5673725" y="3919538"/>
          <a:ext cx="18145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13" name="Equation" r:id="rId15" imgW="1612900" imgH="419100" progId="Equation.DSMT4">
                  <p:embed/>
                </p:oleObj>
              </mc:Choice>
              <mc:Fallback>
                <p:oleObj name="Equation" r:id="rId15" imgW="1612900" imgH="4191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3725" y="3919538"/>
                        <a:ext cx="18145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2" name="Line 18"/>
          <p:cNvSpPr>
            <a:spLocks noChangeShapeType="1"/>
          </p:cNvSpPr>
          <p:nvPr/>
        </p:nvSpPr>
        <p:spPr bwMode="auto">
          <a:xfrm>
            <a:off x="2636168" y="3897313"/>
            <a:ext cx="152400" cy="388937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3" name="Line 19"/>
          <p:cNvSpPr>
            <a:spLocks noChangeShapeType="1"/>
          </p:cNvSpPr>
          <p:nvPr/>
        </p:nvSpPr>
        <p:spPr bwMode="auto">
          <a:xfrm>
            <a:off x="3471193" y="3752850"/>
            <a:ext cx="152400" cy="38893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4" name="Line 20"/>
          <p:cNvSpPr>
            <a:spLocks noChangeShapeType="1"/>
          </p:cNvSpPr>
          <p:nvPr/>
        </p:nvSpPr>
        <p:spPr bwMode="auto">
          <a:xfrm>
            <a:off x="4623718" y="3789363"/>
            <a:ext cx="152400" cy="388937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6" name="Text Box 35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17</a:t>
            </a:r>
          </a:p>
        </p:txBody>
      </p:sp>
      <p:sp>
        <p:nvSpPr>
          <p:cNvPr id="27667" name="Text Box 36"/>
          <p:cNvSpPr txBox="1">
            <a:spLocks noChangeArrowheads="1"/>
          </p:cNvSpPr>
          <p:nvPr/>
        </p:nvSpPr>
        <p:spPr bwMode="auto">
          <a:xfrm>
            <a:off x="214313" y="225425"/>
            <a:ext cx="84613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00CC"/>
                </a:solidFill>
              </a:rPr>
              <a:t>例</a:t>
            </a:r>
            <a:r>
              <a:rPr lang="en-US" altLang="zh-CN" sz="2800" b="1">
                <a:solidFill>
                  <a:srgbClr val="0000CC"/>
                </a:solidFill>
              </a:rPr>
              <a:t>2.</a:t>
            </a:r>
            <a:r>
              <a:rPr lang="en-US" altLang="zh-CN" sz="2800" b="1"/>
              <a:t> </a:t>
            </a:r>
            <a:r>
              <a:rPr lang="zh-CN" altLang="en-US" sz="2800" b="1"/>
              <a:t>一物体沿</a:t>
            </a:r>
            <a:r>
              <a:rPr lang="zh-CN" altLang="en-US" sz="2800" b="1" i="1"/>
              <a:t> </a:t>
            </a:r>
            <a:r>
              <a:rPr lang="en-US" altLang="zh-CN" sz="2800" b="1" i="1"/>
              <a:t>x </a:t>
            </a:r>
            <a:r>
              <a:rPr lang="zh-CN" altLang="en-US" sz="2800" b="1"/>
              <a:t>轴作简谐振动，</a:t>
            </a:r>
            <a:r>
              <a:rPr lang="en-US" altLang="zh-CN" sz="2800" b="1" i="1">
                <a:solidFill>
                  <a:srgbClr val="0000CC"/>
                </a:solidFill>
              </a:rPr>
              <a:t>A= </a:t>
            </a:r>
            <a:r>
              <a:rPr lang="en-US" altLang="zh-CN" sz="2800" b="1">
                <a:solidFill>
                  <a:srgbClr val="0000CC"/>
                </a:solidFill>
              </a:rPr>
              <a:t>12</a:t>
            </a:r>
            <a:r>
              <a:rPr lang="en-US" altLang="zh-CN" sz="2800">
                <a:solidFill>
                  <a:srgbClr val="0000CC"/>
                </a:solidFill>
              </a:rPr>
              <a:t>cm</a:t>
            </a:r>
            <a:r>
              <a:rPr lang="en-US" altLang="zh-CN" sz="2800" b="1">
                <a:solidFill>
                  <a:srgbClr val="0000CC"/>
                </a:solidFill>
              </a:rPr>
              <a:t>,</a:t>
            </a:r>
            <a:r>
              <a:rPr lang="en-US" altLang="zh-CN" sz="2800">
                <a:solidFill>
                  <a:srgbClr val="0000CC"/>
                </a:solidFill>
              </a:rPr>
              <a:t> </a:t>
            </a:r>
            <a:r>
              <a:rPr lang="en-US" altLang="zh-CN" sz="2800" b="1" i="1">
                <a:solidFill>
                  <a:srgbClr val="0000CC"/>
                </a:solidFill>
              </a:rPr>
              <a:t>T = </a:t>
            </a:r>
            <a:r>
              <a:rPr lang="en-US" altLang="zh-CN" sz="2800" b="1">
                <a:solidFill>
                  <a:srgbClr val="0000CC"/>
                </a:solidFill>
              </a:rPr>
              <a:t>2</a:t>
            </a:r>
            <a:r>
              <a:rPr lang="en-US" altLang="zh-CN" sz="2800">
                <a:solidFill>
                  <a:srgbClr val="0000CC"/>
                </a:solidFill>
              </a:rPr>
              <a:t>s</a:t>
            </a:r>
            <a:endParaRPr lang="en-US" altLang="zh-CN" sz="2800" i="1">
              <a:solidFill>
                <a:srgbClr val="0000CC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        </a:t>
            </a:r>
            <a:r>
              <a:rPr lang="zh-CN" altLang="en-US" sz="2800" b="1"/>
              <a:t>当</a:t>
            </a:r>
            <a:r>
              <a:rPr lang="en-US" altLang="zh-CN" sz="2800" b="1" i="1">
                <a:solidFill>
                  <a:srgbClr val="0000CC"/>
                </a:solidFill>
              </a:rPr>
              <a:t>t</a:t>
            </a:r>
            <a:r>
              <a:rPr lang="en-US" altLang="zh-CN" sz="2800" b="1">
                <a:solidFill>
                  <a:srgbClr val="0000CC"/>
                </a:solidFill>
              </a:rPr>
              <a:t> = 0</a:t>
            </a:r>
            <a:r>
              <a:rPr lang="zh-CN" altLang="en-US" sz="2800" b="1"/>
              <a:t>时</a:t>
            </a:r>
            <a:r>
              <a:rPr lang="en-US" altLang="zh-CN" sz="2800" b="1">
                <a:solidFill>
                  <a:srgbClr val="0000CC"/>
                </a:solidFill>
              </a:rPr>
              <a:t>, </a:t>
            </a:r>
            <a:r>
              <a:rPr lang="en-US" altLang="zh-CN" sz="2800" b="1" i="1">
                <a:solidFill>
                  <a:srgbClr val="0000CC"/>
                </a:solidFill>
              </a:rPr>
              <a:t>x</a:t>
            </a:r>
            <a:r>
              <a:rPr lang="en-US" altLang="zh-CN" sz="2800" b="1" baseline="-25000">
                <a:solidFill>
                  <a:srgbClr val="0000CC"/>
                </a:solidFill>
              </a:rPr>
              <a:t>0</a:t>
            </a:r>
            <a:r>
              <a:rPr lang="en-US" altLang="zh-CN" sz="2800" b="1">
                <a:solidFill>
                  <a:srgbClr val="0000CC"/>
                </a:solidFill>
              </a:rPr>
              <a:t>= 6 </a:t>
            </a:r>
            <a:r>
              <a:rPr lang="en-US" altLang="zh-CN" sz="2800">
                <a:solidFill>
                  <a:srgbClr val="0000CC"/>
                </a:solidFill>
              </a:rPr>
              <a:t>cm</a:t>
            </a:r>
            <a:r>
              <a:rPr lang="en-US" altLang="zh-CN" sz="2800" b="1"/>
              <a:t>, </a:t>
            </a:r>
            <a:r>
              <a:rPr lang="zh-CN" altLang="en-US" sz="2800" b="1"/>
              <a:t>且向</a:t>
            </a:r>
            <a:r>
              <a:rPr lang="en-US" altLang="zh-CN" sz="2800" b="1" i="1"/>
              <a:t>x</a:t>
            </a:r>
            <a:r>
              <a:rPr lang="zh-CN" altLang="en-US" sz="2800" b="1"/>
              <a:t>正方向运动。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3540612"/>
              </p:ext>
            </p:extLst>
          </p:nvPr>
        </p:nvGraphicFramePr>
        <p:xfrm>
          <a:off x="4845050" y="3729038"/>
          <a:ext cx="9017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14" name="Equation" r:id="rId17" imgW="901440" imgH="774360" progId="Equation.DSMT4">
                  <p:embed/>
                </p:oleObj>
              </mc:Choice>
              <mc:Fallback>
                <p:oleObj name="Equation" r:id="rId17" imgW="90144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845050" y="3729038"/>
                        <a:ext cx="9017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Line 20"/>
          <p:cNvSpPr>
            <a:spLocks noChangeShapeType="1"/>
          </p:cNvSpPr>
          <p:nvPr/>
        </p:nvSpPr>
        <p:spPr bwMode="auto">
          <a:xfrm>
            <a:off x="4978859" y="3759993"/>
            <a:ext cx="396416" cy="616745"/>
          </a:xfrm>
          <a:prstGeom prst="line">
            <a:avLst/>
          </a:prstGeom>
          <a:noFill/>
          <a:ln w="635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1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1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1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 autoUpdateAnimBg="0"/>
      <p:bldP spid="21507" grpId="0" autoUpdateAnimBg="0"/>
      <p:bldP spid="21508" grpId="0" autoUpdateAnimBg="0"/>
      <p:bldP spid="21514" grpId="0" animBg="1"/>
      <p:bldP spid="21518" grpId="0" animBg="1"/>
      <p:bldP spid="21519" grpId="0" animBg="1"/>
      <p:bldP spid="21522" grpId="0" animBg="1"/>
      <p:bldP spid="21523" grpId="0" animBg="1"/>
      <p:bldP spid="21524" grpId="0" animBg="1"/>
      <p:bldP spid="2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5834063" y="4308475"/>
            <a:ext cx="2743200" cy="1676400"/>
            <a:chOff x="4032" y="2592"/>
            <a:chExt cx="1728" cy="1056"/>
          </a:xfrm>
        </p:grpSpPr>
        <p:sp>
          <p:nvSpPr>
            <p:cNvPr id="28707" name="Oval 3"/>
            <p:cNvSpPr>
              <a:spLocks noChangeArrowheads="1"/>
            </p:cNvSpPr>
            <p:nvPr/>
          </p:nvSpPr>
          <p:spPr bwMode="auto">
            <a:xfrm>
              <a:off x="4080" y="2592"/>
              <a:ext cx="1104" cy="105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28708" name="Line 4"/>
            <p:cNvSpPr>
              <a:spLocks noChangeShapeType="1"/>
            </p:cNvSpPr>
            <p:nvPr/>
          </p:nvSpPr>
          <p:spPr bwMode="auto">
            <a:xfrm>
              <a:off x="4032" y="3120"/>
              <a:ext cx="172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39"/>
          <p:cNvGrpSpPr>
            <a:grpSpLocks/>
          </p:cNvGrpSpPr>
          <p:nvPr/>
        </p:nvGrpSpPr>
        <p:grpSpPr bwMode="auto">
          <a:xfrm>
            <a:off x="5364163" y="1392238"/>
            <a:ext cx="3379787" cy="1712912"/>
            <a:chOff x="3402" y="913"/>
            <a:chExt cx="2129" cy="1056"/>
          </a:xfrm>
        </p:grpSpPr>
        <p:sp>
          <p:nvSpPr>
            <p:cNvPr id="28704" name="Oval 6"/>
            <p:cNvSpPr>
              <a:spLocks noChangeArrowheads="1"/>
            </p:cNvSpPr>
            <p:nvPr/>
          </p:nvSpPr>
          <p:spPr bwMode="auto">
            <a:xfrm>
              <a:off x="3690" y="913"/>
              <a:ext cx="1104" cy="105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28705" name="Line 7"/>
            <p:cNvSpPr>
              <a:spLocks noChangeShapeType="1"/>
            </p:cNvSpPr>
            <p:nvPr/>
          </p:nvSpPr>
          <p:spPr bwMode="auto">
            <a:xfrm>
              <a:off x="3402" y="1441"/>
              <a:ext cx="177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8706" name="Object 8"/>
            <p:cNvGraphicFramePr>
              <a:graphicFrameLocks noChangeAspect="1"/>
            </p:cNvGraphicFramePr>
            <p:nvPr/>
          </p:nvGraphicFramePr>
          <p:xfrm>
            <a:off x="4604" y="1457"/>
            <a:ext cx="927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918" name="Equation" r:id="rId3" imgW="1409700" imgH="419100" progId="Equation.DSMT4">
                    <p:embed/>
                  </p:oleObj>
                </mc:Choice>
                <mc:Fallback>
                  <p:oleObj name="Equation" r:id="rId3" imgW="1409700" imgH="4191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4" y="1457"/>
                          <a:ext cx="927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537" name="Text Box 9"/>
          <p:cNvSpPr txBox="1">
            <a:spLocks noChangeArrowheads="1"/>
          </p:cNvSpPr>
          <p:nvPr/>
        </p:nvSpPr>
        <p:spPr bwMode="auto">
          <a:xfrm>
            <a:off x="827088" y="3521075"/>
            <a:ext cx="662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从这一位置回到平衡位置 所需的时间：</a:t>
            </a:r>
            <a:endParaRPr lang="zh-CN" altLang="en-US" sz="2400"/>
          </a:p>
        </p:txBody>
      </p:sp>
      <p:sp>
        <p:nvSpPr>
          <p:cNvPr id="22538" name="Text Box 10"/>
          <p:cNvSpPr txBox="1">
            <a:spLocks noChangeArrowheads="1"/>
          </p:cNvSpPr>
          <p:nvPr/>
        </p:nvSpPr>
        <p:spPr bwMode="auto">
          <a:xfrm>
            <a:off x="690563" y="404813"/>
            <a:ext cx="66532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最简单的解法是用</a:t>
            </a:r>
            <a:r>
              <a:rPr lang="zh-CN" altLang="en-US" sz="2800" b="1">
                <a:solidFill>
                  <a:srgbClr val="FF0000"/>
                </a:solidFill>
              </a:rPr>
              <a:t>旋转矢量法</a:t>
            </a:r>
          </a:p>
        </p:txBody>
      </p:sp>
      <p:sp>
        <p:nvSpPr>
          <p:cNvPr id="22539" name="Line 11"/>
          <p:cNvSpPr>
            <a:spLocks noChangeShapeType="1"/>
          </p:cNvSpPr>
          <p:nvPr/>
        </p:nvSpPr>
        <p:spPr bwMode="auto">
          <a:xfrm flipV="1">
            <a:off x="6238875" y="1584325"/>
            <a:ext cx="0" cy="6858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40" name="Line 12"/>
          <p:cNvSpPr>
            <a:spLocks noChangeShapeType="1"/>
          </p:cNvSpPr>
          <p:nvPr/>
        </p:nvSpPr>
        <p:spPr bwMode="auto">
          <a:xfrm flipH="1" flipV="1">
            <a:off x="6238875" y="1508125"/>
            <a:ext cx="457200" cy="762000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41" name="Line 13"/>
          <p:cNvSpPr>
            <a:spLocks noChangeShapeType="1"/>
          </p:cNvSpPr>
          <p:nvPr/>
        </p:nvSpPr>
        <p:spPr bwMode="auto">
          <a:xfrm>
            <a:off x="6696075" y="2270125"/>
            <a:ext cx="457200" cy="76200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2542" name="Object 14"/>
          <p:cNvGraphicFramePr>
            <a:graphicFrameLocks noChangeAspect="1"/>
          </p:cNvGraphicFramePr>
          <p:nvPr/>
        </p:nvGraphicFramePr>
        <p:xfrm>
          <a:off x="7056438" y="3001963"/>
          <a:ext cx="647700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19" name="Equation" r:id="rId5" imgW="787058" imgH="342751" progId="Equation.DSMT4">
                  <p:embed/>
                </p:oleObj>
              </mc:Choice>
              <mc:Fallback>
                <p:oleObj name="Equation" r:id="rId5" imgW="787058" imgH="342751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6438" y="3001963"/>
                        <a:ext cx="647700" cy="31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3" name="Object 15"/>
          <p:cNvGraphicFramePr>
            <a:graphicFrameLocks noChangeAspect="1"/>
          </p:cNvGraphicFramePr>
          <p:nvPr/>
        </p:nvGraphicFramePr>
        <p:xfrm>
          <a:off x="6010275" y="2346325"/>
          <a:ext cx="4191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20" name="公式" r:id="rId7" imgW="419100" imgH="279400" progId="Equation.3">
                  <p:embed/>
                </p:oleObj>
              </mc:Choice>
              <mc:Fallback>
                <p:oleObj name="公式" r:id="rId7" imgW="419100" imgH="2794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0275" y="2346325"/>
                        <a:ext cx="4191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4" name="Arc 16"/>
          <p:cNvSpPr>
            <a:spLocks/>
          </p:cNvSpPr>
          <p:nvPr/>
        </p:nvSpPr>
        <p:spPr bwMode="auto">
          <a:xfrm>
            <a:off x="6238875" y="1812925"/>
            <a:ext cx="1082675" cy="866775"/>
          </a:xfrm>
          <a:custGeom>
            <a:avLst/>
            <a:gdLst>
              <a:gd name="T0" fmla="*/ 2147483646 w 19265"/>
              <a:gd name="T1" fmla="*/ 0 h 21369"/>
              <a:gd name="T2" fmla="*/ 2147483646 w 19265"/>
              <a:gd name="T3" fmla="*/ 2147483646 h 21369"/>
              <a:gd name="T4" fmla="*/ 0 w 19265"/>
              <a:gd name="T5" fmla="*/ 2147483646 h 21369"/>
              <a:gd name="T6" fmla="*/ 0 60000 65536"/>
              <a:gd name="T7" fmla="*/ 0 60000 65536"/>
              <a:gd name="T8" fmla="*/ 0 60000 65536"/>
              <a:gd name="T9" fmla="*/ 0 w 19265"/>
              <a:gd name="T10" fmla="*/ 0 h 21369"/>
              <a:gd name="T11" fmla="*/ 19265 w 19265"/>
              <a:gd name="T12" fmla="*/ 21369 h 2136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65" h="21369" fill="none" extrusionOk="0">
                <a:moveTo>
                  <a:pt x="3152" y="0"/>
                </a:moveTo>
                <a:cubicBezTo>
                  <a:pt x="10087" y="1023"/>
                  <a:pt x="16094" y="5348"/>
                  <a:pt x="19264" y="11600"/>
                </a:cubicBezTo>
              </a:path>
              <a:path w="19265" h="21369" stroke="0" extrusionOk="0">
                <a:moveTo>
                  <a:pt x="3152" y="0"/>
                </a:moveTo>
                <a:cubicBezTo>
                  <a:pt x="10087" y="1023"/>
                  <a:pt x="16094" y="5348"/>
                  <a:pt x="19264" y="11600"/>
                </a:cubicBezTo>
                <a:lnTo>
                  <a:pt x="0" y="21369"/>
                </a:lnTo>
                <a:lnTo>
                  <a:pt x="3152" y="0"/>
                </a:lnTo>
                <a:close/>
              </a:path>
            </a:pathLst>
          </a:custGeom>
          <a:noFill/>
          <a:ln w="38100">
            <a:solidFill>
              <a:srgbClr val="FF33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2545" name="Object 17"/>
          <p:cNvGraphicFramePr>
            <a:graphicFrameLocks noChangeAspect="1"/>
          </p:cNvGraphicFramePr>
          <p:nvPr/>
        </p:nvGraphicFramePr>
        <p:xfrm>
          <a:off x="6040438" y="1016000"/>
          <a:ext cx="944562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21" name="Equation" r:id="rId9" imgW="1117600" imgH="419100" progId="Equation.DSMT4">
                  <p:embed/>
                </p:oleObj>
              </mc:Choice>
              <mc:Fallback>
                <p:oleObj name="Equation" r:id="rId9" imgW="1117600" imgH="4191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0438" y="1016000"/>
                        <a:ext cx="944562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6" name="Object 18"/>
          <p:cNvGraphicFramePr>
            <a:graphicFrameLocks noChangeAspect="1"/>
          </p:cNvGraphicFramePr>
          <p:nvPr/>
        </p:nvGraphicFramePr>
        <p:xfrm>
          <a:off x="952500" y="981075"/>
          <a:ext cx="2451100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22" name="Equation" r:id="rId11" imgW="812447" imgH="203112" progId="Equation.DSMT4">
                  <p:embed/>
                </p:oleObj>
              </mc:Choice>
              <mc:Fallback>
                <p:oleObj name="Equation" r:id="rId11" imgW="812447" imgH="203112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500" y="981075"/>
                        <a:ext cx="2451100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7" name="Text Box 19"/>
          <p:cNvSpPr txBox="1">
            <a:spLocks noChangeArrowheads="1"/>
          </p:cNvSpPr>
          <p:nvPr/>
        </p:nvSpPr>
        <p:spPr bwMode="auto">
          <a:xfrm>
            <a:off x="863600" y="1614488"/>
            <a:ext cx="29876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与</a:t>
            </a:r>
            <a:r>
              <a:rPr lang="en-US" altLang="zh-CN" sz="2800" b="1" i="1"/>
              <a:t>t =</a:t>
            </a:r>
            <a:r>
              <a:rPr lang="en-US" altLang="zh-CN" sz="2800" b="1"/>
              <a:t>0 </a:t>
            </a:r>
            <a:r>
              <a:rPr lang="zh-CN" altLang="en-US" sz="2800" b="1"/>
              <a:t>相比较知：</a:t>
            </a:r>
            <a:endParaRPr lang="zh-CN" altLang="en-US" sz="2800"/>
          </a:p>
        </p:txBody>
      </p:sp>
      <p:sp>
        <p:nvSpPr>
          <p:cNvPr id="22548" name="Text Box 20"/>
          <p:cNvSpPr txBox="1">
            <a:spLocks noChangeArrowheads="1"/>
          </p:cNvSpPr>
          <p:nvPr/>
        </p:nvSpPr>
        <p:spPr bwMode="auto">
          <a:xfrm>
            <a:off x="949325" y="2801938"/>
            <a:ext cx="2362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故</a:t>
            </a:r>
            <a:r>
              <a:rPr lang="en-US" altLang="zh-CN" sz="2800" b="1" i="1">
                <a:solidFill>
                  <a:srgbClr val="0000CC"/>
                </a:solidFill>
              </a:rPr>
              <a:t>t </a:t>
            </a:r>
            <a:r>
              <a:rPr lang="en-US" altLang="zh-CN" sz="2800" b="1">
                <a:solidFill>
                  <a:srgbClr val="0000CC"/>
                </a:solidFill>
              </a:rPr>
              <a:t>=1 s</a:t>
            </a:r>
            <a:endParaRPr lang="en-US" altLang="zh-CN" sz="2800" i="1">
              <a:solidFill>
                <a:srgbClr val="0000CC"/>
              </a:solidFill>
            </a:endParaRPr>
          </a:p>
        </p:txBody>
      </p:sp>
      <p:sp>
        <p:nvSpPr>
          <p:cNvPr id="22549" name="Line 21"/>
          <p:cNvSpPr>
            <a:spLocks noChangeShapeType="1"/>
          </p:cNvSpPr>
          <p:nvPr/>
        </p:nvSpPr>
        <p:spPr bwMode="auto">
          <a:xfrm flipH="1" flipV="1">
            <a:off x="6291263" y="4384675"/>
            <a:ext cx="4572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50" name="Line 22"/>
          <p:cNvSpPr>
            <a:spLocks noChangeShapeType="1"/>
          </p:cNvSpPr>
          <p:nvPr/>
        </p:nvSpPr>
        <p:spPr bwMode="auto">
          <a:xfrm>
            <a:off x="6748463" y="5146675"/>
            <a:ext cx="0" cy="838200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51" name="Arc 23"/>
          <p:cNvSpPr>
            <a:spLocks/>
          </p:cNvSpPr>
          <p:nvPr/>
        </p:nvSpPr>
        <p:spPr bwMode="auto">
          <a:xfrm>
            <a:off x="6373813" y="4729163"/>
            <a:ext cx="792162" cy="831850"/>
          </a:xfrm>
          <a:custGeom>
            <a:avLst/>
            <a:gdLst>
              <a:gd name="T0" fmla="*/ 2147483646 w 21600"/>
              <a:gd name="T1" fmla="*/ 2147483646 h 29553"/>
              <a:gd name="T2" fmla="*/ 2147483646 w 21600"/>
              <a:gd name="T3" fmla="*/ 0 h 29553"/>
              <a:gd name="T4" fmla="*/ 2147483646 w 21600"/>
              <a:gd name="T5" fmla="*/ 2147483646 h 29553"/>
              <a:gd name="T6" fmla="*/ 0 60000 65536"/>
              <a:gd name="T7" fmla="*/ 0 60000 65536"/>
              <a:gd name="T8" fmla="*/ 0 60000 65536"/>
              <a:gd name="T9" fmla="*/ 0 w 21600"/>
              <a:gd name="T10" fmla="*/ 0 h 29553"/>
              <a:gd name="T11" fmla="*/ 21600 w 21600"/>
              <a:gd name="T12" fmla="*/ 29553 h 2955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9553" fill="none" extrusionOk="0">
                <a:moveTo>
                  <a:pt x="9437" y="29552"/>
                </a:moveTo>
                <a:cubicBezTo>
                  <a:pt x="3532" y="25529"/>
                  <a:pt x="0" y="18847"/>
                  <a:pt x="0" y="11703"/>
                </a:cubicBezTo>
                <a:cubicBezTo>
                  <a:pt x="-1" y="7552"/>
                  <a:pt x="1196" y="3488"/>
                  <a:pt x="3445" y="0"/>
                </a:cubicBezTo>
              </a:path>
              <a:path w="21600" h="29553" stroke="0" extrusionOk="0">
                <a:moveTo>
                  <a:pt x="9437" y="29552"/>
                </a:moveTo>
                <a:cubicBezTo>
                  <a:pt x="3532" y="25529"/>
                  <a:pt x="0" y="18847"/>
                  <a:pt x="0" y="11703"/>
                </a:cubicBezTo>
                <a:cubicBezTo>
                  <a:pt x="-1" y="7552"/>
                  <a:pt x="1196" y="3488"/>
                  <a:pt x="3445" y="0"/>
                </a:cubicBezTo>
                <a:lnTo>
                  <a:pt x="21600" y="11703"/>
                </a:lnTo>
                <a:lnTo>
                  <a:pt x="9437" y="29552"/>
                </a:lnTo>
                <a:close/>
              </a:path>
            </a:pathLst>
          </a:custGeom>
          <a:noFill/>
          <a:ln w="28575">
            <a:solidFill>
              <a:srgbClr val="FF33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2552" name="Object 24"/>
          <p:cNvGraphicFramePr>
            <a:graphicFrameLocks noChangeAspect="1"/>
          </p:cNvGraphicFramePr>
          <p:nvPr/>
        </p:nvGraphicFramePr>
        <p:xfrm>
          <a:off x="1403350" y="4775200"/>
          <a:ext cx="140335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23" name="Equation" r:id="rId13" imgW="405872" imgH="177569" progId="Equation.DSMT4">
                  <p:embed/>
                </p:oleObj>
              </mc:Choice>
              <mc:Fallback>
                <p:oleObj name="Equation" r:id="rId13" imgW="405872" imgH="177569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4775200"/>
                        <a:ext cx="1403350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53" name="Object 25"/>
          <p:cNvGraphicFramePr>
            <a:graphicFrameLocks noChangeAspect="1"/>
          </p:cNvGraphicFramePr>
          <p:nvPr/>
        </p:nvGraphicFramePr>
        <p:xfrm>
          <a:off x="2917825" y="4651375"/>
          <a:ext cx="1001713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24" name="Equation" r:id="rId15" imgW="926698" imgH="774364" progId="Equation.DSMT4">
                  <p:embed/>
                </p:oleObj>
              </mc:Choice>
              <mc:Fallback>
                <p:oleObj name="Equation" r:id="rId15" imgW="926698" imgH="774364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7825" y="4651375"/>
                        <a:ext cx="1001713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54" name="Object 26"/>
          <p:cNvGraphicFramePr>
            <a:graphicFrameLocks noChangeAspect="1"/>
          </p:cNvGraphicFramePr>
          <p:nvPr/>
        </p:nvGraphicFramePr>
        <p:xfrm>
          <a:off x="2051050" y="5638800"/>
          <a:ext cx="3946525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25" name="Equation" r:id="rId17" imgW="3289300" imgH="774700" progId="Equation.DSMT4">
                  <p:embed/>
                </p:oleObj>
              </mc:Choice>
              <mc:Fallback>
                <p:oleObj name="Equation" r:id="rId17" imgW="3289300" imgH="7747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5638800"/>
                        <a:ext cx="3946525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56" name="Oval 28"/>
          <p:cNvSpPr>
            <a:spLocks noChangeArrowheads="1"/>
          </p:cNvSpPr>
          <p:nvPr/>
        </p:nvSpPr>
        <p:spPr bwMode="auto">
          <a:xfrm flipH="1">
            <a:off x="6238875" y="2193925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22557" name="Rectangle 29"/>
          <p:cNvSpPr>
            <a:spLocks noChangeArrowheads="1"/>
          </p:cNvSpPr>
          <p:nvPr/>
        </p:nvSpPr>
        <p:spPr bwMode="auto">
          <a:xfrm>
            <a:off x="6619875" y="1508125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i="1">
                <a:sym typeface="Symbol" panose="05050102010706020507" pitchFamily="18" charset="2"/>
              </a:rPr>
              <a:t>t</a:t>
            </a:r>
            <a:r>
              <a:rPr lang="en-US" altLang="zh-CN" sz="2400" b="1" i="1"/>
              <a:t>+</a:t>
            </a:r>
            <a:r>
              <a:rPr lang="en-US" altLang="zh-CN" sz="2400" b="1" i="1">
                <a:sym typeface="Symbol" panose="05050102010706020507" pitchFamily="18" charset="2"/>
              </a:rPr>
              <a:t></a:t>
            </a:r>
          </a:p>
        </p:txBody>
      </p:sp>
      <p:sp>
        <p:nvSpPr>
          <p:cNvPr id="22558" name="Rectangle 30"/>
          <p:cNvSpPr>
            <a:spLocks noChangeArrowheads="1"/>
          </p:cNvSpPr>
          <p:nvPr/>
        </p:nvSpPr>
        <p:spPr bwMode="auto">
          <a:xfrm>
            <a:off x="5795963" y="5119688"/>
            <a:ext cx="9731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ym typeface="Symbol" panose="05050102010706020507" pitchFamily="18" charset="2"/>
              </a:rPr>
              <a:t>t</a:t>
            </a:r>
            <a:endParaRPr lang="en-US" altLang="zh-CN" sz="2400" b="1" i="1">
              <a:sym typeface="Symbol" panose="05050102010706020507" pitchFamily="18" charset="2"/>
            </a:endParaRPr>
          </a:p>
        </p:txBody>
      </p:sp>
      <p:sp>
        <p:nvSpPr>
          <p:cNvPr id="22559" name="Rectangle 31"/>
          <p:cNvSpPr>
            <a:spLocks noChangeArrowheads="1"/>
          </p:cNvSpPr>
          <p:nvPr/>
        </p:nvSpPr>
        <p:spPr bwMode="auto">
          <a:xfrm>
            <a:off x="1439863" y="5667375"/>
            <a:ext cx="64928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1" i="1">
                <a:solidFill>
                  <a:srgbClr val="FF0000"/>
                </a:solidFill>
                <a:sym typeface="Symbol" panose="05050102010706020507" pitchFamily="18" charset="2"/>
              </a:rPr>
              <a:t>t</a:t>
            </a:r>
          </a:p>
        </p:txBody>
      </p:sp>
      <p:graphicFrame>
        <p:nvGraphicFramePr>
          <p:cNvPr id="22560" name="Object 32"/>
          <p:cNvGraphicFramePr>
            <a:graphicFrameLocks noChangeAspect="1"/>
          </p:cNvGraphicFramePr>
          <p:nvPr/>
        </p:nvGraphicFramePr>
        <p:xfrm>
          <a:off x="2303463" y="4149725"/>
          <a:ext cx="1044575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26" name="Equation" r:id="rId19" imgW="405872" imgH="177569" progId="Equation.DSMT4">
                  <p:embed/>
                </p:oleObj>
              </mc:Choice>
              <mc:Fallback>
                <p:oleObj name="Equation" r:id="rId19" imgW="405872" imgH="177569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3463" y="4149725"/>
                        <a:ext cx="1044575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61" name="Object 33"/>
          <p:cNvGraphicFramePr>
            <a:graphicFrameLocks noChangeAspect="1"/>
          </p:cNvGraphicFramePr>
          <p:nvPr/>
        </p:nvGraphicFramePr>
        <p:xfrm>
          <a:off x="3324225" y="984250"/>
          <a:ext cx="2452688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27" name="Equation" r:id="rId21" imgW="952087" imgH="215806" progId="Equation.DSMT4">
                  <p:embed/>
                </p:oleObj>
              </mc:Choice>
              <mc:Fallback>
                <p:oleObj name="Equation" r:id="rId21" imgW="952087" imgH="215806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4225" y="984250"/>
                        <a:ext cx="2452688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62" name="Text Box 34"/>
          <p:cNvSpPr txBox="1">
            <a:spLocks noChangeArrowheads="1"/>
          </p:cNvSpPr>
          <p:nvPr/>
        </p:nvSpPr>
        <p:spPr bwMode="auto">
          <a:xfrm>
            <a:off x="1079500" y="2205038"/>
            <a:ext cx="43211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振动物体经过了</a:t>
            </a:r>
            <a:r>
              <a:rPr lang="en-US" altLang="zh-CN" sz="2800" b="1" i="1">
                <a:solidFill>
                  <a:srgbClr val="0000CC"/>
                </a:solidFill>
              </a:rPr>
              <a:t>T</a:t>
            </a:r>
            <a:r>
              <a:rPr lang="en-US" altLang="zh-CN" sz="2800" b="1">
                <a:solidFill>
                  <a:srgbClr val="0000CC"/>
                </a:solidFill>
              </a:rPr>
              <a:t>/2</a:t>
            </a:r>
            <a:endParaRPr lang="en-US" altLang="zh-CN" sz="2800">
              <a:solidFill>
                <a:srgbClr val="0000CC"/>
              </a:solidFill>
            </a:endParaRPr>
          </a:p>
        </p:txBody>
      </p:sp>
      <p:sp>
        <p:nvSpPr>
          <p:cNvPr id="22563" name="Text Box 35"/>
          <p:cNvSpPr txBox="1">
            <a:spLocks noChangeArrowheads="1"/>
          </p:cNvSpPr>
          <p:nvPr/>
        </p:nvSpPr>
        <p:spPr bwMode="auto">
          <a:xfrm>
            <a:off x="2376488" y="2741613"/>
            <a:ext cx="2895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再求得   </a:t>
            </a:r>
            <a:r>
              <a:rPr lang="en-US" altLang="zh-CN" b="1" i="1"/>
              <a:t>v ,  a</a:t>
            </a:r>
            <a:endParaRPr lang="en-US" altLang="zh-CN" sz="2800" i="1"/>
          </a:p>
        </p:txBody>
      </p:sp>
      <p:graphicFrame>
        <p:nvGraphicFramePr>
          <p:cNvPr id="22564" name="Object 36"/>
          <p:cNvGraphicFramePr>
            <a:graphicFrameLocks noChangeAspect="1"/>
          </p:cNvGraphicFramePr>
          <p:nvPr/>
        </p:nvGraphicFramePr>
        <p:xfrm>
          <a:off x="4122738" y="4683125"/>
          <a:ext cx="860425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28" name="Equation" r:id="rId23" imgW="825142" imgH="774364" progId="Equation.DSMT4">
                  <p:embed/>
                </p:oleObj>
              </mc:Choice>
              <mc:Fallback>
                <p:oleObj name="Equation" r:id="rId23" imgW="825142" imgH="774364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2738" y="4683125"/>
                        <a:ext cx="860425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03" name="Text Box 40"/>
          <p:cNvSpPr txBox="1">
            <a:spLocks noChangeArrowheads="1"/>
          </p:cNvSpPr>
          <p:nvPr/>
        </p:nvSpPr>
        <p:spPr bwMode="auto">
          <a:xfrm>
            <a:off x="8675688" y="6392863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18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5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5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25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25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2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22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75"/>
                                        <p:tgtEl>
                                          <p:spTgt spid="22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75"/>
                                        <p:tgtEl>
                                          <p:spTgt spid="22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75"/>
                                        <p:tgtEl>
                                          <p:spTgt spid="22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75"/>
                                        <p:tgtEl>
                                          <p:spTgt spid="22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2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2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25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25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2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22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22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22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2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2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22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22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22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22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7" grpId="0" autoUpdateAnimBg="0"/>
      <p:bldP spid="22538" grpId="0" autoUpdateAnimBg="0"/>
      <p:bldP spid="22539" grpId="0" animBg="1"/>
      <p:bldP spid="22540" grpId="0" animBg="1"/>
      <p:bldP spid="22541" grpId="0" animBg="1"/>
      <p:bldP spid="22544" grpId="0" animBg="1"/>
      <p:bldP spid="22547" grpId="0" autoUpdateAnimBg="0"/>
      <p:bldP spid="22548" grpId="0" autoUpdateAnimBg="0"/>
      <p:bldP spid="22549" grpId="0" animBg="1"/>
      <p:bldP spid="22550" grpId="0" animBg="1"/>
      <p:bldP spid="22551" grpId="0" animBg="1"/>
      <p:bldP spid="22556" grpId="0" animBg="1"/>
      <p:bldP spid="22557" grpId="0" autoUpdateAnimBg="0"/>
      <p:bldP spid="22558" grpId="0" autoUpdateAnimBg="0"/>
      <p:bldP spid="22559" grpId="0" autoUpdateAnimBg="0"/>
      <p:bldP spid="22562" grpId="0" autoUpdateAnimBg="0"/>
      <p:bldP spid="22563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4700588" y="3298825"/>
            <a:ext cx="3649662" cy="1600200"/>
            <a:chOff x="240" y="384"/>
            <a:chExt cx="2299" cy="1008"/>
          </a:xfrm>
        </p:grpSpPr>
        <p:sp>
          <p:nvSpPr>
            <p:cNvPr id="29716" name="Oval 3"/>
            <p:cNvSpPr>
              <a:spLocks noChangeArrowheads="1"/>
            </p:cNvSpPr>
            <p:nvPr/>
          </p:nvSpPr>
          <p:spPr bwMode="auto">
            <a:xfrm flipV="1">
              <a:off x="576" y="384"/>
              <a:ext cx="1056" cy="1008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29717" name="Line 4"/>
            <p:cNvSpPr>
              <a:spLocks noChangeShapeType="1"/>
            </p:cNvSpPr>
            <p:nvPr/>
          </p:nvSpPr>
          <p:spPr bwMode="auto">
            <a:xfrm>
              <a:off x="240" y="912"/>
              <a:ext cx="182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9718" name="Object 5"/>
            <p:cNvGraphicFramePr>
              <a:graphicFrameLocks noChangeAspect="1"/>
            </p:cNvGraphicFramePr>
            <p:nvPr/>
          </p:nvGraphicFramePr>
          <p:xfrm>
            <a:off x="1814" y="965"/>
            <a:ext cx="725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14" name="Equation" r:id="rId3" imgW="977476" imgH="393529" progId="Equation.DSMT4">
                    <p:embed/>
                  </p:oleObj>
                </mc:Choice>
                <mc:Fallback>
                  <p:oleObj name="Equation" r:id="rId3" imgW="977476" imgH="393529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4" y="965"/>
                          <a:ext cx="725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558" name="Text Box 6"/>
          <p:cNvSpPr txBox="1">
            <a:spLocks noChangeArrowheads="1"/>
          </p:cNvSpPr>
          <p:nvPr/>
        </p:nvSpPr>
        <p:spPr bwMode="auto">
          <a:xfrm>
            <a:off x="611188" y="1304925"/>
            <a:ext cx="7848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求（</a:t>
            </a:r>
            <a:r>
              <a:rPr lang="en-US" altLang="zh-CN" sz="2800" b="1"/>
              <a:t>4</a:t>
            </a:r>
            <a:r>
              <a:rPr lang="zh-CN" altLang="en-US" sz="2800" b="1"/>
              <a:t>）从初始时刻开始，第二次通过平衡位置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              的时刻</a:t>
            </a:r>
            <a:r>
              <a:rPr lang="en-US" altLang="zh-CN" sz="2800" b="1" i="1"/>
              <a:t>t</a:t>
            </a:r>
            <a:r>
              <a:rPr lang="zh-CN" altLang="en-US" sz="2800" b="1"/>
              <a:t>。</a:t>
            </a:r>
            <a:endParaRPr lang="zh-CN" altLang="en-US" sz="2800" i="1"/>
          </a:p>
        </p:txBody>
      </p:sp>
      <p:sp>
        <p:nvSpPr>
          <p:cNvPr id="23559" name="Line 7"/>
          <p:cNvSpPr>
            <a:spLocks noChangeShapeType="1"/>
          </p:cNvSpPr>
          <p:nvPr/>
        </p:nvSpPr>
        <p:spPr bwMode="auto">
          <a:xfrm>
            <a:off x="6072188" y="4137025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0" name="Line 8"/>
          <p:cNvSpPr>
            <a:spLocks noChangeShapeType="1"/>
          </p:cNvSpPr>
          <p:nvPr/>
        </p:nvSpPr>
        <p:spPr bwMode="auto">
          <a:xfrm>
            <a:off x="6072188" y="4137025"/>
            <a:ext cx="5334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1" name="Arc 9"/>
          <p:cNvSpPr>
            <a:spLocks/>
          </p:cNvSpPr>
          <p:nvPr/>
        </p:nvSpPr>
        <p:spPr bwMode="auto">
          <a:xfrm flipH="1">
            <a:off x="5614988" y="3679825"/>
            <a:ext cx="760412" cy="720725"/>
          </a:xfrm>
          <a:custGeom>
            <a:avLst/>
            <a:gdLst>
              <a:gd name="T0" fmla="*/ 2147483646 w 43150"/>
              <a:gd name="T1" fmla="*/ 2147483646 h 31436"/>
              <a:gd name="T2" fmla="*/ 2147483646 w 43150"/>
              <a:gd name="T3" fmla="*/ 2147483646 h 31436"/>
              <a:gd name="T4" fmla="*/ 2147483646 w 43150"/>
              <a:gd name="T5" fmla="*/ 2147483646 h 31436"/>
              <a:gd name="T6" fmla="*/ 0 60000 65536"/>
              <a:gd name="T7" fmla="*/ 0 60000 65536"/>
              <a:gd name="T8" fmla="*/ 0 60000 65536"/>
              <a:gd name="T9" fmla="*/ 0 w 43150"/>
              <a:gd name="T10" fmla="*/ 0 h 31436"/>
              <a:gd name="T11" fmla="*/ 43150 w 43150"/>
              <a:gd name="T12" fmla="*/ 31436 h 314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150" h="31436" fill="none" extrusionOk="0">
                <a:moveTo>
                  <a:pt x="2369" y="31435"/>
                </a:moveTo>
                <a:cubicBezTo>
                  <a:pt x="812" y="28391"/>
                  <a:pt x="0" y="2501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2957" y="-1"/>
                  <a:pt x="42374" y="8795"/>
                  <a:pt x="43149" y="20126"/>
                </a:cubicBezTo>
              </a:path>
              <a:path w="43150" h="31436" stroke="0" extrusionOk="0">
                <a:moveTo>
                  <a:pt x="2369" y="31435"/>
                </a:moveTo>
                <a:cubicBezTo>
                  <a:pt x="812" y="28391"/>
                  <a:pt x="0" y="2501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2957" y="-1"/>
                  <a:pt x="42374" y="8795"/>
                  <a:pt x="43149" y="20126"/>
                </a:cubicBezTo>
                <a:lnTo>
                  <a:pt x="21600" y="21600"/>
                </a:lnTo>
                <a:lnTo>
                  <a:pt x="2369" y="31435"/>
                </a:lnTo>
                <a:close/>
              </a:path>
            </a:pathLst>
          </a:cu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3562" name="Object 10"/>
          <p:cNvGraphicFramePr>
            <a:graphicFrameLocks noChangeAspect="1"/>
          </p:cNvGraphicFramePr>
          <p:nvPr/>
        </p:nvGraphicFramePr>
        <p:xfrm>
          <a:off x="2771775" y="3284538"/>
          <a:ext cx="1430338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15" name="Equation" r:id="rId5" imgW="1473200" imgH="774700" progId="Equation.DSMT4">
                  <p:embed/>
                </p:oleObj>
              </mc:Choice>
              <mc:Fallback>
                <p:oleObj name="Equation" r:id="rId5" imgW="1473200" imgH="7747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3284538"/>
                        <a:ext cx="1430338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3" name="Object 11"/>
          <p:cNvGraphicFramePr>
            <a:graphicFrameLocks noChangeAspect="1"/>
          </p:cNvGraphicFramePr>
          <p:nvPr/>
        </p:nvGraphicFramePr>
        <p:xfrm>
          <a:off x="2339975" y="4138613"/>
          <a:ext cx="1095375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16" name="Equation" r:id="rId7" imgW="1054100" imgH="774700" progId="Equation.DSMT4">
                  <p:embed/>
                </p:oleObj>
              </mc:Choice>
              <mc:Fallback>
                <p:oleObj name="Equation" r:id="rId7" imgW="1054100" imgH="7747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4138613"/>
                        <a:ext cx="1095375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4" name="Object 12"/>
          <p:cNvGraphicFramePr>
            <a:graphicFrameLocks noChangeAspect="1"/>
          </p:cNvGraphicFramePr>
          <p:nvPr/>
        </p:nvGraphicFramePr>
        <p:xfrm>
          <a:off x="2339975" y="5049838"/>
          <a:ext cx="1368425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17" name="Equation" r:id="rId9" imgW="1218671" imgH="774364" progId="Equation.DSMT4">
                  <p:embed/>
                </p:oleObj>
              </mc:Choice>
              <mc:Fallback>
                <p:oleObj name="Equation" r:id="rId9" imgW="1218671" imgH="774364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5049838"/>
                        <a:ext cx="1368425" cy="78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6" name="Object 14"/>
          <p:cNvGraphicFramePr>
            <a:graphicFrameLocks noChangeAspect="1"/>
          </p:cNvGraphicFramePr>
          <p:nvPr/>
        </p:nvGraphicFramePr>
        <p:xfrm>
          <a:off x="6565900" y="4706938"/>
          <a:ext cx="727075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18" name="Equation" r:id="rId11" imgW="787058" imgH="342751" progId="Equation.DSMT4">
                  <p:embed/>
                </p:oleObj>
              </mc:Choice>
              <mc:Fallback>
                <p:oleObj name="Equation" r:id="rId11" imgW="787058" imgH="342751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5900" y="4706938"/>
                        <a:ext cx="727075" cy="338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7" name="Arc 15"/>
          <p:cNvSpPr>
            <a:spLocks/>
          </p:cNvSpPr>
          <p:nvPr/>
        </p:nvSpPr>
        <p:spPr bwMode="auto">
          <a:xfrm flipH="1">
            <a:off x="5614988" y="4137025"/>
            <a:ext cx="428625" cy="549275"/>
          </a:xfrm>
          <a:custGeom>
            <a:avLst/>
            <a:gdLst>
              <a:gd name="T0" fmla="*/ 2147483646 w 24339"/>
              <a:gd name="T1" fmla="*/ 0 h 23942"/>
              <a:gd name="T2" fmla="*/ 0 w 24339"/>
              <a:gd name="T3" fmla="*/ 2147483646 h 23942"/>
              <a:gd name="T4" fmla="*/ 2147483646 w 24339"/>
              <a:gd name="T5" fmla="*/ 2147483646 h 23942"/>
              <a:gd name="T6" fmla="*/ 0 60000 65536"/>
              <a:gd name="T7" fmla="*/ 0 60000 65536"/>
              <a:gd name="T8" fmla="*/ 0 60000 65536"/>
              <a:gd name="T9" fmla="*/ 0 w 24339"/>
              <a:gd name="T10" fmla="*/ 0 h 23942"/>
              <a:gd name="T11" fmla="*/ 24339 w 24339"/>
              <a:gd name="T12" fmla="*/ 23942 h 2394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339" h="23942" fill="none" extrusionOk="0">
                <a:moveTo>
                  <a:pt x="24211" y="0"/>
                </a:moveTo>
                <a:cubicBezTo>
                  <a:pt x="24296" y="777"/>
                  <a:pt x="24339" y="1559"/>
                  <a:pt x="24339" y="2342"/>
                </a:cubicBezTo>
                <a:cubicBezTo>
                  <a:pt x="24339" y="14271"/>
                  <a:pt x="14668" y="23942"/>
                  <a:pt x="2739" y="23942"/>
                </a:cubicBezTo>
                <a:cubicBezTo>
                  <a:pt x="1823" y="23942"/>
                  <a:pt x="908" y="23883"/>
                  <a:pt x="0" y="23767"/>
                </a:cubicBezTo>
              </a:path>
              <a:path w="24339" h="23942" stroke="0" extrusionOk="0">
                <a:moveTo>
                  <a:pt x="24211" y="0"/>
                </a:moveTo>
                <a:cubicBezTo>
                  <a:pt x="24296" y="777"/>
                  <a:pt x="24339" y="1559"/>
                  <a:pt x="24339" y="2342"/>
                </a:cubicBezTo>
                <a:cubicBezTo>
                  <a:pt x="24339" y="14271"/>
                  <a:pt x="14668" y="23942"/>
                  <a:pt x="2739" y="23942"/>
                </a:cubicBezTo>
                <a:cubicBezTo>
                  <a:pt x="1823" y="23942"/>
                  <a:pt x="908" y="23883"/>
                  <a:pt x="0" y="23767"/>
                </a:cubicBezTo>
                <a:lnTo>
                  <a:pt x="2739" y="2342"/>
                </a:lnTo>
                <a:lnTo>
                  <a:pt x="24211" y="0"/>
                </a:lnTo>
                <a:close/>
              </a:path>
            </a:pathLst>
          </a:cu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8" name="Rectangle 16"/>
          <p:cNvSpPr>
            <a:spLocks noChangeArrowheads="1"/>
          </p:cNvSpPr>
          <p:nvPr/>
        </p:nvSpPr>
        <p:spPr bwMode="auto">
          <a:xfrm>
            <a:off x="5614988" y="3222625"/>
            <a:ext cx="10461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ym typeface="Symbol" panose="05050102010706020507" pitchFamily="18" charset="2"/>
              </a:rPr>
              <a:t>t</a:t>
            </a:r>
          </a:p>
        </p:txBody>
      </p:sp>
      <p:sp>
        <p:nvSpPr>
          <p:cNvPr id="23569" name="Rectangle 17"/>
          <p:cNvSpPr>
            <a:spLocks noChangeArrowheads="1"/>
          </p:cNvSpPr>
          <p:nvPr/>
        </p:nvSpPr>
        <p:spPr bwMode="auto">
          <a:xfrm>
            <a:off x="1960563" y="5084763"/>
            <a:ext cx="99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1" i="1">
                <a:sym typeface="Symbol" panose="05050102010706020507" pitchFamily="18" charset="2"/>
              </a:rPr>
              <a:t>t</a:t>
            </a:r>
          </a:p>
        </p:txBody>
      </p:sp>
      <p:sp>
        <p:nvSpPr>
          <p:cNvPr id="23570" name="Rectangle 18"/>
          <p:cNvSpPr>
            <a:spLocks noChangeArrowheads="1"/>
          </p:cNvSpPr>
          <p:nvPr/>
        </p:nvSpPr>
        <p:spPr bwMode="auto">
          <a:xfrm>
            <a:off x="1619250" y="3392488"/>
            <a:ext cx="11890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i="1">
                <a:sym typeface="Symbol" panose="05050102010706020507" pitchFamily="18" charset="2"/>
              </a:rPr>
              <a:t>t =</a:t>
            </a:r>
          </a:p>
        </p:txBody>
      </p:sp>
      <p:sp>
        <p:nvSpPr>
          <p:cNvPr id="23593" name="Text Box 41"/>
          <p:cNvSpPr txBox="1">
            <a:spLocks noChangeArrowheads="1"/>
          </p:cNvSpPr>
          <p:nvPr/>
        </p:nvSpPr>
        <p:spPr bwMode="auto">
          <a:xfrm>
            <a:off x="827088" y="2492375"/>
            <a:ext cx="18367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解</a:t>
            </a:r>
            <a:r>
              <a:rPr lang="en-US" altLang="zh-CN" sz="2800" b="1"/>
              <a:t>:</a:t>
            </a:r>
            <a:endParaRPr lang="en-US" altLang="zh-CN" sz="2800" b="1">
              <a:ea typeface="楷体_GB2312" pitchFamily="49" charset="-122"/>
            </a:endParaRPr>
          </a:p>
        </p:txBody>
      </p:sp>
      <p:sp>
        <p:nvSpPr>
          <p:cNvPr id="23594" name="Text Box 42"/>
          <p:cNvSpPr txBox="1">
            <a:spLocks noChangeArrowheads="1"/>
          </p:cNvSpPr>
          <p:nvPr/>
        </p:nvSpPr>
        <p:spPr bwMode="auto">
          <a:xfrm>
            <a:off x="1511300" y="2492375"/>
            <a:ext cx="698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如图所示</a:t>
            </a:r>
            <a:r>
              <a:rPr lang="en-US" altLang="zh-CN" sz="2800" b="1"/>
              <a:t>, </a:t>
            </a:r>
            <a:r>
              <a:rPr lang="en-US" altLang="zh-CN" sz="2800" b="1" i="1"/>
              <a:t>t </a:t>
            </a:r>
            <a:r>
              <a:rPr lang="en-US" altLang="zh-CN" sz="2800" b="1"/>
              <a:t>= </a:t>
            </a:r>
            <a:r>
              <a:rPr lang="en-US" altLang="zh-CN" sz="2800" b="1" i="1"/>
              <a:t>t </a:t>
            </a:r>
            <a:r>
              <a:rPr lang="zh-CN" altLang="en-US" sz="2800" b="1"/>
              <a:t>时物体第二次过平衡位置</a:t>
            </a:r>
          </a:p>
        </p:txBody>
      </p:sp>
      <p:sp>
        <p:nvSpPr>
          <p:cNvPr id="23596" name="Text Box 44"/>
          <p:cNvSpPr txBox="1">
            <a:spLocks noChangeArrowheads="1"/>
          </p:cNvSpPr>
          <p:nvPr/>
        </p:nvSpPr>
        <p:spPr bwMode="auto">
          <a:xfrm>
            <a:off x="5632450" y="4829175"/>
            <a:ext cx="1244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i="1"/>
              <a:t>t = t</a:t>
            </a:r>
          </a:p>
        </p:txBody>
      </p:sp>
      <p:sp>
        <p:nvSpPr>
          <p:cNvPr id="29714" name="Text Box 45"/>
          <p:cNvSpPr txBox="1">
            <a:spLocks noChangeArrowheads="1"/>
          </p:cNvSpPr>
          <p:nvPr/>
        </p:nvSpPr>
        <p:spPr bwMode="auto">
          <a:xfrm>
            <a:off x="8675688" y="6392863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19</a:t>
            </a:r>
          </a:p>
        </p:txBody>
      </p:sp>
      <p:sp>
        <p:nvSpPr>
          <p:cNvPr id="29715" name="Text Box 46"/>
          <p:cNvSpPr txBox="1">
            <a:spLocks noChangeArrowheads="1"/>
          </p:cNvSpPr>
          <p:nvPr/>
        </p:nvSpPr>
        <p:spPr bwMode="auto">
          <a:xfrm>
            <a:off x="214313" y="225425"/>
            <a:ext cx="84613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00CC"/>
                </a:solidFill>
              </a:rPr>
              <a:t>例</a:t>
            </a:r>
            <a:r>
              <a:rPr lang="en-US" altLang="zh-CN" sz="2800" b="1">
                <a:solidFill>
                  <a:srgbClr val="0000CC"/>
                </a:solidFill>
              </a:rPr>
              <a:t>2.</a:t>
            </a:r>
            <a:r>
              <a:rPr lang="en-US" altLang="zh-CN" sz="2800" b="1"/>
              <a:t> </a:t>
            </a:r>
            <a:r>
              <a:rPr lang="zh-CN" altLang="en-US" sz="2800" b="1"/>
              <a:t>一物体沿</a:t>
            </a:r>
            <a:r>
              <a:rPr lang="zh-CN" altLang="en-US" sz="2800" b="1" i="1"/>
              <a:t> </a:t>
            </a:r>
            <a:r>
              <a:rPr lang="en-US" altLang="zh-CN" sz="2800" b="1" i="1"/>
              <a:t>x </a:t>
            </a:r>
            <a:r>
              <a:rPr lang="zh-CN" altLang="en-US" sz="2800" b="1"/>
              <a:t>轴作简谐振动，</a:t>
            </a:r>
            <a:r>
              <a:rPr lang="en-US" altLang="zh-CN" sz="2800" b="1" i="1">
                <a:solidFill>
                  <a:srgbClr val="0000CC"/>
                </a:solidFill>
              </a:rPr>
              <a:t>A= </a:t>
            </a:r>
            <a:r>
              <a:rPr lang="en-US" altLang="zh-CN" sz="2800" b="1">
                <a:solidFill>
                  <a:srgbClr val="0000CC"/>
                </a:solidFill>
              </a:rPr>
              <a:t>12</a:t>
            </a:r>
            <a:r>
              <a:rPr lang="en-US" altLang="zh-CN" sz="2800">
                <a:solidFill>
                  <a:srgbClr val="0000CC"/>
                </a:solidFill>
              </a:rPr>
              <a:t>cm</a:t>
            </a:r>
            <a:r>
              <a:rPr lang="en-US" altLang="zh-CN" sz="2800" b="1">
                <a:solidFill>
                  <a:srgbClr val="0000CC"/>
                </a:solidFill>
              </a:rPr>
              <a:t>,</a:t>
            </a:r>
            <a:r>
              <a:rPr lang="en-US" altLang="zh-CN" sz="2800">
                <a:solidFill>
                  <a:srgbClr val="0000CC"/>
                </a:solidFill>
              </a:rPr>
              <a:t> </a:t>
            </a:r>
            <a:r>
              <a:rPr lang="en-US" altLang="zh-CN" sz="2800" b="1" i="1">
                <a:solidFill>
                  <a:srgbClr val="0000CC"/>
                </a:solidFill>
              </a:rPr>
              <a:t>T = </a:t>
            </a:r>
            <a:r>
              <a:rPr lang="en-US" altLang="zh-CN" sz="2800" b="1">
                <a:solidFill>
                  <a:srgbClr val="0000CC"/>
                </a:solidFill>
              </a:rPr>
              <a:t>2</a:t>
            </a:r>
            <a:r>
              <a:rPr lang="en-US" altLang="zh-CN" sz="2800">
                <a:solidFill>
                  <a:srgbClr val="0000CC"/>
                </a:solidFill>
              </a:rPr>
              <a:t>s</a:t>
            </a:r>
            <a:endParaRPr lang="en-US" altLang="zh-CN" sz="2800" i="1">
              <a:solidFill>
                <a:srgbClr val="0000CC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        </a:t>
            </a:r>
            <a:r>
              <a:rPr lang="zh-CN" altLang="en-US" sz="2800" b="1"/>
              <a:t>当</a:t>
            </a:r>
            <a:r>
              <a:rPr lang="en-US" altLang="zh-CN" sz="2800" b="1" i="1">
                <a:solidFill>
                  <a:srgbClr val="0000CC"/>
                </a:solidFill>
              </a:rPr>
              <a:t>t</a:t>
            </a:r>
            <a:r>
              <a:rPr lang="en-US" altLang="zh-CN" sz="2800" b="1">
                <a:solidFill>
                  <a:srgbClr val="0000CC"/>
                </a:solidFill>
              </a:rPr>
              <a:t> = 0</a:t>
            </a:r>
            <a:r>
              <a:rPr lang="zh-CN" altLang="en-US" sz="2800" b="1"/>
              <a:t>时</a:t>
            </a:r>
            <a:r>
              <a:rPr lang="en-US" altLang="zh-CN" sz="2800" b="1"/>
              <a:t>, </a:t>
            </a:r>
            <a:r>
              <a:rPr lang="en-US" altLang="zh-CN" sz="2800" b="1" i="1">
                <a:solidFill>
                  <a:srgbClr val="0000CC"/>
                </a:solidFill>
              </a:rPr>
              <a:t>x</a:t>
            </a:r>
            <a:r>
              <a:rPr lang="en-US" altLang="zh-CN" sz="2800" b="1" baseline="-25000">
                <a:solidFill>
                  <a:srgbClr val="0000CC"/>
                </a:solidFill>
              </a:rPr>
              <a:t>0</a:t>
            </a:r>
            <a:r>
              <a:rPr lang="en-US" altLang="zh-CN" sz="2800" b="1">
                <a:solidFill>
                  <a:srgbClr val="0000CC"/>
                </a:solidFill>
              </a:rPr>
              <a:t>= 6 </a:t>
            </a:r>
            <a:r>
              <a:rPr lang="en-US" altLang="zh-CN" sz="2800">
                <a:solidFill>
                  <a:srgbClr val="0000CC"/>
                </a:solidFill>
              </a:rPr>
              <a:t>cm</a:t>
            </a:r>
            <a:r>
              <a:rPr lang="en-US" altLang="zh-CN" sz="2800" b="1"/>
              <a:t>, </a:t>
            </a:r>
            <a:r>
              <a:rPr lang="zh-CN" altLang="en-US" sz="2800" b="1"/>
              <a:t>且向</a:t>
            </a:r>
            <a:r>
              <a:rPr lang="en-US" altLang="zh-CN" sz="2800" b="1" i="1"/>
              <a:t>x</a:t>
            </a:r>
            <a:r>
              <a:rPr lang="zh-CN" altLang="en-US" sz="2800" b="1"/>
              <a:t>正方向运动。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3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3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3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3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1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6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5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8" grpId="0" autoUpdateAnimBg="0"/>
      <p:bldP spid="23559" grpId="0" animBg="1"/>
      <p:bldP spid="23560" grpId="0" animBg="1"/>
      <p:bldP spid="23561" grpId="0" animBg="1"/>
      <p:bldP spid="23567" grpId="0" animBg="1"/>
      <p:bldP spid="23568" grpId="0" autoUpdateAnimBg="0"/>
      <p:bldP spid="23569" grpId="0" autoUpdateAnimBg="0"/>
      <p:bldP spid="23570" grpId="0" autoUpdateAnimBg="0"/>
      <p:bldP spid="23593" grpId="0" autoUpdateAnimBg="0"/>
      <p:bldP spid="23594" grpId="0" autoUpdateAnimBg="0"/>
      <p:bldP spid="2359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87338" y="584200"/>
            <a:ext cx="681037" cy="2206625"/>
            <a:chOff x="0" y="0"/>
            <a:chExt cx="480" cy="1008"/>
          </a:xfrm>
        </p:grpSpPr>
        <p:sp>
          <p:nvSpPr>
            <p:cNvPr id="30771" name="Line 7"/>
            <p:cNvSpPr>
              <a:spLocks noChangeShapeType="1"/>
            </p:cNvSpPr>
            <p:nvPr/>
          </p:nvSpPr>
          <p:spPr bwMode="auto">
            <a:xfrm>
              <a:off x="0" y="0"/>
              <a:ext cx="384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0772" name="Group 4"/>
            <p:cNvGrpSpPr>
              <a:grpSpLocks/>
            </p:cNvGrpSpPr>
            <p:nvPr/>
          </p:nvGrpSpPr>
          <p:grpSpPr bwMode="auto">
            <a:xfrm>
              <a:off x="0" y="0"/>
              <a:ext cx="480" cy="1008"/>
              <a:chOff x="0" y="0"/>
              <a:chExt cx="480" cy="768"/>
            </a:xfrm>
          </p:grpSpPr>
          <p:sp>
            <p:nvSpPr>
              <p:cNvPr id="30773" name="Line 9"/>
              <p:cNvSpPr>
                <a:spLocks noChangeShapeType="1"/>
              </p:cNvSpPr>
              <p:nvPr/>
            </p:nvSpPr>
            <p:spPr bwMode="auto">
              <a:xfrm>
                <a:off x="144" y="0"/>
                <a:ext cx="240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74" name="Line 10"/>
              <p:cNvSpPr>
                <a:spLocks noChangeShapeType="1"/>
              </p:cNvSpPr>
              <p:nvPr/>
            </p:nvSpPr>
            <p:spPr bwMode="auto">
              <a:xfrm flipH="1" flipV="1">
                <a:off x="240" y="0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75" name="Line 11"/>
              <p:cNvSpPr>
                <a:spLocks noChangeShapeType="1"/>
              </p:cNvSpPr>
              <p:nvPr/>
            </p:nvSpPr>
            <p:spPr bwMode="auto">
              <a:xfrm flipH="1">
                <a:off x="240" y="576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76" name="Text Box 12"/>
              <p:cNvSpPr txBox="1">
                <a:spLocks noChangeArrowheads="1"/>
              </p:cNvSpPr>
              <p:nvPr/>
            </p:nvSpPr>
            <p:spPr bwMode="auto">
              <a:xfrm>
                <a:off x="0" y="240"/>
                <a:ext cx="480" cy="2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zh-CN" altLang="en-US" sz="2000" b="1"/>
                  <a:t>原长</a:t>
                </a:r>
              </a:p>
            </p:txBody>
          </p:sp>
        </p:grpSp>
      </p:grpSp>
      <p:sp>
        <p:nvSpPr>
          <p:cNvPr id="384009" name="Line 2"/>
          <p:cNvSpPr>
            <a:spLocks noChangeShapeType="1"/>
          </p:cNvSpPr>
          <p:nvPr/>
        </p:nvSpPr>
        <p:spPr bwMode="auto">
          <a:xfrm>
            <a:off x="1511300" y="2790825"/>
            <a:ext cx="0" cy="1219200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833438" y="3789363"/>
            <a:ext cx="1362075" cy="838200"/>
            <a:chOff x="0" y="0"/>
            <a:chExt cx="960" cy="528"/>
          </a:xfrm>
        </p:grpSpPr>
        <p:sp>
          <p:nvSpPr>
            <p:cNvPr id="30769" name="AutoShape 4"/>
            <p:cNvSpPr>
              <a:spLocks noChangeArrowheads="1"/>
            </p:cNvSpPr>
            <p:nvPr/>
          </p:nvSpPr>
          <p:spPr bwMode="auto">
            <a:xfrm>
              <a:off x="0" y="0"/>
              <a:ext cx="960" cy="528"/>
            </a:xfrm>
            <a:prstGeom prst="triangle">
              <a:avLst>
                <a:gd name="adj" fmla="val 5000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30770" name="Oval 5"/>
            <p:cNvSpPr>
              <a:spLocks noChangeArrowheads="1"/>
            </p:cNvSpPr>
            <p:nvPr/>
          </p:nvSpPr>
          <p:spPr bwMode="auto">
            <a:xfrm>
              <a:off x="432" y="43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</p:grpSp>
      <p:graphicFrame>
        <p:nvGraphicFramePr>
          <p:cNvPr id="384013" name="Object 13"/>
          <p:cNvGraphicFramePr>
            <a:graphicFrameLocks noChangeAspect="1"/>
          </p:cNvGraphicFramePr>
          <p:nvPr/>
        </p:nvGraphicFramePr>
        <p:xfrm>
          <a:off x="1584325" y="2790825"/>
          <a:ext cx="617538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2" name="Equation" r:id="rId3" imgW="317087" imgH="177569" progId="Equation.DSMT4">
                  <p:embed/>
                </p:oleObj>
              </mc:Choice>
              <mc:Fallback>
                <p:oleObj name="Equation" r:id="rId3" imgW="317087" imgH="177569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4325" y="2790825"/>
                        <a:ext cx="617538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4014" name="Object 14"/>
          <p:cNvGraphicFramePr>
            <a:graphicFrameLocks noChangeAspect="1"/>
          </p:cNvGraphicFramePr>
          <p:nvPr/>
        </p:nvGraphicFramePr>
        <p:xfrm>
          <a:off x="1584325" y="4632325"/>
          <a:ext cx="225425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3" name="Equation" r:id="rId5" imgW="203112" imgH="241195" progId="Equation.DSMT4">
                  <p:embed/>
                </p:oleObj>
              </mc:Choice>
              <mc:Fallback>
                <p:oleObj name="Equation" r:id="rId5" imgW="203112" imgH="241195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4325" y="4632325"/>
                        <a:ext cx="225425" cy="296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56"/>
          <p:cNvGrpSpPr>
            <a:grpSpLocks/>
          </p:cNvGrpSpPr>
          <p:nvPr/>
        </p:nvGrpSpPr>
        <p:grpSpPr bwMode="auto">
          <a:xfrm>
            <a:off x="250825" y="2790825"/>
            <a:ext cx="612775" cy="1825625"/>
            <a:chOff x="158" y="1758"/>
            <a:chExt cx="386" cy="1150"/>
          </a:xfrm>
        </p:grpSpPr>
        <p:sp>
          <p:nvSpPr>
            <p:cNvPr id="30765" name="Line 16"/>
            <p:cNvSpPr>
              <a:spLocks noChangeShapeType="1"/>
            </p:cNvSpPr>
            <p:nvPr/>
          </p:nvSpPr>
          <p:spPr bwMode="auto">
            <a:xfrm flipH="1">
              <a:off x="181" y="2908"/>
              <a:ext cx="257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66" name="Line 17"/>
            <p:cNvSpPr>
              <a:spLocks noChangeShapeType="1"/>
            </p:cNvSpPr>
            <p:nvPr/>
          </p:nvSpPr>
          <p:spPr bwMode="auto">
            <a:xfrm rot="10800000">
              <a:off x="309" y="1758"/>
              <a:ext cx="0" cy="44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67" name="Line 18"/>
            <p:cNvSpPr>
              <a:spLocks noChangeShapeType="1"/>
            </p:cNvSpPr>
            <p:nvPr/>
          </p:nvSpPr>
          <p:spPr bwMode="auto">
            <a:xfrm>
              <a:off x="310" y="2466"/>
              <a:ext cx="0" cy="44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0768" name="Object 18"/>
            <p:cNvGraphicFramePr>
              <a:graphicFrameLocks noChangeAspect="1"/>
            </p:cNvGraphicFramePr>
            <p:nvPr/>
          </p:nvGraphicFramePr>
          <p:xfrm>
            <a:off x="158" y="2080"/>
            <a:ext cx="386" cy="4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64" name="Equation" r:id="rId7" imgW="165028" imgH="228501" progId="Equation.DSMT4">
                    <p:embed/>
                  </p:oleObj>
                </mc:Choice>
                <mc:Fallback>
                  <p:oleObj name="Equation" r:id="rId7" imgW="165028" imgH="228501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" y="2080"/>
                          <a:ext cx="386" cy="4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4019" name="Line 20"/>
          <p:cNvSpPr>
            <a:spLocks noChangeShapeType="1"/>
          </p:cNvSpPr>
          <p:nvPr/>
        </p:nvSpPr>
        <p:spPr bwMode="auto">
          <a:xfrm>
            <a:off x="1506538" y="4616450"/>
            <a:ext cx="0" cy="1905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84020" name="Object 20"/>
          <p:cNvGraphicFramePr>
            <a:graphicFrameLocks noChangeAspect="1"/>
          </p:cNvGraphicFramePr>
          <p:nvPr/>
        </p:nvGraphicFramePr>
        <p:xfrm>
          <a:off x="1582738" y="6007100"/>
          <a:ext cx="360362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5" name="Equation" r:id="rId9" imgW="177492" imgH="164814" progId="Equation.DSMT4">
                  <p:embed/>
                </p:oleObj>
              </mc:Choice>
              <mc:Fallback>
                <p:oleObj name="Equation" r:id="rId9" imgW="177492" imgH="164814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2738" y="6007100"/>
                        <a:ext cx="360362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4021" name="Rectangle 22"/>
          <p:cNvSpPr>
            <a:spLocks noChangeArrowheads="1"/>
          </p:cNvSpPr>
          <p:nvPr/>
        </p:nvSpPr>
        <p:spPr bwMode="auto">
          <a:xfrm>
            <a:off x="2044700" y="225425"/>
            <a:ext cx="6848475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 b="1">
                <a:solidFill>
                  <a:srgbClr val="0000CC"/>
                </a:solidFill>
              </a:rPr>
              <a:t>例</a:t>
            </a:r>
            <a:r>
              <a:rPr kumimoji="0" lang="en-US" altLang="zh-CN" sz="2800" b="1">
                <a:solidFill>
                  <a:srgbClr val="0000CC"/>
                </a:solidFill>
              </a:rPr>
              <a:t>3.</a:t>
            </a:r>
            <a:r>
              <a:rPr kumimoji="0" lang="zh-CN" altLang="en-US" sz="2800" b="1"/>
              <a:t>将天平盘子挂在一个</a:t>
            </a:r>
            <a:r>
              <a:rPr kumimoji="0" lang="zh-CN" altLang="en-US" sz="2800" b="1">
                <a:solidFill>
                  <a:srgbClr val="0000CC"/>
                </a:solidFill>
              </a:rPr>
              <a:t>倔强系数为</a:t>
            </a:r>
            <a:r>
              <a:rPr kumimoji="0" lang="en-US" altLang="zh-CN" sz="2800" b="1" i="1">
                <a:solidFill>
                  <a:srgbClr val="0000CC"/>
                </a:solidFill>
              </a:rPr>
              <a:t>k</a:t>
            </a:r>
            <a:r>
              <a:rPr kumimoji="0" lang="zh-CN" altLang="en-US" sz="2800" b="1"/>
              <a:t>的弹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       簧下端</a:t>
            </a:r>
            <a:r>
              <a:rPr kumimoji="0" lang="en-US" altLang="zh-CN" sz="2800" b="1"/>
              <a:t>,</a:t>
            </a:r>
            <a:r>
              <a:rPr kumimoji="0" lang="zh-CN" altLang="en-US" sz="2800" b="1"/>
              <a:t>有一</a:t>
            </a:r>
            <a:r>
              <a:rPr kumimoji="0" lang="zh-CN" altLang="en-US" sz="2800" b="1">
                <a:solidFill>
                  <a:srgbClr val="0000CC"/>
                </a:solidFill>
              </a:rPr>
              <a:t>质量为</a:t>
            </a:r>
            <a:r>
              <a:rPr kumimoji="0" lang="en-US" altLang="zh-CN" sz="2800" b="1" i="1">
                <a:solidFill>
                  <a:srgbClr val="0000CC"/>
                </a:solidFill>
              </a:rPr>
              <a:t>m</a:t>
            </a:r>
            <a:r>
              <a:rPr kumimoji="0" lang="zh-CN" altLang="en-US" sz="2800" b="1"/>
              <a:t>的物体</a:t>
            </a:r>
            <a:r>
              <a:rPr kumimoji="0" lang="en-US" altLang="zh-CN" sz="2800" b="1"/>
              <a:t>,</a:t>
            </a:r>
            <a:r>
              <a:rPr kumimoji="0" lang="zh-CN" altLang="en-US" sz="2800" b="1"/>
              <a:t>从离盘高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       为</a:t>
            </a:r>
            <a:r>
              <a:rPr kumimoji="0" lang="en-US" altLang="zh-CN" sz="2800" b="1" i="1">
                <a:solidFill>
                  <a:srgbClr val="0000CC"/>
                </a:solidFill>
              </a:rPr>
              <a:t>h</a:t>
            </a:r>
            <a:r>
              <a:rPr kumimoji="0" lang="zh-CN" altLang="en-US" sz="2800" b="1">
                <a:solidFill>
                  <a:srgbClr val="0000CC"/>
                </a:solidFill>
              </a:rPr>
              <a:t>处</a:t>
            </a:r>
            <a:r>
              <a:rPr kumimoji="0" lang="zh-CN" altLang="en-US" sz="2800" b="1"/>
              <a:t>自由下落至盘中后不再跳离盘子</a:t>
            </a:r>
            <a:r>
              <a:rPr kumimoji="0" lang="en-US" altLang="zh-CN" sz="28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       </a:t>
            </a:r>
            <a:r>
              <a:rPr kumimoji="0" lang="zh-CN" altLang="en-US" sz="2800" b="1"/>
              <a:t>因此盘子和物体一起开始运动</a:t>
            </a:r>
            <a:r>
              <a:rPr kumimoji="0" lang="en-US" altLang="zh-CN" sz="2800" b="1"/>
              <a:t>(</a:t>
            </a:r>
            <a:r>
              <a:rPr kumimoji="0" lang="zh-CN" altLang="en-US" sz="2800" b="1"/>
              <a:t>盘和弹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      簧的质量忽略</a:t>
            </a:r>
            <a:r>
              <a:rPr kumimoji="0" lang="en-US" altLang="zh-CN" sz="2800" b="1"/>
              <a:t>)</a:t>
            </a:r>
            <a:r>
              <a:rPr kumimoji="0" lang="zh-CN" altLang="en-US" sz="2800" b="1"/>
              <a:t>，</a:t>
            </a:r>
          </a:p>
        </p:txBody>
      </p:sp>
      <p:sp>
        <p:nvSpPr>
          <p:cNvPr id="384022" name="Text Box 23"/>
          <p:cNvSpPr txBox="1">
            <a:spLocks noChangeArrowheads="1"/>
          </p:cNvSpPr>
          <p:nvPr/>
        </p:nvSpPr>
        <p:spPr bwMode="auto">
          <a:xfrm>
            <a:off x="5119688" y="1931988"/>
            <a:ext cx="3603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 b="1"/>
              <a:t>问</a:t>
            </a:r>
            <a:r>
              <a:rPr kumimoji="0" lang="en-US" altLang="zh-CN" sz="2800" b="1">
                <a:sym typeface="Wingdings" panose="05000000000000000000" pitchFamily="2" charset="2"/>
              </a:rPr>
              <a:t>(</a:t>
            </a:r>
            <a:r>
              <a:rPr kumimoji="0" lang="en-US" altLang="zh-CN" sz="2800" b="1"/>
              <a:t>1)</a:t>
            </a:r>
            <a:r>
              <a:rPr kumimoji="0" lang="zh-CN" altLang="en-US" sz="2800" b="1">
                <a:solidFill>
                  <a:srgbClr val="0000CC"/>
                </a:solidFill>
              </a:rPr>
              <a:t>是否为谐振动？</a:t>
            </a:r>
          </a:p>
        </p:txBody>
      </p:sp>
      <p:sp>
        <p:nvSpPr>
          <p:cNvPr id="384023" name="Text Box 24"/>
          <p:cNvSpPr txBox="1">
            <a:spLocks noChangeArrowheads="1"/>
          </p:cNvSpPr>
          <p:nvPr/>
        </p:nvSpPr>
        <p:spPr bwMode="auto">
          <a:xfrm>
            <a:off x="2198688" y="2479675"/>
            <a:ext cx="637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 </a:t>
            </a:r>
            <a:r>
              <a:rPr kumimoji="0" lang="zh-CN" altLang="en-US" sz="2800" b="1"/>
              <a:t>解</a:t>
            </a:r>
            <a:r>
              <a:rPr kumimoji="0" lang="en-US" altLang="zh-CN" sz="2800" b="1"/>
              <a:t>:  </a:t>
            </a:r>
            <a:r>
              <a:rPr kumimoji="0" lang="zh-CN" altLang="en-US" sz="2800" b="1"/>
              <a:t>盘</a:t>
            </a:r>
            <a:r>
              <a:rPr kumimoji="0" lang="zh-CN" altLang="en-US" sz="2400" b="1"/>
              <a:t>、</a:t>
            </a:r>
            <a:r>
              <a:rPr kumimoji="0" lang="zh-CN" altLang="en-US" sz="2800" b="1"/>
              <a:t>弹簧</a:t>
            </a:r>
            <a:r>
              <a:rPr kumimoji="0" lang="zh-CN" altLang="en-US" sz="2400" b="1"/>
              <a:t>、</a:t>
            </a:r>
            <a:r>
              <a:rPr kumimoji="0" lang="zh-CN" altLang="en-US" sz="2800" b="1"/>
              <a:t>物体构成的一个系统</a:t>
            </a:r>
            <a:endParaRPr kumimoji="0" lang="en-US" altLang="zh-CN" sz="2800" b="1"/>
          </a:p>
        </p:txBody>
      </p:sp>
      <p:sp>
        <p:nvSpPr>
          <p:cNvPr id="384024" name="Text Box 25"/>
          <p:cNvSpPr txBox="1">
            <a:spLocks noChangeArrowheads="1"/>
          </p:cNvSpPr>
          <p:nvPr/>
        </p:nvSpPr>
        <p:spPr bwMode="auto">
          <a:xfrm>
            <a:off x="2773363" y="2997200"/>
            <a:ext cx="60833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设</a:t>
            </a:r>
            <a:r>
              <a:rPr kumimoji="0" lang="zh-CN" altLang="en-US" sz="2800" b="1">
                <a:solidFill>
                  <a:srgbClr val="0000CC"/>
                </a:solidFill>
              </a:rPr>
              <a:t>物体 </a:t>
            </a:r>
            <a:r>
              <a:rPr kumimoji="0" lang="en-US" altLang="zh-CN" sz="2800" b="1" i="1">
                <a:solidFill>
                  <a:srgbClr val="0000CC"/>
                </a:solidFill>
              </a:rPr>
              <a:t>m</a:t>
            </a:r>
            <a:r>
              <a:rPr kumimoji="0" lang="en-US" altLang="zh-CN" sz="2800" b="1">
                <a:solidFill>
                  <a:srgbClr val="0000CC"/>
                </a:solidFill>
              </a:rPr>
              <a:t> </a:t>
            </a:r>
            <a:r>
              <a:rPr kumimoji="0" lang="zh-CN" altLang="en-US" sz="2800" b="1"/>
              <a:t>落入盘中后</a:t>
            </a:r>
            <a:r>
              <a:rPr kumimoji="0" lang="en-US" altLang="zh-CN" sz="2800" b="1"/>
              <a:t>,</a:t>
            </a:r>
            <a:r>
              <a:rPr kumimoji="0" lang="zh-CN" altLang="en-US" sz="2800" b="1"/>
              <a:t>系统运动至</a:t>
            </a:r>
            <a:r>
              <a:rPr kumimoji="0" lang="en-US" altLang="zh-CN" sz="2800" b="1">
                <a:solidFill>
                  <a:srgbClr val="0000CC"/>
                </a:solidFill>
              </a:rPr>
              <a:t>o</a:t>
            </a:r>
            <a:r>
              <a:rPr kumimoji="0" lang="zh-CN" altLang="en-US" sz="2800" b="1"/>
              <a:t>处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所受合力为零（</a:t>
            </a:r>
            <a:r>
              <a:rPr kumimoji="0" lang="en-US" altLang="zh-CN" sz="2800" b="1"/>
              <a:t>o</a:t>
            </a:r>
            <a:r>
              <a:rPr kumimoji="0" lang="zh-CN" altLang="en-US" sz="2800" b="1"/>
              <a:t>为</a:t>
            </a:r>
            <a:r>
              <a:rPr kumimoji="0" lang="zh-CN" altLang="en-US" sz="2800" b="1">
                <a:solidFill>
                  <a:srgbClr val="0000CC"/>
                </a:solidFill>
              </a:rPr>
              <a:t>平衡位置</a:t>
            </a:r>
            <a:r>
              <a:rPr kumimoji="0" lang="zh-CN" altLang="en-US" sz="2800"/>
              <a:t>）</a:t>
            </a:r>
            <a:endParaRPr kumimoji="0" lang="zh-CN" altLang="en-US" sz="2800" b="1"/>
          </a:p>
        </p:txBody>
      </p:sp>
      <p:sp>
        <p:nvSpPr>
          <p:cNvPr id="384025" name="Text Box 26"/>
          <p:cNvSpPr txBox="1">
            <a:spLocks noChangeArrowheads="1"/>
          </p:cNvSpPr>
          <p:nvPr/>
        </p:nvSpPr>
        <p:spPr bwMode="auto">
          <a:xfrm>
            <a:off x="2735263" y="3933825"/>
            <a:ext cx="48244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建立坐标如左图</a:t>
            </a:r>
            <a:r>
              <a:rPr kumimoji="0" lang="en-US" altLang="zh-CN" sz="2800" b="1"/>
              <a:t>, </a:t>
            </a:r>
            <a:r>
              <a:rPr kumimoji="0" lang="zh-CN" altLang="en-US" sz="2800" b="1"/>
              <a:t>则</a:t>
            </a:r>
            <a:endParaRPr kumimoji="0" lang="zh-CN" altLang="en-US" sz="2800"/>
          </a:p>
        </p:txBody>
      </p:sp>
      <p:graphicFrame>
        <p:nvGraphicFramePr>
          <p:cNvPr id="384026" name="Object 26"/>
          <p:cNvGraphicFramePr>
            <a:graphicFrameLocks noChangeAspect="1"/>
          </p:cNvGraphicFramePr>
          <p:nvPr/>
        </p:nvGraphicFramePr>
        <p:xfrm>
          <a:off x="3529013" y="4503738"/>
          <a:ext cx="2195512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6" name="Equation" r:id="rId11" imgW="1866900" imgH="431800" progId="Equation.DSMT4">
                  <p:embed/>
                </p:oleObj>
              </mc:Choice>
              <mc:Fallback>
                <p:oleObj name="Equation" r:id="rId11" imgW="1866900" imgH="4318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9013" y="4503738"/>
                        <a:ext cx="2195512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4027" name="Object 27"/>
          <p:cNvGraphicFramePr>
            <a:graphicFrameLocks noChangeAspect="1"/>
          </p:cNvGraphicFramePr>
          <p:nvPr/>
        </p:nvGraphicFramePr>
        <p:xfrm>
          <a:off x="6192838" y="4487863"/>
          <a:ext cx="1763712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7" name="Equation" r:id="rId13" imgW="1358310" imgH="431613" progId="Equation.DSMT4">
                  <p:embed/>
                </p:oleObj>
              </mc:Choice>
              <mc:Fallback>
                <p:oleObj name="Equation" r:id="rId13" imgW="1358310" imgH="431613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2838" y="4487863"/>
                        <a:ext cx="1763712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4028" name="Object 28"/>
          <p:cNvGraphicFramePr>
            <a:graphicFrameLocks noChangeAspect="1"/>
          </p:cNvGraphicFramePr>
          <p:nvPr/>
        </p:nvGraphicFramePr>
        <p:xfrm>
          <a:off x="3527425" y="5589588"/>
          <a:ext cx="1011238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8" name="Equation" r:id="rId15" imgW="457002" imgH="253890" progId="Equation.DSMT4">
                  <p:embed/>
                </p:oleObj>
              </mc:Choice>
              <mc:Fallback>
                <p:oleObj name="Equation" r:id="rId15" imgW="457002" imgH="25389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7425" y="5589588"/>
                        <a:ext cx="1011238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4029" name="Object 29"/>
          <p:cNvGraphicFramePr>
            <a:graphicFrameLocks noChangeAspect="1"/>
          </p:cNvGraphicFramePr>
          <p:nvPr/>
        </p:nvGraphicFramePr>
        <p:xfrm>
          <a:off x="5832475" y="5637213"/>
          <a:ext cx="2519363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9" name="Equation" r:id="rId17" imgW="2286000" imgH="431800" progId="Equation.DSMT4">
                  <p:embed/>
                </p:oleObj>
              </mc:Choice>
              <mc:Fallback>
                <p:oleObj name="Equation" r:id="rId17" imgW="2286000" imgH="43180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2475" y="5637213"/>
                        <a:ext cx="2519363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4030" name="Object 30"/>
          <p:cNvGraphicFramePr>
            <a:graphicFrameLocks noChangeAspect="1"/>
          </p:cNvGraphicFramePr>
          <p:nvPr/>
        </p:nvGraphicFramePr>
        <p:xfrm>
          <a:off x="3527425" y="6237288"/>
          <a:ext cx="1497013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0" name="Equation" r:id="rId19" imgW="723586" imgH="253890" progId="Equation.DSMT4">
                  <p:embed/>
                </p:oleObj>
              </mc:Choice>
              <mc:Fallback>
                <p:oleObj name="Equation" r:id="rId19" imgW="723586" imgH="25389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7425" y="6237288"/>
                        <a:ext cx="1497013" cy="60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4031" name="Text Box 32"/>
          <p:cNvSpPr txBox="1">
            <a:spLocks noChangeArrowheads="1"/>
          </p:cNvSpPr>
          <p:nvPr/>
        </p:nvSpPr>
        <p:spPr bwMode="auto">
          <a:xfrm>
            <a:off x="5487988" y="6237288"/>
            <a:ext cx="2971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 b="1"/>
              <a:t>是谐振动！</a:t>
            </a:r>
          </a:p>
        </p:txBody>
      </p:sp>
      <p:sp>
        <p:nvSpPr>
          <p:cNvPr id="384032" name="Rectangle 33"/>
          <p:cNvSpPr>
            <a:spLocks noChangeArrowheads="1"/>
          </p:cNvSpPr>
          <p:nvPr/>
        </p:nvSpPr>
        <p:spPr bwMode="auto">
          <a:xfrm>
            <a:off x="2700338" y="4976813"/>
            <a:ext cx="59420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 b="1"/>
              <a:t>系统在任一时刻所受的合力为：</a:t>
            </a:r>
          </a:p>
        </p:txBody>
      </p:sp>
      <p:graphicFrame>
        <p:nvGraphicFramePr>
          <p:cNvPr id="384033" name="Object 33"/>
          <p:cNvGraphicFramePr>
            <a:graphicFrameLocks noChangeAspect="1"/>
          </p:cNvGraphicFramePr>
          <p:nvPr/>
        </p:nvGraphicFramePr>
        <p:xfrm>
          <a:off x="1582738" y="5073650"/>
          <a:ext cx="36036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1" name="Equation" r:id="rId21" imgW="126835" imgH="139518" progId="Equation.DSMT4">
                  <p:embed/>
                </p:oleObj>
              </mc:Choice>
              <mc:Fallback>
                <p:oleObj name="Equation" r:id="rId21" imgW="126835" imgH="139518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2738" y="5073650"/>
                        <a:ext cx="360362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4034" name="Object 34"/>
          <p:cNvGraphicFramePr>
            <a:graphicFrameLocks noChangeAspect="1"/>
          </p:cNvGraphicFramePr>
          <p:nvPr/>
        </p:nvGraphicFramePr>
        <p:xfrm>
          <a:off x="669925" y="5324475"/>
          <a:ext cx="59055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2" name="Equation" r:id="rId23" imgW="241091" imgH="164957" progId="Equation.DSMT4">
                  <p:embed/>
                </p:oleObj>
              </mc:Choice>
              <mc:Fallback>
                <p:oleObj name="Equation" r:id="rId23" imgW="241091" imgH="164957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925" y="5324475"/>
                        <a:ext cx="59055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4035" name="Object 35"/>
          <p:cNvGraphicFramePr>
            <a:graphicFrameLocks noChangeAspect="1"/>
          </p:cNvGraphicFramePr>
          <p:nvPr/>
        </p:nvGraphicFramePr>
        <p:xfrm>
          <a:off x="1050925" y="4616450"/>
          <a:ext cx="31750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3" name="Equation" r:id="rId25" imgW="152268" imgH="203024" progId="Equation.DSMT4">
                  <p:embed/>
                </p:oleObj>
              </mc:Choice>
              <mc:Fallback>
                <p:oleObj name="Equation" r:id="rId25" imgW="152268" imgH="203024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0925" y="4616450"/>
                        <a:ext cx="317500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4036" name="Oval 37"/>
          <p:cNvSpPr>
            <a:spLocks noChangeArrowheads="1"/>
          </p:cNvSpPr>
          <p:nvPr/>
        </p:nvSpPr>
        <p:spPr bwMode="auto">
          <a:xfrm>
            <a:off x="1430338" y="5226050"/>
            <a:ext cx="136525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384037" name="Line 38"/>
          <p:cNvSpPr>
            <a:spLocks noChangeShapeType="1"/>
          </p:cNvSpPr>
          <p:nvPr/>
        </p:nvSpPr>
        <p:spPr bwMode="auto">
          <a:xfrm flipV="1">
            <a:off x="1506538" y="4768850"/>
            <a:ext cx="0" cy="457200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4038" name="Line 39"/>
          <p:cNvSpPr>
            <a:spLocks noChangeShapeType="1"/>
          </p:cNvSpPr>
          <p:nvPr/>
        </p:nvSpPr>
        <p:spPr bwMode="auto">
          <a:xfrm>
            <a:off x="1506538" y="5378450"/>
            <a:ext cx="0" cy="762000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" name="Group 39"/>
          <p:cNvGrpSpPr>
            <a:grpSpLocks/>
          </p:cNvGrpSpPr>
          <p:nvPr/>
        </p:nvGrpSpPr>
        <p:grpSpPr bwMode="auto">
          <a:xfrm>
            <a:off x="792163" y="512763"/>
            <a:ext cx="1420812" cy="2278062"/>
            <a:chOff x="0" y="0"/>
            <a:chExt cx="1002" cy="1536"/>
          </a:xfrm>
        </p:grpSpPr>
        <p:graphicFrame>
          <p:nvGraphicFramePr>
            <p:cNvPr id="30762" name="Object 43"/>
            <p:cNvGraphicFramePr>
              <a:graphicFrameLocks noChangeAspect="1"/>
            </p:cNvGraphicFramePr>
            <p:nvPr/>
          </p:nvGraphicFramePr>
          <p:xfrm>
            <a:off x="240" y="0"/>
            <a:ext cx="354" cy="11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74" name="位图图像" r:id="rId27" imgW="561905" imgH="1771429" progId="PBrush">
                    <p:embed/>
                  </p:oleObj>
                </mc:Choice>
                <mc:Fallback>
                  <p:oleObj name="位图图像" r:id="rId27" imgW="561905" imgH="1771429" progId="PBrush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clrChange>
                            <a:clrFrom>
                              <a:srgbClr val="FFFFFF"/>
                            </a:clrFrom>
                            <a:clrTo>
                              <a:srgbClr val="FFFFFF">
                                <a:alpha val="0"/>
                              </a:srgbClr>
                            </a:clrTo>
                          </a:clrChange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" y="0"/>
                          <a:ext cx="354" cy="11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63" name="Line 44"/>
            <p:cNvSpPr>
              <a:spLocks noChangeShapeType="1"/>
            </p:cNvSpPr>
            <p:nvPr/>
          </p:nvSpPr>
          <p:spPr bwMode="auto">
            <a:xfrm>
              <a:off x="288" y="48"/>
              <a:ext cx="38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64" name="AutoShape 45"/>
            <p:cNvSpPr>
              <a:spLocks noChangeArrowheads="1"/>
            </p:cNvSpPr>
            <p:nvPr/>
          </p:nvSpPr>
          <p:spPr bwMode="auto">
            <a:xfrm>
              <a:off x="0" y="1056"/>
              <a:ext cx="1002" cy="480"/>
            </a:xfrm>
            <a:prstGeom prst="triangle">
              <a:avLst>
                <a:gd name="adj" fmla="val 5000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</p:grpSp>
      <p:sp>
        <p:nvSpPr>
          <p:cNvPr id="384043" name="Oval 46"/>
          <p:cNvSpPr>
            <a:spLocks noChangeArrowheads="1"/>
          </p:cNvSpPr>
          <p:nvPr/>
        </p:nvSpPr>
        <p:spPr bwMode="auto">
          <a:xfrm>
            <a:off x="1430338" y="2105025"/>
            <a:ext cx="136525" cy="1524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384044" name="Oval 47"/>
          <p:cNvSpPr>
            <a:spLocks noChangeArrowheads="1"/>
          </p:cNvSpPr>
          <p:nvPr/>
        </p:nvSpPr>
        <p:spPr bwMode="auto">
          <a:xfrm>
            <a:off x="1430338" y="2105025"/>
            <a:ext cx="136525" cy="152400"/>
          </a:xfrm>
          <a:prstGeom prst="ellipse">
            <a:avLst/>
          </a:prstGeom>
          <a:solidFill>
            <a:schemeClr val="hlink"/>
          </a:solidFill>
          <a:ln w="9525">
            <a:solidFill>
              <a:srgbClr val="00FFFF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384045" name="Oval 48"/>
          <p:cNvSpPr>
            <a:spLocks noChangeArrowheads="1"/>
          </p:cNvSpPr>
          <p:nvPr/>
        </p:nvSpPr>
        <p:spPr bwMode="auto">
          <a:xfrm>
            <a:off x="1430338" y="2638425"/>
            <a:ext cx="136525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grpSp>
        <p:nvGrpSpPr>
          <p:cNvPr id="7" name="Group 46"/>
          <p:cNvGrpSpPr>
            <a:grpSpLocks/>
          </p:cNvGrpSpPr>
          <p:nvPr/>
        </p:nvGrpSpPr>
        <p:grpSpPr bwMode="auto">
          <a:xfrm>
            <a:off x="203200" y="1725613"/>
            <a:ext cx="1020763" cy="1524000"/>
            <a:chOff x="0" y="0"/>
            <a:chExt cx="720" cy="960"/>
          </a:xfrm>
        </p:grpSpPr>
        <p:sp>
          <p:nvSpPr>
            <p:cNvPr id="30756" name="Line 50"/>
            <p:cNvSpPr>
              <a:spLocks noChangeShapeType="1"/>
            </p:cNvSpPr>
            <p:nvPr/>
          </p:nvSpPr>
          <p:spPr bwMode="auto">
            <a:xfrm flipH="1" flipV="1">
              <a:off x="432" y="672"/>
              <a:ext cx="0" cy="28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0757" name="Group 48"/>
            <p:cNvGrpSpPr>
              <a:grpSpLocks/>
            </p:cNvGrpSpPr>
            <p:nvPr/>
          </p:nvGrpSpPr>
          <p:grpSpPr bwMode="auto">
            <a:xfrm>
              <a:off x="0" y="0"/>
              <a:ext cx="720" cy="672"/>
              <a:chOff x="0" y="0"/>
              <a:chExt cx="720" cy="672"/>
            </a:xfrm>
          </p:grpSpPr>
          <p:sp>
            <p:nvSpPr>
              <p:cNvPr id="30758" name="Line 52"/>
              <p:cNvSpPr>
                <a:spLocks noChangeShapeType="1"/>
              </p:cNvSpPr>
              <p:nvPr/>
            </p:nvSpPr>
            <p:spPr bwMode="auto">
              <a:xfrm flipH="1">
                <a:off x="0" y="672"/>
                <a:ext cx="528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59" name="Line 53"/>
              <p:cNvSpPr>
                <a:spLocks noChangeShapeType="1"/>
              </p:cNvSpPr>
              <p:nvPr/>
            </p:nvSpPr>
            <p:spPr bwMode="auto">
              <a:xfrm flipH="1">
                <a:off x="240" y="192"/>
                <a:ext cx="480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60" name="Line 54"/>
              <p:cNvSpPr>
                <a:spLocks noChangeShapeType="1"/>
              </p:cNvSpPr>
              <p:nvPr/>
            </p:nvSpPr>
            <p:spPr bwMode="auto">
              <a:xfrm flipH="1">
                <a:off x="432" y="0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30761" name="Object 52"/>
              <p:cNvGraphicFramePr>
                <a:graphicFrameLocks noChangeAspect="1"/>
              </p:cNvGraphicFramePr>
              <p:nvPr/>
            </p:nvGraphicFramePr>
            <p:xfrm>
              <a:off x="336" y="288"/>
              <a:ext cx="196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75" name="Equation" r:id="rId29" imgW="126725" imgH="177415" progId="Equation.DSMT4">
                      <p:embed/>
                    </p:oleObj>
                  </mc:Choice>
                  <mc:Fallback>
                    <p:oleObj name="Equation" r:id="rId29" imgW="126725" imgH="177415" progId="Equation.DSMT4">
                      <p:embed/>
                      <p:pic>
                        <p:nvPicPr>
                          <p:cNvPr id="0" name="Object 5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6" y="288"/>
                            <a:ext cx="196" cy="27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384053" name="Object 53"/>
          <p:cNvGraphicFramePr>
            <a:graphicFrameLocks noChangeAspect="1"/>
          </p:cNvGraphicFramePr>
          <p:nvPr/>
        </p:nvGraphicFramePr>
        <p:xfrm>
          <a:off x="4613275" y="5589588"/>
          <a:ext cx="1184275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6" name="Equation" r:id="rId31" imgW="482391" imgH="203112" progId="Equation.DSMT4">
                  <p:embed/>
                </p:oleObj>
              </mc:Choice>
              <mc:Fallback>
                <p:oleObj name="Equation" r:id="rId31" imgW="482391" imgH="203112" progId="Equation.DSMT4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3275" y="5589588"/>
                        <a:ext cx="1184275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4054" name="Text Box 58"/>
          <p:cNvSpPr txBox="1">
            <a:spLocks noChangeArrowheads="1"/>
          </p:cNvSpPr>
          <p:nvPr/>
        </p:nvSpPr>
        <p:spPr bwMode="auto">
          <a:xfrm>
            <a:off x="2860675" y="6237288"/>
            <a:ext cx="631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即</a:t>
            </a:r>
          </a:p>
        </p:txBody>
      </p:sp>
      <p:sp>
        <p:nvSpPr>
          <p:cNvPr id="30755" name="Text Box 45"/>
          <p:cNvSpPr txBox="1">
            <a:spLocks noChangeArrowheads="1"/>
          </p:cNvSpPr>
          <p:nvPr/>
        </p:nvSpPr>
        <p:spPr bwMode="auto">
          <a:xfrm>
            <a:off x="8675688" y="6392863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20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84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4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75"/>
                                        <p:tgtEl>
                                          <p:spTgt spid="384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300"/>
                                        <p:tgtEl>
                                          <p:spTgt spid="384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84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84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4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75"/>
                                        <p:tgtEl>
                                          <p:spTgt spid="384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384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4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84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84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75"/>
                                        <p:tgtEl>
                                          <p:spTgt spid="384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4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38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38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384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384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384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3840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3840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384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384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4009" grpId="0" animBg="1"/>
      <p:bldP spid="384019" grpId="0" animBg="1"/>
      <p:bldP spid="384021" grpId="0" autoUpdateAnimBg="0"/>
      <p:bldP spid="384022" grpId="0" autoUpdateAnimBg="0"/>
      <p:bldP spid="384023" grpId="0" autoUpdateAnimBg="0"/>
      <p:bldP spid="384025" grpId="0" autoUpdateAnimBg="0"/>
      <p:bldP spid="384031" grpId="0" autoUpdateAnimBg="0"/>
      <p:bldP spid="384032" grpId="0" autoUpdateAnimBg="0"/>
      <p:bldP spid="384036" grpId="0" bldLvl="0" animBg="1" autoUpdateAnimBg="0"/>
      <p:bldP spid="384037" grpId="0" animBg="1"/>
      <p:bldP spid="384038" grpId="0" animBg="1"/>
      <p:bldP spid="384043" grpId="0" animBg="1" autoUpdateAnimBg="0"/>
      <p:bldP spid="384044" grpId="0" animBg="1" autoUpdateAnimBg="0"/>
      <p:bldP spid="384045" grpId="0" animBg="1" autoUpdateAnimBg="0"/>
      <p:bldP spid="384054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Line 79"/>
          <p:cNvSpPr>
            <a:spLocks noChangeShapeType="1"/>
          </p:cNvSpPr>
          <p:nvPr/>
        </p:nvSpPr>
        <p:spPr bwMode="auto">
          <a:xfrm>
            <a:off x="1506538" y="2790825"/>
            <a:ext cx="0" cy="1219200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1747" name="Group 3"/>
          <p:cNvGrpSpPr>
            <a:grpSpLocks/>
          </p:cNvGrpSpPr>
          <p:nvPr/>
        </p:nvGrpSpPr>
        <p:grpSpPr bwMode="auto">
          <a:xfrm>
            <a:off x="744538" y="3789363"/>
            <a:ext cx="1362075" cy="838200"/>
            <a:chOff x="0" y="0"/>
            <a:chExt cx="960" cy="528"/>
          </a:xfrm>
        </p:grpSpPr>
        <p:sp>
          <p:nvSpPr>
            <p:cNvPr id="31803" name="AutoShape 81"/>
            <p:cNvSpPr>
              <a:spLocks noChangeArrowheads="1"/>
            </p:cNvSpPr>
            <p:nvPr/>
          </p:nvSpPr>
          <p:spPr bwMode="auto">
            <a:xfrm>
              <a:off x="0" y="0"/>
              <a:ext cx="960" cy="528"/>
            </a:xfrm>
            <a:prstGeom prst="triangle">
              <a:avLst>
                <a:gd name="adj" fmla="val 5000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31804" name="Oval 82"/>
            <p:cNvSpPr>
              <a:spLocks noChangeArrowheads="1"/>
            </p:cNvSpPr>
            <p:nvPr/>
          </p:nvSpPr>
          <p:spPr bwMode="auto">
            <a:xfrm>
              <a:off x="466" y="43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</p:grpSp>
      <p:grpSp>
        <p:nvGrpSpPr>
          <p:cNvPr id="31748" name="Group 6"/>
          <p:cNvGrpSpPr>
            <a:grpSpLocks/>
          </p:cNvGrpSpPr>
          <p:nvPr/>
        </p:nvGrpSpPr>
        <p:grpSpPr bwMode="auto">
          <a:xfrm>
            <a:off x="287338" y="584200"/>
            <a:ext cx="681037" cy="2206625"/>
            <a:chOff x="0" y="0"/>
            <a:chExt cx="480" cy="1008"/>
          </a:xfrm>
        </p:grpSpPr>
        <p:sp>
          <p:nvSpPr>
            <p:cNvPr id="31797" name="Line 84"/>
            <p:cNvSpPr>
              <a:spLocks noChangeShapeType="1"/>
            </p:cNvSpPr>
            <p:nvPr/>
          </p:nvSpPr>
          <p:spPr bwMode="auto">
            <a:xfrm>
              <a:off x="0" y="0"/>
              <a:ext cx="384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1798" name="Group 8"/>
            <p:cNvGrpSpPr>
              <a:grpSpLocks/>
            </p:cNvGrpSpPr>
            <p:nvPr/>
          </p:nvGrpSpPr>
          <p:grpSpPr bwMode="auto">
            <a:xfrm>
              <a:off x="0" y="0"/>
              <a:ext cx="480" cy="1008"/>
              <a:chOff x="0" y="0"/>
              <a:chExt cx="480" cy="768"/>
            </a:xfrm>
          </p:grpSpPr>
          <p:sp>
            <p:nvSpPr>
              <p:cNvPr id="31799" name="Line 86"/>
              <p:cNvSpPr>
                <a:spLocks noChangeShapeType="1"/>
              </p:cNvSpPr>
              <p:nvPr/>
            </p:nvSpPr>
            <p:spPr bwMode="auto">
              <a:xfrm>
                <a:off x="144" y="0"/>
                <a:ext cx="240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00" name="Line 87"/>
              <p:cNvSpPr>
                <a:spLocks noChangeShapeType="1"/>
              </p:cNvSpPr>
              <p:nvPr/>
            </p:nvSpPr>
            <p:spPr bwMode="auto">
              <a:xfrm flipH="1" flipV="1">
                <a:off x="240" y="0"/>
                <a:ext cx="0" cy="24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01" name="Line 88"/>
              <p:cNvSpPr>
                <a:spLocks noChangeShapeType="1"/>
              </p:cNvSpPr>
              <p:nvPr/>
            </p:nvSpPr>
            <p:spPr bwMode="auto">
              <a:xfrm flipH="1">
                <a:off x="240" y="576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02" name="Text Box 89"/>
              <p:cNvSpPr txBox="1">
                <a:spLocks noChangeArrowheads="1"/>
              </p:cNvSpPr>
              <p:nvPr/>
            </p:nvSpPr>
            <p:spPr bwMode="auto">
              <a:xfrm>
                <a:off x="0" y="240"/>
                <a:ext cx="480" cy="2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zh-CN" altLang="en-US" sz="2000" b="1"/>
                  <a:t>原长</a:t>
                </a:r>
              </a:p>
            </p:txBody>
          </p:sp>
        </p:grpSp>
      </p:grpSp>
      <p:graphicFrame>
        <p:nvGraphicFramePr>
          <p:cNvPr id="31749" name="Object 13"/>
          <p:cNvGraphicFramePr>
            <a:graphicFrameLocks noChangeAspect="1"/>
          </p:cNvGraphicFramePr>
          <p:nvPr/>
        </p:nvGraphicFramePr>
        <p:xfrm>
          <a:off x="1582738" y="2790825"/>
          <a:ext cx="674687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85" name="Equation" r:id="rId3" imgW="317087" imgH="177569" progId="Equation.DSMT4">
                  <p:embed/>
                </p:oleObj>
              </mc:Choice>
              <mc:Fallback>
                <p:oleObj name="Equation" r:id="rId3" imgW="317087" imgH="177569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2738" y="2790825"/>
                        <a:ext cx="674687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0" name="Object 14"/>
          <p:cNvGraphicFramePr>
            <a:graphicFrameLocks noChangeAspect="1"/>
          </p:cNvGraphicFramePr>
          <p:nvPr/>
        </p:nvGraphicFramePr>
        <p:xfrm>
          <a:off x="1584325" y="4632325"/>
          <a:ext cx="225425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86" name="Equation" r:id="rId5" imgW="203112" imgH="241195" progId="Equation.DSMT4">
                  <p:embed/>
                </p:oleObj>
              </mc:Choice>
              <mc:Fallback>
                <p:oleObj name="Equation" r:id="rId5" imgW="203112" imgH="241195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4325" y="4632325"/>
                        <a:ext cx="225425" cy="296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751" name="Group 15"/>
          <p:cNvGrpSpPr>
            <a:grpSpLocks/>
          </p:cNvGrpSpPr>
          <p:nvPr/>
        </p:nvGrpSpPr>
        <p:grpSpPr bwMode="auto">
          <a:xfrm>
            <a:off x="287338" y="2790825"/>
            <a:ext cx="407987" cy="1825625"/>
            <a:chOff x="0" y="0"/>
            <a:chExt cx="288" cy="1248"/>
          </a:xfrm>
        </p:grpSpPr>
        <p:sp>
          <p:nvSpPr>
            <p:cNvPr id="31793" name="Line 93"/>
            <p:cNvSpPr>
              <a:spLocks noChangeShapeType="1"/>
            </p:cNvSpPr>
            <p:nvPr/>
          </p:nvSpPr>
          <p:spPr bwMode="auto">
            <a:xfrm flipH="1">
              <a:off x="0" y="1248"/>
              <a:ext cx="288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94" name="Line 94"/>
            <p:cNvSpPr>
              <a:spLocks noChangeShapeType="1"/>
            </p:cNvSpPr>
            <p:nvPr/>
          </p:nvSpPr>
          <p:spPr bwMode="auto">
            <a:xfrm rot="10800000">
              <a:off x="144" y="0"/>
              <a:ext cx="0" cy="48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95" name="Line 95"/>
            <p:cNvSpPr>
              <a:spLocks noChangeShapeType="1"/>
            </p:cNvSpPr>
            <p:nvPr/>
          </p:nvSpPr>
          <p:spPr bwMode="auto">
            <a:xfrm>
              <a:off x="144" y="768"/>
              <a:ext cx="0" cy="48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1796" name="Object 19"/>
            <p:cNvGraphicFramePr>
              <a:graphicFrameLocks noChangeAspect="1"/>
            </p:cNvGraphicFramePr>
            <p:nvPr/>
          </p:nvGraphicFramePr>
          <p:xfrm>
            <a:off x="0" y="480"/>
            <a:ext cx="247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87" name="Equation" r:id="rId7" imgW="165028" imgH="228501" progId="Equation.DSMT4">
                    <p:embed/>
                  </p:oleObj>
                </mc:Choice>
                <mc:Fallback>
                  <p:oleObj name="Equation" r:id="rId7" imgW="165028" imgH="228501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480"/>
                          <a:ext cx="247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752" name="Line 97"/>
          <p:cNvSpPr>
            <a:spLocks noChangeShapeType="1"/>
          </p:cNvSpPr>
          <p:nvPr/>
        </p:nvSpPr>
        <p:spPr bwMode="auto">
          <a:xfrm>
            <a:off x="1506538" y="4616450"/>
            <a:ext cx="0" cy="1905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1753" name="Object 21"/>
          <p:cNvGraphicFramePr>
            <a:graphicFrameLocks noChangeAspect="1"/>
          </p:cNvGraphicFramePr>
          <p:nvPr/>
        </p:nvGraphicFramePr>
        <p:xfrm>
          <a:off x="1582738" y="6216650"/>
          <a:ext cx="295275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88" name="Equation" r:id="rId9" imgW="177492" imgH="164814" progId="Equation.DSMT4">
                  <p:embed/>
                </p:oleObj>
              </mc:Choice>
              <mc:Fallback>
                <p:oleObj name="Equation" r:id="rId9" imgW="177492" imgH="164814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2738" y="6216650"/>
                        <a:ext cx="295275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4" name="Object 22"/>
          <p:cNvGraphicFramePr>
            <a:graphicFrameLocks noChangeAspect="1"/>
          </p:cNvGraphicFramePr>
          <p:nvPr/>
        </p:nvGraphicFramePr>
        <p:xfrm>
          <a:off x="1582738" y="5073650"/>
          <a:ext cx="325437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89" name="Equation" r:id="rId11" imgW="126835" imgH="139518" progId="Equation.DSMT4">
                  <p:embed/>
                </p:oleObj>
              </mc:Choice>
              <mc:Fallback>
                <p:oleObj name="Equation" r:id="rId11" imgW="126835" imgH="139518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2738" y="5073650"/>
                        <a:ext cx="325437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5" name="Object 23"/>
          <p:cNvGraphicFramePr>
            <a:graphicFrameLocks noChangeAspect="1"/>
          </p:cNvGraphicFramePr>
          <p:nvPr/>
        </p:nvGraphicFramePr>
        <p:xfrm>
          <a:off x="739775" y="5459413"/>
          <a:ext cx="59055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0" name="Equation" r:id="rId13" imgW="241091" imgH="164957" progId="Equation.DSMT4">
                  <p:embed/>
                </p:oleObj>
              </mc:Choice>
              <mc:Fallback>
                <p:oleObj name="Equation" r:id="rId13" imgW="241091" imgH="164957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775" y="5459413"/>
                        <a:ext cx="59055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6" name="Object 24"/>
          <p:cNvGraphicFramePr>
            <a:graphicFrameLocks noChangeAspect="1"/>
          </p:cNvGraphicFramePr>
          <p:nvPr/>
        </p:nvGraphicFramePr>
        <p:xfrm>
          <a:off x="1050925" y="4616450"/>
          <a:ext cx="31750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1" name="Equation" r:id="rId15" imgW="152268" imgH="203024" progId="Equation.DSMT4">
                  <p:embed/>
                </p:oleObj>
              </mc:Choice>
              <mc:Fallback>
                <p:oleObj name="Equation" r:id="rId15" imgW="152268" imgH="203024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0925" y="4616450"/>
                        <a:ext cx="317500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7" name="Oval 102"/>
          <p:cNvSpPr>
            <a:spLocks noChangeArrowheads="1"/>
          </p:cNvSpPr>
          <p:nvPr/>
        </p:nvSpPr>
        <p:spPr bwMode="auto">
          <a:xfrm>
            <a:off x="1430338" y="5226050"/>
            <a:ext cx="136525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31758" name="Line 103"/>
          <p:cNvSpPr>
            <a:spLocks noChangeShapeType="1"/>
          </p:cNvSpPr>
          <p:nvPr/>
        </p:nvSpPr>
        <p:spPr bwMode="auto">
          <a:xfrm flipV="1">
            <a:off x="1506538" y="4768850"/>
            <a:ext cx="0" cy="457200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9" name="Line 104"/>
          <p:cNvSpPr>
            <a:spLocks noChangeShapeType="1"/>
          </p:cNvSpPr>
          <p:nvPr/>
        </p:nvSpPr>
        <p:spPr bwMode="auto">
          <a:xfrm>
            <a:off x="1506538" y="5378450"/>
            <a:ext cx="0" cy="762000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1760" name="Group 28"/>
          <p:cNvGrpSpPr>
            <a:grpSpLocks/>
          </p:cNvGrpSpPr>
          <p:nvPr/>
        </p:nvGrpSpPr>
        <p:grpSpPr bwMode="auto">
          <a:xfrm>
            <a:off x="744538" y="512763"/>
            <a:ext cx="1420812" cy="2278062"/>
            <a:chOff x="0" y="0"/>
            <a:chExt cx="1002" cy="1536"/>
          </a:xfrm>
        </p:grpSpPr>
        <p:graphicFrame>
          <p:nvGraphicFramePr>
            <p:cNvPr id="31790" name="Object 1042"/>
            <p:cNvGraphicFramePr>
              <a:graphicFrameLocks noChangeAspect="1"/>
            </p:cNvGraphicFramePr>
            <p:nvPr/>
          </p:nvGraphicFramePr>
          <p:xfrm>
            <a:off x="240" y="0"/>
            <a:ext cx="354" cy="11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92" r:id="rId17" imgW="0" imgH="0" progId="PBrush">
                    <p:embed/>
                  </p:oleObj>
                </mc:Choice>
                <mc:Fallback>
                  <p:oleObj r:id="rId17" imgW="0" imgH="0" progId="PBrush">
                    <p:embed/>
                    <p:pic>
                      <p:nvPicPr>
                        <p:cNvPr id="0" name="Object 10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clrChange>
                            <a:clrFrom>
                              <a:srgbClr val="FFFFFF"/>
                            </a:clrFrom>
                            <a:clrTo>
                              <a:srgbClr val="FFFFFF">
                                <a:alpha val="0"/>
                              </a:srgbClr>
                            </a:clrTo>
                          </a:clrChange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" y="0"/>
                          <a:ext cx="354" cy="11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91" name="Line 107"/>
            <p:cNvSpPr>
              <a:spLocks noChangeShapeType="1"/>
            </p:cNvSpPr>
            <p:nvPr/>
          </p:nvSpPr>
          <p:spPr bwMode="auto">
            <a:xfrm>
              <a:off x="288" y="48"/>
              <a:ext cx="38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92" name="AutoShape 108"/>
            <p:cNvSpPr>
              <a:spLocks noChangeArrowheads="1"/>
            </p:cNvSpPr>
            <p:nvPr/>
          </p:nvSpPr>
          <p:spPr bwMode="auto">
            <a:xfrm>
              <a:off x="0" y="1056"/>
              <a:ext cx="1002" cy="480"/>
            </a:xfrm>
            <a:prstGeom prst="triangle">
              <a:avLst>
                <a:gd name="adj" fmla="val 5000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</p:grpSp>
      <p:sp>
        <p:nvSpPr>
          <p:cNvPr id="31761" name="Oval 109"/>
          <p:cNvSpPr>
            <a:spLocks noChangeArrowheads="1"/>
          </p:cNvSpPr>
          <p:nvPr/>
        </p:nvSpPr>
        <p:spPr bwMode="auto">
          <a:xfrm>
            <a:off x="1430338" y="2105025"/>
            <a:ext cx="136525" cy="1524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31762" name="Oval 110"/>
          <p:cNvSpPr>
            <a:spLocks noChangeArrowheads="1"/>
          </p:cNvSpPr>
          <p:nvPr/>
        </p:nvSpPr>
        <p:spPr bwMode="auto">
          <a:xfrm>
            <a:off x="1430338" y="2105025"/>
            <a:ext cx="136525" cy="152400"/>
          </a:xfrm>
          <a:prstGeom prst="ellipse">
            <a:avLst/>
          </a:prstGeom>
          <a:solidFill>
            <a:schemeClr val="hlink"/>
          </a:solidFill>
          <a:ln w="9525">
            <a:solidFill>
              <a:srgbClr val="00FFFF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31763" name="Oval 111"/>
          <p:cNvSpPr>
            <a:spLocks noChangeArrowheads="1"/>
          </p:cNvSpPr>
          <p:nvPr/>
        </p:nvSpPr>
        <p:spPr bwMode="auto">
          <a:xfrm>
            <a:off x="1430338" y="2638425"/>
            <a:ext cx="136525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31764" name="Line 113"/>
          <p:cNvSpPr>
            <a:spLocks noChangeShapeType="1"/>
          </p:cNvSpPr>
          <p:nvPr/>
        </p:nvSpPr>
        <p:spPr bwMode="auto">
          <a:xfrm flipH="1" flipV="1">
            <a:off x="900113" y="2790825"/>
            <a:ext cx="0" cy="457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65" name="Line 115"/>
          <p:cNvSpPr>
            <a:spLocks noChangeShapeType="1"/>
          </p:cNvSpPr>
          <p:nvPr/>
        </p:nvSpPr>
        <p:spPr bwMode="auto">
          <a:xfrm flipH="1">
            <a:off x="287338" y="2790825"/>
            <a:ext cx="747712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66" name="Line 116"/>
          <p:cNvSpPr>
            <a:spLocks noChangeShapeType="1"/>
          </p:cNvSpPr>
          <p:nvPr/>
        </p:nvSpPr>
        <p:spPr bwMode="auto">
          <a:xfrm flipH="1">
            <a:off x="627063" y="2028825"/>
            <a:ext cx="681037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67" name="Line 117"/>
          <p:cNvSpPr>
            <a:spLocks noChangeShapeType="1"/>
          </p:cNvSpPr>
          <p:nvPr/>
        </p:nvSpPr>
        <p:spPr bwMode="auto">
          <a:xfrm flipH="1">
            <a:off x="900113" y="1724025"/>
            <a:ext cx="0" cy="304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1768" name="Object 39"/>
          <p:cNvGraphicFramePr>
            <a:graphicFrameLocks noChangeAspect="1"/>
          </p:cNvGraphicFramePr>
          <p:nvPr/>
        </p:nvGraphicFramePr>
        <p:xfrm>
          <a:off x="763588" y="2009775"/>
          <a:ext cx="388937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3" name="Equation" r:id="rId19" imgW="126725" imgH="177415" progId="Equation.DSMT4">
                  <p:embed/>
                </p:oleObj>
              </mc:Choice>
              <mc:Fallback>
                <p:oleObj name="Equation" r:id="rId19" imgW="126725" imgH="177415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588" y="2009775"/>
                        <a:ext cx="388937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5064" name="Text Box 2"/>
          <p:cNvSpPr txBox="1">
            <a:spLocks noChangeArrowheads="1"/>
          </p:cNvSpPr>
          <p:nvPr/>
        </p:nvSpPr>
        <p:spPr bwMode="auto">
          <a:xfrm>
            <a:off x="2133600" y="1470025"/>
            <a:ext cx="3267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 b="1"/>
              <a:t>解：根据</a:t>
            </a:r>
            <a:endParaRPr kumimoji="0" lang="zh-CN" altLang="en-US" sz="2800"/>
          </a:p>
        </p:txBody>
      </p:sp>
      <p:graphicFrame>
        <p:nvGraphicFramePr>
          <p:cNvPr id="385065" name="Object 41"/>
          <p:cNvGraphicFramePr>
            <a:graphicFrameLocks noChangeAspect="1"/>
          </p:cNvGraphicFramePr>
          <p:nvPr/>
        </p:nvGraphicFramePr>
        <p:xfrm>
          <a:off x="3959225" y="1919288"/>
          <a:ext cx="19081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4" name="Equation" r:id="rId21" imgW="1524000" imgH="419100" progId="Equation.DSMT4">
                  <p:embed/>
                </p:oleObj>
              </mc:Choice>
              <mc:Fallback>
                <p:oleObj name="Equation" r:id="rId21" imgW="1524000" imgH="419100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9225" y="1919288"/>
                        <a:ext cx="1908175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5066" name="Object 42"/>
          <p:cNvGraphicFramePr>
            <a:graphicFrameLocks noChangeAspect="1"/>
          </p:cNvGraphicFramePr>
          <p:nvPr/>
        </p:nvGraphicFramePr>
        <p:xfrm>
          <a:off x="6156325" y="1597025"/>
          <a:ext cx="1620838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5" name="Equation" r:id="rId23" imgW="621760" imgH="177646" progId="Equation.DSMT4">
                  <p:embed/>
                </p:oleObj>
              </mc:Choice>
              <mc:Fallback>
                <p:oleObj name="Equation" r:id="rId23" imgW="621760" imgH="177646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1597025"/>
                        <a:ext cx="1620838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5067" name="Object 43"/>
          <p:cNvGraphicFramePr>
            <a:graphicFrameLocks noChangeAspect="1"/>
          </p:cNvGraphicFramePr>
          <p:nvPr/>
        </p:nvGraphicFramePr>
        <p:xfrm>
          <a:off x="3348038" y="2487613"/>
          <a:ext cx="1763712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6" name="Equation" r:id="rId25" imgW="1447172" imgH="672808" progId="Equation.DSMT4">
                  <p:embed/>
                </p:oleObj>
              </mc:Choice>
              <mc:Fallback>
                <p:oleObj name="Equation" r:id="rId25" imgW="1447172" imgH="672808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2487613"/>
                        <a:ext cx="1763712" cy="83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5068" name="Object 44"/>
          <p:cNvGraphicFramePr>
            <a:graphicFrameLocks noChangeAspect="1"/>
          </p:cNvGraphicFramePr>
          <p:nvPr/>
        </p:nvGraphicFramePr>
        <p:xfrm>
          <a:off x="6469063" y="2471738"/>
          <a:ext cx="1019175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7" name="Equation" r:id="rId27" imgW="876300" imgH="762000" progId="Equation.DSMT4">
                  <p:embed/>
                </p:oleObj>
              </mc:Choice>
              <mc:Fallback>
                <p:oleObj name="Equation" r:id="rId27" imgW="876300" imgH="762000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9063" y="2471738"/>
                        <a:ext cx="1019175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5069" name="Object 45"/>
          <p:cNvGraphicFramePr>
            <a:graphicFrameLocks noChangeAspect="1"/>
          </p:cNvGraphicFramePr>
          <p:nvPr/>
        </p:nvGraphicFramePr>
        <p:xfrm>
          <a:off x="4500563" y="3397250"/>
          <a:ext cx="244792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8" name="Equation" r:id="rId29" imgW="2082800" imgH="762000" progId="Equation.DSMT4">
                  <p:embed/>
                </p:oleObj>
              </mc:Choice>
              <mc:Fallback>
                <p:oleObj name="Equation" r:id="rId29" imgW="2082800" imgH="762000" progId="Equation.DSMT4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3397250"/>
                        <a:ext cx="2447925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5070" name="Object 46"/>
          <p:cNvGraphicFramePr>
            <a:graphicFrameLocks noChangeAspect="1"/>
          </p:cNvGraphicFramePr>
          <p:nvPr/>
        </p:nvGraphicFramePr>
        <p:xfrm>
          <a:off x="2979738" y="4548188"/>
          <a:ext cx="815975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9" name="Equation" r:id="rId31" imgW="698197" imgH="317362" progId="Equation.DSMT4">
                  <p:embed/>
                </p:oleObj>
              </mc:Choice>
              <mc:Fallback>
                <p:oleObj name="Equation" r:id="rId31" imgW="698197" imgH="317362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9738" y="4548188"/>
                        <a:ext cx="815975" cy="369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5071" name="Object 47"/>
          <p:cNvGraphicFramePr>
            <a:graphicFrameLocks noChangeAspect="1"/>
          </p:cNvGraphicFramePr>
          <p:nvPr/>
        </p:nvGraphicFramePr>
        <p:xfrm>
          <a:off x="3167063" y="5459413"/>
          <a:ext cx="2366962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00" name="Equation" r:id="rId33" imgW="1905000" imgH="863600" progId="Equation.DSMT4">
                  <p:embed/>
                </p:oleObj>
              </mc:Choice>
              <mc:Fallback>
                <p:oleObj name="Equation" r:id="rId33" imgW="1905000" imgH="863600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7063" y="5459413"/>
                        <a:ext cx="2366962" cy="989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5072" name="Object 48"/>
          <p:cNvGraphicFramePr>
            <a:graphicFrameLocks noChangeAspect="1"/>
          </p:cNvGraphicFramePr>
          <p:nvPr/>
        </p:nvGraphicFramePr>
        <p:xfrm>
          <a:off x="5543550" y="5510213"/>
          <a:ext cx="2641600" cy="103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01" name="Equation" r:id="rId35" imgW="2171700" imgH="850900" progId="Equation.DSMT4">
                  <p:embed/>
                </p:oleObj>
              </mc:Choice>
              <mc:Fallback>
                <p:oleObj name="Equation" r:id="rId35" imgW="2171700" imgH="85090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3550" y="5510213"/>
                        <a:ext cx="2641600" cy="1033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5073" name="Text Box 31"/>
          <p:cNvSpPr txBox="1">
            <a:spLocks noChangeArrowheads="1"/>
          </p:cNvSpPr>
          <p:nvPr/>
        </p:nvSpPr>
        <p:spPr bwMode="auto">
          <a:xfrm>
            <a:off x="5940425" y="2543175"/>
            <a:ext cx="4984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3600" b="1" i="1">
                <a:ea typeface="楷体_GB2312" pitchFamily="49" charset="-122"/>
                <a:sym typeface="Symbol" panose="05050102010706020507" pitchFamily="18" charset="2"/>
              </a:rPr>
              <a:t></a:t>
            </a:r>
          </a:p>
        </p:txBody>
      </p:sp>
      <p:sp>
        <p:nvSpPr>
          <p:cNvPr id="385074" name="Text Box 32"/>
          <p:cNvSpPr txBox="1">
            <a:spLocks noChangeArrowheads="1"/>
          </p:cNvSpPr>
          <p:nvPr/>
        </p:nvSpPr>
        <p:spPr bwMode="auto">
          <a:xfrm>
            <a:off x="4067175" y="3533775"/>
            <a:ext cx="7270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b="1" i="1">
                <a:ea typeface="楷体_GB2312" pitchFamily="49" charset="-122"/>
              </a:rPr>
              <a:t>T</a:t>
            </a:r>
          </a:p>
        </p:txBody>
      </p:sp>
      <p:sp>
        <p:nvSpPr>
          <p:cNvPr id="385075" name="Text Box 33"/>
          <p:cNvSpPr txBox="1">
            <a:spLocks noChangeArrowheads="1"/>
          </p:cNvSpPr>
          <p:nvPr/>
        </p:nvSpPr>
        <p:spPr bwMode="auto">
          <a:xfrm>
            <a:off x="2740025" y="5715000"/>
            <a:ext cx="7524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b="1" i="1">
                <a:ea typeface="楷体_GB2312" pitchFamily="49" charset="-122"/>
              </a:rPr>
              <a:t>A</a:t>
            </a:r>
          </a:p>
        </p:txBody>
      </p:sp>
      <p:sp>
        <p:nvSpPr>
          <p:cNvPr id="385076" name="Rectangle 34"/>
          <p:cNvSpPr>
            <a:spLocks noChangeArrowheads="1"/>
          </p:cNvSpPr>
          <p:nvPr/>
        </p:nvSpPr>
        <p:spPr bwMode="auto">
          <a:xfrm>
            <a:off x="1835150" y="334963"/>
            <a:ext cx="7010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 b="1"/>
              <a:t>（</a:t>
            </a:r>
            <a:r>
              <a:rPr kumimoji="0" lang="en-US" altLang="zh-CN" sz="2800" b="1"/>
              <a:t>2</a:t>
            </a:r>
            <a:r>
              <a:rPr kumimoji="0" lang="zh-CN" altLang="en-US" sz="2800" b="1"/>
              <a:t>）求振动时的</a:t>
            </a:r>
            <a:r>
              <a:rPr kumimoji="0" lang="zh-CN" altLang="en-US" sz="2800" b="1">
                <a:solidFill>
                  <a:srgbClr val="0000CC"/>
                </a:solidFill>
              </a:rPr>
              <a:t>周期 </a:t>
            </a:r>
            <a:r>
              <a:rPr kumimoji="0" lang="en-US" altLang="zh-CN" sz="2800" b="1" i="1">
                <a:solidFill>
                  <a:srgbClr val="0000CC"/>
                </a:solidFill>
              </a:rPr>
              <a:t>T</a:t>
            </a:r>
            <a:r>
              <a:rPr kumimoji="0" lang="en-US" altLang="zh-CN" sz="2800" b="1"/>
              <a:t> </a:t>
            </a:r>
            <a:r>
              <a:rPr kumimoji="0" lang="zh-CN" altLang="en-US" sz="2800" b="1"/>
              <a:t>，</a:t>
            </a:r>
            <a:r>
              <a:rPr kumimoji="0" lang="zh-CN" altLang="en-US" sz="2800" b="1">
                <a:solidFill>
                  <a:srgbClr val="0000CC"/>
                </a:solidFill>
              </a:rPr>
              <a:t>振幅</a:t>
            </a:r>
            <a:r>
              <a:rPr kumimoji="0" lang="zh-CN" altLang="en-US" b="1">
                <a:solidFill>
                  <a:srgbClr val="0000CC"/>
                </a:solidFill>
              </a:rPr>
              <a:t> </a:t>
            </a:r>
            <a:r>
              <a:rPr kumimoji="0" lang="en-US" altLang="zh-CN" sz="2800" b="1" i="1">
                <a:solidFill>
                  <a:srgbClr val="0000CC"/>
                </a:solidFill>
              </a:rPr>
              <a:t>A</a:t>
            </a:r>
            <a:r>
              <a:rPr kumimoji="0" lang="zh-CN" altLang="en-US" sz="2800" b="1" i="1">
                <a:solidFill>
                  <a:srgbClr val="0000CC"/>
                </a:solidFill>
              </a:rPr>
              <a:t>，</a:t>
            </a:r>
            <a:r>
              <a:rPr kumimoji="0" lang="en-US" altLang="zh-CN" sz="2800" b="1" i="1"/>
              <a:t> </a:t>
            </a:r>
            <a:r>
              <a:rPr kumimoji="0" lang="en-US" altLang="zh-CN" sz="2800" b="1"/>
              <a:t> </a:t>
            </a:r>
            <a:r>
              <a:rPr kumimoji="0" lang="zh-CN" altLang="en-US" sz="2800" b="1">
                <a:solidFill>
                  <a:srgbClr val="0000CC"/>
                </a:solidFill>
              </a:rPr>
              <a:t>位相</a:t>
            </a:r>
            <a:r>
              <a:rPr kumimoji="0" lang="zh-CN" altLang="en-US" sz="2800" b="1" i="1">
                <a:solidFill>
                  <a:srgbClr val="0000CC"/>
                </a:solidFill>
              </a:rPr>
              <a:t> </a:t>
            </a:r>
            <a:r>
              <a:rPr kumimoji="0" lang="zh-CN" altLang="en-US" sz="2800" b="1" i="1">
                <a:solidFill>
                  <a:srgbClr val="0000CC"/>
                </a:solidFill>
                <a:sym typeface="Symbol" panose="05050102010706020507" pitchFamily="18" charset="2"/>
              </a:rPr>
              <a:t></a:t>
            </a:r>
            <a:r>
              <a:rPr kumimoji="0" lang="zh-CN" altLang="en-US" sz="2800" b="1" i="1">
                <a:solidFill>
                  <a:srgbClr val="0000CC"/>
                </a:solidFill>
              </a:rPr>
              <a:t> </a:t>
            </a:r>
            <a:r>
              <a:rPr kumimoji="0" lang="zh-CN" altLang="en-US" sz="2800" b="1">
                <a:solidFill>
                  <a:srgbClr val="0000CC"/>
                </a:solidFill>
              </a:rPr>
              <a:t>   </a:t>
            </a:r>
            <a:r>
              <a:rPr kumimoji="0" lang="zh-CN" altLang="en-US" sz="2800" b="1"/>
              <a:t>	及</a:t>
            </a:r>
            <a:r>
              <a:rPr kumimoji="0" lang="zh-CN" altLang="en-US" sz="2800" b="1">
                <a:solidFill>
                  <a:srgbClr val="0000CC"/>
                </a:solidFill>
              </a:rPr>
              <a:t>振动方程</a:t>
            </a:r>
            <a:r>
              <a:rPr kumimoji="0" lang="zh-CN" altLang="en-US" sz="2800" b="1"/>
              <a:t>。</a:t>
            </a:r>
            <a:endParaRPr kumimoji="0" lang="zh-CN" altLang="en-US" b="1"/>
          </a:p>
        </p:txBody>
      </p:sp>
      <p:graphicFrame>
        <p:nvGraphicFramePr>
          <p:cNvPr id="385077" name="Object 53"/>
          <p:cNvGraphicFramePr>
            <a:graphicFrameLocks noChangeAspect="1"/>
          </p:cNvGraphicFramePr>
          <p:nvPr/>
        </p:nvGraphicFramePr>
        <p:xfrm>
          <a:off x="3973513" y="1341438"/>
          <a:ext cx="193040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02" name="Equation" r:id="rId37" imgW="1549400" imgH="419100" progId="Equation.DSMT4">
                  <p:embed/>
                </p:oleObj>
              </mc:Choice>
              <mc:Fallback>
                <p:oleObj name="Equation" r:id="rId37" imgW="1549400" imgH="419100" progId="Equation.DSMT4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3513" y="1341438"/>
                        <a:ext cx="1930400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5078" name="AutoShape 36"/>
          <p:cNvSpPr>
            <a:spLocks/>
          </p:cNvSpPr>
          <p:nvPr/>
        </p:nvSpPr>
        <p:spPr bwMode="auto">
          <a:xfrm>
            <a:off x="3733800" y="1398588"/>
            <a:ext cx="225425" cy="914400"/>
          </a:xfrm>
          <a:prstGeom prst="leftBrace">
            <a:avLst>
              <a:gd name="adj1" fmla="val 33803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385079" name="Text Box 120"/>
          <p:cNvSpPr txBox="1">
            <a:spLocks noChangeArrowheads="1"/>
          </p:cNvSpPr>
          <p:nvPr/>
        </p:nvSpPr>
        <p:spPr bwMode="auto">
          <a:xfrm>
            <a:off x="5451475" y="2636838"/>
            <a:ext cx="13160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则</a:t>
            </a:r>
          </a:p>
        </p:txBody>
      </p:sp>
      <p:sp>
        <p:nvSpPr>
          <p:cNvPr id="385080" name="Text Box 121"/>
          <p:cNvSpPr txBox="1">
            <a:spLocks noChangeArrowheads="1"/>
          </p:cNvSpPr>
          <p:nvPr/>
        </p:nvSpPr>
        <p:spPr bwMode="auto">
          <a:xfrm>
            <a:off x="3384550" y="3570288"/>
            <a:ext cx="13160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即</a:t>
            </a:r>
          </a:p>
        </p:txBody>
      </p:sp>
      <p:sp>
        <p:nvSpPr>
          <p:cNvPr id="385081" name="Text Box 122"/>
          <p:cNvSpPr txBox="1">
            <a:spLocks noChangeArrowheads="1"/>
          </p:cNvSpPr>
          <p:nvPr/>
        </p:nvSpPr>
        <p:spPr bwMode="auto">
          <a:xfrm>
            <a:off x="3795713" y="4473575"/>
            <a:ext cx="13160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时</a:t>
            </a:r>
          </a:p>
        </p:txBody>
      </p:sp>
      <p:graphicFrame>
        <p:nvGraphicFramePr>
          <p:cNvPr id="385082" name="Object 58"/>
          <p:cNvGraphicFramePr>
            <a:graphicFrameLocks noChangeAspect="1"/>
          </p:cNvGraphicFramePr>
          <p:nvPr/>
        </p:nvGraphicFramePr>
        <p:xfrm>
          <a:off x="4392613" y="4303713"/>
          <a:ext cx="1655762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03" name="Equation" r:id="rId39" imgW="1524000" imgH="749300" progId="Equation.DSMT4">
                  <p:embed/>
                </p:oleObj>
              </mc:Choice>
              <mc:Fallback>
                <p:oleObj name="Equation" r:id="rId39" imgW="1524000" imgH="749300" progId="Equation.DSMT4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2613" y="4303713"/>
                        <a:ext cx="1655762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5083" name="Object 59"/>
          <p:cNvGraphicFramePr>
            <a:graphicFrameLocks noChangeAspect="1"/>
          </p:cNvGraphicFramePr>
          <p:nvPr/>
        </p:nvGraphicFramePr>
        <p:xfrm>
          <a:off x="6300788" y="4497388"/>
          <a:ext cx="158432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04" name="Equation" r:id="rId41" imgW="1447800" imgH="508000" progId="Equation.DSMT4">
                  <p:embed/>
                </p:oleObj>
              </mc:Choice>
              <mc:Fallback>
                <p:oleObj name="Equation" r:id="rId41" imgW="1447800" imgH="508000" progId="Equation.DSMT4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4497388"/>
                        <a:ext cx="1584325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89" name="Text Box 45"/>
          <p:cNvSpPr txBox="1">
            <a:spLocks noChangeArrowheads="1"/>
          </p:cNvSpPr>
          <p:nvPr/>
        </p:nvSpPr>
        <p:spPr bwMode="auto">
          <a:xfrm>
            <a:off x="8675688" y="6392863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21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85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38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85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5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8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85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385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85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5" dur="500"/>
                                        <p:tgtEl>
                                          <p:spTgt spid="385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85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85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2" dur="500"/>
                                        <p:tgtEl>
                                          <p:spTgt spid="385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85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85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850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850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85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85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85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85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5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85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85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5064" grpId="0" autoUpdateAnimBg="0"/>
      <p:bldP spid="385073" grpId="0" autoUpdateAnimBg="0"/>
      <p:bldP spid="385074" grpId="0" autoUpdateAnimBg="0"/>
      <p:bldP spid="385075" grpId="0" autoUpdateAnimBg="0"/>
      <p:bldP spid="385076" grpId="0" autoUpdateAnimBg="0"/>
      <p:bldP spid="385078" grpId="0" bldLvl="0" animBg="1" autoUpdateAnimBg="0"/>
      <p:bldP spid="385079" grpId="0" autoUpdateAnimBg="0"/>
      <p:bldP spid="385080" grpId="0" autoUpdateAnimBg="0"/>
      <p:bldP spid="385081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1" name="Rectangle 2"/>
          <p:cNvSpPr>
            <a:spLocks noChangeArrowheads="1"/>
          </p:cNvSpPr>
          <p:nvPr/>
        </p:nvSpPr>
        <p:spPr bwMode="auto">
          <a:xfrm>
            <a:off x="1092200" y="2963863"/>
            <a:ext cx="15367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b="1" i="1">
                <a:sym typeface="Symbol" panose="05050102010706020507" pitchFamily="18" charset="2"/>
              </a:rPr>
              <a:t> </a:t>
            </a:r>
            <a:r>
              <a:rPr kumimoji="0" lang="en-US" altLang="zh-CN" sz="3600" b="1">
                <a:sym typeface="Symbol" panose="05050102010706020507" pitchFamily="18" charset="2"/>
              </a:rPr>
              <a:t>=</a:t>
            </a:r>
            <a:endParaRPr kumimoji="0" lang="en-US" altLang="zh-CN" b="1">
              <a:sym typeface="Symbol" panose="05050102010706020507" pitchFamily="18" charset="2"/>
            </a:endParaRPr>
          </a:p>
        </p:txBody>
      </p:sp>
      <p:graphicFrame>
        <p:nvGraphicFramePr>
          <p:cNvPr id="386052" name="Object 4"/>
          <p:cNvGraphicFramePr>
            <a:graphicFrameLocks noChangeAspect="1"/>
          </p:cNvGraphicFramePr>
          <p:nvPr/>
        </p:nvGraphicFramePr>
        <p:xfrm>
          <a:off x="1860550" y="2860675"/>
          <a:ext cx="2017713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03" name="Equation" r:id="rId3" imgW="1625600" imgH="838200" progId="Equation.DSMT4">
                  <p:embed/>
                </p:oleObj>
              </mc:Choice>
              <mc:Fallback>
                <p:oleObj name="Equation" r:id="rId3" imgW="1625600" imgH="838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0550" y="2860675"/>
                        <a:ext cx="2017713" cy="969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6053" name="Object 5"/>
          <p:cNvGraphicFramePr>
            <a:graphicFrameLocks noChangeAspect="1"/>
          </p:cNvGraphicFramePr>
          <p:nvPr/>
        </p:nvGraphicFramePr>
        <p:xfrm>
          <a:off x="3997325" y="3105150"/>
          <a:ext cx="684213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04" name="Equation" r:id="rId5" imgW="520700" imgH="368300" progId="Equation.DSMT4">
                  <p:embed/>
                </p:oleObj>
              </mc:Choice>
              <mc:Fallback>
                <p:oleObj name="Equation" r:id="rId5" imgW="520700" imgH="3683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7325" y="3105150"/>
                        <a:ext cx="684213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605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620137"/>
              </p:ext>
            </p:extLst>
          </p:nvPr>
        </p:nvGraphicFramePr>
        <p:xfrm>
          <a:off x="1898650" y="870423"/>
          <a:ext cx="1979613" cy="102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05" name="Equation" r:id="rId7" imgW="1651000" imgH="876300" progId="Equation.DSMT4">
                  <p:embed/>
                </p:oleObj>
              </mc:Choice>
              <mc:Fallback>
                <p:oleObj name="Equation" r:id="rId7" imgW="1651000" imgH="8763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8650" y="870423"/>
                        <a:ext cx="1979613" cy="1027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4319588" y="728663"/>
            <a:ext cx="4419600" cy="2938462"/>
            <a:chOff x="0" y="0"/>
            <a:chExt cx="2784" cy="1968"/>
          </a:xfrm>
        </p:grpSpPr>
        <p:sp>
          <p:nvSpPr>
            <p:cNvPr id="32799" name="Oval 50"/>
            <p:cNvSpPr>
              <a:spLocks noChangeArrowheads="1"/>
            </p:cNvSpPr>
            <p:nvPr/>
          </p:nvSpPr>
          <p:spPr bwMode="auto">
            <a:xfrm>
              <a:off x="384" y="0"/>
              <a:ext cx="1872" cy="1968"/>
            </a:xfrm>
            <a:prstGeom prst="ellipse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29728" name="Line 51"/>
            <p:cNvSpPr>
              <a:spLocks noChangeShapeType="1"/>
            </p:cNvSpPr>
            <p:nvPr/>
          </p:nvSpPr>
          <p:spPr bwMode="auto">
            <a:xfrm>
              <a:off x="0" y="960"/>
              <a:ext cx="2784" cy="0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graphicFrame>
          <p:nvGraphicFramePr>
            <p:cNvPr id="32801" name="Object 11"/>
            <p:cNvGraphicFramePr>
              <a:graphicFrameLocks noChangeAspect="1"/>
            </p:cNvGraphicFramePr>
            <p:nvPr/>
          </p:nvGraphicFramePr>
          <p:xfrm>
            <a:off x="1308" y="1083"/>
            <a:ext cx="112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106" r:id="rId9" imgW="177646" imgH="241091" progId="Equation.3">
                    <p:embed/>
                  </p:oleObj>
                </mc:Choice>
                <mc:Fallback>
                  <p:oleObj r:id="rId9" imgW="177646" imgH="241091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8" y="1083"/>
                          <a:ext cx="112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802" name="Object 12"/>
            <p:cNvGraphicFramePr>
              <a:graphicFrameLocks noChangeAspect="1"/>
            </p:cNvGraphicFramePr>
            <p:nvPr/>
          </p:nvGraphicFramePr>
          <p:xfrm>
            <a:off x="2400" y="1008"/>
            <a:ext cx="23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107" name="Equation" r:id="rId11" imgW="177492" imgH="164814" progId="Equation.DSMT4">
                    <p:embed/>
                  </p:oleObj>
                </mc:Choice>
                <mc:Fallback>
                  <p:oleObj name="Equation" r:id="rId11" imgW="177492" imgH="164814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0" y="1008"/>
                          <a:ext cx="23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03" name="Line 54"/>
            <p:cNvSpPr>
              <a:spLocks noChangeShapeType="1"/>
            </p:cNvSpPr>
            <p:nvPr/>
          </p:nvSpPr>
          <p:spPr bwMode="auto">
            <a:xfrm flipH="1" flipV="1">
              <a:off x="1344" y="864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6062" name="Line 55"/>
          <p:cNvSpPr>
            <a:spLocks noChangeShapeType="1"/>
          </p:cNvSpPr>
          <p:nvPr/>
        </p:nvSpPr>
        <p:spPr bwMode="auto">
          <a:xfrm flipH="1">
            <a:off x="5310188" y="2066925"/>
            <a:ext cx="1143000" cy="11430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5735638" y="2144713"/>
            <a:ext cx="528637" cy="384175"/>
            <a:chOff x="0" y="0"/>
            <a:chExt cx="288" cy="283"/>
          </a:xfrm>
        </p:grpSpPr>
        <p:sp>
          <p:nvSpPr>
            <p:cNvPr id="32797" name="Arc 57"/>
            <p:cNvSpPr>
              <a:spLocks/>
            </p:cNvSpPr>
            <p:nvPr/>
          </p:nvSpPr>
          <p:spPr bwMode="auto">
            <a:xfrm rot="10800000">
              <a:off x="0" y="0"/>
              <a:ext cx="288" cy="283"/>
            </a:xfrm>
            <a:custGeom>
              <a:avLst/>
              <a:gdLst>
                <a:gd name="T0" fmla="*/ 0 w 21600"/>
                <a:gd name="T1" fmla="*/ 0 h 18191"/>
                <a:gd name="T2" fmla="*/ 0 w 21600"/>
                <a:gd name="T3" fmla="*/ 0 h 18191"/>
                <a:gd name="T4" fmla="*/ 0 w 21600"/>
                <a:gd name="T5" fmla="*/ 0 h 1819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8191"/>
                <a:gd name="T11" fmla="*/ 21600 w 21600"/>
                <a:gd name="T12" fmla="*/ 18191 h 181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8191" fill="none" extrusionOk="0">
                  <a:moveTo>
                    <a:pt x="11646" y="0"/>
                  </a:moveTo>
                  <a:cubicBezTo>
                    <a:pt x="17848" y="3970"/>
                    <a:pt x="21600" y="10827"/>
                    <a:pt x="21600" y="18191"/>
                  </a:cubicBezTo>
                </a:path>
                <a:path w="21600" h="18191" stroke="0" extrusionOk="0">
                  <a:moveTo>
                    <a:pt x="11646" y="0"/>
                  </a:moveTo>
                  <a:cubicBezTo>
                    <a:pt x="17848" y="3970"/>
                    <a:pt x="21600" y="10827"/>
                    <a:pt x="21600" y="18191"/>
                  </a:cubicBezTo>
                  <a:lnTo>
                    <a:pt x="0" y="18191"/>
                  </a:lnTo>
                  <a:lnTo>
                    <a:pt x="11646" y="0"/>
                  </a:lnTo>
                  <a:close/>
                </a:path>
              </a:pathLst>
            </a:custGeom>
            <a:noFill/>
            <a:ln w="38100">
              <a:solidFill>
                <a:srgbClr val="0066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2798" name="Object 17"/>
            <p:cNvGraphicFramePr>
              <a:graphicFrameLocks noChangeAspect="1"/>
            </p:cNvGraphicFramePr>
            <p:nvPr/>
          </p:nvGraphicFramePr>
          <p:xfrm>
            <a:off x="68" y="77"/>
            <a:ext cx="128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108" r:id="rId13" imgW="203112" imgH="241195" progId="Equation.3">
                    <p:embed/>
                  </p:oleObj>
                </mc:Choice>
                <mc:Fallback>
                  <p:oleObj r:id="rId13" imgW="203112" imgH="241195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" y="77"/>
                          <a:ext cx="128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6066" name="Arc 59"/>
          <p:cNvSpPr>
            <a:spLocks/>
          </p:cNvSpPr>
          <p:nvPr/>
        </p:nvSpPr>
        <p:spPr bwMode="auto">
          <a:xfrm>
            <a:off x="5616575" y="1231900"/>
            <a:ext cx="1828800" cy="1492250"/>
          </a:xfrm>
          <a:custGeom>
            <a:avLst/>
            <a:gdLst>
              <a:gd name="T0" fmla="*/ 2147483646 w 43200"/>
              <a:gd name="T1" fmla="*/ 2147483646 h 35243"/>
              <a:gd name="T2" fmla="*/ 2147483646 w 43200"/>
              <a:gd name="T3" fmla="*/ 2147483646 h 35243"/>
              <a:gd name="T4" fmla="*/ 2147483646 w 43200"/>
              <a:gd name="T5" fmla="*/ 2147483646 h 35243"/>
              <a:gd name="T6" fmla="*/ 0 60000 65536"/>
              <a:gd name="T7" fmla="*/ 0 60000 65536"/>
              <a:gd name="T8" fmla="*/ 0 60000 65536"/>
              <a:gd name="T9" fmla="*/ 0 w 43200"/>
              <a:gd name="T10" fmla="*/ 0 h 35243"/>
              <a:gd name="T11" fmla="*/ 43200 w 43200"/>
              <a:gd name="T12" fmla="*/ 35243 h 3524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35243" fill="none" extrusionOk="0">
                <a:moveTo>
                  <a:pt x="4853" y="35243"/>
                </a:moveTo>
                <a:cubicBezTo>
                  <a:pt x="1714" y="31389"/>
                  <a:pt x="0" y="26570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</a:path>
              <a:path w="43200" h="35243" stroke="0" extrusionOk="0">
                <a:moveTo>
                  <a:pt x="4853" y="35243"/>
                </a:moveTo>
                <a:cubicBezTo>
                  <a:pt x="1714" y="31389"/>
                  <a:pt x="0" y="26570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  <a:lnTo>
                  <a:pt x="21600" y="21600"/>
                </a:lnTo>
                <a:lnTo>
                  <a:pt x="4853" y="35243"/>
                </a:lnTo>
                <a:close/>
              </a:path>
            </a:pathLst>
          </a:custGeom>
          <a:noFill/>
          <a:ln w="38100">
            <a:solidFill>
              <a:srgbClr val="FF3300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86067" name="Object 19"/>
          <p:cNvGraphicFramePr>
            <a:graphicFrameLocks noChangeAspect="1"/>
          </p:cNvGraphicFramePr>
          <p:nvPr/>
        </p:nvGraphicFramePr>
        <p:xfrm>
          <a:off x="6227763" y="1304925"/>
          <a:ext cx="301625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09" r:id="rId15" imgW="203112" imgH="241195" progId="Equation.3">
                  <p:embed/>
                </p:oleObj>
              </mc:Choice>
              <mc:Fallback>
                <p:oleObj r:id="rId15" imgW="203112" imgH="241195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1304925"/>
                        <a:ext cx="301625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20"/>
          <p:cNvGrpSpPr>
            <a:grpSpLocks/>
          </p:cNvGrpSpPr>
          <p:nvPr/>
        </p:nvGrpSpPr>
        <p:grpSpPr bwMode="auto">
          <a:xfrm>
            <a:off x="5157788" y="1593850"/>
            <a:ext cx="393700" cy="609600"/>
            <a:chOff x="0" y="0"/>
            <a:chExt cx="248" cy="384"/>
          </a:xfrm>
        </p:grpSpPr>
        <p:sp>
          <p:nvSpPr>
            <p:cNvPr id="32795" name="Oval 62"/>
            <p:cNvSpPr>
              <a:spLocks noChangeArrowheads="1"/>
            </p:cNvSpPr>
            <p:nvPr/>
          </p:nvSpPr>
          <p:spPr bwMode="auto">
            <a:xfrm>
              <a:off x="48" y="288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graphicFrame>
          <p:nvGraphicFramePr>
            <p:cNvPr id="32796" name="Object 22"/>
            <p:cNvGraphicFramePr>
              <a:graphicFrameLocks noChangeAspect="1"/>
            </p:cNvGraphicFramePr>
            <p:nvPr/>
          </p:nvGraphicFramePr>
          <p:xfrm>
            <a:off x="0" y="0"/>
            <a:ext cx="24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110" r:id="rId17" imgW="393529" imgH="457002" progId="Equation.3">
                    <p:embed/>
                  </p:oleObj>
                </mc:Choice>
                <mc:Fallback>
                  <p:oleObj r:id="rId17" imgW="393529" imgH="457002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24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6071" name="Line 64"/>
          <p:cNvSpPr>
            <a:spLocks noChangeShapeType="1"/>
          </p:cNvSpPr>
          <p:nvPr/>
        </p:nvSpPr>
        <p:spPr bwMode="auto">
          <a:xfrm flipV="1">
            <a:off x="5310188" y="2066925"/>
            <a:ext cx="0" cy="10668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86072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7589466"/>
              </p:ext>
            </p:extLst>
          </p:nvPr>
        </p:nvGraphicFramePr>
        <p:xfrm>
          <a:off x="1475656" y="1854399"/>
          <a:ext cx="2376487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11" name="Equation" r:id="rId19" imgW="1866900" imgH="838200" progId="Equation.DSMT4">
                  <p:embed/>
                </p:oleObj>
              </mc:Choice>
              <mc:Fallback>
                <p:oleObj name="Equation" r:id="rId19" imgW="1866900" imgH="8382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1854399"/>
                        <a:ext cx="2376487" cy="998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6073" name="Text Box 66"/>
          <p:cNvSpPr txBox="1">
            <a:spLocks noChangeArrowheads="1"/>
          </p:cNvSpPr>
          <p:nvPr/>
        </p:nvSpPr>
        <p:spPr bwMode="auto">
          <a:xfrm>
            <a:off x="7872413" y="1466850"/>
            <a:ext cx="6985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4000" b="1"/>
              <a:t>？</a:t>
            </a:r>
          </a:p>
        </p:txBody>
      </p:sp>
      <p:sp>
        <p:nvSpPr>
          <p:cNvPr id="386074" name="Line 67"/>
          <p:cNvSpPr>
            <a:spLocks noChangeShapeType="1"/>
          </p:cNvSpPr>
          <p:nvPr/>
        </p:nvSpPr>
        <p:spPr bwMode="auto">
          <a:xfrm flipH="1">
            <a:off x="2231740" y="1549152"/>
            <a:ext cx="1981200" cy="13716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6075" name="Line 68"/>
          <p:cNvSpPr>
            <a:spLocks noChangeShapeType="1"/>
          </p:cNvSpPr>
          <p:nvPr/>
        </p:nvSpPr>
        <p:spPr bwMode="auto">
          <a:xfrm>
            <a:off x="2447640" y="1549152"/>
            <a:ext cx="1828800" cy="1447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86076" name="Object 28"/>
          <p:cNvGraphicFramePr>
            <a:graphicFrameLocks noChangeAspect="1"/>
          </p:cNvGraphicFramePr>
          <p:nvPr/>
        </p:nvGraphicFramePr>
        <p:xfrm>
          <a:off x="1258888" y="5481638"/>
          <a:ext cx="7129462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12" name="Equation" r:id="rId21" imgW="6261100" imgH="850900" progId="Equation.DSMT4">
                  <p:embed/>
                </p:oleObj>
              </mc:Choice>
              <mc:Fallback>
                <p:oleObj name="Equation" r:id="rId21" imgW="6261100" imgH="85090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5481638"/>
                        <a:ext cx="7129462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29"/>
          <p:cNvGrpSpPr>
            <a:grpSpLocks/>
          </p:cNvGrpSpPr>
          <p:nvPr/>
        </p:nvGrpSpPr>
        <p:grpSpPr bwMode="auto">
          <a:xfrm>
            <a:off x="1614488" y="3940175"/>
            <a:ext cx="6588125" cy="1223963"/>
            <a:chOff x="0" y="0"/>
            <a:chExt cx="4150" cy="771"/>
          </a:xfrm>
        </p:grpSpPr>
        <p:graphicFrame>
          <p:nvGraphicFramePr>
            <p:cNvPr id="32789" name="Object 30"/>
            <p:cNvGraphicFramePr>
              <a:graphicFrameLocks noChangeAspect="1"/>
            </p:cNvGraphicFramePr>
            <p:nvPr/>
          </p:nvGraphicFramePr>
          <p:xfrm>
            <a:off x="973" y="114"/>
            <a:ext cx="1565" cy="6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113" name="Equation" r:id="rId23" imgW="2171700" imgH="850900" progId="Equation.DSMT4">
                    <p:embed/>
                  </p:oleObj>
                </mc:Choice>
                <mc:Fallback>
                  <p:oleObj name="Equation" r:id="rId23" imgW="2171700" imgH="850900" progId="Equation.DSMT4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3" y="114"/>
                          <a:ext cx="1565" cy="6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90" name="Text Box 103"/>
            <p:cNvSpPr txBox="1">
              <a:spLocks noChangeArrowheads="1"/>
            </p:cNvSpPr>
            <p:nvPr/>
          </p:nvSpPr>
          <p:spPr bwMode="auto">
            <a:xfrm>
              <a:off x="703" y="204"/>
              <a:ext cx="47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b="1" i="1">
                  <a:ea typeface="楷体_GB2312" pitchFamily="49" charset="-122"/>
                </a:rPr>
                <a:t>A</a:t>
              </a:r>
            </a:p>
          </p:txBody>
        </p:sp>
        <p:graphicFrame>
          <p:nvGraphicFramePr>
            <p:cNvPr id="32791" name="Object 32"/>
            <p:cNvGraphicFramePr>
              <a:graphicFrameLocks noChangeAspect="1"/>
            </p:cNvGraphicFramePr>
            <p:nvPr/>
          </p:nvGraphicFramePr>
          <p:xfrm>
            <a:off x="3220" y="136"/>
            <a:ext cx="635" cy="5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114" name="Equation" r:id="rId25" imgW="876300" imgH="736600" progId="Equation.DSMT4">
                    <p:embed/>
                  </p:oleObj>
                </mc:Choice>
                <mc:Fallback>
                  <p:oleObj name="Equation" r:id="rId25" imgW="876300" imgH="736600" progId="Equation.DSMT4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0" y="136"/>
                          <a:ext cx="635" cy="5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92" name="Text Box 105"/>
            <p:cNvSpPr txBox="1">
              <a:spLocks noChangeArrowheads="1"/>
            </p:cNvSpPr>
            <p:nvPr/>
          </p:nvSpPr>
          <p:spPr bwMode="auto">
            <a:xfrm>
              <a:off x="2948" y="221"/>
              <a:ext cx="27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>
                  <a:ea typeface="楷体_GB2312" pitchFamily="49" charset="-122"/>
                  <a:sym typeface="Symbol" panose="05050102010706020507" pitchFamily="18" charset="2"/>
                </a:rPr>
                <a:t></a:t>
              </a:r>
            </a:p>
          </p:txBody>
        </p:sp>
        <p:sp>
          <p:nvSpPr>
            <p:cNvPr id="32793" name="Rectangle 106"/>
            <p:cNvSpPr>
              <a:spLocks noChangeArrowheads="1"/>
            </p:cNvSpPr>
            <p:nvPr/>
          </p:nvSpPr>
          <p:spPr bwMode="auto">
            <a:xfrm>
              <a:off x="567" y="0"/>
              <a:ext cx="3583" cy="771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graphicFrame>
          <p:nvGraphicFramePr>
            <p:cNvPr id="32794" name="Object 9"/>
            <p:cNvGraphicFramePr>
              <a:graphicFrameLocks noChangeAspect="1"/>
            </p:cNvGraphicFramePr>
            <p:nvPr/>
          </p:nvGraphicFramePr>
          <p:xfrm>
            <a:off x="0" y="136"/>
            <a:ext cx="576" cy="5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115" r:id="rId27" imgW="3286125" imgH="3038475" progId="">
                    <p:embed/>
                  </p:oleObj>
                </mc:Choice>
                <mc:Fallback>
                  <p:oleObj r:id="rId27" imgW="3286125" imgH="3038475" progId="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136"/>
                          <a:ext cx="576" cy="5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787" name="矩形 36"/>
          <p:cNvSpPr>
            <a:spLocks noChangeArrowheads="1"/>
          </p:cNvSpPr>
          <p:nvPr/>
        </p:nvSpPr>
        <p:spPr bwMode="auto">
          <a:xfrm>
            <a:off x="1095375" y="1065686"/>
            <a:ext cx="7699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b="1" i="1" dirty="0">
                <a:sym typeface="Symbol" panose="05050102010706020507" pitchFamily="18" charset="2"/>
              </a:rPr>
              <a:t> =</a:t>
            </a:r>
            <a:endParaRPr lang="zh-CN" altLang="en-US" sz="2800" dirty="0"/>
          </a:p>
        </p:txBody>
      </p:sp>
      <p:sp>
        <p:nvSpPr>
          <p:cNvPr id="32788" name="Text Box 45"/>
          <p:cNvSpPr txBox="1">
            <a:spLocks noChangeArrowheads="1"/>
          </p:cNvSpPr>
          <p:nvPr/>
        </p:nvSpPr>
        <p:spPr bwMode="auto">
          <a:xfrm>
            <a:off x="8675688" y="6392863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22</a:t>
            </a:r>
          </a:p>
        </p:txBody>
      </p:sp>
      <p:graphicFrame>
        <p:nvGraphicFramePr>
          <p:cNvPr id="3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6095993"/>
              </p:ext>
            </p:extLst>
          </p:nvPr>
        </p:nvGraphicFramePr>
        <p:xfrm>
          <a:off x="2339752" y="64478"/>
          <a:ext cx="1081088" cy="102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16" name="Equation" r:id="rId29" imgW="901440" imgH="876240" progId="Equation.DSMT4">
                  <p:embed/>
                </p:oleObj>
              </mc:Choice>
              <mc:Fallback>
                <p:oleObj name="Equation" r:id="rId29" imgW="901440" imgH="876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64478"/>
                        <a:ext cx="1081088" cy="1027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矩形 36"/>
          <p:cNvSpPr>
            <a:spLocks noChangeArrowheads="1"/>
          </p:cNvSpPr>
          <p:nvPr/>
        </p:nvSpPr>
        <p:spPr bwMode="auto">
          <a:xfrm>
            <a:off x="1035619" y="285648"/>
            <a:ext cx="133882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b="1" dirty="0">
                <a:sym typeface="Symbol" panose="05050102010706020507" pitchFamily="18" charset="2"/>
              </a:rPr>
              <a:t>tan</a:t>
            </a:r>
            <a:r>
              <a:rPr kumimoji="0" lang="en-US" altLang="zh-CN" b="1" i="1" dirty="0">
                <a:sym typeface="Symbol" panose="05050102010706020507" pitchFamily="18" charset="2"/>
              </a:rPr>
              <a:t> =</a:t>
            </a:r>
            <a:endParaRPr lang="zh-CN" altLang="en-US" sz="2800" dirty="0"/>
          </a:p>
        </p:txBody>
      </p:sp>
      <p:grpSp>
        <p:nvGrpSpPr>
          <p:cNvPr id="7" name="组合 6"/>
          <p:cNvGrpSpPr/>
          <p:nvPr/>
        </p:nvGrpSpPr>
        <p:grpSpPr>
          <a:xfrm>
            <a:off x="5538057" y="-100019"/>
            <a:ext cx="3605943" cy="820009"/>
            <a:chOff x="5466556" y="-117184"/>
            <a:chExt cx="3605943" cy="820009"/>
          </a:xfrm>
        </p:grpSpPr>
        <p:sp>
          <p:nvSpPr>
            <p:cNvPr id="6" name="矩形 5"/>
            <p:cNvSpPr/>
            <p:nvPr/>
          </p:nvSpPr>
          <p:spPr bwMode="auto">
            <a:xfrm>
              <a:off x="5466556" y="0"/>
              <a:ext cx="3605943" cy="687273"/>
            </a:xfrm>
            <a:prstGeom prst="rect">
              <a:avLst/>
            </a:prstGeom>
            <a:solidFill>
              <a:srgbClr val="FFC0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graphicFrame>
          <p:nvGraphicFramePr>
            <p:cNvPr id="38" name="Object 5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23167447"/>
                </p:ext>
              </p:extLst>
            </p:nvPr>
          </p:nvGraphicFramePr>
          <p:xfrm>
            <a:off x="5466557" y="-117184"/>
            <a:ext cx="1589719" cy="8200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117" name="Equation" r:id="rId31" imgW="1524000" imgH="749300" progId="Equation.DSMT4">
                    <p:embed/>
                  </p:oleObj>
                </mc:Choice>
                <mc:Fallback>
                  <p:oleObj name="Equation" r:id="rId31" imgW="1524000" imgH="7493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66557" y="-117184"/>
                          <a:ext cx="1589719" cy="8200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Object 5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34092215"/>
                </p:ext>
              </p:extLst>
            </p:nvPr>
          </p:nvGraphicFramePr>
          <p:xfrm>
            <a:off x="7337425" y="59028"/>
            <a:ext cx="1584325" cy="555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118" name="Equation" r:id="rId33" imgW="1447800" imgH="508000" progId="Equation.DSMT4">
                    <p:embed/>
                  </p:oleObj>
                </mc:Choice>
                <mc:Fallback>
                  <p:oleObj name="Equation" r:id="rId33" imgW="1447800" imgH="508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37425" y="59028"/>
                          <a:ext cx="1584325" cy="5556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2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6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386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86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86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386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6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3" dur="500"/>
                                        <p:tgtEl>
                                          <p:spTgt spid="386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386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86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2" dur="500"/>
                                        <p:tgtEl>
                                          <p:spTgt spid="386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86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86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3" dur="500"/>
                                        <p:tgtEl>
                                          <p:spTgt spid="386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6051" grpId="0" autoUpdateAnimBg="0"/>
      <p:bldP spid="386062" grpId="0" animBg="1"/>
      <p:bldP spid="386066" grpId="0" animBg="1"/>
      <p:bldP spid="386071" grpId="0" animBg="1"/>
      <p:bldP spid="386073" grpId="0" autoUpdateAnimBg="0"/>
      <p:bldP spid="386074" grpId="0" animBg="1"/>
      <p:bldP spid="386075" grpId="0" animBg="1"/>
      <p:bldP spid="32787" grpId="0"/>
      <p:bldP spid="3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Text Box 2"/>
          <p:cNvSpPr txBox="1">
            <a:spLocks noChangeArrowheads="1"/>
          </p:cNvSpPr>
          <p:nvPr/>
        </p:nvSpPr>
        <p:spPr bwMode="auto">
          <a:xfrm>
            <a:off x="250825" y="333375"/>
            <a:ext cx="29892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3.2 </a:t>
            </a:r>
            <a:r>
              <a:rPr kumimoji="0" lang="zh-CN" altLang="en-US" sz="2800" b="1"/>
              <a:t>谐振动的能量</a:t>
            </a:r>
            <a:endParaRPr kumimoji="0" lang="zh-CN" altLang="en-US" sz="2800" b="1">
              <a:latin typeface="Arial" panose="020B0604020202020204" pitchFamily="34" charset="0"/>
            </a:endParaRPr>
          </a:p>
        </p:txBody>
      </p:sp>
      <p:sp>
        <p:nvSpPr>
          <p:cNvPr id="391171" name="Text Box 3"/>
          <p:cNvSpPr txBox="1">
            <a:spLocks noChangeArrowheads="1"/>
          </p:cNvSpPr>
          <p:nvPr/>
        </p:nvSpPr>
        <p:spPr bwMode="auto">
          <a:xfrm>
            <a:off x="539750" y="1125538"/>
            <a:ext cx="4006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zh-CN" altLang="en-US" sz="2800" b="1" dirty="0">
                <a:solidFill>
                  <a:schemeClr val="accent6"/>
                </a:solidFill>
                <a:ea typeface="楷体_GB2312" pitchFamily="49" charset="-122"/>
              </a:rPr>
              <a:t>以弹簧振子为例：</a:t>
            </a:r>
          </a:p>
        </p:txBody>
      </p:sp>
      <p:graphicFrame>
        <p:nvGraphicFramePr>
          <p:cNvPr id="391172" name="Object 4"/>
          <p:cNvGraphicFramePr>
            <a:graphicFrameLocks noChangeAspect="1"/>
          </p:cNvGraphicFramePr>
          <p:nvPr/>
        </p:nvGraphicFramePr>
        <p:xfrm>
          <a:off x="1395413" y="2565400"/>
          <a:ext cx="2132012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85" name="Equation" r:id="rId3" imgW="1968500" imgH="673100" progId="Equation.DSMT4">
                  <p:embed/>
                </p:oleObj>
              </mc:Choice>
              <mc:Fallback>
                <p:oleObj name="Equation" r:id="rId3" imgW="1968500" imgH="673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5413" y="2565400"/>
                        <a:ext cx="2132012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1173" name="Text Box 6"/>
          <p:cNvSpPr txBox="1">
            <a:spLocks noChangeArrowheads="1"/>
          </p:cNvSpPr>
          <p:nvPr/>
        </p:nvSpPr>
        <p:spPr bwMode="auto">
          <a:xfrm>
            <a:off x="3816350" y="4408488"/>
            <a:ext cx="42719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3600" b="1">
                <a:sym typeface="Symbol" panose="05050102010706020507" pitchFamily="18" charset="2"/>
              </a:rPr>
              <a:t></a:t>
            </a:r>
            <a:r>
              <a:rPr kumimoji="0" lang="en-US" altLang="zh-CN" b="1" i="1"/>
              <a:t>m</a:t>
            </a:r>
            <a:r>
              <a:rPr kumimoji="0" lang="en-US" altLang="zh-CN" b="1" i="1">
                <a:sym typeface="Symbol" panose="05050102010706020507" pitchFamily="18" charset="2"/>
              </a:rPr>
              <a:t></a:t>
            </a:r>
            <a:r>
              <a:rPr kumimoji="0" lang="en-US" altLang="zh-CN" b="1" i="1" baseline="30000">
                <a:sym typeface="Symbol" panose="05050102010706020507" pitchFamily="18" charset="2"/>
              </a:rPr>
              <a:t>2  </a:t>
            </a:r>
            <a:r>
              <a:rPr kumimoji="0" lang="en-US" altLang="zh-CN" b="1" i="1"/>
              <a:t>= </a:t>
            </a:r>
            <a:r>
              <a:rPr kumimoji="0" lang="en-US" altLang="zh-CN" b="1" i="1" baseline="30000">
                <a:sym typeface="Symbol" panose="05050102010706020507" pitchFamily="18" charset="2"/>
              </a:rPr>
              <a:t> </a:t>
            </a:r>
            <a:r>
              <a:rPr kumimoji="0" lang="en-US" altLang="zh-CN" b="1" i="1"/>
              <a:t>k</a:t>
            </a:r>
            <a:endParaRPr kumimoji="0" lang="en-US" altLang="zh-CN" b="1">
              <a:sym typeface="Symbol" panose="05050102010706020507" pitchFamily="18" charset="2"/>
            </a:endParaRPr>
          </a:p>
        </p:txBody>
      </p:sp>
      <p:graphicFrame>
        <p:nvGraphicFramePr>
          <p:cNvPr id="391174" name="Object 6"/>
          <p:cNvGraphicFramePr>
            <a:graphicFrameLocks noChangeAspect="1"/>
          </p:cNvGraphicFramePr>
          <p:nvPr/>
        </p:nvGraphicFramePr>
        <p:xfrm>
          <a:off x="2636838" y="5546725"/>
          <a:ext cx="5040312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86" name="Equation" r:id="rId5" imgW="4216400" imgH="673100" progId="Equation.DSMT4">
                  <p:embed/>
                </p:oleObj>
              </mc:Choice>
              <mc:Fallback>
                <p:oleObj name="Equation" r:id="rId5" imgW="4216400" imgH="6731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6838" y="5546725"/>
                        <a:ext cx="5040312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1175" name="Object 7"/>
          <p:cNvGraphicFramePr>
            <a:graphicFrameLocks noChangeAspect="1"/>
          </p:cNvGraphicFramePr>
          <p:nvPr/>
        </p:nvGraphicFramePr>
        <p:xfrm>
          <a:off x="2022475" y="4437063"/>
          <a:ext cx="1612900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87" name="Equation" r:id="rId7" imgW="1435100" imgH="673100" progId="Equation.DSMT4">
                  <p:embed/>
                </p:oleObj>
              </mc:Choice>
              <mc:Fallback>
                <p:oleObj name="Equation" r:id="rId7" imgW="1435100" imgH="6731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2475" y="4437063"/>
                        <a:ext cx="1612900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1176" name="Object 8"/>
          <p:cNvGraphicFramePr>
            <a:graphicFrameLocks noChangeAspect="1"/>
          </p:cNvGraphicFramePr>
          <p:nvPr/>
        </p:nvGraphicFramePr>
        <p:xfrm>
          <a:off x="3636963" y="2565400"/>
          <a:ext cx="424815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88" name="Equation" r:id="rId9" imgW="3594100" imgH="673100" progId="Equation.DSMT4">
                  <p:embed/>
                </p:oleObj>
              </mc:Choice>
              <mc:Fallback>
                <p:oleObj name="Equation" r:id="rId9" imgW="3594100" imgH="6731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6963" y="2565400"/>
                        <a:ext cx="4248150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1177" name="Object 9"/>
          <p:cNvGraphicFramePr>
            <a:graphicFrameLocks noChangeAspect="1"/>
          </p:cNvGraphicFramePr>
          <p:nvPr/>
        </p:nvGraphicFramePr>
        <p:xfrm>
          <a:off x="3659188" y="3502025"/>
          <a:ext cx="4167187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89" name="Equation" r:id="rId11" imgW="3492500" imgH="673100" progId="Equation.DSMT4">
                  <p:embed/>
                </p:oleObj>
              </mc:Choice>
              <mc:Fallback>
                <p:oleObj name="Equation" r:id="rId11" imgW="3492500" imgH="6731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9188" y="3502025"/>
                        <a:ext cx="4167187" cy="782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1178" name="Line 19"/>
          <p:cNvSpPr>
            <a:spLocks noChangeShapeType="1"/>
          </p:cNvSpPr>
          <p:nvPr/>
        </p:nvSpPr>
        <p:spPr bwMode="auto">
          <a:xfrm>
            <a:off x="3924300" y="32131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1179" name="Line 20"/>
          <p:cNvSpPr>
            <a:spLocks noChangeShapeType="1"/>
          </p:cNvSpPr>
          <p:nvPr/>
        </p:nvSpPr>
        <p:spPr bwMode="auto">
          <a:xfrm>
            <a:off x="4608513" y="32131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1180" name="Text Box 43"/>
          <p:cNvSpPr txBox="1">
            <a:spLocks noChangeArrowheads="1"/>
          </p:cNvSpPr>
          <p:nvPr/>
        </p:nvSpPr>
        <p:spPr bwMode="auto">
          <a:xfrm>
            <a:off x="5724525" y="4508500"/>
            <a:ext cx="304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>
                <a:sym typeface="Symbol" panose="05050102010706020507" pitchFamily="18" charset="2"/>
              </a:rPr>
              <a:t> </a:t>
            </a:r>
            <a:r>
              <a:rPr kumimoji="0" lang="zh-CN" altLang="en-US" sz="2800" b="1">
                <a:sym typeface="Symbol" panose="05050102010706020507" pitchFamily="18" charset="2"/>
              </a:rPr>
              <a:t>代入</a:t>
            </a:r>
            <a:r>
              <a:rPr kumimoji="0" lang="en-US" altLang="zh-CN" sz="2800" b="1">
                <a:sym typeface="Symbol" panose="05050102010706020507" pitchFamily="18" charset="2"/>
              </a:rPr>
              <a:t>(</a:t>
            </a:r>
            <a:r>
              <a:rPr kumimoji="0" lang="en-US" altLang="zh-CN" sz="2800" b="1"/>
              <a:t>1)</a:t>
            </a:r>
            <a:r>
              <a:rPr kumimoji="0" lang="zh-CN" altLang="en-US" sz="2800" b="1"/>
              <a:t>式得：</a:t>
            </a:r>
            <a:endParaRPr kumimoji="0" lang="zh-CN" altLang="en-US" sz="2800" b="1">
              <a:sym typeface="Symbol" panose="05050102010706020507" pitchFamily="18" charset="2"/>
            </a:endParaRP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4536442" y="152636"/>
            <a:ext cx="4464050" cy="1044575"/>
            <a:chOff x="0" y="0"/>
            <a:chExt cx="2812" cy="658"/>
          </a:xfrm>
        </p:grpSpPr>
        <p:graphicFrame>
          <p:nvGraphicFramePr>
            <p:cNvPr id="33810" name="Object 37"/>
            <p:cNvGraphicFramePr>
              <a:graphicFrameLocks noChangeAspect="1"/>
            </p:cNvGraphicFramePr>
            <p:nvPr/>
          </p:nvGraphicFramePr>
          <p:xfrm>
            <a:off x="0" y="49"/>
            <a:ext cx="576" cy="5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90" r:id="rId13" imgW="3286125" imgH="3038475" progId="">
                    <p:embed/>
                  </p:oleObj>
                </mc:Choice>
                <mc:Fallback>
                  <p:oleObj r:id="rId13" imgW="3286125" imgH="3038475" progId="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49"/>
                          <a:ext cx="576" cy="5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1" name="Object 15"/>
            <p:cNvGraphicFramePr>
              <a:graphicFrameLocks noChangeAspect="1"/>
            </p:cNvGraphicFramePr>
            <p:nvPr/>
          </p:nvGraphicFramePr>
          <p:xfrm>
            <a:off x="567" y="23"/>
            <a:ext cx="1995" cy="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91" name="Equation" r:id="rId15" imgW="2540000" imgH="393700" progId="Equation.DSMT4">
                    <p:embed/>
                  </p:oleObj>
                </mc:Choice>
                <mc:Fallback>
                  <p:oleObj name="Equation" r:id="rId15" imgW="2540000" imgH="393700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" y="23"/>
                          <a:ext cx="1995" cy="3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2" name="Object 16"/>
            <p:cNvGraphicFramePr>
              <a:graphicFrameLocks noChangeAspect="1"/>
            </p:cNvGraphicFramePr>
            <p:nvPr/>
          </p:nvGraphicFramePr>
          <p:xfrm>
            <a:off x="635" y="324"/>
            <a:ext cx="2109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92" name="Equation" r:id="rId17" imgW="3289300" imgH="419100" progId="Equation.DSMT4">
                    <p:embed/>
                  </p:oleObj>
                </mc:Choice>
                <mc:Fallback>
                  <p:oleObj name="Equation" r:id="rId17" imgW="3289300" imgH="41910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5" y="324"/>
                          <a:ext cx="2109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13" name="Rectangle 50"/>
            <p:cNvSpPr>
              <a:spLocks noChangeArrowheads="1"/>
            </p:cNvSpPr>
            <p:nvPr/>
          </p:nvSpPr>
          <p:spPr bwMode="auto">
            <a:xfrm>
              <a:off x="544" y="0"/>
              <a:ext cx="2268" cy="658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</p:grpSp>
      <p:graphicFrame>
        <p:nvGraphicFramePr>
          <p:cNvPr id="391186" name="Object 18"/>
          <p:cNvGraphicFramePr>
            <a:graphicFrameLocks noChangeAspect="1"/>
          </p:cNvGraphicFramePr>
          <p:nvPr/>
        </p:nvGraphicFramePr>
        <p:xfrm>
          <a:off x="1444625" y="3506788"/>
          <a:ext cx="2049463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93" name="Equation" r:id="rId19" imgW="1892300" imgH="673100" progId="Equation.DSMT4">
                  <p:embed/>
                </p:oleObj>
              </mc:Choice>
              <mc:Fallback>
                <p:oleObj name="Equation" r:id="rId19" imgW="1892300" imgH="6731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4625" y="3506788"/>
                        <a:ext cx="2049463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1187" name="Text Box 53"/>
          <p:cNvSpPr txBox="1">
            <a:spLocks noChangeArrowheads="1"/>
          </p:cNvSpPr>
          <p:nvPr/>
        </p:nvSpPr>
        <p:spPr bwMode="auto">
          <a:xfrm>
            <a:off x="1008063" y="1844675"/>
            <a:ext cx="3203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动能和势能分别为</a:t>
            </a:r>
          </a:p>
        </p:txBody>
      </p:sp>
      <p:sp>
        <p:nvSpPr>
          <p:cNvPr id="33808" name="Text Box 61"/>
          <p:cNvSpPr txBox="1">
            <a:spLocks noChangeArrowheads="1"/>
          </p:cNvSpPr>
          <p:nvPr/>
        </p:nvSpPr>
        <p:spPr bwMode="auto">
          <a:xfrm>
            <a:off x="8785225" y="6392863"/>
            <a:ext cx="323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1</a:t>
            </a:r>
          </a:p>
        </p:txBody>
      </p:sp>
      <p:sp>
        <p:nvSpPr>
          <p:cNvPr id="21" name="右箭头 20"/>
          <p:cNvSpPr>
            <a:spLocks noChangeArrowheads="1"/>
          </p:cNvSpPr>
          <p:nvPr/>
        </p:nvSpPr>
        <p:spPr bwMode="auto">
          <a:xfrm>
            <a:off x="920750" y="5656263"/>
            <a:ext cx="1168400" cy="51117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38100" algn="ctr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pSp>
        <p:nvGrpSpPr>
          <p:cNvPr id="3" name="组合 2"/>
          <p:cNvGrpSpPr/>
          <p:nvPr/>
        </p:nvGrpSpPr>
        <p:grpSpPr>
          <a:xfrm>
            <a:off x="5579918" y="1178161"/>
            <a:ext cx="3475037" cy="1562405"/>
            <a:chOff x="5525455" y="1268760"/>
            <a:chExt cx="3475037" cy="1562405"/>
          </a:xfrm>
        </p:grpSpPr>
        <p:grpSp>
          <p:nvGrpSpPr>
            <p:cNvPr id="22" name="Group 74"/>
            <p:cNvGrpSpPr>
              <a:grpSpLocks/>
            </p:cNvGrpSpPr>
            <p:nvPr/>
          </p:nvGrpSpPr>
          <p:grpSpPr bwMode="auto">
            <a:xfrm>
              <a:off x="5525455" y="1268760"/>
              <a:ext cx="2922587" cy="1534883"/>
              <a:chOff x="288" y="1002"/>
              <a:chExt cx="2208" cy="1138"/>
            </a:xfrm>
          </p:grpSpPr>
          <p:sp>
            <p:nvSpPr>
              <p:cNvPr id="23" name="Line 75"/>
              <p:cNvSpPr>
                <a:spLocks noChangeShapeType="1"/>
              </p:cNvSpPr>
              <p:nvPr/>
            </p:nvSpPr>
            <p:spPr bwMode="auto">
              <a:xfrm>
                <a:off x="1344" y="1728"/>
                <a:ext cx="0" cy="33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99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" name="Line 76"/>
              <p:cNvSpPr>
                <a:spLocks noChangeShapeType="1"/>
              </p:cNvSpPr>
              <p:nvPr/>
            </p:nvSpPr>
            <p:spPr bwMode="auto">
              <a:xfrm>
                <a:off x="1920" y="1680"/>
                <a:ext cx="0" cy="33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99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" name="Line 77"/>
              <p:cNvSpPr>
                <a:spLocks noChangeShapeType="1"/>
              </p:cNvSpPr>
              <p:nvPr/>
            </p:nvSpPr>
            <p:spPr bwMode="auto">
              <a:xfrm>
                <a:off x="1344" y="1920"/>
                <a:ext cx="576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9900"/>
                    </a:solidFill>
                    <a:round/>
                    <a:headEnd type="triangle" w="med" len="med"/>
                    <a:tailEnd type="triangl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" name="Text Box 78"/>
              <p:cNvSpPr txBox="1">
                <a:spLocks noChangeArrowheads="1"/>
              </p:cNvSpPr>
              <p:nvPr/>
            </p:nvSpPr>
            <p:spPr bwMode="auto">
              <a:xfrm>
                <a:off x="1510" y="1755"/>
                <a:ext cx="273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99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 b="1" i="1" dirty="0"/>
                  <a:t>x</a:t>
                </a:r>
              </a:p>
            </p:txBody>
          </p:sp>
          <p:sp>
            <p:nvSpPr>
              <p:cNvPr id="27" name="Text Box 79"/>
              <p:cNvSpPr txBox="1">
                <a:spLocks noChangeArrowheads="1"/>
              </p:cNvSpPr>
              <p:nvPr/>
            </p:nvSpPr>
            <p:spPr bwMode="auto">
              <a:xfrm>
                <a:off x="1152" y="1680"/>
                <a:ext cx="273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99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 b="1"/>
                  <a:t>o</a:t>
                </a:r>
              </a:p>
            </p:txBody>
          </p:sp>
          <p:pic>
            <p:nvPicPr>
              <p:cNvPr id="29" name="Picture 81" descr="helix1"/>
              <p:cNvPicPr>
                <a:picLocks noChangeAspect="1" noChangeArrowheads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8" y="1104"/>
                <a:ext cx="2208" cy="7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99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0" name="Rectangle 82"/>
              <p:cNvSpPr>
                <a:spLocks noChangeArrowheads="1"/>
              </p:cNvSpPr>
              <p:nvPr/>
            </p:nvSpPr>
            <p:spPr bwMode="auto">
              <a:xfrm>
                <a:off x="1776" y="1248"/>
                <a:ext cx="336" cy="432"/>
              </a:xfrm>
              <a:prstGeom prst="rect">
                <a:avLst/>
              </a:prstGeom>
              <a:solidFill>
                <a:srgbClr val="FF33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99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28" name="Text Box 80"/>
              <p:cNvSpPr txBox="1">
                <a:spLocks noChangeArrowheads="1"/>
              </p:cNvSpPr>
              <p:nvPr/>
            </p:nvSpPr>
            <p:spPr bwMode="auto">
              <a:xfrm>
                <a:off x="841" y="1002"/>
                <a:ext cx="259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99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 b="1" i="1" dirty="0"/>
                  <a:t>k</a:t>
                </a:r>
              </a:p>
            </p:txBody>
          </p:sp>
        </p:grpSp>
        <p:sp>
          <p:nvSpPr>
            <p:cNvPr id="31" name="Text Box 83"/>
            <p:cNvSpPr txBox="1">
              <a:spLocks noChangeArrowheads="1"/>
            </p:cNvSpPr>
            <p:nvPr/>
          </p:nvSpPr>
          <p:spPr bwMode="auto">
            <a:xfrm>
              <a:off x="8638542" y="2312052"/>
              <a:ext cx="36195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 dirty="0"/>
                <a:t>x</a:t>
              </a:r>
            </a:p>
          </p:txBody>
        </p:sp>
        <p:sp>
          <p:nvSpPr>
            <p:cNvPr id="32" name="Line 84"/>
            <p:cNvSpPr>
              <a:spLocks noChangeShapeType="1"/>
            </p:cNvSpPr>
            <p:nvPr/>
          </p:nvSpPr>
          <p:spPr bwMode="auto">
            <a:xfrm>
              <a:off x="5598480" y="2248552"/>
              <a:ext cx="3375025" cy="0"/>
            </a:xfrm>
            <a:prstGeom prst="line">
              <a:avLst/>
            </a:prstGeom>
            <a:noFill/>
            <a:ln w="76200">
              <a:solidFill>
                <a:srgbClr val="FF99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3" name="Group 94"/>
            <p:cNvGrpSpPr>
              <a:grpSpLocks/>
            </p:cNvGrpSpPr>
            <p:nvPr/>
          </p:nvGrpSpPr>
          <p:grpSpPr bwMode="auto">
            <a:xfrm>
              <a:off x="6922455" y="2183464"/>
              <a:ext cx="782637" cy="452437"/>
              <a:chOff x="4451" y="1783"/>
              <a:chExt cx="493" cy="285"/>
            </a:xfrm>
          </p:grpSpPr>
          <p:sp>
            <p:nvSpPr>
              <p:cNvPr id="34" name="Line 85"/>
              <p:cNvSpPr>
                <a:spLocks noChangeShapeType="1"/>
              </p:cNvSpPr>
              <p:nvPr/>
            </p:nvSpPr>
            <p:spPr bwMode="auto">
              <a:xfrm>
                <a:off x="4931" y="1783"/>
                <a:ext cx="0" cy="28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" name="Line 86"/>
              <p:cNvSpPr>
                <a:spLocks noChangeShapeType="1"/>
              </p:cNvSpPr>
              <p:nvPr/>
            </p:nvSpPr>
            <p:spPr bwMode="auto">
              <a:xfrm>
                <a:off x="4451" y="1783"/>
                <a:ext cx="0" cy="28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" name="Line 87"/>
              <p:cNvSpPr>
                <a:spLocks noChangeShapeType="1"/>
              </p:cNvSpPr>
              <p:nvPr/>
            </p:nvSpPr>
            <p:spPr bwMode="auto">
              <a:xfrm>
                <a:off x="4464" y="1950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1" name="AutoShape 14"/>
            <p:cNvSpPr>
              <a:spLocks noChangeArrowheads="1"/>
            </p:cNvSpPr>
            <p:nvPr/>
          </p:nvSpPr>
          <p:spPr bwMode="auto">
            <a:xfrm>
              <a:off x="6820855" y="1791352"/>
              <a:ext cx="685800" cy="228600"/>
            </a:xfrm>
            <a:prstGeom prst="leftArrow">
              <a:avLst>
                <a:gd name="adj1" fmla="val 50000"/>
                <a:gd name="adj2" fmla="val 75000"/>
              </a:avLst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42" name="Text Box 15"/>
            <p:cNvSpPr txBox="1">
              <a:spLocks noChangeArrowheads="1"/>
            </p:cNvSpPr>
            <p:nvPr/>
          </p:nvSpPr>
          <p:spPr bwMode="auto">
            <a:xfrm>
              <a:off x="7125655" y="1334152"/>
              <a:ext cx="420687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 dirty="0"/>
                <a:t>F</a:t>
              </a:r>
            </a:p>
          </p:txBody>
        </p:sp>
        <p:sp>
          <p:nvSpPr>
            <p:cNvPr id="43" name="Text Box 91"/>
            <p:cNvSpPr txBox="1">
              <a:spLocks noChangeArrowheads="1"/>
            </p:cNvSpPr>
            <p:nvPr/>
          </p:nvSpPr>
          <p:spPr bwMode="auto">
            <a:xfrm>
              <a:off x="7506655" y="1638952"/>
              <a:ext cx="460375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 dirty="0"/>
                <a:t>m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391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75"/>
                                        <p:tgtEl>
                                          <p:spTgt spid="391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75"/>
                                        <p:tgtEl>
                                          <p:spTgt spid="391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91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391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91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500"/>
                                        <p:tgtEl>
                                          <p:spTgt spid="391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91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300"/>
                                        <p:tgtEl>
                                          <p:spTgt spid="391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75"/>
                                        <p:tgtEl>
                                          <p:spTgt spid="391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91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91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91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91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1170" grpId="0" autoUpdateAnimBg="0"/>
      <p:bldP spid="391171" grpId="0" autoUpdateAnimBg="0"/>
      <p:bldP spid="391173" grpId="0" autoUpdateAnimBg="0"/>
      <p:bldP spid="391178" grpId="0" animBg="1"/>
      <p:bldP spid="391179" grpId="0" animBg="1"/>
      <p:bldP spid="391180" grpId="0" autoUpdateAnimBg="0"/>
      <p:bldP spid="391187" grpId="0" autoUpdateAnimBg="0"/>
      <p:bldP spid="2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8"/>
          <p:cNvSpPr>
            <a:spLocks noChangeArrowheads="1"/>
          </p:cNvSpPr>
          <p:nvPr/>
        </p:nvSpPr>
        <p:spPr bwMode="auto">
          <a:xfrm>
            <a:off x="2147888" y="4797425"/>
            <a:ext cx="63849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1</a:t>
            </a:r>
            <a:r>
              <a:rPr kumimoji="0" lang="en-US" altLang="zh-CN" sz="2800" b="1">
                <a:cs typeface="Times New Roman" panose="02020603050405020304" pitchFamily="18" charset="0"/>
              </a:rPr>
              <a:t>º </a:t>
            </a:r>
            <a:r>
              <a:rPr kumimoji="0" lang="zh-CN" altLang="en-US" sz="2800" b="1"/>
              <a:t>简谐振动系统的动能、势能随时间变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    化，</a:t>
            </a:r>
            <a:r>
              <a:rPr kumimoji="0" lang="zh-CN" altLang="en-US" sz="2800" b="1">
                <a:solidFill>
                  <a:srgbClr val="FF0000"/>
                </a:solidFill>
              </a:rPr>
              <a:t>总能量为常数</a:t>
            </a:r>
          </a:p>
        </p:txBody>
      </p:sp>
      <p:sp>
        <p:nvSpPr>
          <p:cNvPr id="392195" name="Text Box 9"/>
          <p:cNvSpPr txBox="1">
            <a:spLocks noChangeArrowheads="1"/>
          </p:cNvSpPr>
          <p:nvPr/>
        </p:nvSpPr>
        <p:spPr bwMode="auto">
          <a:xfrm>
            <a:off x="2101850" y="5913438"/>
            <a:ext cx="53498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2</a:t>
            </a:r>
            <a:r>
              <a:rPr kumimoji="0" lang="en-US" altLang="zh-CN" sz="2800" b="1">
                <a:cs typeface="Times New Roman" panose="02020603050405020304" pitchFamily="18" charset="0"/>
              </a:rPr>
              <a:t>º  </a:t>
            </a:r>
            <a:r>
              <a:rPr kumimoji="0" lang="en-US" altLang="zh-CN" sz="2800" b="1" i="1"/>
              <a:t>W</a:t>
            </a:r>
            <a:r>
              <a:rPr kumimoji="0" lang="zh-CN" altLang="en-US" sz="2800" b="1" baseline="-25000"/>
              <a:t>总</a:t>
            </a:r>
            <a:r>
              <a:rPr kumimoji="0" lang="zh-CN" altLang="en-US" sz="2800" b="1">
                <a:sym typeface="Symbol" panose="05050102010706020507" pitchFamily="18" charset="2"/>
              </a:rPr>
              <a:t></a:t>
            </a:r>
            <a:r>
              <a:rPr kumimoji="0" lang="en-US" altLang="zh-CN" sz="2800" b="1" i="1">
                <a:sym typeface="Symbol" panose="05050102010706020507" pitchFamily="18" charset="2"/>
              </a:rPr>
              <a:t>A</a:t>
            </a:r>
            <a:r>
              <a:rPr kumimoji="0" lang="en-US" altLang="zh-CN" sz="2800" b="1" i="1" baseline="30000">
                <a:sym typeface="Symbol" panose="05050102010706020507" pitchFamily="18" charset="2"/>
              </a:rPr>
              <a:t>2  </a:t>
            </a:r>
            <a:r>
              <a:rPr kumimoji="0" lang="en-US" altLang="zh-CN" sz="2800" b="1" baseline="30000">
                <a:sym typeface="Symbol" panose="05050102010706020507" pitchFamily="18" charset="2"/>
              </a:rPr>
              <a:t>   </a:t>
            </a:r>
            <a:r>
              <a:rPr kumimoji="0" lang="zh-CN" altLang="en-US" sz="2800" b="1">
                <a:sym typeface="Symbol" panose="05050102010706020507" pitchFamily="18" charset="2"/>
              </a:rPr>
              <a:t>对任意谐振动适用。</a:t>
            </a:r>
          </a:p>
        </p:txBody>
      </p:sp>
      <p:graphicFrame>
        <p:nvGraphicFramePr>
          <p:cNvPr id="392196" name="Object 4"/>
          <p:cNvGraphicFramePr>
            <a:graphicFrameLocks noChangeAspect="1"/>
          </p:cNvGraphicFramePr>
          <p:nvPr/>
        </p:nvGraphicFramePr>
        <p:xfrm>
          <a:off x="2451100" y="2592388"/>
          <a:ext cx="2551113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48" name="Equation" r:id="rId3" imgW="977900" imgH="241300" progId="Equation.DSMT4">
                  <p:embed/>
                </p:oleObj>
              </mc:Choice>
              <mc:Fallback>
                <p:oleObj name="Equation" r:id="rId3" imgW="977900" imgH="2413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0" y="2592388"/>
                        <a:ext cx="2551113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2197" name="Text Box 19"/>
          <p:cNvSpPr txBox="1">
            <a:spLocks noChangeArrowheads="1"/>
          </p:cNvSpPr>
          <p:nvPr/>
        </p:nvSpPr>
        <p:spPr bwMode="auto">
          <a:xfrm>
            <a:off x="827088" y="1901825"/>
            <a:ext cx="3889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(2)</a:t>
            </a:r>
            <a:r>
              <a:rPr kumimoji="0" lang="zh-CN" altLang="en-US" sz="2800" b="1"/>
              <a:t>式 </a:t>
            </a:r>
            <a:r>
              <a:rPr kumimoji="0" lang="en-US" altLang="zh-CN" sz="2800" b="1"/>
              <a:t>+ (3)</a:t>
            </a:r>
            <a:r>
              <a:rPr kumimoji="0" lang="zh-CN" altLang="en-US" sz="2800" b="1"/>
              <a:t>式得：</a:t>
            </a:r>
          </a:p>
        </p:txBody>
      </p:sp>
      <p:sp>
        <p:nvSpPr>
          <p:cNvPr id="392198" name="Text Box 20"/>
          <p:cNvSpPr txBox="1">
            <a:spLocks noChangeArrowheads="1"/>
          </p:cNvSpPr>
          <p:nvPr/>
        </p:nvSpPr>
        <p:spPr bwMode="auto">
          <a:xfrm>
            <a:off x="1079500" y="3321050"/>
            <a:ext cx="2165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同理</a:t>
            </a:r>
            <a:r>
              <a:rPr kumimoji="0" lang="en-US" altLang="zh-CN" sz="2800" b="1"/>
              <a:t>:</a:t>
            </a:r>
          </a:p>
        </p:txBody>
      </p:sp>
      <p:graphicFrame>
        <p:nvGraphicFramePr>
          <p:cNvPr id="392199" name="Object 7"/>
          <p:cNvGraphicFramePr>
            <a:graphicFrameLocks noChangeAspect="1"/>
          </p:cNvGraphicFramePr>
          <p:nvPr/>
        </p:nvGraphicFramePr>
        <p:xfrm>
          <a:off x="2519363" y="3681413"/>
          <a:ext cx="4248150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49" name="Equation" r:id="rId5" imgW="3556000" imgH="673100" progId="Equation.DSMT4">
                  <p:embed/>
                </p:oleObj>
              </mc:Choice>
              <mc:Fallback>
                <p:oleObj name="Equation" r:id="rId5" imgW="3556000" imgH="6731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9363" y="3681413"/>
                        <a:ext cx="4248150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2200" name="AutoShape 40"/>
          <p:cNvSpPr>
            <a:spLocks noChangeArrowheads="1"/>
          </p:cNvSpPr>
          <p:nvPr/>
        </p:nvSpPr>
        <p:spPr bwMode="auto">
          <a:xfrm>
            <a:off x="431800" y="4400550"/>
            <a:ext cx="1800225" cy="1404938"/>
          </a:xfrm>
          <a:prstGeom prst="irregularSeal1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b="1"/>
              <a:t> </a:t>
            </a:r>
          </a:p>
        </p:txBody>
      </p:sp>
      <p:graphicFrame>
        <p:nvGraphicFramePr>
          <p:cNvPr id="392201" name="Object 9"/>
          <p:cNvGraphicFramePr>
            <a:graphicFrameLocks noChangeAspect="1"/>
          </p:cNvGraphicFramePr>
          <p:nvPr/>
        </p:nvGraphicFramePr>
        <p:xfrm>
          <a:off x="4791075" y="2479675"/>
          <a:ext cx="1692275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50" name="Equation" r:id="rId7" imgW="1384300" imgH="673100" progId="Equation.DSMT4">
                  <p:embed/>
                </p:oleObj>
              </mc:Choice>
              <mc:Fallback>
                <p:oleObj name="Equation" r:id="rId7" imgW="1384300" imgH="6731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1075" y="2479675"/>
                        <a:ext cx="1692275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920750" y="296863"/>
            <a:ext cx="5738813" cy="1585912"/>
            <a:chOff x="0" y="0"/>
            <a:chExt cx="3615" cy="999"/>
          </a:xfrm>
        </p:grpSpPr>
        <p:graphicFrame>
          <p:nvGraphicFramePr>
            <p:cNvPr id="34830" name="Object 11"/>
            <p:cNvGraphicFramePr>
              <a:graphicFrameLocks noChangeAspect="1"/>
            </p:cNvGraphicFramePr>
            <p:nvPr/>
          </p:nvGraphicFramePr>
          <p:xfrm>
            <a:off x="708" y="499"/>
            <a:ext cx="2907" cy="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51" name="Equation" r:id="rId9" imgW="3860800" imgH="673100" progId="Equation.DSMT4">
                    <p:embed/>
                  </p:oleObj>
                </mc:Choice>
                <mc:Fallback>
                  <p:oleObj name="Equation" r:id="rId9" imgW="3860800" imgH="67310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8" y="499"/>
                          <a:ext cx="2907" cy="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31" name="Object 12"/>
            <p:cNvGraphicFramePr>
              <a:graphicFrameLocks noChangeAspect="1"/>
            </p:cNvGraphicFramePr>
            <p:nvPr/>
          </p:nvGraphicFramePr>
          <p:xfrm>
            <a:off x="674" y="0"/>
            <a:ext cx="2941" cy="4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52" name="Equation" r:id="rId11" imgW="3911600" imgH="673100" progId="Equation.DSMT4">
                    <p:embed/>
                  </p:oleObj>
                </mc:Choice>
                <mc:Fallback>
                  <p:oleObj name="Equation" r:id="rId11" imgW="3911600" imgH="67310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4" y="0"/>
                          <a:ext cx="2941" cy="4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32" name="Object 47"/>
            <p:cNvGraphicFramePr>
              <a:graphicFrameLocks noChangeAspect="1"/>
            </p:cNvGraphicFramePr>
            <p:nvPr/>
          </p:nvGraphicFramePr>
          <p:xfrm>
            <a:off x="0" y="298"/>
            <a:ext cx="576" cy="5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53" r:id="rId13" imgW="3286125" imgH="3038475" progId="">
                    <p:embed/>
                  </p:oleObj>
                </mc:Choice>
                <mc:Fallback>
                  <p:oleObj r:id="rId13" imgW="3286125" imgH="3038475" progId="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98"/>
                          <a:ext cx="576" cy="5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33" name="AutoShape 51"/>
            <p:cNvSpPr>
              <a:spLocks/>
            </p:cNvSpPr>
            <p:nvPr/>
          </p:nvSpPr>
          <p:spPr bwMode="auto">
            <a:xfrm>
              <a:off x="554" y="204"/>
              <a:ext cx="136" cy="590"/>
            </a:xfrm>
            <a:prstGeom prst="leftBrace">
              <a:avLst>
                <a:gd name="adj1" fmla="val 36152"/>
                <a:gd name="adj2" fmla="val 50000"/>
              </a:avLst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</p:grpSp>
      <p:sp>
        <p:nvSpPr>
          <p:cNvPr id="392207" name="Text Box 53"/>
          <p:cNvSpPr txBox="1">
            <a:spLocks noChangeArrowheads="1"/>
          </p:cNvSpPr>
          <p:nvPr/>
        </p:nvSpPr>
        <p:spPr bwMode="auto">
          <a:xfrm>
            <a:off x="2663825" y="3997325"/>
            <a:ext cx="7207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1800" b="1"/>
              <a:t>总</a:t>
            </a:r>
          </a:p>
        </p:txBody>
      </p:sp>
      <p:sp>
        <p:nvSpPr>
          <p:cNvPr id="392208" name="Text Box 54"/>
          <p:cNvSpPr txBox="1">
            <a:spLocks noChangeArrowheads="1"/>
          </p:cNvSpPr>
          <p:nvPr/>
        </p:nvSpPr>
        <p:spPr bwMode="auto">
          <a:xfrm>
            <a:off x="719138" y="4689475"/>
            <a:ext cx="14763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3600" b="1">
                <a:latin typeface="隶书" panose="02010509060101010101" pitchFamily="49" charset="-122"/>
                <a:ea typeface="隶书" panose="02010509060101010101" pitchFamily="49" charset="-122"/>
              </a:rPr>
              <a:t>注意</a:t>
            </a:r>
            <a:r>
              <a:rPr kumimoji="0" lang="en-US" altLang="zh-CN" sz="3600" b="1">
                <a:latin typeface="隶书" panose="02010509060101010101" pitchFamily="49" charset="-122"/>
                <a:ea typeface="隶书" panose="02010509060101010101" pitchFamily="49" charset="-122"/>
              </a:rPr>
              <a:t>:</a:t>
            </a:r>
          </a:p>
        </p:txBody>
      </p:sp>
      <p:sp>
        <p:nvSpPr>
          <p:cNvPr id="34829" name="Text Box 61"/>
          <p:cNvSpPr txBox="1">
            <a:spLocks noChangeArrowheads="1"/>
          </p:cNvSpPr>
          <p:nvPr/>
        </p:nvSpPr>
        <p:spPr bwMode="auto">
          <a:xfrm>
            <a:off x="8785225" y="6392863"/>
            <a:ext cx="323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75"/>
                                        <p:tgtEl>
                                          <p:spTgt spid="392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92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92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75"/>
                                        <p:tgtEl>
                                          <p:spTgt spid="392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92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922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922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922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922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92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92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2194" grpId="0" autoUpdateAnimBg="0"/>
      <p:bldP spid="392195" grpId="0" autoUpdateAnimBg="0"/>
      <p:bldP spid="392197" grpId="0" autoUpdateAnimBg="0"/>
      <p:bldP spid="392198" grpId="0" autoUpdateAnimBg="0"/>
      <p:bldP spid="392200" grpId="0" animBg="1" autoUpdateAnimBg="0"/>
      <p:bldP spid="392207" grpId="0" autoUpdateAnimBg="0"/>
      <p:bldP spid="392208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AutoShape 4"/>
          <p:cNvSpPr>
            <a:spLocks noChangeArrowheads="1"/>
          </p:cNvSpPr>
          <p:nvPr/>
        </p:nvSpPr>
        <p:spPr bwMode="auto">
          <a:xfrm>
            <a:off x="431800" y="152400"/>
            <a:ext cx="1800225" cy="1404938"/>
          </a:xfrm>
          <a:prstGeom prst="irregularSeal1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b="1"/>
              <a:t> </a:t>
            </a:r>
          </a:p>
        </p:txBody>
      </p:sp>
      <p:sp>
        <p:nvSpPr>
          <p:cNvPr id="393219" name="Text Box 5"/>
          <p:cNvSpPr txBox="1">
            <a:spLocks noChangeArrowheads="1"/>
          </p:cNvSpPr>
          <p:nvPr/>
        </p:nvSpPr>
        <p:spPr bwMode="auto">
          <a:xfrm>
            <a:off x="792163" y="441325"/>
            <a:ext cx="24685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3600" b="1">
                <a:latin typeface="隶书" panose="02010509060101010101" pitchFamily="49" charset="-122"/>
                <a:ea typeface="隶书" panose="02010509060101010101" pitchFamily="49" charset="-122"/>
              </a:rPr>
              <a:t>注意</a:t>
            </a:r>
            <a:r>
              <a:rPr kumimoji="0" lang="en-US" altLang="zh-CN" sz="3600" b="1">
                <a:latin typeface="隶书" panose="02010509060101010101" pitchFamily="49" charset="-122"/>
                <a:ea typeface="隶书" panose="02010509060101010101" pitchFamily="49" charset="-122"/>
              </a:rPr>
              <a:t>:</a:t>
            </a:r>
          </a:p>
        </p:txBody>
      </p:sp>
      <p:graphicFrame>
        <p:nvGraphicFramePr>
          <p:cNvPr id="393220" name="Object 4"/>
          <p:cNvGraphicFramePr>
            <a:graphicFrameLocks noChangeAspect="1"/>
          </p:cNvGraphicFramePr>
          <p:nvPr/>
        </p:nvGraphicFramePr>
        <p:xfrm>
          <a:off x="5302250" y="1128713"/>
          <a:ext cx="2844800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51" name="Equation" r:id="rId3" imgW="2578100" imgH="673100" progId="Equation.DSMT4">
                  <p:embed/>
                </p:oleObj>
              </mc:Choice>
              <mc:Fallback>
                <p:oleObj name="Equation" r:id="rId3" imgW="2578100" imgH="673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2250" y="1128713"/>
                        <a:ext cx="2844800" cy="73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3221" name="Object 5"/>
          <p:cNvGraphicFramePr>
            <a:graphicFrameLocks noChangeAspect="1"/>
          </p:cNvGraphicFramePr>
          <p:nvPr/>
        </p:nvGraphicFramePr>
        <p:xfrm>
          <a:off x="5265738" y="325438"/>
          <a:ext cx="2917825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52" name="Equation" r:id="rId5" imgW="2628900" imgH="673100" progId="Equation.DSMT4">
                  <p:embed/>
                </p:oleObj>
              </mc:Choice>
              <mc:Fallback>
                <p:oleObj name="Equation" r:id="rId5" imgW="2628900" imgH="673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5738" y="325438"/>
                        <a:ext cx="2917825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3222" name="Rectangle 11"/>
          <p:cNvSpPr>
            <a:spLocks noChangeArrowheads="1"/>
          </p:cNvSpPr>
          <p:nvPr/>
        </p:nvSpPr>
        <p:spPr bwMode="auto">
          <a:xfrm>
            <a:off x="2124075" y="908050"/>
            <a:ext cx="33480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3</a:t>
            </a:r>
            <a:r>
              <a:rPr kumimoji="0" lang="en-US" altLang="zh-CN" sz="2800" b="1">
                <a:cs typeface="Times New Roman" panose="02020603050405020304" pitchFamily="18" charset="0"/>
              </a:rPr>
              <a:t>º</a:t>
            </a:r>
            <a:r>
              <a:rPr kumimoji="0" lang="zh-CN" altLang="en-US" sz="2800" b="1"/>
              <a:t>假定</a:t>
            </a:r>
            <a:r>
              <a:rPr kumimoji="0" lang="zh-CN" altLang="en-US" sz="2800" b="1" i="1">
                <a:sym typeface="Symbol" panose="05050102010706020507" pitchFamily="18" charset="2"/>
              </a:rPr>
              <a:t> </a:t>
            </a:r>
            <a:r>
              <a:rPr kumimoji="0" lang="en-US" altLang="zh-CN" sz="2800" b="1">
                <a:sym typeface="Symbol" panose="05050102010706020507" pitchFamily="18" charset="2"/>
              </a:rPr>
              <a:t>=0,  </a:t>
            </a:r>
            <a:r>
              <a:rPr kumimoji="0" lang="zh-CN" altLang="en-US" sz="2800" b="1">
                <a:sym typeface="Symbol" panose="05050102010706020507" pitchFamily="18" charset="2"/>
              </a:rPr>
              <a:t>则</a:t>
            </a:r>
          </a:p>
        </p:txBody>
      </p:sp>
      <p:sp>
        <p:nvSpPr>
          <p:cNvPr id="11277" name="Text Box 12"/>
          <p:cNvSpPr txBox="1">
            <a:spLocks noChangeArrowheads="1"/>
          </p:cNvSpPr>
          <p:nvPr/>
        </p:nvSpPr>
        <p:spPr bwMode="auto">
          <a:xfrm>
            <a:off x="7083425" y="3794125"/>
            <a:ext cx="17605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振动曲线</a:t>
            </a:r>
          </a:p>
        </p:txBody>
      </p:sp>
      <p:sp>
        <p:nvSpPr>
          <p:cNvPr id="393255" name="AutoShape 46"/>
          <p:cNvSpPr>
            <a:spLocks/>
          </p:cNvSpPr>
          <p:nvPr/>
        </p:nvSpPr>
        <p:spPr bwMode="auto">
          <a:xfrm>
            <a:off x="4937125" y="690563"/>
            <a:ext cx="215900" cy="828675"/>
          </a:xfrm>
          <a:prstGeom prst="leftBrace">
            <a:avLst>
              <a:gd name="adj1" fmla="val 31985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393256" name="Text Box 52"/>
          <p:cNvSpPr txBox="1">
            <a:spLocks noChangeArrowheads="1"/>
          </p:cNvSpPr>
          <p:nvPr/>
        </p:nvSpPr>
        <p:spPr bwMode="auto">
          <a:xfrm>
            <a:off x="973138" y="5143500"/>
            <a:ext cx="77390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由图看出</a:t>
            </a:r>
            <a:r>
              <a:rPr kumimoji="0" lang="en-US" altLang="zh-CN" sz="2800" b="1"/>
              <a:t>: </a:t>
            </a:r>
            <a:r>
              <a:rPr kumimoji="0" lang="en-US" altLang="zh-CN" sz="2800" b="1" i="1"/>
              <a:t>W</a:t>
            </a:r>
            <a:r>
              <a:rPr kumimoji="0" lang="en-US" altLang="zh-CN" sz="2800" b="1" i="1" baseline="-25000"/>
              <a:t>k</a:t>
            </a:r>
            <a:r>
              <a:rPr kumimoji="0" lang="zh-CN" altLang="en-US" sz="2400" b="1" i="1"/>
              <a:t>、</a:t>
            </a:r>
            <a:r>
              <a:rPr kumimoji="0" lang="en-US" altLang="zh-CN" sz="2800" b="1" i="1"/>
              <a:t>W</a:t>
            </a:r>
            <a:r>
              <a:rPr kumimoji="0" lang="en-US" altLang="zh-CN" sz="2000" b="1" i="1"/>
              <a:t>p</a:t>
            </a:r>
            <a:r>
              <a:rPr kumimoji="0" lang="zh-CN" altLang="en-US" sz="2800" b="1"/>
              <a:t>的变化频率是振动频率的</a:t>
            </a:r>
            <a:r>
              <a:rPr kumimoji="0" lang="en-US" altLang="zh-CN" sz="2800" b="1"/>
              <a:t>2</a:t>
            </a:r>
            <a:r>
              <a:rPr kumimoji="0" lang="zh-CN" altLang="en-US" sz="2800" b="1"/>
              <a:t>倍</a:t>
            </a:r>
            <a:r>
              <a:rPr kumimoji="0" lang="en-US" altLang="zh-CN" sz="2800" b="1"/>
              <a:t>. </a:t>
            </a:r>
          </a:p>
        </p:txBody>
      </p:sp>
      <p:sp>
        <p:nvSpPr>
          <p:cNvPr id="393257" name="Rectangle 53"/>
          <p:cNvSpPr>
            <a:spLocks noChangeArrowheads="1"/>
          </p:cNvSpPr>
          <p:nvPr/>
        </p:nvSpPr>
        <p:spPr bwMode="auto">
          <a:xfrm>
            <a:off x="792163" y="5826125"/>
            <a:ext cx="1403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4°</a:t>
            </a:r>
          </a:p>
        </p:txBody>
      </p:sp>
      <p:graphicFrame>
        <p:nvGraphicFramePr>
          <p:cNvPr id="393258" name="Object 42"/>
          <p:cNvGraphicFramePr>
            <a:graphicFrameLocks noChangeAspect="1"/>
          </p:cNvGraphicFramePr>
          <p:nvPr/>
        </p:nvGraphicFramePr>
        <p:xfrm>
          <a:off x="1331913" y="5768975"/>
          <a:ext cx="31115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53" name="Equation" r:id="rId7" imgW="3111500" imgH="673100" progId="Equation.DSMT4">
                  <p:embed/>
                </p:oleObj>
              </mc:Choice>
              <mc:Fallback>
                <p:oleObj name="Equation" r:id="rId7" imgW="3111500" imgH="673100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5768975"/>
                        <a:ext cx="31115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3259" name="Text Box 85"/>
          <p:cNvSpPr txBox="1">
            <a:spLocks noChangeArrowheads="1"/>
          </p:cNvSpPr>
          <p:nvPr/>
        </p:nvSpPr>
        <p:spPr bwMode="auto">
          <a:xfrm>
            <a:off x="4211638" y="6021388"/>
            <a:ext cx="7207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1800" b="1"/>
              <a:t>总</a:t>
            </a:r>
          </a:p>
        </p:txBody>
      </p:sp>
      <p:graphicFrame>
        <p:nvGraphicFramePr>
          <p:cNvPr id="393260" name="Object 44"/>
          <p:cNvGraphicFramePr>
            <a:graphicFrameLocks noChangeAspect="1"/>
          </p:cNvGraphicFramePr>
          <p:nvPr/>
        </p:nvGraphicFramePr>
        <p:xfrm>
          <a:off x="5087938" y="5924550"/>
          <a:ext cx="1981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54" name="Equation" r:id="rId9" imgW="1981200" imgH="482600" progId="Equation.DSMT4">
                  <p:embed/>
                </p:oleObj>
              </mc:Choice>
              <mc:Fallback>
                <p:oleObj name="Equation" r:id="rId9" imgW="1981200" imgH="482600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7938" y="5924550"/>
                        <a:ext cx="19812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3261" name="Object 45"/>
          <p:cNvGraphicFramePr>
            <a:graphicFrameLocks noChangeAspect="1"/>
          </p:cNvGraphicFramePr>
          <p:nvPr/>
        </p:nvGraphicFramePr>
        <p:xfrm>
          <a:off x="7104063" y="5780088"/>
          <a:ext cx="11049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55" name="Equation" r:id="rId11" imgW="1104900" imgH="673100" progId="Equation.DSMT4">
                  <p:embed/>
                </p:oleObj>
              </mc:Choice>
              <mc:Fallback>
                <p:oleObj name="Equation" r:id="rId11" imgW="1104900" imgH="673100" progId="Equation.DSMT4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4063" y="5780088"/>
                        <a:ext cx="11049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3262" name="Text Box 88"/>
          <p:cNvSpPr txBox="1">
            <a:spLocks noChangeArrowheads="1"/>
          </p:cNvSpPr>
          <p:nvPr/>
        </p:nvSpPr>
        <p:spPr bwMode="auto">
          <a:xfrm>
            <a:off x="5195888" y="6024563"/>
            <a:ext cx="7207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1800" b="1"/>
              <a:t>总</a:t>
            </a:r>
          </a:p>
        </p:txBody>
      </p:sp>
      <p:sp>
        <p:nvSpPr>
          <p:cNvPr id="35856" name="Text Box 61"/>
          <p:cNvSpPr txBox="1">
            <a:spLocks noChangeArrowheads="1"/>
          </p:cNvSpPr>
          <p:nvPr/>
        </p:nvSpPr>
        <p:spPr bwMode="auto">
          <a:xfrm>
            <a:off x="8785225" y="6392863"/>
            <a:ext cx="323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3</a:t>
            </a:r>
          </a:p>
        </p:txBody>
      </p:sp>
      <p:grpSp>
        <p:nvGrpSpPr>
          <p:cNvPr id="2" name="组合 58"/>
          <p:cNvGrpSpPr>
            <a:grpSpLocks/>
          </p:cNvGrpSpPr>
          <p:nvPr/>
        </p:nvGrpSpPr>
        <p:grpSpPr bwMode="auto">
          <a:xfrm>
            <a:off x="590550" y="1557338"/>
            <a:ext cx="8553450" cy="2668587"/>
            <a:chOff x="335128" y="1557338"/>
            <a:chExt cx="8639011" cy="2668588"/>
          </a:xfrm>
        </p:grpSpPr>
        <p:grpSp>
          <p:nvGrpSpPr>
            <p:cNvPr id="35872" name="Group 15"/>
            <p:cNvGrpSpPr>
              <a:grpSpLocks/>
            </p:cNvGrpSpPr>
            <p:nvPr/>
          </p:nvGrpSpPr>
          <p:grpSpPr bwMode="auto">
            <a:xfrm>
              <a:off x="581026" y="1557338"/>
              <a:ext cx="8393113" cy="2668588"/>
              <a:chOff x="131" y="0"/>
              <a:chExt cx="5287" cy="1681"/>
            </a:xfrm>
          </p:grpSpPr>
          <p:sp>
            <p:nvSpPr>
              <p:cNvPr id="35874" name="Line 22"/>
              <p:cNvSpPr>
                <a:spLocks noChangeShapeType="1"/>
              </p:cNvSpPr>
              <p:nvPr/>
            </p:nvSpPr>
            <p:spPr bwMode="auto">
              <a:xfrm flipH="1">
                <a:off x="544" y="0"/>
                <a:ext cx="4" cy="154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triangle" w="med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27" name="Line 24"/>
              <p:cNvSpPr>
                <a:spLocks noChangeShapeType="1"/>
              </p:cNvSpPr>
              <p:nvPr/>
            </p:nvSpPr>
            <p:spPr bwMode="auto">
              <a:xfrm>
                <a:off x="548" y="340"/>
                <a:ext cx="3315" cy="0"/>
              </a:xfrm>
              <a:prstGeom prst="line">
                <a:avLst/>
              </a:prstGeom>
              <a:noFill/>
              <a:ln w="57150">
                <a:solidFill>
                  <a:schemeClr val="accent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5876" name="Freeform 25"/>
              <p:cNvSpPr>
                <a:spLocks/>
              </p:cNvSpPr>
              <p:nvPr/>
            </p:nvSpPr>
            <p:spPr bwMode="auto">
              <a:xfrm>
                <a:off x="131" y="811"/>
                <a:ext cx="858" cy="504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896"/>
                    </a:moveTo>
                    <a:lnTo>
                      <a:pt x="242" y="1485"/>
                    </a:lnTo>
                    <a:lnTo>
                      <a:pt x="423" y="2101"/>
                    </a:lnTo>
                    <a:lnTo>
                      <a:pt x="665" y="2689"/>
                    </a:lnTo>
                    <a:lnTo>
                      <a:pt x="867" y="3333"/>
                    </a:lnTo>
                    <a:lnTo>
                      <a:pt x="1089" y="3922"/>
                    </a:lnTo>
                    <a:lnTo>
                      <a:pt x="1331" y="4482"/>
                    </a:lnTo>
                    <a:lnTo>
                      <a:pt x="1552" y="5098"/>
                    </a:lnTo>
                    <a:lnTo>
                      <a:pt x="1774" y="5686"/>
                    </a:lnTo>
                    <a:lnTo>
                      <a:pt x="1976" y="6246"/>
                    </a:lnTo>
                    <a:lnTo>
                      <a:pt x="2218" y="6835"/>
                    </a:lnTo>
                    <a:lnTo>
                      <a:pt x="2440" y="7395"/>
                    </a:lnTo>
                    <a:lnTo>
                      <a:pt x="2661" y="7955"/>
                    </a:lnTo>
                    <a:lnTo>
                      <a:pt x="2883" y="8543"/>
                    </a:lnTo>
                    <a:lnTo>
                      <a:pt x="3105" y="9104"/>
                    </a:lnTo>
                    <a:lnTo>
                      <a:pt x="3347" y="9636"/>
                    </a:lnTo>
                    <a:lnTo>
                      <a:pt x="3569" y="10168"/>
                    </a:lnTo>
                    <a:lnTo>
                      <a:pt x="3770" y="10700"/>
                    </a:lnTo>
                    <a:lnTo>
                      <a:pt x="3992" y="11232"/>
                    </a:lnTo>
                    <a:lnTo>
                      <a:pt x="4234" y="11765"/>
                    </a:lnTo>
                    <a:lnTo>
                      <a:pt x="4435" y="12241"/>
                    </a:lnTo>
                    <a:lnTo>
                      <a:pt x="4657" y="12745"/>
                    </a:lnTo>
                    <a:lnTo>
                      <a:pt x="4859" y="13193"/>
                    </a:lnTo>
                    <a:lnTo>
                      <a:pt x="5101" y="13641"/>
                    </a:lnTo>
                    <a:lnTo>
                      <a:pt x="5343" y="14090"/>
                    </a:lnTo>
                    <a:lnTo>
                      <a:pt x="5524" y="14566"/>
                    </a:lnTo>
                    <a:lnTo>
                      <a:pt x="5766" y="14986"/>
                    </a:lnTo>
                    <a:lnTo>
                      <a:pt x="5968" y="15406"/>
                    </a:lnTo>
                    <a:lnTo>
                      <a:pt x="6190" y="15826"/>
                    </a:lnTo>
                    <a:lnTo>
                      <a:pt x="6431" y="16218"/>
                    </a:lnTo>
                    <a:lnTo>
                      <a:pt x="6613" y="16583"/>
                    </a:lnTo>
                    <a:lnTo>
                      <a:pt x="6855" y="16919"/>
                    </a:lnTo>
                    <a:lnTo>
                      <a:pt x="7077" y="17255"/>
                    </a:lnTo>
                    <a:lnTo>
                      <a:pt x="7258" y="17563"/>
                    </a:lnTo>
                    <a:lnTo>
                      <a:pt x="7500" y="17899"/>
                    </a:lnTo>
                    <a:lnTo>
                      <a:pt x="7722" y="18151"/>
                    </a:lnTo>
                    <a:lnTo>
                      <a:pt x="7964" y="18431"/>
                    </a:lnTo>
                    <a:lnTo>
                      <a:pt x="8145" y="18683"/>
                    </a:lnTo>
                    <a:lnTo>
                      <a:pt x="8367" y="18936"/>
                    </a:lnTo>
                    <a:lnTo>
                      <a:pt x="8589" y="19132"/>
                    </a:lnTo>
                    <a:lnTo>
                      <a:pt x="8790" y="19328"/>
                    </a:lnTo>
                    <a:lnTo>
                      <a:pt x="9012" y="19496"/>
                    </a:lnTo>
                    <a:lnTo>
                      <a:pt x="9214" y="19608"/>
                    </a:lnTo>
                    <a:lnTo>
                      <a:pt x="9435" y="19748"/>
                    </a:lnTo>
                    <a:lnTo>
                      <a:pt x="9617" y="19860"/>
                    </a:lnTo>
                    <a:lnTo>
                      <a:pt x="9839" y="19888"/>
                    </a:lnTo>
                    <a:lnTo>
                      <a:pt x="10081" y="19972"/>
                    </a:lnTo>
                    <a:lnTo>
                      <a:pt x="10282" y="19972"/>
                    </a:lnTo>
                    <a:lnTo>
                      <a:pt x="10504" y="19972"/>
                    </a:lnTo>
                    <a:lnTo>
                      <a:pt x="10685" y="19972"/>
                    </a:lnTo>
                    <a:lnTo>
                      <a:pt x="10907" y="19888"/>
                    </a:lnTo>
                    <a:lnTo>
                      <a:pt x="11129" y="19776"/>
                    </a:lnTo>
                    <a:lnTo>
                      <a:pt x="11310" y="19664"/>
                    </a:lnTo>
                    <a:lnTo>
                      <a:pt x="11552" y="19468"/>
                    </a:lnTo>
                    <a:lnTo>
                      <a:pt x="11754" y="19216"/>
                    </a:lnTo>
                    <a:lnTo>
                      <a:pt x="11976" y="18992"/>
                    </a:lnTo>
                    <a:lnTo>
                      <a:pt x="12238" y="18739"/>
                    </a:lnTo>
                    <a:lnTo>
                      <a:pt x="12440" y="18431"/>
                    </a:lnTo>
                    <a:lnTo>
                      <a:pt x="12681" y="18067"/>
                    </a:lnTo>
                    <a:lnTo>
                      <a:pt x="12883" y="17731"/>
                    </a:lnTo>
                    <a:lnTo>
                      <a:pt x="13125" y="17283"/>
                    </a:lnTo>
                    <a:lnTo>
                      <a:pt x="13367" y="16891"/>
                    </a:lnTo>
                    <a:lnTo>
                      <a:pt x="13589" y="16471"/>
                    </a:lnTo>
                    <a:lnTo>
                      <a:pt x="13831" y="15994"/>
                    </a:lnTo>
                    <a:lnTo>
                      <a:pt x="14052" y="15546"/>
                    </a:lnTo>
                    <a:lnTo>
                      <a:pt x="14254" y="15042"/>
                    </a:lnTo>
                    <a:lnTo>
                      <a:pt x="14516" y="14510"/>
                    </a:lnTo>
                    <a:lnTo>
                      <a:pt x="14758" y="13978"/>
                    </a:lnTo>
                    <a:lnTo>
                      <a:pt x="14980" y="13473"/>
                    </a:lnTo>
                    <a:lnTo>
                      <a:pt x="15202" y="12913"/>
                    </a:lnTo>
                    <a:lnTo>
                      <a:pt x="15423" y="12353"/>
                    </a:lnTo>
                    <a:lnTo>
                      <a:pt x="15665" y="11793"/>
                    </a:lnTo>
                    <a:lnTo>
                      <a:pt x="15887" y="11204"/>
                    </a:lnTo>
                    <a:lnTo>
                      <a:pt x="16069" y="10616"/>
                    </a:lnTo>
                    <a:lnTo>
                      <a:pt x="16290" y="10084"/>
                    </a:lnTo>
                    <a:lnTo>
                      <a:pt x="16492" y="9524"/>
                    </a:lnTo>
                    <a:lnTo>
                      <a:pt x="16734" y="8936"/>
                    </a:lnTo>
                    <a:lnTo>
                      <a:pt x="16956" y="8347"/>
                    </a:lnTo>
                    <a:lnTo>
                      <a:pt x="17137" y="7815"/>
                    </a:lnTo>
                    <a:lnTo>
                      <a:pt x="17339" y="7227"/>
                    </a:lnTo>
                    <a:lnTo>
                      <a:pt x="17540" y="6695"/>
                    </a:lnTo>
                    <a:lnTo>
                      <a:pt x="17722" y="6134"/>
                    </a:lnTo>
                    <a:lnTo>
                      <a:pt x="17903" y="5602"/>
                    </a:lnTo>
                    <a:lnTo>
                      <a:pt x="18105" y="5042"/>
                    </a:lnTo>
                    <a:lnTo>
                      <a:pt x="18266" y="4538"/>
                    </a:lnTo>
                    <a:lnTo>
                      <a:pt x="18448" y="4034"/>
                    </a:lnTo>
                    <a:lnTo>
                      <a:pt x="18609" y="3557"/>
                    </a:lnTo>
                    <a:lnTo>
                      <a:pt x="18770" y="3137"/>
                    </a:lnTo>
                    <a:lnTo>
                      <a:pt x="18952" y="2661"/>
                    </a:lnTo>
                    <a:lnTo>
                      <a:pt x="19073" y="2241"/>
                    </a:lnTo>
                    <a:lnTo>
                      <a:pt x="19234" y="1849"/>
                    </a:lnTo>
                    <a:lnTo>
                      <a:pt x="19375" y="1429"/>
                    </a:lnTo>
                    <a:lnTo>
                      <a:pt x="19516" y="1092"/>
                    </a:lnTo>
                    <a:lnTo>
                      <a:pt x="19617" y="812"/>
                    </a:lnTo>
                    <a:lnTo>
                      <a:pt x="19738" y="476"/>
                    </a:lnTo>
                    <a:lnTo>
                      <a:pt x="19859" y="224"/>
                    </a:lnTo>
                    <a:lnTo>
                      <a:pt x="1998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77" name="Freeform 26"/>
              <p:cNvSpPr>
                <a:spLocks/>
              </p:cNvSpPr>
              <p:nvPr/>
            </p:nvSpPr>
            <p:spPr bwMode="auto">
              <a:xfrm>
                <a:off x="966" y="352"/>
                <a:ext cx="799" cy="487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971"/>
                    </a:moveTo>
                    <a:lnTo>
                      <a:pt x="209" y="19362"/>
                    </a:lnTo>
                    <a:lnTo>
                      <a:pt x="399" y="18725"/>
                    </a:lnTo>
                    <a:lnTo>
                      <a:pt x="589" y="18116"/>
                    </a:lnTo>
                    <a:lnTo>
                      <a:pt x="779" y="17449"/>
                    </a:lnTo>
                    <a:lnTo>
                      <a:pt x="969" y="16841"/>
                    </a:lnTo>
                    <a:lnTo>
                      <a:pt x="1197" y="16261"/>
                    </a:lnTo>
                    <a:lnTo>
                      <a:pt x="1387" y="15623"/>
                    </a:lnTo>
                    <a:lnTo>
                      <a:pt x="1595" y="15014"/>
                    </a:lnTo>
                    <a:lnTo>
                      <a:pt x="1785" y="14435"/>
                    </a:lnTo>
                    <a:lnTo>
                      <a:pt x="1994" y="13826"/>
                    </a:lnTo>
                    <a:lnTo>
                      <a:pt x="2165" y="13246"/>
                    </a:lnTo>
                    <a:lnTo>
                      <a:pt x="2374" y="12696"/>
                    </a:lnTo>
                    <a:lnTo>
                      <a:pt x="2545" y="12087"/>
                    </a:lnTo>
                    <a:lnTo>
                      <a:pt x="2754" y="11507"/>
                    </a:lnTo>
                    <a:lnTo>
                      <a:pt x="2963" y="10957"/>
                    </a:lnTo>
                    <a:lnTo>
                      <a:pt x="3153" y="10377"/>
                    </a:lnTo>
                    <a:lnTo>
                      <a:pt x="3381" y="9855"/>
                    </a:lnTo>
                    <a:lnTo>
                      <a:pt x="3571" y="9304"/>
                    </a:lnTo>
                    <a:lnTo>
                      <a:pt x="3761" y="8783"/>
                    </a:lnTo>
                    <a:lnTo>
                      <a:pt x="3951" y="8261"/>
                    </a:lnTo>
                    <a:lnTo>
                      <a:pt x="4160" y="7739"/>
                    </a:lnTo>
                    <a:lnTo>
                      <a:pt x="4368" y="7275"/>
                    </a:lnTo>
                    <a:lnTo>
                      <a:pt x="4558" y="6783"/>
                    </a:lnTo>
                    <a:lnTo>
                      <a:pt x="4786" y="6319"/>
                    </a:lnTo>
                    <a:lnTo>
                      <a:pt x="4957" y="5855"/>
                    </a:lnTo>
                    <a:lnTo>
                      <a:pt x="5166" y="5391"/>
                    </a:lnTo>
                    <a:lnTo>
                      <a:pt x="5356" y="4986"/>
                    </a:lnTo>
                    <a:lnTo>
                      <a:pt x="5565" y="4551"/>
                    </a:lnTo>
                    <a:lnTo>
                      <a:pt x="5793" y="4145"/>
                    </a:lnTo>
                    <a:lnTo>
                      <a:pt x="5964" y="3768"/>
                    </a:lnTo>
                    <a:lnTo>
                      <a:pt x="6192" y="3391"/>
                    </a:lnTo>
                    <a:lnTo>
                      <a:pt x="6363" y="3014"/>
                    </a:lnTo>
                    <a:lnTo>
                      <a:pt x="6572" y="2696"/>
                    </a:lnTo>
                    <a:lnTo>
                      <a:pt x="6781" y="2377"/>
                    </a:lnTo>
                    <a:lnTo>
                      <a:pt x="6971" y="2058"/>
                    </a:lnTo>
                    <a:lnTo>
                      <a:pt x="7198" y="1797"/>
                    </a:lnTo>
                    <a:lnTo>
                      <a:pt x="7369" y="1507"/>
                    </a:lnTo>
                    <a:lnTo>
                      <a:pt x="7597" y="1246"/>
                    </a:lnTo>
                    <a:lnTo>
                      <a:pt x="7825" y="1043"/>
                    </a:lnTo>
                    <a:lnTo>
                      <a:pt x="8015" y="841"/>
                    </a:lnTo>
                    <a:lnTo>
                      <a:pt x="8243" y="638"/>
                    </a:lnTo>
                    <a:lnTo>
                      <a:pt x="8433" y="493"/>
                    </a:lnTo>
                    <a:lnTo>
                      <a:pt x="8642" y="348"/>
                    </a:lnTo>
                    <a:lnTo>
                      <a:pt x="8851" y="232"/>
                    </a:lnTo>
                    <a:lnTo>
                      <a:pt x="9041" y="116"/>
                    </a:lnTo>
                    <a:lnTo>
                      <a:pt x="9269" y="87"/>
                    </a:lnTo>
                    <a:lnTo>
                      <a:pt x="9459" y="29"/>
                    </a:lnTo>
                    <a:lnTo>
                      <a:pt x="9668" y="29"/>
                    </a:lnTo>
                    <a:lnTo>
                      <a:pt x="9896" y="0"/>
                    </a:lnTo>
                    <a:lnTo>
                      <a:pt x="10104" y="58"/>
                    </a:lnTo>
                    <a:lnTo>
                      <a:pt x="10332" y="174"/>
                    </a:lnTo>
                    <a:lnTo>
                      <a:pt x="10560" y="261"/>
                    </a:lnTo>
                    <a:lnTo>
                      <a:pt x="10788" y="435"/>
                    </a:lnTo>
                    <a:lnTo>
                      <a:pt x="11016" y="638"/>
                    </a:lnTo>
                    <a:lnTo>
                      <a:pt x="11244" y="870"/>
                    </a:lnTo>
                    <a:lnTo>
                      <a:pt x="11453" y="1130"/>
                    </a:lnTo>
                    <a:lnTo>
                      <a:pt x="11700" y="1420"/>
                    </a:lnTo>
                    <a:lnTo>
                      <a:pt x="11947" y="1739"/>
                    </a:lnTo>
                    <a:lnTo>
                      <a:pt x="12175" y="2087"/>
                    </a:lnTo>
                    <a:lnTo>
                      <a:pt x="12460" y="2464"/>
                    </a:lnTo>
                    <a:lnTo>
                      <a:pt x="12707" y="2841"/>
                    </a:lnTo>
                    <a:lnTo>
                      <a:pt x="12953" y="3246"/>
                    </a:lnTo>
                    <a:lnTo>
                      <a:pt x="13181" y="3710"/>
                    </a:lnTo>
                    <a:lnTo>
                      <a:pt x="13428" y="4174"/>
                    </a:lnTo>
                    <a:lnTo>
                      <a:pt x="13694" y="4638"/>
                    </a:lnTo>
                    <a:lnTo>
                      <a:pt x="13922" y="5159"/>
                    </a:lnTo>
                    <a:lnTo>
                      <a:pt x="14188" y="5623"/>
                    </a:lnTo>
                    <a:lnTo>
                      <a:pt x="14416" y="6145"/>
                    </a:lnTo>
                    <a:lnTo>
                      <a:pt x="14701" y="6667"/>
                    </a:lnTo>
                    <a:lnTo>
                      <a:pt x="14948" y="7217"/>
                    </a:lnTo>
                    <a:lnTo>
                      <a:pt x="15195" y="7739"/>
                    </a:lnTo>
                    <a:lnTo>
                      <a:pt x="15442" y="8319"/>
                    </a:lnTo>
                    <a:lnTo>
                      <a:pt x="15670" y="8870"/>
                    </a:lnTo>
                    <a:lnTo>
                      <a:pt x="15897" y="9391"/>
                    </a:lnTo>
                    <a:lnTo>
                      <a:pt x="16125" y="9942"/>
                    </a:lnTo>
                    <a:lnTo>
                      <a:pt x="16353" y="10522"/>
                    </a:lnTo>
                    <a:lnTo>
                      <a:pt x="16581" y="11072"/>
                    </a:lnTo>
                    <a:lnTo>
                      <a:pt x="16847" y="11623"/>
                    </a:lnTo>
                    <a:lnTo>
                      <a:pt x="17056" y="12174"/>
                    </a:lnTo>
                    <a:lnTo>
                      <a:pt x="17265" y="12696"/>
                    </a:lnTo>
                    <a:lnTo>
                      <a:pt x="17493" y="13217"/>
                    </a:lnTo>
                    <a:lnTo>
                      <a:pt x="17702" y="13739"/>
                    </a:lnTo>
                    <a:lnTo>
                      <a:pt x="17911" y="14261"/>
                    </a:lnTo>
                    <a:lnTo>
                      <a:pt x="18082" y="14783"/>
                    </a:lnTo>
                    <a:lnTo>
                      <a:pt x="18291" y="15246"/>
                    </a:lnTo>
                    <a:lnTo>
                      <a:pt x="18481" y="15681"/>
                    </a:lnTo>
                    <a:lnTo>
                      <a:pt x="18651" y="16145"/>
                    </a:lnTo>
                    <a:lnTo>
                      <a:pt x="18822" y="16580"/>
                    </a:lnTo>
                    <a:lnTo>
                      <a:pt x="19012" y="17014"/>
                    </a:lnTo>
                    <a:lnTo>
                      <a:pt x="19164" y="17362"/>
                    </a:lnTo>
                    <a:lnTo>
                      <a:pt x="19316" y="17739"/>
                    </a:lnTo>
                    <a:lnTo>
                      <a:pt x="19468" y="18087"/>
                    </a:lnTo>
                    <a:lnTo>
                      <a:pt x="19601" y="18377"/>
                    </a:lnTo>
                    <a:lnTo>
                      <a:pt x="19734" y="18667"/>
                    </a:lnTo>
                    <a:lnTo>
                      <a:pt x="19867" y="18928"/>
                    </a:lnTo>
                    <a:lnTo>
                      <a:pt x="19981" y="1913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78" name="Freeform 27"/>
              <p:cNvSpPr>
                <a:spLocks/>
              </p:cNvSpPr>
              <p:nvPr/>
            </p:nvSpPr>
            <p:spPr bwMode="auto">
              <a:xfrm>
                <a:off x="1761" y="794"/>
                <a:ext cx="907" cy="521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896"/>
                    </a:moveTo>
                    <a:lnTo>
                      <a:pt x="242" y="1485"/>
                    </a:lnTo>
                    <a:lnTo>
                      <a:pt x="423" y="2101"/>
                    </a:lnTo>
                    <a:lnTo>
                      <a:pt x="665" y="2689"/>
                    </a:lnTo>
                    <a:lnTo>
                      <a:pt x="867" y="3333"/>
                    </a:lnTo>
                    <a:lnTo>
                      <a:pt x="1089" y="3922"/>
                    </a:lnTo>
                    <a:lnTo>
                      <a:pt x="1331" y="4482"/>
                    </a:lnTo>
                    <a:lnTo>
                      <a:pt x="1552" y="5098"/>
                    </a:lnTo>
                    <a:lnTo>
                      <a:pt x="1774" y="5686"/>
                    </a:lnTo>
                    <a:lnTo>
                      <a:pt x="1976" y="6246"/>
                    </a:lnTo>
                    <a:lnTo>
                      <a:pt x="2218" y="6835"/>
                    </a:lnTo>
                    <a:lnTo>
                      <a:pt x="2440" y="7395"/>
                    </a:lnTo>
                    <a:lnTo>
                      <a:pt x="2661" y="7955"/>
                    </a:lnTo>
                    <a:lnTo>
                      <a:pt x="2883" y="8543"/>
                    </a:lnTo>
                    <a:lnTo>
                      <a:pt x="3105" y="9104"/>
                    </a:lnTo>
                    <a:lnTo>
                      <a:pt x="3347" y="9636"/>
                    </a:lnTo>
                    <a:lnTo>
                      <a:pt x="3569" y="10168"/>
                    </a:lnTo>
                    <a:lnTo>
                      <a:pt x="3770" y="10700"/>
                    </a:lnTo>
                    <a:lnTo>
                      <a:pt x="3992" y="11232"/>
                    </a:lnTo>
                    <a:lnTo>
                      <a:pt x="4234" y="11765"/>
                    </a:lnTo>
                    <a:lnTo>
                      <a:pt x="4435" y="12241"/>
                    </a:lnTo>
                    <a:lnTo>
                      <a:pt x="4657" y="12745"/>
                    </a:lnTo>
                    <a:lnTo>
                      <a:pt x="4859" y="13193"/>
                    </a:lnTo>
                    <a:lnTo>
                      <a:pt x="5101" y="13641"/>
                    </a:lnTo>
                    <a:lnTo>
                      <a:pt x="5343" y="14090"/>
                    </a:lnTo>
                    <a:lnTo>
                      <a:pt x="5524" y="14566"/>
                    </a:lnTo>
                    <a:lnTo>
                      <a:pt x="5766" y="14986"/>
                    </a:lnTo>
                    <a:lnTo>
                      <a:pt x="5968" y="15406"/>
                    </a:lnTo>
                    <a:lnTo>
                      <a:pt x="6190" y="15826"/>
                    </a:lnTo>
                    <a:lnTo>
                      <a:pt x="6431" y="16218"/>
                    </a:lnTo>
                    <a:lnTo>
                      <a:pt x="6613" y="16583"/>
                    </a:lnTo>
                    <a:lnTo>
                      <a:pt x="6855" y="16919"/>
                    </a:lnTo>
                    <a:lnTo>
                      <a:pt x="7077" y="17255"/>
                    </a:lnTo>
                    <a:lnTo>
                      <a:pt x="7258" y="17563"/>
                    </a:lnTo>
                    <a:lnTo>
                      <a:pt x="7500" y="17899"/>
                    </a:lnTo>
                    <a:lnTo>
                      <a:pt x="7722" y="18151"/>
                    </a:lnTo>
                    <a:lnTo>
                      <a:pt x="7964" y="18431"/>
                    </a:lnTo>
                    <a:lnTo>
                      <a:pt x="8145" y="18683"/>
                    </a:lnTo>
                    <a:lnTo>
                      <a:pt x="8367" y="18936"/>
                    </a:lnTo>
                    <a:lnTo>
                      <a:pt x="8589" y="19132"/>
                    </a:lnTo>
                    <a:lnTo>
                      <a:pt x="8790" y="19328"/>
                    </a:lnTo>
                    <a:lnTo>
                      <a:pt x="9012" y="19496"/>
                    </a:lnTo>
                    <a:lnTo>
                      <a:pt x="9214" y="19608"/>
                    </a:lnTo>
                    <a:lnTo>
                      <a:pt x="9435" y="19748"/>
                    </a:lnTo>
                    <a:lnTo>
                      <a:pt x="9617" y="19860"/>
                    </a:lnTo>
                    <a:lnTo>
                      <a:pt x="9839" y="19888"/>
                    </a:lnTo>
                    <a:lnTo>
                      <a:pt x="10081" y="19972"/>
                    </a:lnTo>
                    <a:lnTo>
                      <a:pt x="10282" y="19972"/>
                    </a:lnTo>
                    <a:lnTo>
                      <a:pt x="10504" y="19972"/>
                    </a:lnTo>
                    <a:lnTo>
                      <a:pt x="10685" y="19972"/>
                    </a:lnTo>
                    <a:lnTo>
                      <a:pt x="10907" y="19888"/>
                    </a:lnTo>
                    <a:lnTo>
                      <a:pt x="11129" y="19776"/>
                    </a:lnTo>
                    <a:lnTo>
                      <a:pt x="11310" y="19664"/>
                    </a:lnTo>
                    <a:lnTo>
                      <a:pt x="11552" y="19468"/>
                    </a:lnTo>
                    <a:lnTo>
                      <a:pt x="11754" y="19216"/>
                    </a:lnTo>
                    <a:lnTo>
                      <a:pt x="11976" y="18992"/>
                    </a:lnTo>
                    <a:lnTo>
                      <a:pt x="12238" y="18739"/>
                    </a:lnTo>
                    <a:lnTo>
                      <a:pt x="12440" y="18431"/>
                    </a:lnTo>
                    <a:lnTo>
                      <a:pt x="12681" y="18067"/>
                    </a:lnTo>
                    <a:lnTo>
                      <a:pt x="12883" y="17731"/>
                    </a:lnTo>
                    <a:lnTo>
                      <a:pt x="13125" y="17283"/>
                    </a:lnTo>
                    <a:lnTo>
                      <a:pt x="13367" y="16891"/>
                    </a:lnTo>
                    <a:lnTo>
                      <a:pt x="13589" y="16471"/>
                    </a:lnTo>
                    <a:lnTo>
                      <a:pt x="13831" y="15994"/>
                    </a:lnTo>
                    <a:lnTo>
                      <a:pt x="14052" y="15546"/>
                    </a:lnTo>
                    <a:lnTo>
                      <a:pt x="14254" y="15042"/>
                    </a:lnTo>
                    <a:lnTo>
                      <a:pt x="14516" y="14510"/>
                    </a:lnTo>
                    <a:lnTo>
                      <a:pt x="14758" y="13978"/>
                    </a:lnTo>
                    <a:lnTo>
                      <a:pt x="14980" y="13473"/>
                    </a:lnTo>
                    <a:lnTo>
                      <a:pt x="15202" y="12913"/>
                    </a:lnTo>
                    <a:lnTo>
                      <a:pt x="15423" y="12353"/>
                    </a:lnTo>
                    <a:lnTo>
                      <a:pt x="15665" y="11793"/>
                    </a:lnTo>
                    <a:lnTo>
                      <a:pt x="15887" y="11204"/>
                    </a:lnTo>
                    <a:lnTo>
                      <a:pt x="16069" y="10616"/>
                    </a:lnTo>
                    <a:lnTo>
                      <a:pt x="16290" y="10084"/>
                    </a:lnTo>
                    <a:lnTo>
                      <a:pt x="16492" y="9524"/>
                    </a:lnTo>
                    <a:lnTo>
                      <a:pt x="16734" y="8936"/>
                    </a:lnTo>
                    <a:lnTo>
                      <a:pt x="16956" y="8347"/>
                    </a:lnTo>
                    <a:lnTo>
                      <a:pt x="17137" y="7815"/>
                    </a:lnTo>
                    <a:lnTo>
                      <a:pt x="17339" y="7227"/>
                    </a:lnTo>
                    <a:lnTo>
                      <a:pt x="17540" y="6695"/>
                    </a:lnTo>
                    <a:lnTo>
                      <a:pt x="17722" y="6134"/>
                    </a:lnTo>
                    <a:lnTo>
                      <a:pt x="17903" y="5602"/>
                    </a:lnTo>
                    <a:lnTo>
                      <a:pt x="18105" y="5042"/>
                    </a:lnTo>
                    <a:lnTo>
                      <a:pt x="18266" y="4538"/>
                    </a:lnTo>
                    <a:lnTo>
                      <a:pt x="18448" y="4034"/>
                    </a:lnTo>
                    <a:lnTo>
                      <a:pt x="18609" y="3557"/>
                    </a:lnTo>
                    <a:lnTo>
                      <a:pt x="18770" y="3137"/>
                    </a:lnTo>
                    <a:lnTo>
                      <a:pt x="18952" y="2661"/>
                    </a:lnTo>
                    <a:lnTo>
                      <a:pt x="19073" y="2241"/>
                    </a:lnTo>
                    <a:lnTo>
                      <a:pt x="19234" y="1849"/>
                    </a:lnTo>
                    <a:lnTo>
                      <a:pt x="19375" y="1429"/>
                    </a:lnTo>
                    <a:lnTo>
                      <a:pt x="19516" y="1092"/>
                    </a:lnTo>
                    <a:lnTo>
                      <a:pt x="19617" y="812"/>
                    </a:lnTo>
                    <a:lnTo>
                      <a:pt x="19738" y="476"/>
                    </a:lnTo>
                    <a:lnTo>
                      <a:pt x="19859" y="224"/>
                    </a:lnTo>
                    <a:lnTo>
                      <a:pt x="1998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79" name="Rectangle 28"/>
              <p:cNvSpPr>
                <a:spLocks noChangeArrowheads="1"/>
              </p:cNvSpPr>
              <p:nvPr/>
            </p:nvSpPr>
            <p:spPr bwMode="auto">
              <a:xfrm>
                <a:off x="2923" y="919"/>
                <a:ext cx="379" cy="4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400" b="1" i="1"/>
                  <a:t>W</a:t>
                </a:r>
                <a:r>
                  <a:rPr kumimoji="0" lang="en-US" altLang="zh-CN" b="1" i="1" baseline="-25000"/>
                  <a:t>P          </a:t>
                </a:r>
                <a:endParaRPr kumimoji="0" lang="en-US" altLang="zh-CN" b="1" i="1"/>
              </a:p>
            </p:txBody>
          </p:sp>
          <p:sp>
            <p:nvSpPr>
              <p:cNvPr id="35880" name="Rectangle 29"/>
              <p:cNvSpPr>
                <a:spLocks noChangeArrowheads="1"/>
              </p:cNvSpPr>
              <p:nvPr/>
            </p:nvSpPr>
            <p:spPr bwMode="auto">
              <a:xfrm>
                <a:off x="3969" y="141"/>
                <a:ext cx="298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endParaRPr kumimoji="0" lang="zh-CN" altLang="zh-CN" b="1" i="1" baseline="-25000"/>
              </a:p>
            </p:txBody>
          </p:sp>
          <p:sp>
            <p:nvSpPr>
              <p:cNvPr id="35881" name="Freeform 30"/>
              <p:cNvSpPr>
                <a:spLocks/>
              </p:cNvSpPr>
              <p:nvPr/>
            </p:nvSpPr>
            <p:spPr bwMode="auto">
              <a:xfrm>
                <a:off x="161" y="387"/>
                <a:ext cx="839" cy="461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970"/>
                    </a:moveTo>
                    <a:lnTo>
                      <a:pt x="204" y="19311"/>
                    </a:lnTo>
                    <a:lnTo>
                      <a:pt x="408" y="18683"/>
                    </a:lnTo>
                    <a:lnTo>
                      <a:pt x="591" y="18114"/>
                    </a:lnTo>
                    <a:lnTo>
                      <a:pt x="795" y="17485"/>
                    </a:lnTo>
                    <a:lnTo>
                      <a:pt x="979" y="16796"/>
                    </a:lnTo>
                    <a:lnTo>
                      <a:pt x="1203" y="16168"/>
                    </a:lnTo>
                    <a:lnTo>
                      <a:pt x="1386" y="15659"/>
                    </a:lnTo>
                    <a:lnTo>
                      <a:pt x="1570" y="15030"/>
                    </a:lnTo>
                    <a:lnTo>
                      <a:pt x="1794" y="14401"/>
                    </a:lnTo>
                    <a:lnTo>
                      <a:pt x="1998" y="13772"/>
                    </a:lnTo>
                    <a:lnTo>
                      <a:pt x="2161" y="13263"/>
                    </a:lnTo>
                    <a:lnTo>
                      <a:pt x="2385" y="12695"/>
                    </a:lnTo>
                    <a:lnTo>
                      <a:pt x="2589" y="12126"/>
                    </a:lnTo>
                    <a:lnTo>
                      <a:pt x="2773" y="11467"/>
                    </a:lnTo>
                    <a:lnTo>
                      <a:pt x="2956" y="10928"/>
                    </a:lnTo>
                    <a:lnTo>
                      <a:pt x="3160" y="10359"/>
                    </a:lnTo>
                    <a:lnTo>
                      <a:pt x="3364" y="9820"/>
                    </a:lnTo>
                    <a:lnTo>
                      <a:pt x="3568" y="9341"/>
                    </a:lnTo>
                    <a:lnTo>
                      <a:pt x="3751" y="8743"/>
                    </a:lnTo>
                    <a:lnTo>
                      <a:pt x="3976" y="8263"/>
                    </a:lnTo>
                    <a:lnTo>
                      <a:pt x="4179" y="7695"/>
                    </a:lnTo>
                    <a:lnTo>
                      <a:pt x="4343" y="7246"/>
                    </a:lnTo>
                    <a:lnTo>
                      <a:pt x="4587" y="6766"/>
                    </a:lnTo>
                    <a:lnTo>
                      <a:pt x="4811" y="6287"/>
                    </a:lnTo>
                    <a:lnTo>
                      <a:pt x="4975" y="5868"/>
                    </a:lnTo>
                    <a:lnTo>
                      <a:pt x="5158" y="5419"/>
                    </a:lnTo>
                    <a:lnTo>
                      <a:pt x="5382" y="4940"/>
                    </a:lnTo>
                    <a:lnTo>
                      <a:pt x="5566" y="4581"/>
                    </a:lnTo>
                    <a:lnTo>
                      <a:pt x="5790" y="4162"/>
                    </a:lnTo>
                    <a:lnTo>
                      <a:pt x="5973" y="3802"/>
                    </a:lnTo>
                    <a:lnTo>
                      <a:pt x="6198" y="3353"/>
                    </a:lnTo>
                    <a:lnTo>
                      <a:pt x="6381" y="2994"/>
                    </a:lnTo>
                    <a:lnTo>
                      <a:pt x="6565" y="2725"/>
                    </a:lnTo>
                    <a:lnTo>
                      <a:pt x="6789" y="2365"/>
                    </a:lnTo>
                    <a:lnTo>
                      <a:pt x="6993" y="2036"/>
                    </a:lnTo>
                    <a:lnTo>
                      <a:pt x="7197" y="1766"/>
                    </a:lnTo>
                    <a:lnTo>
                      <a:pt x="7380" y="1497"/>
                    </a:lnTo>
                    <a:lnTo>
                      <a:pt x="7625" y="1257"/>
                    </a:lnTo>
                    <a:lnTo>
                      <a:pt x="7808" y="1048"/>
                    </a:lnTo>
                    <a:lnTo>
                      <a:pt x="8033" y="808"/>
                    </a:lnTo>
                    <a:lnTo>
                      <a:pt x="8257" y="629"/>
                    </a:lnTo>
                    <a:lnTo>
                      <a:pt x="8440" y="449"/>
                    </a:lnTo>
                    <a:lnTo>
                      <a:pt x="8644" y="329"/>
                    </a:lnTo>
                    <a:lnTo>
                      <a:pt x="8848" y="210"/>
                    </a:lnTo>
                    <a:lnTo>
                      <a:pt x="9032" y="120"/>
                    </a:lnTo>
                    <a:lnTo>
                      <a:pt x="9276" y="120"/>
                    </a:lnTo>
                    <a:lnTo>
                      <a:pt x="9480" y="0"/>
                    </a:lnTo>
                    <a:lnTo>
                      <a:pt x="9684" y="0"/>
                    </a:lnTo>
                    <a:lnTo>
                      <a:pt x="9888" y="0"/>
                    </a:lnTo>
                    <a:lnTo>
                      <a:pt x="10112" y="30"/>
                    </a:lnTo>
                    <a:lnTo>
                      <a:pt x="10336" y="150"/>
                    </a:lnTo>
                    <a:lnTo>
                      <a:pt x="10561" y="240"/>
                    </a:lnTo>
                    <a:lnTo>
                      <a:pt x="10785" y="389"/>
                    </a:lnTo>
                    <a:lnTo>
                      <a:pt x="11009" y="629"/>
                    </a:lnTo>
                    <a:lnTo>
                      <a:pt x="11254" y="838"/>
                    </a:lnTo>
                    <a:lnTo>
                      <a:pt x="11478" y="1108"/>
                    </a:lnTo>
                    <a:lnTo>
                      <a:pt x="11702" y="1407"/>
                    </a:lnTo>
                    <a:lnTo>
                      <a:pt x="11967" y="1737"/>
                    </a:lnTo>
                    <a:lnTo>
                      <a:pt x="12212" y="2066"/>
                    </a:lnTo>
                    <a:lnTo>
                      <a:pt x="12457" y="2455"/>
                    </a:lnTo>
                    <a:lnTo>
                      <a:pt x="12722" y="2874"/>
                    </a:lnTo>
                    <a:lnTo>
                      <a:pt x="12946" y="3204"/>
                    </a:lnTo>
                    <a:lnTo>
                      <a:pt x="13191" y="3772"/>
                    </a:lnTo>
                    <a:lnTo>
                      <a:pt x="13435" y="4192"/>
                    </a:lnTo>
                    <a:lnTo>
                      <a:pt x="13721" y="4611"/>
                    </a:lnTo>
                    <a:lnTo>
                      <a:pt x="13986" y="5120"/>
                    </a:lnTo>
                    <a:lnTo>
                      <a:pt x="14210" y="5569"/>
                    </a:lnTo>
                    <a:lnTo>
                      <a:pt x="14434" y="6168"/>
                    </a:lnTo>
                    <a:lnTo>
                      <a:pt x="14679" y="6677"/>
                    </a:lnTo>
                    <a:lnTo>
                      <a:pt x="14964" y="7216"/>
                    </a:lnTo>
                    <a:lnTo>
                      <a:pt x="15189" y="7695"/>
                    </a:lnTo>
                    <a:lnTo>
                      <a:pt x="15454" y="8323"/>
                    </a:lnTo>
                    <a:lnTo>
                      <a:pt x="15698" y="8862"/>
                    </a:lnTo>
                    <a:lnTo>
                      <a:pt x="15923" y="9371"/>
                    </a:lnTo>
                    <a:lnTo>
                      <a:pt x="16147" y="9910"/>
                    </a:lnTo>
                    <a:lnTo>
                      <a:pt x="16391" y="10479"/>
                    </a:lnTo>
                    <a:lnTo>
                      <a:pt x="16616" y="11078"/>
                    </a:lnTo>
                    <a:lnTo>
                      <a:pt x="16860" y="11617"/>
                    </a:lnTo>
                    <a:lnTo>
                      <a:pt x="17085" y="12156"/>
                    </a:lnTo>
                    <a:lnTo>
                      <a:pt x="17288" y="12695"/>
                    </a:lnTo>
                    <a:lnTo>
                      <a:pt x="17492" y="13234"/>
                    </a:lnTo>
                    <a:lnTo>
                      <a:pt x="17717" y="13713"/>
                    </a:lnTo>
                    <a:lnTo>
                      <a:pt x="17920" y="14222"/>
                    </a:lnTo>
                    <a:lnTo>
                      <a:pt x="18104" y="14731"/>
                    </a:lnTo>
                    <a:lnTo>
                      <a:pt x="18287" y="15269"/>
                    </a:lnTo>
                    <a:lnTo>
                      <a:pt x="18491" y="15689"/>
                    </a:lnTo>
                    <a:lnTo>
                      <a:pt x="18675" y="16108"/>
                    </a:lnTo>
                    <a:lnTo>
                      <a:pt x="18838" y="16587"/>
                    </a:lnTo>
                    <a:lnTo>
                      <a:pt x="19021" y="17006"/>
                    </a:lnTo>
                    <a:lnTo>
                      <a:pt x="19185" y="17365"/>
                    </a:lnTo>
                    <a:lnTo>
                      <a:pt x="19327" y="17695"/>
                    </a:lnTo>
                    <a:lnTo>
                      <a:pt x="19490" y="18084"/>
                    </a:lnTo>
                    <a:lnTo>
                      <a:pt x="19613" y="18293"/>
                    </a:lnTo>
                    <a:lnTo>
                      <a:pt x="19735" y="18623"/>
                    </a:lnTo>
                    <a:lnTo>
                      <a:pt x="19878" y="18892"/>
                    </a:lnTo>
                    <a:lnTo>
                      <a:pt x="19980" y="19132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82" name="Freeform 31"/>
              <p:cNvSpPr>
                <a:spLocks/>
              </p:cNvSpPr>
              <p:nvPr/>
            </p:nvSpPr>
            <p:spPr bwMode="auto">
              <a:xfrm>
                <a:off x="1761" y="357"/>
                <a:ext cx="907" cy="523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19981" y="19074"/>
                    </a:moveTo>
                    <a:lnTo>
                      <a:pt x="19758" y="18466"/>
                    </a:lnTo>
                    <a:lnTo>
                      <a:pt x="19553" y="17887"/>
                    </a:lnTo>
                    <a:lnTo>
                      <a:pt x="19330" y="17250"/>
                    </a:lnTo>
                    <a:lnTo>
                      <a:pt x="19088" y="16700"/>
                    </a:lnTo>
                    <a:lnTo>
                      <a:pt x="18883" y="16064"/>
                    </a:lnTo>
                    <a:lnTo>
                      <a:pt x="18659" y="15456"/>
                    </a:lnTo>
                    <a:lnTo>
                      <a:pt x="18454" y="14848"/>
                    </a:lnTo>
                    <a:lnTo>
                      <a:pt x="18231" y="14269"/>
                    </a:lnTo>
                    <a:lnTo>
                      <a:pt x="17989" y="13690"/>
                    </a:lnTo>
                    <a:lnTo>
                      <a:pt x="17765" y="13140"/>
                    </a:lnTo>
                    <a:lnTo>
                      <a:pt x="17523" y="12590"/>
                    </a:lnTo>
                    <a:lnTo>
                      <a:pt x="17300" y="12012"/>
                    </a:lnTo>
                    <a:lnTo>
                      <a:pt x="17095" y="11520"/>
                    </a:lnTo>
                    <a:lnTo>
                      <a:pt x="16872" y="10854"/>
                    </a:lnTo>
                    <a:lnTo>
                      <a:pt x="16648" y="10362"/>
                    </a:lnTo>
                    <a:lnTo>
                      <a:pt x="16443" y="9783"/>
                    </a:lnTo>
                    <a:lnTo>
                      <a:pt x="16201" y="9291"/>
                    </a:lnTo>
                    <a:lnTo>
                      <a:pt x="15996" y="8770"/>
                    </a:lnTo>
                    <a:lnTo>
                      <a:pt x="15754" y="8220"/>
                    </a:lnTo>
                    <a:lnTo>
                      <a:pt x="15549" y="7699"/>
                    </a:lnTo>
                    <a:lnTo>
                      <a:pt x="15326" y="7236"/>
                    </a:lnTo>
                    <a:lnTo>
                      <a:pt x="15102" y="6773"/>
                    </a:lnTo>
                    <a:lnTo>
                      <a:pt x="14879" y="6339"/>
                    </a:lnTo>
                    <a:lnTo>
                      <a:pt x="14655" y="5904"/>
                    </a:lnTo>
                    <a:lnTo>
                      <a:pt x="14432" y="5412"/>
                    </a:lnTo>
                    <a:lnTo>
                      <a:pt x="14227" y="4978"/>
                    </a:lnTo>
                    <a:lnTo>
                      <a:pt x="14022" y="4573"/>
                    </a:lnTo>
                    <a:lnTo>
                      <a:pt x="13780" y="4139"/>
                    </a:lnTo>
                    <a:lnTo>
                      <a:pt x="13575" y="3763"/>
                    </a:lnTo>
                    <a:lnTo>
                      <a:pt x="13352" y="3386"/>
                    </a:lnTo>
                    <a:lnTo>
                      <a:pt x="13128" y="3068"/>
                    </a:lnTo>
                    <a:lnTo>
                      <a:pt x="12905" y="2692"/>
                    </a:lnTo>
                    <a:lnTo>
                      <a:pt x="12700" y="2431"/>
                    </a:lnTo>
                    <a:lnTo>
                      <a:pt x="12477" y="2113"/>
                    </a:lnTo>
                    <a:lnTo>
                      <a:pt x="12253" y="1795"/>
                    </a:lnTo>
                    <a:lnTo>
                      <a:pt x="12030" y="1621"/>
                    </a:lnTo>
                    <a:lnTo>
                      <a:pt x="11825" y="1302"/>
                    </a:lnTo>
                    <a:lnTo>
                      <a:pt x="11620" y="1071"/>
                    </a:lnTo>
                    <a:lnTo>
                      <a:pt x="11397" y="839"/>
                    </a:lnTo>
                    <a:lnTo>
                      <a:pt x="11192" y="666"/>
                    </a:lnTo>
                    <a:lnTo>
                      <a:pt x="10968" y="463"/>
                    </a:lnTo>
                    <a:lnTo>
                      <a:pt x="10745" y="376"/>
                    </a:lnTo>
                    <a:lnTo>
                      <a:pt x="10559" y="260"/>
                    </a:lnTo>
                    <a:lnTo>
                      <a:pt x="10335" y="145"/>
                    </a:lnTo>
                    <a:lnTo>
                      <a:pt x="10130" y="145"/>
                    </a:lnTo>
                    <a:lnTo>
                      <a:pt x="9907" y="29"/>
                    </a:lnTo>
                    <a:lnTo>
                      <a:pt x="9702" y="0"/>
                    </a:lnTo>
                    <a:lnTo>
                      <a:pt x="9479" y="29"/>
                    </a:lnTo>
                    <a:lnTo>
                      <a:pt x="9292" y="29"/>
                    </a:lnTo>
                    <a:lnTo>
                      <a:pt x="9069" y="145"/>
                    </a:lnTo>
                    <a:lnTo>
                      <a:pt x="8845" y="203"/>
                    </a:lnTo>
                    <a:lnTo>
                      <a:pt x="8659" y="260"/>
                    </a:lnTo>
                    <a:lnTo>
                      <a:pt x="8417" y="579"/>
                    </a:lnTo>
                    <a:lnTo>
                      <a:pt x="8194" y="781"/>
                    </a:lnTo>
                    <a:lnTo>
                      <a:pt x="7989" y="984"/>
                    </a:lnTo>
                    <a:lnTo>
                      <a:pt x="7747" y="1245"/>
                    </a:lnTo>
                    <a:lnTo>
                      <a:pt x="7542" y="1621"/>
                    </a:lnTo>
                    <a:lnTo>
                      <a:pt x="7300" y="1910"/>
                    </a:lnTo>
                    <a:lnTo>
                      <a:pt x="7058" y="2287"/>
                    </a:lnTo>
                    <a:lnTo>
                      <a:pt x="6834" y="2692"/>
                    </a:lnTo>
                    <a:lnTo>
                      <a:pt x="6611" y="3097"/>
                    </a:lnTo>
                    <a:lnTo>
                      <a:pt x="6369" y="3531"/>
                    </a:lnTo>
                    <a:lnTo>
                      <a:pt x="6145" y="3936"/>
                    </a:lnTo>
                    <a:lnTo>
                      <a:pt x="5922" y="4457"/>
                    </a:lnTo>
                    <a:lnTo>
                      <a:pt x="5698" y="4949"/>
                    </a:lnTo>
                    <a:lnTo>
                      <a:pt x="5456" y="5412"/>
                    </a:lnTo>
                    <a:lnTo>
                      <a:pt x="5233" y="5962"/>
                    </a:lnTo>
                    <a:lnTo>
                      <a:pt x="4991" y="6454"/>
                    </a:lnTo>
                    <a:lnTo>
                      <a:pt x="4767" y="7033"/>
                    </a:lnTo>
                    <a:lnTo>
                      <a:pt x="4544" y="7612"/>
                    </a:lnTo>
                    <a:lnTo>
                      <a:pt x="4302" y="8191"/>
                    </a:lnTo>
                    <a:lnTo>
                      <a:pt x="4097" y="8770"/>
                    </a:lnTo>
                    <a:lnTo>
                      <a:pt x="3892" y="9320"/>
                    </a:lnTo>
                    <a:lnTo>
                      <a:pt x="3669" y="9928"/>
                    </a:lnTo>
                    <a:lnTo>
                      <a:pt x="3464" y="10420"/>
                    </a:lnTo>
                    <a:lnTo>
                      <a:pt x="3240" y="11027"/>
                    </a:lnTo>
                    <a:lnTo>
                      <a:pt x="3035" y="11606"/>
                    </a:lnTo>
                    <a:lnTo>
                      <a:pt x="2831" y="12185"/>
                    </a:lnTo>
                    <a:lnTo>
                      <a:pt x="2644" y="12735"/>
                    </a:lnTo>
                    <a:lnTo>
                      <a:pt x="2439" y="13314"/>
                    </a:lnTo>
                    <a:lnTo>
                      <a:pt x="2235" y="13835"/>
                    </a:lnTo>
                    <a:lnTo>
                      <a:pt x="2048" y="14356"/>
                    </a:lnTo>
                    <a:lnTo>
                      <a:pt x="1862" y="14906"/>
                    </a:lnTo>
                    <a:lnTo>
                      <a:pt x="1695" y="15427"/>
                    </a:lnTo>
                    <a:lnTo>
                      <a:pt x="1508" y="15919"/>
                    </a:lnTo>
                    <a:lnTo>
                      <a:pt x="1359" y="16411"/>
                    </a:lnTo>
                    <a:lnTo>
                      <a:pt x="1192" y="16874"/>
                    </a:lnTo>
                    <a:lnTo>
                      <a:pt x="1024" y="17308"/>
                    </a:lnTo>
                    <a:lnTo>
                      <a:pt x="894" y="17713"/>
                    </a:lnTo>
                    <a:lnTo>
                      <a:pt x="726" y="18119"/>
                    </a:lnTo>
                    <a:lnTo>
                      <a:pt x="596" y="18524"/>
                    </a:lnTo>
                    <a:lnTo>
                      <a:pt x="466" y="18900"/>
                    </a:lnTo>
                    <a:lnTo>
                      <a:pt x="335" y="19190"/>
                    </a:lnTo>
                    <a:lnTo>
                      <a:pt x="223" y="19421"/>
                    </a:lnTo>
                    <a:lnTo>
                      <a:pt x="112" y="19768"/>
                    </a:lnTo>
                    <a:lnTo>
                      <a:pt x="0" y="19971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83" name="Freeform 32"/>
              <p:cNvSpPr>
                <a:spLocks/>
              </p:cNvSpPr>
              <p:nvPr/>
            </p:nvSpPr>
            <p:spPr bwMode="auto">
              <a:xfrm>
                <a:off x="972" y="794"/>
                <a:ext cx="839" cy="521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210" y="659"/>
                    </a:lnTo>
                    <a:lnTo>
                      <a:pt x="403" y="1287"/>
                    </a:lnTo>
                    <a:lnTo>
                      <a:pt x="596" y="1856"/>
                    </a:lnTo>
                    <a:lnTo>
                      <a:pt x="806" y="2485"/>
                    </a:lnTo>
                    <a:lnTo>
                      <a:pt x="982" y="3174"/>
                    </a:lnTo>
                    <a:lnTo>
                      <a:pt x="1192" y="3802"/>
                    </a:lnTo>
                    <a:lnTo>
                      <a:pt x="1385" y="4311"/>
                    </a:lnTo>
                    <a:lnTo>
                      <a:pt x="1578" y="4940"/>
                    </a:lnTo>
                    <a:lnTo>
                      <a:pt x="1788" y="5569"/>
                    </a:lnTo>
                    <a:lnTo>
                      <a:pt x="1998" y="6198"/>
                    </a:lnTo>
                    <a:lnTo>
                      <a:pt x="2174" y="6707"/>
                    </a:lnTo>
                    <a:lnTo>
                      <a:pt x="2384" y="7275"/>
                    </a:lnTo>
                    <a:lnTo>
                      <a:pt x="2577" y="7844"/>
                    </a:lnTo>
                    <a:lnTo>
                      <a:pt x="2770" y="8503"/>
                    </a:lnTo>
                    <a:lnTo>
                      <a:pt x="2962" y="9042"/>
                    </a:lnTo>
                    <a:lnTo>
                      <a:pt x="3155" y="9611"/>
                    </a:lnTo>
                    <a:lnTo>
                      <a:pt x="3365" y="10150"/>
                    </a:lnTo>
                    <a:lnTo>
                      <a:pt x="3576" y="10629"/>
                    </a:lnTo>
                    <a:lnTo>
                      <a:pt x="3751" y="11228"/>
                    </a:lnTo>
                    <a:lnTo>
                      <a:pt x="3961" y="11707"/>
                    </a:lnTo>
                    <a:lnTo>
                      <a:pt x="4172" y="12275"/>
                    </a:lnTo>
                    <a:lnTo>
                      <a:pt x="4347" y="12725"/>
                    </a:lnTo>
                    <a:lnTo>
                      <a:pt x="4575" y="13204"/>
                    </a:lnTo>
                    <a:lnTo>
                      <a:pt x="4803" y="13683"/>
                    </a:lnTo>
                    <a:lnTo>
                      <a:pt x="4978" y="14102"/>
                    </a:lnTo>
                    <a:lnTo>
                      <a:pt x="5171" y="14551"/>
                    </a:lnTo>
                    <a:lnTo>
                      <a:pt x="5381" y="15030"/>
                    </a:lnTo>
                    <a:lnTo>
                      <a:pt x="5557" y="15389"/>
                    </a:lnTo>
                    <a:lnTo>
                      <a:pt x="5784" y="15808"/>
                    </a:lnTo>
                    <a:lnTo>
                      <a:pt x="5977" y="16168"/>
                    </a:lnTo>
                    <a:lnTo>
                      <a:pt x="6188" y="16617"/>
                    </a:lnTo>
                    <a:lnTo>
                      <a:pt x="6380" y="16976"/>
                    </a:lnTo>
                    <a:lnTo>
                      <a:pt x="6573" y="17246"/>
                    </a:lnTo>
                    <a:lnTo>
                      <a:pt x="6784" y="17605"/>
                    </a:lnTo>
                    <a:lnTo>
                      <a:pt x="6994" y="17934"/>
                    </a:lnTo>
                    <a:lnTo>
                      <a:pt x="7204" y="18204"/>
                    </a:lnTo>
                    <a:lnTo>
                      <a:pt x="7397" y="18473"/>
                    </a:lnTo>
                    <a:lnTo>
                      <a:pt x="7625" y="18713"/>
                    </a:lnTo>
                    <a:lnTo>
                      <a:pt x="7800" y="18922"/>
                    </a:lnTo>
                    <a:lnTo>
                      <a:pt x="8028" y="19162"/>
                    </a:lnTo>
                    <a:lnTo>
                      <a:pt x="8256" y="19341"/>
                    </a:lnTo>
                    <a:lnTo>
                      <a:pt x="8431" y="19521"/>
                    </a:lnTo>
                    <a:lnTo>
                      <a:pt x="8642" y="19641"/>
                    </a:lnTo>
                    <a:lnTo>
                      <a:pt x="8852" y="19760"/>
                    </a:lnTo>
                    <a:lnTo>
                      <a:pt x="9045" y="19850"/>
                    </a:lnTo>
                    <a:lnTo>
                      <a:pt x="9273" y="19850"/>
                    </a:lnTo>
                    <a:lnTo>
                      <a:pt x="9483" y="19970"/>
                    </a:lnTo>
                    <a:lnTo>
                      <a:pt x="9693" y="19970"/>
                    </a:lnTo>
                    <a:lnTo>
                      <a:pt x="9904" y="19970"/>
                    </a:lnTo>
                    <a:lnTo>
                      <a:pt x="10114" y="19940"/>
                    </a:lnTo>
                    <a:lnTo>
                      <a:pt x="10324" y="19820"/>
                    </a:lnTo>
                    <a:lnTo>
                      <a:pt x="10552" y="19731"/>
                    </a:lnTo>
                    <a:lnTo>
                      <a:pt x="10798" y="19581"/>
                    </a:lnTo>
                    <a:lnTo>
                      <a:pt x="11025" y="19341"/>
                    </a:lnTo>
                    <a:lnTo>
                      <a:pt x="11236" y="19132"/>
                    </a:lnTo>
                    <a:lnTo>
                      <a:pt x="11481" y="18862"/>
                    </a:lnTo>
                    <a:lnTo>
                      <a:pt x="11709" y="18563"/>
                    </a:lnTo>
                    <a:lnTo>
                      <a:pt x="11972" y="18234"/>
                    </a:lnTo>
                    <a:lnTo>
                      <a:pt x="12217" y="17904"/>
                    </a:lnTo>
                    <a:lnTo>
                      <a:pt x="12463" y="17515"/>
                    </a:lnTo>
                    <a:lnTo>
                      <a:pt x="12726" y="17096"/>
                    </a:lnTo>
                    <a:lnTo>
                      <a:pt x="12954" y="16766"/>
                    </a:lnTo>
                    <a:lnTo>
                      <a:pt x="13199" y="16198"/>
                    </a:lnTo>
                    <a:lnTo>
                      <a:pt x="13427" y="15778"/>
                    </a:lnTo>
                    <a:lnTo>
                      <a:pt x="13707" y="15359"/>
                    </a:lnTo>
                    <a:lnTo>
                      <a:pt x="13970" y="14850"/>
                    </a:lnTo>
                    <a:lnTo>
                      <a:pt x="14216" y="14401"/>
                    </a:lnTo>
                    <a:lnTo>
                      <a:pt x="14443" y="13802"/>
                    </a:lnTo>
                    <a:lnTo>
                      <a:pt x="14689" y="13293"/>
                    </a:lnTo>
                    <a:lnTo>
                      <a:pt x="14969" y="12754"/>
                    </a:lnTo>
                    <a:lnTo>
                      <a:pt x="15197" y="12275"/>
                    </a:lnTo>
                    <a:lnTo>
                      <a:pt x="15460" y="11647"/>
                    </a:lnTo>
                    <a:lnTo>
                      <a:pt x="15688" y="11108"/>
                    </a:lnTo>
                    <a:lnTo>
                      <a:pt x="15916" y="10599"/>
                    </a:lnTo>
                    <a:lnTo>
                      <a:pt x="16144" y="10060"/>
                    </a:lnTo>
                    <a:lnTo>
                      <a:pt x="16389" y="9491"/>
                    </a:lnTo>
                    <a:lnTo>
                      <a:pt x="16617" y="8892"/>
                    </a:lnTo>
                    <a:lnTo>
                      <a:pt x="16862" y="8353"/>
                    </a:lnTo>
                    <a:lnTo>
                      <a:pt x="17073" y="7814"/>
                    </a:lnTo>
                    <a:lnTo>
                      <a:pt x="17283" y="7275"/>
                    </a:lnTo>
                    <a:lnTo>
                      <a:pt x="17493" y="6737"/>
                    </a:lnTo>
                    <a:lnTo>
                      <a:pt x="17721" y="6257"/>
                    </a:lnTo>
                    <a:lnTo>
                      <a:pt x="17932" y="5749"/>
                    </a:lnTo>
                    <a:lnTo>
                      <a:pt x="18107" y="5240"/>
                    </a:lnTo>
                    <a:lnTo>
                      <a:pt x="18300" y="4701"/>
                    </a:lnTo>
                    <a:lnTo>
                      <a:pt x="18493" y="4281"/>
                    </a:lnTo>
                    <a:lnTo>
                      <a:pt x="18668" y="3862"/>
                    </a:lnTo>
                    <a:lnTo>
                      <a:pt x="18843" y="3383"/>
                    </a:lnTo>
                    <a:lnTo>
                      <a:pt x="19018" y="2964"/>
                    </a:lnTo>
                    <a:lnTo>
                      <a:pt x="19176" y="2605"/>
                    </a:lnTo>
                    <a:lnTo>
                      <a:pt x="19334" y="2275"/>
                    </a:lnTo>
                    <a:lnTo>
                      <a:pt x="19492" y="1886"/>
                    </a:lnTo>
                    <a:lnTo>
                      <a:pt x="19614" y="1677"/>
                    </a:lnTo>
                    <a:lnTo>
                      <a:pt x="19737" y="1347"/>
                    </a:lnTo>
                    <a:lnTo>
                      <a:pt x="19877" y="1078"/>
                    </a:lnTo>
                    <a:lnTo>
                      <a:pt x="19982" y="838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84" name="Line 33"/>
              <p:cNvSpPr>
                <a:spLocks noChangeShapeType="1"/>
              </p:cNvSpPr>
              <p:nvPr/>
            </p:nvSpPr>
            <p:spPr bwMode="auto">
              <a:xfrm>
                <a:off x="608" y="837"/>
                <a:ext cx="3584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85" name="Rectangle 34"/>
              <p:cNvSpPr>
                <a:spLocks noChangeArrowheads="1"/>
              </p:cNvSpPr>
              <p:nvPr/>
            </p:nvSpPr>
            <p:spPr bwMode="auto">
              <a:xfrm>
                <a:off x="4356" y="1164"/>
                <a:ext cx="352" cy="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400" b="1" i="1"/>
                  <a:t>t</a:t>
                </a:r>
              </a:p>
            </p:txBody>
          </p:sp>
          <p:sp>
            <p:nvSpPr>
              <p:cNvPr id="35886" name="Line 35"/>
              <p:cNvSpPr>
                <a:spLocks noChangeShapeType="1"/>
              </p:cNvSpPr>
              <p:nvPr/>
            </p:nvSpPr>
            <p:spPr bwMode="auto">
              <a:xfrm>
                <a:off x="568" y="1333"/>
                <a:ext cx="3671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87" name="Rectangle 36"/>
              <p:cNvSpPr>
                <a:spLocks noChangeArrowheads="1"/>
              </p:cNvSpPr>
              <p:nvPr/>
            </p:nvSpPr>
            <p:spPr bwMode="auto">
              <a:xfrm>
                <a:off x="638" y="0"/>
                <a:ext cx="422" cy="3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400" b="1" i="1"/>
                  <a:t>W</a:t>
                </a:r>
              </a:p>
            </p:txBody>
          </p:sp>
          <p:sp>
            <p:nvSpPr>
              <p:cNvPr id="35888" name="Rectangle 37"/>
              <p:cNvSpPr>
                <a:spLocks noChangeArrowheads="1"/>
              </p:cNvSpPr>
              <p:nvPr/>
            </p:nvSpPr>
            <p:spPr bwMode="auto">
              <a:xfrm>
                <a:off x="391" y="1363"/>
                <a:ext cx="477" cy="3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400" b="1" i="1"/>
                  <a:t>o</a:t>
                </a:r>
              </a:p>
            </p:txBody>
          </p:sp>
          <p:sp>
            <p:nvSpPr>
              <p:cNvPr id="35889" name="Text Box 38"/>
              <p:cNvSpPr txBox="1">
                <a:spLocks noChangeArrowheads="1"/>
              </p:cNvSpPr>
              <p:nvPr/>
            </p:nvSpPr>
            <p:spPr bwMode="auto">
              <a:xfrm>
                <a:off x="3447" y="839"/>
                <a:ext cx="1971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2800" b="1"/>
                  <a:t>能量</a:t>
                </a:r>
                <a:r>
                  <a:rPr kumimoji="0" lang="en-US" altLang="zh-CN" sz="2800" b="1"/>
                  <a:t>—</a:t>
                </a:r>
                <a:r>
                  <a:rPr kumimoji="0" lang="zh-CN" altLang="en-US" sz="2800" b="1"/>
                  <a:t>时间曲线</a:t>
                </a:r>
                <a:endParaRPr kumimoji="0" lang="zh-CN" altLang="en-US" sz="2800">
                  <a:ea typeface="楷体_GB2312" pitchFamily="49" charset="-122"/>
                </a:endParaRPr>
              </a:p>
            </p:txBody>
          </p:sp>
          <p:graphicFrame>
            <p:nvGraphicFramePr>
              <p:cNvPr id="35890" name="Object 32"/>
              <p:cNvGraphicFramePr>
                <a:graphicFrameLocks noChangeAspect="1"/>
              </p:cNvGraphicFramePr>
              <p:nvPr/>
            </p:nvGraphicFramePr>
            <p:xfrm>
              <a:off x="4355" y="142"/>
              <a:ext cx="521" cy="4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056" name="Equation" r:id="rId13" imgW="812447" imgH="672808" progId="Equation.DSMT4">
                      <p:embed/>
                    </p:oleObj>
                  </mc:Choice>
                  <mc:Fallback>
                    <p:oleObj name="Equation" r:id="rId13" imgW="812447" imgH="672808" progId="Equation.DSMT4">
                      <p:embed/>
                      <p:pic>
                        <p:nvPicPr>
                          <p:cNvPr id="0" name="Object 3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55" y="142"/>
                            <a:ext cx="521" cy="4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35891" name="Group 33"/>
              <p:cNvGrpSpPr>
                <a:grpSpLocks/>
              </p:cNvGrpSpPr>
              <p:nvPr/>
            </p:nvGrpSpPr>
            <p:grpSpPr bwMode="auto">
              <a:xfrm>
                <a:off x="3878" y="182"/>
                <a:ext cx="430" cy="363"/>
                <a:chOff x="0" y="0"/>
                <a:chExt cx="460" cy="426"/>
              </a:xfrm>
            </p:grpSpPr>
            <p:sp>
              <p:nvSpPr>
                <p:cNvPr id="35897" name="Rectangle 41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43" cy="3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/>
                    <a:t>W</a:t>
                  </a:r>
                </a:p>
              </p:txBody>
            </p:sp>
            <p:sp>
              <p:nvSpPr>
                <p:cNvPr id="35898" name="Rectangle 42"/>
                <p:cNvSpPr>
                  <a:spLocks noChangeArrowheads="1"/>
                </p:cNvSpPr>
                <p:nvPr/>
              </p:nvSpPr>
              <p:spPr bwMode="auto">
                <a:xfrm>
                  <a:off x="191" y="144"/>
                  <a:ext cx="269" cy="28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zh-CN" altLang="en-US" sz="1900" b="1">
                      <a:latin typeface="宋体" panose="02010600030101010101" pitchFamily="2" charset="-122"/>
                    </a:rPr>
                    <a:t>总</a:t>
                  </a:r>
                </a:p>
              </p:txBody>
            </p:sp>
          </p:grpSp>
          <p:grpSp>
            <p:nvGrpSpPr>
              <p:cNvPr id="35892" name="Group 36"/>
              <p:cNvGrpSpPr>
                <a:grpSpLocks/>
              </p:cNvGrpSpPr>
              <p:nvPr/>
            </p:nvGrpSpPr>
            <p:grpSpPr bwMode="auto">
              <a:xfrm>
                <a:off x="2829" y="489"/>
                <a:ext cx="429" cy="367"/>
                <a:chOff x="-55" y="72"/>
                <a:chExt cx="462" cy="431"/>
              </a:xfrm>
            </p:grpSpPr>
            <p:sp>
              <p:nvSpPr>
                <p:cNvPr id="35895" name="Rectangle 44"/>
                <p:cNvSpPr>
                  <a:spLocks noChangeArrowheads="1"/>
                </p:cNvSpPr>
                <p:nvPr/>
              </p:nvSpPr>
              <p:spPr bwMode="auto">
                <a:xfrm>
                  <a:off x="-55" y="72"/>
                  <a:ext cx="31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/>
                    <a:t>W</a:t>
                  </a:r>
                </a:p>
              </p:txBody>
            </p:sp>
            <p:sp>
              <p:nvSpPr>
                <p:cNvPr id="35896" name="Rectangle 45"/>
                <p:cNvSpPr>
                  <a:spLocks noChangeArrowheads="1"/>
                </p:cNvSpPr>
                <p:nvPr/>
              </p:nvSpPr>
              <p:spPr bwMode="auto">
                <a:xfrm>
                  <a:off x="193" y="207"/>
                  <a:ext cx="214" cy="29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000" b="1" i="1"/>
                    <a:t>k</a:t>
                  </a:r>
                </a:p>
              </p:txBody>
            </p:sp>
          </p:grpSp>
          <p:sp>
            <p:nvSpPr>
              <p:cNvPr id="35893" name="Freeform 26"/>
              <p:cNvSpPr>
                <a:spLocks/>
              </p:cNvSpPr>
              <p:nvPr/>
            </p:nvSpPr>
            <p:spPr bwMode="auto">
              <a:xfrm>
                <a:off x="2645" y="351"/>
                <a:ext cx="799" cy="487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971"/>
                    </a:moveTo>
                    <a:lnTo>
                      <a:pt x="209" y="19362"/>
                    </a:lnTo>
                    <a:lnTo>
                      <a:pt x="399" y="18725"/>
                    </a:lnTo>
                    <a:lnTo>
                      <a:pt x="589" y="18116"/>
                    </a:lnTo>
                    <a:lnTo>
                      <a:pt x="779" y="17449"/>
                    </a:lnTo>
                    <a:lnTo>
                      <a:pt x="969" y="16841"/>
                    </a:lnTo>
                    <a:lnTo>
                      <a:pt x="1197" y="16261"/>
                    </a:lnTo>
                    <a:lnTo>
                      <a:pt x="1387" y="15623"/>
                    </a:lnTo>
                    <a:lnTo>
                      <a:pt x="1595" y="15014"/>
                    </a:lnTo>
                    <a:lnTo>
                      <a:pt x="1785" y="14435"/>
                    </a:lnTo>
                    <a:lnTo>
                      <a:pt x="1994" y="13826"/>
                    </a:lnTo>
                    <a:lnTo>
                      <a:pt x="2165" y="13246"/>
                    </a:lnTo>
                    <a:lnTo>
                      <a:pt x="2374" y="12696"/>
                    </a:lnTo>
                    <a:lnTo>
                      <a:pt x="2545" y="12087"/>
                    </a:lnTo>
                    <a:lnTo>
                      <a:pt x="2754" y="11507"/>
                    </a:lnTo>
                    <a:lnTo>
                      <a:pt x="2963" y="10957"/>
                    </a:lnTo>
                    <a:lnTo>
                      <a:pt x="3153" y="10377"/>
                    </a:lnTo>
                    <a:lnTo>
                      <a:pt x="3381" y="9855"/>
                    </a:lnTo>
                    <a:lnTo>
                      <a:pt x="3571" y="9304"/>
                    </a:lnTo>
                    <a:lnTo>
                      <a:pt x="3761" y="8783"/>
                    </a:lnTo>
                    <a:lnTo>
                      <a:pt x="3951" y="8261"/>
                    </a:lnTo>
                    <a:lnTo>
                      <a:pt x="4160" y="7739"/>
                    </a:lnTo>
                    <a:lnTo>
                      <a:pt x="4368" y="7275"/>
                    </a:lnTo>
                    <a:lnTo>
                      <a:pt x="4558" y="6783"/>
                    </a:lnTo>
                    <a:lnTo>
                      <a:pt x="4786" y="6319"/>
                    </a:lnTo>
                    <a:lnTo>
                      <a:pt x="4957" y="5855"/>
                    </a:lnTo>
                    <a:lnTo>
                      <a:pt x="5166" y="5391"/>
                    </a:lnTo>
                    <a:lnTo>
                      <a:pt x="5356" y="4986"/>
                    </a:lnTo>
                    <a:lnTo>
                      <a:pt x="5565" y="4551"/>
                    </a:lnTo>
                    <a:lnTo>
                      <a:pt x="5793" y="4145"/>
                    </a:lnTo>
                    <a:lnTo>
                      <a:pt x="5964" y="3768"/>
                    </a:lnTo>
                    <a:lnTo>
                      <a:pt x="6192" y="3391"/>
                    </a:lnTo>
                    <a:lnTo>
                      <a:pt x="6363" y="3014"/>
                    </a:lnTo>
                    <a:lnTo>
                      <a:pt x="6572" y="2696"/>
                    </a:lnTo>
                    <a:lnTo>
                      <a:pt x="6781" y="2377"/>
                    </a:lnTo>
                    <a:lnTo>
                      <a:pt x="6971" y="2058"/>
                    </a:lnTo>
                    <a:lnTo>
                      <a:pt x="7198" y="1797"/>
                    </a:lnTo>
                    <a:lnTo>
                      <a:pt x="7369" y="1507"/>
                    </a:lnTo>
                    <a:lnTo>
                      <a:pt x="7597" y="1246"/>
                    </a:lnTo>
                    <a:lnTo>
                      <a:pt x="7825" y="1043"/>
                    </a:lnTo>
                    <a:lnTo>
                      <a:pt x="8015" y="841"/>
                    </a:lnTo>
                    <a:lnTo>
                      <a:pt x="8243" y="638"/>
                    </a:lnTo>
                    <a:lnTo>
                      <a:pt x="8433" y="493"/>
                    </a:lnTo>
                    <a:lnTo>
                      <a:pt x="8642" y="348"/>
                    </a:lnTo>
                    <a:lnTo>
                      <a:pt x="8851" y="232"/>
                    </a:lnTo>
                    <a:lnTo>
                      <a:pt x="9041" y="116"/>
                    </a:lnTo>
                    <a:lnTo>
                      <a:pt x="9269" y="87"/>
                    </a:lnTo>
                    <a:lnTo>
                      <a:pt x="9459" y="29"/>
                    </a:lnTo>
                    <a:lnTo>
                      <a:pt x="9668" y="29"/>
                    </a:lnTo>
                    <a:lnTo>
                      <a:pt x="9896" y="0"/>
                    </a:lnTo>
                    <a:lnTo>
                      <a:pt x="10104" y="58"/>
                    </a:lnTo>
                    <a:lnTo>
                      <a:pt x="10332" y="174"/>
                    </a:lnTo>
                    <a:lnTo>
                      <a:pt x="10560" y="261"/>
                    </a:lnTo>
                    <a:lnTo>
                      <a:pt x="10788" y="435"/>
                    </a:lnTo>
                    <a:lnTo>
                      <a:pt x="11016" y="638"/>
                    </a:lnTo>
                    <a:lnTo>
                      <a:pt x="11244" y="870"/>
                    </a:lnTo>
                    <a:lnTo>
                      <a:pt x="11453" y="1130"/>
                    </a:lnTo>
                    <a:lnTo>
                      <a:pt x="11700" y="1420"/>
                    </a:lnTo>
                    <a:lnTo>
                      <a:pt x="11947" y="1739"/>
                    </a:lnTo>
                    <a:lnTo>
                      <a:pt x="12175" y="2087"/>
                    </a:lnTo>
                    <a:lnTo>
                      <a:pt x="12460" y="2464"/>
                    </a:lnTo>
                    <a:lnTo>
                      <a:pt x="12707" y="2841"/>
                    </a:lnTo>
                    <a:lnTo>
                      <a:pt x="12953" y="3246"/>
                    </a:lnTo>
                    <a:lnTo>
                      <a:pt x="13181" y="3710"/>
                    </a:lnTo>
                    <a:lnTo>
                      <a:pt x="13428" y="4174"/>
                    </a:lnTo>
                    <a:lnTo>
                      <a:pt x="13694" y="4638"/>
                    </a:lnTo>
                    <a:lnTo>
                      <a:pt x="13922" y="5159"/>
                    </a:lnTo>
                    <a:lnTo>
                      <a:pt x="14188" y="5623"/>
                    </a:lnTo>
                    <a:lnTo>
                      <a:pt x="14416" y="6145"/>
                    </a:lnTo>
                    <a:lnTo>
                      <a:pt x="14701" y="6667"/>
                    </a:lnTo>
                    <a:lnTo>
                      <a:pt x="14948" y="7217"/>
                    </a:lnTo>
                    <a:lnTo>
                      <a:pt x="15195" y="7739"/>
                    </a:lnTo>
                    <a:lnTo>
                      <a:pt x="15442" y="8319"/>
                    </a:lnTo>
                    <a:lnTo>
                      <a:pt x="15670" y="8870"/>
                    </a:lnTo>
                    <a:lnTo>
                      <a:pt x="15897" y="9391"/>
                    </a:lnTo>
                    <a:lnTo>
                      <a:pt x="16125" y="9942"/>
                    </a:lnTo>
                    <a:lnTo>
                      <a:pt x="16353" y="10522"/>
                    </a:lnTo>
                    <a:lnTo>
                      <a:pt x="16581" y="11072"/>
                    </a:lnTo>
                    <a:lnTo>
                      <a:pt x="16847" y="11623"/>
                    </a:lnTo>
                    <a:lnTo>
                      <a:pt x="17056" y="12174"/>
                    </a:lnTo>
                    <a:lnTo>
                      <a:pt x="17265" y="12696"/>
                    </a:lnTo>
                    <a:lnTo>
                      <a:pt x="17493" y="13217"/>
                    </a:lnTo>
                    <a:lnTo>
                      <a:pt x="17702" y="13739"/>
                    </a:lnTo>
                    <a:lnTo>
                      <a:pt x="17911" y="14261"/>
                    </a:lnTo>
                    <a:lnTo>
                      <a:pt x="18082" y="14783"/>
                    </a:lnTo>
                    <a:lnTo>
                      <a:pt x="18291" y="15246"/>
                    </a:lnTo>
                    <a:lnTo>
                      <a:pt x="18481" y="15681"/>
                    </a:lnTo>
                    <a:lnTo>
                      <a:pt x="18651" y="16145"/>
                    </a:lnTo>
                    <a:lnTo>
                      <a:pt x="18822" y="16580"/>
                    </a:lnTo>
                    <a:lnTo>
                      <a:pt x="19012" y="17014"/>
                    </a:lnTo>
                    <a:lnTo>
                      <a:pt x="19164" y="17362"/>
                    </a:lnTo>
                    <a:lnTo>
                      <a:pt x="19316" y="17739"/>
                    </a:lnTo>
                    <a:lnTo>
                      <a:pt x="19468" y="18087"/>
                    </a:lnTo>
                    <a:lnTo>
                      <a:pt x="19601" y="18377"/>
                    </a:lnTo>
                    <a:lnTo>
                      <a:pt x="19734" y="18667"/>
                    </a:lnTo>
                    <a:lnTo>
                      <a:pt x="19867" y="18928"/>
                    </a:lnTo>
                    <a:lnTo>
                      <a:pt x="19981" y="1913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94" name="Freeform 32"/>
              <p:cNvSpPr>
                <a:spLocks/>
              </p:cNvSpPr>
              <p:nvPr/>
            </p:nvSpPr>
            <p:spPr bwMode="auto">
              <a:xfrm>
                <a:off x="2645" y="811"/>
                <a:ext cx="839" cy="521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210" y="659"/>
                    </a:lnTo>
                    <a:lnTo>
                      <a:pt x="403" y="1287"/>
                    </a:lnTo>
                    <a:lnTo>
                      <a:pt x="596" y="1856"/>
                    </a:lnTo>
                    <a:lnTo>
                      <a:pt x="806" y="2485"/>
                    </a:lnTo>
                    <a:lnTo>
                      <a:pt x="982" y="3174"/>
                    </a:lnTo>
                    <a:lnTo>
                      <a:pt x="1192" y="3802"/>
                    </a:lnTo>
                    <a:lnTo>
                      <a:pt x="1385" y="4311"/>
                    </a:lnTo>
                    <a:lnTo>
                      <a:pt x="1578" y="4940"/>
                    </a:lnTo>
                    <a:lnTo>
                      <a:pt x="1788" y="5569"/>
                    </a:lnTo>
                    <a:lnTo>
                      <a:pt x="1998" y="6198"/>
                    </a:lnTo>
                    <a:lnTo>
                      <a:pt x="2174" y="6707"/>
                    </a:lnTo>
                    <a:lnTo>
                      <a:pt x="2384" y="7275"/>
                    </a:lnTo>
                    <a:lnTo>
                      <a:pt x="2577" y="7844"/>
                    </a:lnTo>
                    <a:lnTo>
                      <a:pt x="2770" y="8503"/>
                    </a:lnTo>
                    <a:lnTo>
                      <a:pt x="2962" y="9042"/>
                    </a:lnTo>
                    <a:lnTo>
                      <a:pt x="3155" y="9611"/>
                    </a:lnTo>
                    <a:lnTo>
                      <a:pt x="3365" y="10150"/>
                    </a:lnTo>
                    <a:lnTo>
                      <a:pt x="3576" y="10629"/>
                    </a:lnTo>
                    <a:lnTo>
                      <a:pt x="3751" y="11228"/>
                    </a:lnTo>
                    <a:lnTo>
                      <a:pt x="3961" y="11707"/>
                    </a:lnTo>
                    <a:lnTo>
                      <a:pt x="4172" y="12275"/>
                    </a:lnTo>
                    <a:lnTo>
                      <a:pt x="4347" y="12725"/>
                    </a:lnTo>
                    <a:lnTo>
                      <a:pt x="4575" y="13204"/>
                    </a:lnTo>
                    <a:lnTo>
                      <a:pt x="4803" y="13683"/>
                    </a:lnTo>
                    <a:lnTo>
                      <a:pt x="4978" y="14102"/>
                    </a:lnTo>
                    <a:lnTo>
                      <a:pt x="5171" y="14551"/>
                    </a:lnTo>
                    <a:lnTo>
                      <a:pt x="5381" y="15030"/>
                    </a:lnTo>
                    <a:lnTo>
                      <a:pt x="5557" y="15389"/>
                    </a:lnTo>
                    <a:lnTo>
                      <a:pt x="5784" y="15808"/>
                    </a:lnTo>
                    <a:lnTo>
                      <a:pt x="5977" y="16168"/>
                    </a:lnTo>
                    <a:lnTo>
                      <a:pt x="6188" y="16617"/>
                    </a:lnTo>
                    <a:lnTo>
                      <a:pt x="6380" y="16976"/>
                    </a:lnTo>
                    <a:lnTo>
                      <a:pt x="6573" y="17246"/>
                    </a:lnTo>
                    <a:lnTo>
                      <a:pt x="6784" y="17605"/>
                    </a:lnTo>
                    <a:lnTo>
                      <a:pt x="6994" y="17934"/>
                    </a:lnTo>
                    <a:lnTo>
                      <a:pt x="7204" y="18204"/>
                    </a:lnTo>
                    <a:lnTo>
                      <a:pt x="7397" y="18473"/>
                    </a:lnTo>
                    <a:lnTo>
                      <a:pt x="7625" y="18713"/>
                    </a:lnTo>
                    <a:lnTo>
                      <a:pt x="7800" y="18922"/>
                    </a:lnTo>
                    <a:lnTo>
                      <a:pt x="8028" y="19162"/>
                    </a:lnTo>
                    <a:lnTo>
                      <a:pt x="8256" y="19341"/>
                    </a:lnTo>
                    <a:lnTo>
                      <a:pt x="8431" y="19521"/>
                    </a:lnTo>
                    <a:lnTo>
                      <a:pt x="8642" y="19641"/>
                    </a:lnTo>
                    <a:lnTo>
                      <a:pt x="8852" y="19760"/>
                    </a:lnTo>
                    <a:lnTo>
                      <a:pt x="9045" y="19850"/>
                    </a:lnTo>
                    <a:lnTo>
                      <a:pt x="9273" y="19850"/>
                    </a:lnTo>
                    <a:lnTo>
                      <a:pt x="9483" y="19970"/>
                    </a:lnTo>
                    <a:lnTo>
                      <a:pt x="9693" y="19970"/>
                    </a:lnTo>
                    <a:lnTo>
                      <a:pt x="9904" y="19970"/>
                    </a:lnTo>
                    <a:lnTo>
                      <a:pt x="10114" y="19940"/>
                    </a:lnTo>
                    <a:lnTo>
                      <a:pt x="10324" y="19820"/>
                    </a:lnTo>
                    <a:lnTo>
                      <a:pt x="10552" y="19731"/>
                    </a:lnTo>
                    <a:lnTo>
                      <a:pt x="10798" y="19581"/>
                    </a:lnTo>
                    <a:lnTo>
                      <a:pt x="11025" y="19341"/>
                    </a:lnTo>
                    <a:lnTo>
                      <a:pt x="11236" y="19132"/>
                    </a:lnTo>
                    <a:lnTo>
                      <a:pt x="11481" y="18862"/>
                    </a:lnTo>
                    <a:lnTo>
                      <a:pt x="11709" y="18563"/>
                    </a:lnTo>
                    <a:lnTo>
                      <a:pt x="11972" y="18234"/>
                    </a:lnTo>
                    <a:lnTo>
                      <a:pt x="12217" y="17904"/>
                    </a:lnTo>
                    <a:lnTo>
                      <a:pt x="12463" y="17515"/>
                    </a:lnTo>
                    <a:lnTo>
                      <a:pt x="12726" y="17096"/>
                    </a:lnTo>
                    <a:lnTo>
                      <a:pt x="12954" y="16766"/>
                    </a:lnTo>
                    <a:lnTo>
                      <a:pt x="13199" y="16198"/>
                    </a:lnTo>
                    <a:lnTo>
                      <a:pt x="13427" y="15778"/>
                    </a:lnTo>
                    <a:lnTo>
                      <a:pt x="13707" y="15359"/>
                    </a:lnTo>
                    <a:lnTo>
                      <a:pt x="13970" y="14850"/>
                    </a:lnTo>
                    <a:lnTo>
                      <a:pt x="14216" y="14401"/>
                    </a:lnTo>
                    <a:lnTo>
                      <a:pt x="14443" y="13802"/>
                    </a:lnTo>
                    <a:lnTo>
                      <a:pt x="14689" y="13293"/>
                    </a:lnTo>
                    <a:lnTo>
                      <a:pt x="14969" y="12754"/>
                    </a:lnTo>
                    <a:lnTo>
                      <a:pt x="15197" y="12275"/>
                    </a:lnTo>
                    <a:lnTo>
                      <a:pt x="15460" y="11647"/>
                    </a:lnTo>
                    <a:lnTo>
                      <a:pt x="15688" y="11108"/>
                    </a:lnTo>
                    <a:lnTo>
                      <a:pt x="15916" y="10599"/>
                    </a:lnTo>
                    <a:lnTo>
                      <a:pt x="16144" y="10060"/>
                    </a:lnTo>
                    <a:lnTo>
                      <a:pt x="16389" y="9491"/>
                    </a:lnTo>
                    <a:lnTo>
                      <a:pt x="16617" y="8892"/>
                    </a:lnTo>
                    <a:lnTo>
                      <a:pt x="16862" y="8353"/>
                    </a:lnTo>
                    <a:lnTo>
                      <a:pt x="17073" y="7814"/>
                    </a:lnTo>
                    <a:lnTo>
                      <a:pt x="17283" y="7275"/>
                    </a:lnTo>
                    <a:lnTo>
                      <a:pt x="17493" y="6737"/>
                    </a:lnTo>
                    <a:lnTo>
                      <a:pt x="17721" y="6257"/>
                    </a:lnTo>
                    <a:lnTo>
                      <a:pt x="17932" y="5749"/>
                    </a:lnTo>
                    <a:lnTo>
                      <a:pt x="18107" y="5240"/>
                    </a:lnTo>
                    <a:lnTo>
                      <a:pt x="18300" y="4701"/>
                    </a:lnTo>
                    <a:lnTo>
                      <a:pt x="18493" y="4281"/>
                    </a:lnTo>
                    <a:lnTo>
                      <a:pt x="18668" y="3862"/>
                    </a:lnTo>
                    <a:lnTo>
                      <a:pt x="18843" y="3383"/>
                    </a:lnTo>
                    <a:lnTo>
                      <a:pt x="19018" y="2964"/>
                    </a:lnTo>
                    <a:lnTo>
                      <a:pt x="19176" y="2605"/>
                    </a:lnTo>
                    <a:lnTo>
                      <a:pt x="19334" y="2275"/>
                    </a:lnTo>
                    <a:lnTo>
                      <a:pt x="19492" y="1886"/>
                    </a:lnTo>
                    <a:lnTo>
                      <a:pt x="19614" y="1677"/>
                    </a:lnTo>
                    <a:lnTo>
                      <a:pt x="19737" y="1347"/>
                    </a:lnTo>
                    <a:lnTo>
                      <a:pt x="19877" y="1078"/>
                    </a:lnTo>
                    <a:lnTo>
                      <a:pt x="19982" y="838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5873" name="矩形 57"/>
            <p:cNvSpPr>
              <a:spLocks noChangeArrowheads="1"/>
            </p:cNvSpPr>
            <p:nvPr/>
          </p:nvSpPr>
          <p:spPr bwMode="auto">
            <a:xfrm>
              <a:off x="335128" y="2090228"/>
              <a:ext cx="876312" cy="1570059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</p:grpSp>
      <p:grpSp>
        <p:nvGrpSpPr>
          <p:cNvPr id="6" name="组合 59"/>
          <p:cNvGrpSpPr>
            <a:grpSpLocks/>
          </p:cNvGrpSpPr>
          <p:nvPr/>
        </p:nvGrpSpPr>
        <p:grpSpPr bwMode="auto">
          <a:xfrm>
            <a:off x="269875" y="3903663"/>
            <a:ext cx="7902575" cy="1176337"/>
            <a:chOff x="61502" y="3903669"/>
            <a:chExt cx="9210738" cy="1175533"/>
          </a:xfrm>
        </p:grpSpPr>
        <p:grpSp>
          <p:nvGrpSpPr>
            <p:cNvPr id="35860" name="组合 56"/>
            <p:cNvGrpSpPr>
              <a:grpSpLocks/>
            </p:cNvGrpSpPr>
            <p:nvPr/>
          </p:nvGrpSpPr>
          <p:grpSpPr bwMode="auto">
            <a:xfrm>
              <a:off x="61502" y="3903669"/>
              <a:ext cx="8537811" cy="1175533"/>
              <a:chOff x="-157512" y="3926646"/>
              <a:chExt cx="8537811" cy="1175533"/>
            </a:xfrm>
          </p:grpSpPr>
          <p:graphicFrame>
            <p:nvGraphicFramePr>
              <p:cNvPr id="35862" name="Object 12"/>
              <p:cNvGraphicFramePr>
                <a:graphicFrameLocks noChangeAspect="1"/>
              </p:cNvGraphicFramePr>
              <p:nvPr/>
            </p:nvGraphicFramePr>
            <p:xfrm>
              <a:off x="6215149" y="3926646"/>
              <a:ext cx="357220" cy="4246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057" name="Equation" r:id="rId15" imgW="139579" imgH="164957" progId="Equation.DSMT4">
                      <p:embed/>
                    </p:oleObj>
                  </mc:Choice>
                  <mc:Fallback>
                    <p:oleObj name="Equation" r:id="rId15" imgW="139579" imgH="164957" progId="Equation.DSMT4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215149" y="3926646"/>
                            <a:ext cx="357220" cy="42462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863" name="Object 14"/>
              <p:cNvGraphicFramePr>
                <a:graphicFrameLocks noChangeAspect="1"/>
              </p:cNvGraphicFramePr>
              <p:nvPr/>
            </p:nvGraphicFramePr>
            <p:xfrm>
              <a:off x="1504908" y="3940182"/>
              <a:ext cx="433388" cy="3746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058" name="Equation" r:id="rId17" imgW="126835" imgH="139518" progId="Equation.DSMT4">
                      <p:embed/>
                    </p:oleObj>
                  </mc:Choice>
                  <mc:Fallback>
                    <p:oleObj name="Equation" r:id="rId17" imgW="126835" imgH="139518" progId="Equation.DSMT4">
                      <p:embed/>
                      <p:pic>
                        <p:nvPicPr>
                          <p:cNvPr id="0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04908" y="3940182"/>
                            <a:ext cx="433388" cy="3746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35864" name="组合 55"/>
              <p:cNvGrpSpPr>
                <a:grpSpLocks/>
              </p:cNvGrpSpPr>
              <p:nvPr/>
            </p:nvGrpSpPr>
            <p:grpSpPr bwMode="auto">
              <a:xfrm>
                <a:off x="-157512" y="4046538"/>
                <a:ext cx="8537811" cy="1055641"/>
                <a:chOff x="-157512" y="4046538"/>
                <a:chExt cx="8537811" cy="1055641"/>
              </a:xfrm>
            </p:grpSpPr>
            <p:sp>
              <p:nvSpPr>
                <p:cNvPr id="35865" name="Freeform 15"/>
                <p:cNvSpPr>
                  <a:spLocks/>
                </p:cNvSpPr>
                <p:nvPr/>
              </p:nvSpPr>
              <p:spPr bwMode="auto">
                <a:xfrm>
                  <a:off x="2724851" y="4711654"/>
                  <a:ext cx="3181035" cy="390525"/>
                </a:xfrm>
                <a:custGeom>
                  <a:avLst/>
                  <a:gdLst>
                    <a:gd name="T0" fmla="*/ 2147483646 w 20000"/>
                    <a:gd name="T1" fmla="*/ 0 h 20000"/>
                    <a:gd name="T2" fmla="*/ 2147483646 w 20000"/>
                    <a:gd name="T3" fmla="*/ 0 h 20000"/>
                    <a:gd name="T4" fmla="*/ 2147483646 w 20000"/>
                    <a:gd name="T5" fmla="*/ 0 h 20000"/>
                    <a:gd name="T6" fmla="*/ 2147483646 w 20000"/>
                    <a:gd name="T7" fmla="*/ 2147483646 h 20000"/>
                    <a:gd name="T8" fmla="*/ 2147483646 w 20000"/>
                    <a:gd name="T9" fmla="*/ 2147483646 h 20000"/>
                    <a:gd name="T10" fmla="*/ 2147483646 w 20000"/>
                    <a:gd name="T11" fmla="*/ 2147483646 h 20000"/>
                    <a:gd name="T12" fmla="*/ 2147483646 w 20000"/>
                    <a:gd name="T13" fmla="*/ 2147483646 h 20000"/>
                    <a:gd name="T14" fmla="*/ 2147483646 w 20000"/>
                    <a:gd name="T15" fmla="*/ 2147483646 h 20000"/>
                    <a:gd name="T16" fmla="*/ 2147483646 w 20000"/>
                    <a:gd name="T17" fmla="*/ 2147483646 h 20000"/>
                    <a:gd name="T18" fmla="*/ 2147483646 w 20000"/>
                    <a:gd name="T19" fmla="*/ 2147483646 h 20000"/>
                    <a:gd name="T20" fmla="*/ 2147483646 w 20000"/>
                    <a:gd name="T21" fmla="*/ 2147483646 h 20000"/>
                    <a:gd name="T22" fmla="*/ 2147483646 w 20000"/>
                    <a:gd name="T23" fmla="*/ 2147483646 h 20000"/>
                    <a:gd name="T24" fmla="*/ 2147483646 w 20000"/>
                    <a:gd name="T25" fmla="*/ 2147483646 h 20000"/>
                    <a:gd name="T26" fmla="*/ 2147483646 w 20000"/>
                    <a:gd name="T27" fmla="*/ 2147483646 h 20000"/>
                    <a:gd name="T28" fmla="*/ 2147483646 w 20000"/>
                    <a:gd name="T29" fmla="*/ 2147483646 h 20000"/>
                    <a:gd name="T30" fmla="*/ 2147483646 w 20000"/>
                    <a:gd name="T31" fmla="*/ 2147483646 h 20000"/>
                    <a:gd name="T32" fmla="*/ 2147483646 w 20000"/>
                    <a:gd name="T33" fmla="*/ 2147483646 h 20000"/>
                    <a:gd name="T34" fmla="*/ 2147483646 w 20000"/>
                    <a:gd name="T35" fmla="*/ 2147483646 h 20000"/>
                    <a:gd name="T36" fmla="*/ 2147483646 w 20000"/>
                    <a:gd name="T37" fmla="*/ 2147483646 h 20000"/>
                    <a:gd name="T38" fmla="*/ 2147483646 w 20000"/>
                    <a:gd name="T39" fmla="*/ 2147483646 h 20000"/>
                    <a:gd name="T40" fmla="*/ 2147483646 w 20000"/>
                    <a:gd name="T41" fmla="*/ 2147483646 h 20000"/>
                    <a:gd name="T42" fmla="*/ 2147483646 w 20000"/>
                    <a:gd name="T43" fmla="*/ 2147483646 h 20000"/>
                    <a:gd name="T44" fmla="*/ 2147483646 w 20000"/>
                    <a:gd name="T45" fmla="*/ 2147483646 h 20000"/>
                    <a:gd name="T46" fmla="*/ 2147483646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96" y="654"/>
                      </a:lnTo>
                      <a:lnTo>
                        <a:pt x="402" y="1242"/>
                      </a:lnTo>
                      <a:lnTo>
                        <a:pt x="599" y="1895"/>
                      </a:lnTo>
                      <a:lnTo>
                        <a:pt x="795" y="2549"/>
                      </a:lnTo>
                      <a:lnTo>
                        <a:pt x="982" y="3137"/>
                      </a:lnTo>
                      <a:lnTo>
                        <a:pt x="1188" y="3725"/>
                      </a:lnTo>
                      <a:lnTo>
                        <a:pt x="1384" y="4379"/>
                      </a:lnTo>
                      <a:lnTo>
                        <a:pt x="1581" y="4967"/>
                      </a:lnTo>
                      <a:lnTo>
                        <a:pt x="1777" y="5556"/>
                      </a:lnTo>
                      <a:lnTo>
                        <a:pt x="1983" y="6144"/>
                      </a:lnTo>
                      <a:lnTo>
                        <a:pt x="2180" y="6732"/>
                      </a:lnTo>
                      <a:lnTo>
                        <a:pt x="2376" y="7320"/>
                      </a:lnTo>
                      <a:lnTo>
                        <a:pt x="2563" y="7908"/>
                      </a:lnTo>
                      <a:lnTo>
                        <a:pt x="2769" y="8497"/>
                      </a:lnTo>
                      <a:lnTo>
                        <a:pt x="2965" y="9020"/>
                      </a:lnTo>
                      <a:lnTo>
                        <a:pt x="3162" y="9608"/>
                      </a:lnTo>
                      <a:lnTo>
                        <a:pt x="3368" y="10131"/>
                      </a:lnTo>
                      <a:lnTo>
                        <a:pt x="3564" y="10654"/>
                      </a:lnTo>
                      <a:lnTo>
                        <a:pt x="3761" y="11242"/>
                      </a:lnTo>
                      <a:lnTo>
                        <a:pt x="3966" y="11699"/>
                      </a:lnTo>
                      <a:lnTo>
                        <a:pt x="4163" y="12222"/>
                      </a:lnTo>
                      <a:lnTo>
                        <a:pt x="4359" y="12680"/>
                      </a:lnTo>
                      <a:lnTo>
                        <a:pt x="4574" y="13203"/>
                      </a:lnTo>
                      <a:lnTo>
                        <a:pt x="4790" y="13660"/>
                      </a:lnTo>
                      <a:lnTo>
                        <a:pt x="4977" y="14118"/>
                      </a:lnTo>
                      <a:lnTo>
                        <a:pt x="5173" y="14575"/>
                      </a:lnTo>
                      <a:lnTo>
                        <a:pt x="5370" y="15033"/>
                      </a:lnTo>
                      <a:lnTo>
                        <a:pt x="5566" y="15425"/>
                      </a:lnTo>
                      <a:lnTo>
                        <a:pt x="5781" y="15817"/>
                      </a:lnTo>
                      <a:lnTo>
                        <a:pt x="5978" y="16209"/>
                      </a:lnTo>
                      <a:lnTo>
                        <a:pt x="6183" y="16601"/>
                      </a:lnTo>
                      <a:lnTo>
                        <a:pt x="6380" y="16928"/>
                      </a:lnTo>
                      <a:lnTo>
                        <a:pt x="6576" y="17320"/>
                      </a:lnTo>
                      <a:lnTo>
                        <a:pt x="6791" y="17582"/>
                      </a:lnTo>
                      <a:lnTo>
                        <a:pt x="6988" y="17908"/>
                      </a:lnTo>
                      <a:lnTo>
                        <a:pt x="7203" y="18235"/>
                      </a:lnTo>
                      <a:lnTo>
                        <a:pt x="7399" y="18497"/>
                      </a:lnTo>
                      <a:lnTo>
                        <a:pt x="7615" y="18758"/>
                      </a:lnTo>
                      <a:lnTo>
                        <a:pt x="7811" y="18954"/>
                      </a:lnTo>
                      <a:lnTo>
                        <a:pt x="8026" y="19150"/>
                      </a:lnTo>
                      <a:lnTo>
                        <a:pt x="8241" y="19346"/>
                      </a:lnTo>
                      <a:lnTo>
                        <a:pt x="8438" y="19477"/>
                      </a:lnTo>
                      <a:lnTo>
                        <a:pt x="8644" y="19673"/>
                      </a:lnTo>
                      <a:lnTo>
                        <a:pt x="8859" y="19739"/>
                      </a:lnTo>
                      <a:lnTo>
                        <a:pt x="9055" y="19869"/>
                      </a:lnTo>
                      <a:lnTo>
                        <a:pt x="9270" y="19935"/>
                      </a:lnTo>
                      <a:lnTo>
                        <a:pt x="9486" y="19935"/>
                      </a:lnTo>
                      <a:lnTo>
                        <a:pt x="9691" y="19935"/>
                      </a:lnTo>
                      <a:lnTo>
                        <a:pt x="9906" y="19935"/>
                      </a:lnTo>
                      <a:lnTo>
                        <a:pt x="10122" y="19935"/>
                      </a:lnTo>
                      <a:lnTo>
                        <a:pt x="10327" y="19804"/>
                      </a:lnTo>
                      <a:lnTo>
                        <a:pt x="10552" y="19673"/>
                      </a:lnTo>
                      <a:lnTo>
                        <a:pt x="10795" y="19542"/>
                      </a:lnTo>
                      <a:lnTo>
                        <a:pt x="11020" y="19346"/>
                      </a:lnTo>
                      <a:lnTo>
                        <a:pt x="11244" y="19150"/>
                      </a:lnTo>
                      <a:lnTo>
                        <a:pt x="11478" y="18824"/>
                      </a:lnTo>
                      <a:lnTo>
                        <a:pt x="11712" y="18562"/>
                      </a:lnTo>
                      <a:lnTo>
                        <a:pt x="11964" y="18235"/>
                      </a:lnTo>
                      <a:lnTo>
                        <a:pt x="12208" y="17908"/>
                      </a:lnTo>
                      <a:lnTo>
                        <a:pt x="12460" y="17516"/>
                      </a:lnTo>
                      <a:lnTo>
                        <a:pt x="12713" y="17124"/>
                      </a:lnTo>
                      <a:lnTo>
                        <a:pt x="12956" y="16732"/>
                      </a:lnTo>
                      <a:lnTo>
                        <a:pt x="13199" y="16275"/>
                      </a:lnTo>
                      <a:lnTo>
                        <a:pt x="13442" y="15817"/>
                      </a:lnTo>
                      <a:lnTo>
                        <a:pt x="13704" y="15359"/>
                      </a:lnTo>
                      <a:lnTo>
                        <a:pt x="13957" y="14837"/>
                      </a:lnTo>
                      <a:lnTo>
                        <a:pt x="14210" y="14379"/>
                      </a:lnTo>
                      <a:lnTo>
                        <a:pt x="14443" y="13791"/>
                      </a:lnTo>
                      <a:lnTo>
                        <a:pt x="14696" y="13333"/>
                      </a:lnTo>
                      <a:lnTo>
                        <a:pt x="14958" y="12810"/>
                      </a:lnTo>
                      <a:lnTo>
                        <a:pt x="15201" y="12222"/>
                      </a:lnTo>
                      <a:lnTo>
                        <a:pt x="15454" y="11699"/>
                      </a:lnTo>
                      <a:lnTo>
                        <a:pt x="15688" y="11111"/>
                      </a:lnTo>
                      <a:lnTo>
                        <a:pt x="15921" y="10588"/>
                      </a:lnTo>
                      <a:lnTo>
                        <a:pt x="16146" y="10065"/>
                      </a:lnTo>
                      <a:lnTo>
                        <a:pt x="16389" y="9477"/>
                      </a:lnTo>
                      <a:lnTo>
                        <a:pt x="16614" y="8889"/>
                      </a:lnTo>
                      <a:lnTo>
                        <a:pt x="16848" y="8366"/>
                      </a:lnTo>
                      <a:lnTo>
                        <a:pt x="17072" y="7843"/>
                      </a:lnTo>
                      <a:lnTo>
                        <a:pt x="17287" y="7320"/>
                      </a:lnTo>
                      <a:lnTo>
                        <a:pt x="17493" y="6732"/>
                      </a:lnTo>
                      <a:lnTo>
                        <a:pt x="17717" y="6275"/>
                      </a:lnTo>
                      <a:lnTo>
                        <a:pt x="17923" y="5752"/>
                      </a:lnTo>
                      <a:lnTo>
                        <a:pt x="18120" y="5163"/>
                      </a:lnTo>
                      <a:lnTo>
                        <a:pt x="18307" y="4706"/>
                      </a:lnTo>
                      <a:lnTo>
                        <a:pt x="18494" y="4314"/>
                      </a:lnTo>
                      <a:lnTo>
                        <a:pt x="18681" y="3856"/>
                      </a:lnTo>
                      <a:lnTo>
                        <a:pt x="18849" y="3399"/>
                      </a:lnTo>
                      <a:lnTo>
                        <a:pt x="19018" y="3007"/>
                      </a:lnTo>
                      <a:lnTo>
                        <a:pt x="19177" y="2614"/>
                      </a:lnTo>
                      <a:lnTo>
                        <a:pt x="19336" y="2222"/>
                      </a:lnTo>
                      <a:lnTo>
                        <a:pt x="19486" y="1895"/>
                      </a:lnTo>
                      <a:lnTo>
                        <a:pt x="19616" y="1569"/>
                      </a:lnTo>
                      <a:lnTo>
                        <a:pt x="19747" y="1307"/>
                      </a:lnTo>
                      <a:lnTo>
                        <a:pt x="19878" y="1046"/>
                      </a:lnTo>
                      <a:lnTo>
                        <a:pt x="19991" y="850"/>
                      </a:lnTo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866" name="Line 16"/>
                <p:cNvSpPr>
                  <a:spLocks noChangeShapeType="1"/>
                </p:cNvSpPr>
                <p:nvPr/>
              </p:nvSpPr>
              <p:spPr bwMode="auto">
                <a:xfrm flipV="1">
                  <a:off x="1254125" y="4046538"/>
                  <a:ext cx="0" cy="685800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867" name="Line 17"/>
                <p:cNvSpPr>
                  <a:spLocks noChangeShapeType="1"/>
                </p:cNvSpPr>
                <p:nvPr/>
              </p:nvSpPr>
              <p:spPr bwMode="auto">
                <a:xfrm>
                  <a:off x="1254125" y="4732338"/>
                  <a:ext cx="7126174" cy="0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35868" name="组合 51"/>
                <p:cNvGrpSpPr>
                  <a:grpSpLocks/>
                </p:cNvGrpSpPr>
                <p:nvPr/>
              </p:nvGrpSpPr>
              <p:grpSpPr bwMode="auto">
                <a:xfrm>
                  <a:off x="-157512" y="4297363"/>
                  <a:ext cx="2952979" cy="446087"/>
                  <a:chOff x="1266431" y="1858941"/>
                  <a:chExt cx="2953019" cy="446088"/>
                </a:xfrm>
              </p:grpSpPr>
              <p:sp>
                <p:nvSpPr>
                  <p:cNvPr id="35870" name="Freeform 14"/>
                  <p:cNvSpPr>
                    <a:spLocks/>
                  </p:cNvSpPr>
                  <p:nvPr/>
                </p:nvSpPr>
                <p:spPr bwMode="auto">
                  <a:xfrm>
                    <a:off x="1328730" y="1895454"/>
                    <a:ext cx="2890720" cy="409575"/>
                  </a:xfrm>
                  <a:custGeom>
                    <a:avLst/>
                    <a:gdLst>
                      <a:gd name="T0" fmla="*/ 2147483646 w 20000"/>
                      <a:gd name="T1" fmla="*/ 2147483646 h 20000"/>
                      <a:gd name="T2" fmla="*/ 2147483646 w 20000"/>
                      <a:gd name="T3" fmla="*/ 2147483646 h 20000"/>
                      <a:gd name="T4" fmla="*/ 2147483646 w 20000"/>
                      <a:gd name="T5" fmla="*/ 2147483646 h 20000"/>
                      <a:gd name="T6" fmla="*/ 2147483646 w 20000"/>
                      <a:gd name="T7" fmla="*/ 2147483646 h 20000"/>
                      <a:gd name="T8" fmla="*/ 2147483646 w 20000"/>
                      <a:gd name="T9" fmla="*/ 2147483646 h 20000"/>
                      <a:gd name="T10" fmla="*/ 2147483646 w 20000"/>
                      <a:gd name="T11" fmla="*/ 2147483646 h 20000"/>
                      <a:gd name="T12" fmla="*/ 2147483646 w 20000"/>
                      <a:gd name="T13" fmla="*/ 2147483646 h 20000"/>
                      <a:gd name="T14" fmla="*/ 2147483646 w 20000"/>
                      <a:gd name="T15" fmla="*/ 2147483646 h 20000"/>
                      <a:gd name="T16" fmla="*/ 2147483646 w 20000"/>
                      <a:gd name="T17" fmla="*/ 2147483646 h 20000"/>
                      <a:gd name="T18" fmla="*/ 2147483646 w 20000"/>
                      <a:gd name="T19" fmla="*/ 2147483646 h 20000"/>
                      <a:gd name="T20" fmla="*/ 2147483646 w 20000"/>
                      <a:gd name="T21" fmla="*/ 2147483646 h 20000"/>
                      <a:gd name="T22" fmla="*/ 2147483646 w 20000"/>
                      <a:gd name="T23" fmla="*/ 2147483646 h 20000"/>
                      <a:gd name="T24" fmla="*/ 2147483646 w 20000"/>
                      <a:gd name="T25" fmla="*/ 2147483646 h 20000"/>
                      <a:gd name="T26" fmla="*/ 2147483646 w 20000"/>
                      <a:gd name="T27" fmla="*/ 2147483646 h 20000"/>
                      <a:gd name="T28" fmla="*/ 2147483646 w 20000"/>
                      <a:gd name="T29" fmla="*/ 2147483646 h 20000"/>
                      <a:gd name="T30" fmla="*/ 2147483646 w 20000"/>
                      <a:gd name="T31" fmla="*/ 2147483646 h 20000"/>
                      <a:gd name="T32" fmla="*/ 2147483646 w 20000"/>
                      <a:gd name="T33" fmla="*/ 0 h 20000"/>
                      <a:gd name="T34" fmla="*/ 2147483646 w 20000"/>
                      <a:gd name="T35" fmla="*/ 0 h 20000"/>
                      <a:gd name="T36" fmla="*/ 2147483646 w 20000"/>
                      <a:gd name="T37" fmla="*/ 0 h 20000"/>
                      <a:gd name="T38" fmla="*/ 2147483646 w 20000"/>
                      <a:gd name="T39" fmla="*/ 0 h 20000"/>
                      <a:gd name="T40" fmla="*/ 2147483646 w 20000"/>
                      <a:gd name="T41" fmla="*/ 0 h 20000"/>
                      <a:gd name="T42" fmla="*/ 2147483646 w 20000"/>
                      <a:gd name="T43" fmla="*/ 0 h 20000"/>
                      <a:gd name="T44" fmla="*/ 2147483646 w 20000"/>
                      <a:gd name="T45" fmla="*/ 0 h 20000"/>
                      <a:gd name="T46" fmla="*/ 2147483646 w 20000"/>
                      <a:gd name="T47" fmla="*/ 0 h 20000"/>
                      <a:gd name="T48" fmla="*/ 2147483646 w 20000"/>
                      <a:gd name="T49" fmla="*/ 0 h 20000"/>
                      <a:gd name="T50" fmla="*/ 2147483646 w 20000"/>
                      <a:gd name="T51" fmla="*/ 0 h 20000"/>
                      <a:gd name="T52" fmla="*/ 2147483646 w 20000"/>
                      <a:gd name="T53" fmla="*/ 0 h 20000"/>
                      <a:gd name="T54" fmla="*/ 2147483646 w 20000"/>
                      <a:gd name="T55" fmla="*/ 0 h 20000"/>
                      <a:gd name="T56" fmla="*/ 2147483646 w 20000"/>
                      <a:gd name="T57" fmla="*/ 0 h 20000"/>
                      <a:gd name="T58" fmla="*/ 2147483646 w 20000"/>
                      <a:gd name="T59" fmla="*/ 0 h 20000"/>
                      <a:gd name="T60" fmla="*/ 2147483646 w 20000"/>
                      <a:gd name="T61" fmla="*/ 2147483646 h 20000"/>
                      <a:gd name="T62" fmla="*/ 2147483646 w 20000"/>
                      <a:gd name="T63" fmla="*/ 2147483646 h 20000"/>
                      <a:gd name="T64" fmla="*/ 2147483646 w 20000"/>
                      <a:gd name="T65" fmla="*/ 2147483646 h 20000"/>
                      <a:gd name="T66" fmla="*/ 2147483646 w 20000"/>
                      <a:gd name="T67" fmla="*/ 2147483646 h 20000"/>
                      <a:gd name="T68" fmla="*/ 2147483646 w 20000"/>
                      <a:gd name="T69" fmla="*/ 2147483646 h 20000"/>
                      <a:gd name="T70" fmla="*/ 2147483646 w 20000"/>
                      <a:gd name="T71" fmla="*/ 2147483646 h 20000"/>
                      <a:gd name="T72" fmla="*/ 2147483646 w 20000"/>
                      <a:gd name="T73" fmla="*/ 2147483646 h 20000"/>
                      <a:gd name="T74" fmla="*/ 2147483646 w 20000"/>
                      <a:gd name="T75" fmla="*/ 2147483646 h 20000"/>
                      <a:gd name="T76" fmla="*/ 2147483646 w 20000"/>
                      <a:gd name="T77" fmla="*/ 2147483646 h 20000"/>
                      <a:gd name="T78" fmla="*/ 2147483646 w 20000"/>
                      <a:gd name="T79" fmla="*/ 2147483646 h 20000"/>
                      <a:gd name="T80" fmla="*/ 2147483646 w 20000"/>
                      <a:gd name="T81" fmla="*/ 2147483646 h 20000"/>
                      <a:gd name="T82" fmla="*/ 2147483646 w 20000"/>
                      <a:gd name="T83" fmla="*/ 2147483646 h 20000"/>
                      <a:gd name="T84" fmla="*/ 2147483646 w 20000"/>
                      <a:gd name="T85" fmla="*/ 2147483646 h 20000"/>
                      <a:gd name="T86" fmla="*/ 2147483646 w 20000"/>
                      <a:gd name="T87" fmla="*/ 2147483646 h 20000"/>
                      <a:gd name="T88" fmla="*/ 2147483646 w 20000"/>
                      <a:gd name="T89" fmla="*/ 2147483646 h 20000"/>
                      <a:gd name="T90" fmla="*/ 2147483646 w 20000"/>
                      <a:gd name="T91" fmla="*/ 2147483646 h 20000"/>
                      <a:gd name="T92" fmla="*/ 2147483646 w 20000"/>
                      <a:gd name="T93" fmla="*/ 2147483646 h 20000"/>
                      <a:gd name="T94" fmla="*/ 2147483646 w 20000"/>
                      <a:gd name="T95" fmla="*/ 2147483646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19117"/>
                        </a:moveTo>
                        <a:lnTo>
                          <a:pt x="229" y="18549"/>
                        </a:lnTo>
                        <a:lnTo>
                          <a:pt x="438" y="17855"/>
                        </a:lnTo>
                        <a:lnTo>
                          <a:pt x="666" y="17287"/>
                        </a:lnTo>
                        <a:lnTo>
                          <a:pt x="885" y="16656"/>
                        </a:lnTo>
                        <a:lnTo>
                          <a:pt x="1104" y="16088"/>
                        </a:lnTo>
                        <a:lnTo>
                          <a:pt x="1323" y="15521"/>
                        </a:lnTo>
                        <a:lnTo>
                          <a:pt x="1551" y="14890"/>
                        </a:lnTo>
                        <a:lnTo>
                          <a:pt x="1760" y="14322"/>
                        </a:lnTo>
                        <a:lnTo>
                          <a:pt x="1989" y="13754"/>
                        </a:lnTo>
                        <a:lnTo>
                          <a:pt x="2228" y="13123"/>
                        </a:lnTo>
                        <a:lnTo>
                          <a:pt x="2447" y="12555"/>
                        </a:lnTo>
                        <a:lnTo>
                          <a:pt x="2675" y="12050"/>
                        </a:lnTo>
                        <a:lnTo>
                          <a:pt x="2884" y="11420"/>
                        </a:lnTo>
                        <a:lnTo>
                          <a:pt x="3113" y="10915"/>
                        </a:lnTo>
                        <a:lnTo>
                          <a:pt x="3342" y="10347"/>
                        </a:lnTo>
                        <a:lnTo>
                          <a:pt x="3550" y="9779"/>
                        </a:lnTo>
                        <a:lnTo>
                          <a:pt x="3779" y="9274"/>
                        </a:lnTo>
                        <a:lnTo>
                          <a:pt x="3998" y="8770"/>
                        </a:lnTo>
                        <a:lnTo>
                          <a:pt x="4227" y="8202"/>
                        </a:lnTo>
                        <a:lnTo>
                          <a:pt x="4436" y="7697"/>
                        </a:lnTo>
                        <a:lnTo>
                          <a:pt x="4664" y="7256"/>
                        </a:lnTo>
                        <a:lnTo>
                          <a:pt x="4883" y="6814"/>
                        </a:lnTo>
                        <a:lnTo>
                          <a:pt x="5112" y="6309"/>
                        </a:lnTo>
                        <a:lnTo>
                          <a:pt x="5341" y="5868"/>
                        </a:lnTo>
                        <a:lnTo>
                          <a:pt x="5549" y="5426"/>
                        </a:lnTo>
                        <a:lnTo>
                          <a:pt x="5758" y="4984"/>
                        </a:lnTo>
                        <a:lnTo>
                          <a:pt x="5977" y="4543"/>
                        </a:lnTo>
                        <a:lnTo>
                          <a:pt x="6196" y="4164"/>
                        </a:lnTo>
                        <a:lnTo>
                          <a:pt x="6425" y="3785"/>
                        </a:lnTo>
                        <a:lnTo>
                          <a:pt x="6634" y="3407"/>
                        </a:lnTo>
                        <a:lnTo>
                          <a:pt x="6862" y="3028"/>
                        </a:lnTo>
                        <a:lnTo>
                          <a:pt x="7091" y="2713"/>
                        </a:lnTo>
                        <a:lnTo>
                          <a:pt x="7280" y="2397"/>
                        </a:lnTo>
                        <a:lnTo>
                          <a:pt x="7509" y="2082"/>
                        </a:lnTo>
                        <a:lnTo>
                          <a:pt x="7737" y="1830"/>
                        </a:lnTo>
                        <a:lnTo>
                          <a:pt x="7956" y="1514"/>
                        </a:lnTo>
                        <a:lnTo>
                          <a:pt x="8155" y="1262"/>
                        </a:lnTo>
                        <a:lnTo>
                          <a:pt x="8374" y="1073"/>
                        </a:lnTo>
                        <a:lnTo>
                          <a:pt x="8583" y="820"/>
                        </a:lnTo>
                        <a:lnTo>
                          <a:pt x="8812" y="694"/>
                        </a:lnTo>
                        <a:lnTo>
                          <a:pt x="9020" y="505"/>
                        </a:lnTo>
                        <a:lnTo>
                          <a:pt x="9229" y="379"/>
                        </a:lnTo>
                        <a:lnTo>
                          <a:pt x="9448" y="252"/>
                        </a:lnTo>
                        <a:lnTo>
                          <a:pt x="9647" y="126"/>
                        </a:lnTo>
                        <a:lnTo>
                          <a:pt x="9856" y="63"/>
                        </a:lnTo>
                        <a:lnTo>
                          <a:pt x="10075" y="63"/>
                        </a:lnTo>
                        <a:lnTo>
                          <a:pt x="10293" y="0"/>
                        </a:lnTo>
                        <a:lnTo>
                          <a:pt x="10502" y="63"/>
                        </a:lnTo>
                        <a:lnTo>
                          <a:pt x="10701" y="63"/>
                        </a:lnTo>
                        <a:lnTo>
                          <a:pt x="10910" y="63"/>
                        </a:lnTo>
                        <a:lnTo>
                          <a:pt x="11129" y="252"/>
                        </a:lnTo>
                        <a:lnTo>
                          <a:pt x="11338" y="315"/>
                        </a:lnTo>
                        <a:lnTo>
                          <a:pt x="11566" y="505"/>
                        </a:lnTo>
                        <a:lnTo>
                          <a:pt x="11785" y="757"/>
                        </a:lnTo>
                        <a:lnTo>
                          <a:pt x="12004" y="1009"/>
                        </a:lnTo>
                        <a:lnTo>
                          <a:pt x="12223" y="1262"/>
                        </a:lnTo>
                        <a:lnTo>
                          <a:pt x="12452" y="1514"/>
                        </a:lnTo>
                        <a:lnTo>
                          <a:pt x="12690" y="1893"/>
                        </a:lnTo>
                        <a:lnTo>
                          <a:pt x="12909" y="2271"/>
                        </a:lnTo>
                        <a:lnTo>
                          <a:pt x="13148" y="2713"/>
                        </a:lnTo>
                        <a:lnTo>
                          <a:pt x="13376" y="3091"/>
                        </a:lnTo>
                        <a:lnTo>
                          <a:pt x="13615" y="3533"/>
                        </a:lnTo>
                        <a:lnTo>
                          <a:pt x="13844" y="3975"/>
                        </a:lnTo>
                        <a:lnTo>
                          <a:pt x="14063" y="4479"/>
                        </a:lnTo>
                        <a:lnTo>
                          <a:pt x="14291" y="4921"/>
                        </a:lnTo>
                        <a:lnTo>
                          <a:pt x="14530" y="5489"/>
                        </a:lnTo>
                        <a:lnTo>
                          <a:pt x="14759" y="5994"/>
                        </a:lnTo>
                        <a:lnTo>
                          <a:pt x="14998" y="6498"/>
                        </a:lnTo>
                        <a:lnTo>
                          <a:pt x="15216" y="7066"/>
                        </a:lnTo>
                        <a:lnTo>
                          <a:pt x="15445" y="7634"/>
                        </a:lnTo>
                        <a:lnTo>
                          <a:pt x="15684" y="8202"/>
                        </a:lnTo>
                        <a:lnTo>
                          <a:pt x="15893" y="8770"/>
                        </a:lnTo>
                        <a:lnTo>
                          <a:pt x="16101" y="9338"/>
                        </a:lnTo>
                        <a:lnTo>
                          <a:pt x="16320" y="9905"/>
                        </a:lnTo>
                        <a:lnTo>
                          <a:pt x="16529" y="10473"/>
                        </a:lnTo>
                        <a:lnTo>
                          <a:pt x="16738" y="11041"/>
                        </a:lnTo>
                        <a:lnTo>
                          <a:pt x="16957" y="11609"/>
                        </a:lnTo>
                        <a:lnTo>
                          <a:pt x="17156" y="12177"/>
                        </a:lnTo>
                        <a:lnTo>
                          <a:pt x="17355" y="12744"/>
                        </a:lnTo>
                        <a:lnTo>
                          <a:pt x="17553" y="13249"/>
                        </a:lnTo>
                        <a:lnTo>
                          <a:pt x="17732" y="13880"/>
                        </a:lnTo>
                        <a:lnTo>
                          <a:pt x="17931" y="14385"/>
                        </a:lnTo>
                        <a:lnTo>
                          <a:pt x="18120" y="14953"/>
                        </a:lnTo>
                        <a:lnTo>
                          <a:pt x="18289" y="15457"/>
                        </a:lnTo>
                        <a:lnTo>
                          <a:pt x="18468" y="15962"/>
                        </a:lnTo>
                        <a:lnTo>
                          <a:pt x="18637" y="16404"/>
                        </a:lnTo>
                        <a:lnTo>
                          <a:pt x="18797" y="16845"/>
                        </a:lnTo>
                        <a:lnTo>
                          <a:pt x="18956" y="17350"/>
                        </a:lnTo>
                        <a:lnTo>
                          <a:pt x="19095" y="17729"/>
                        </a:lnTo>
                        <a:lnTo>
                          <a:pt x="19254" y="18170"/>
                        </a:lnTo>
                        <a:lnTo>
                          <a:pt x="19393" y="18549"/>
                        </a:lnTo>
                        <a:lnTo>
                          <a:pt x="19523" y="18864"/>
                        </a:lnTo>
                        <a:lnTo>
                          <a:pt x="19642" y="19180"/>
                        </a:lnTo>
                        <a:lnTo>
                          <a:pt x="19771" y="19495"/>
                        </a:lnTo>
                        <a:lnTo>
                          <a:pt x="19881" y="19748"/>
                        </a:lnTo>
                        <a:lnTo>
                          <a:pt x="19990" y="19937"/>
                        </a:lnTo>
                      </a:path>
                    </a:pathLst>
                  </a:custGeom>
                  <a:noFill/>
                  <a:ln w="28575">
                    <a:solidFill>
                      <a:srgbClr val="FF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5871" name="矩形 53"/>
                  <p:cNvSpPr>
                    <a:spLocks noChangeArrowheads="1"/>
                  </p:cNvSpPr>
                  <p:nvPr/>
                </p:nvSpPr>
                <p:spPr bwMode="auto">
                  <a:xfrm>
                    <a:off x="1266431" y="1858941"/>
                    <a:ext cx="1387494" cy="43815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8100" algn="ctr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800"/>
                  </a:p>
                </p:txBody>
              </p:sp>
            </p:grpSp>
            <p:sp>
              <p:nvSpPr>
                <p:cNvPr id="35869" name="Freeform 14"/>
                <p:cNvSpPr>
                  <a:spLocks/>
                </p:cNvSpPr>
                <p:nvPr/>
              </p:nvSpPr>
              <p:spPr bwMode="auto">
                <a:xfrm>
                  <a:off x="5848091" y="4338061"/>
                  <a:ext cx="2390135" cy="409576"/>
                </a:xfrm>
                <a:custGeom>
                  <a:avLst/>
                  <a:gdLst>
                    <a:gd name="T0" fmla="*/ 2147483646 w 20000"/>
                    <a:gd name="T1" fmla="*/ 2147483646 h 20000"/>
                    <a:gd name="T2" fmla="*/ 2147483646 w 20000"/>
                    <a:gd name="T3" fmla="*/ 2147483646 h 20000"/>
                    <a:gd name="T4" fmla="*/ 2147483646 w 20000"/>
                    <a:gd name="T5" fmla="*/ 2147483646 h 20000"/>
                    <a:gd name="T6" fmla="*/ 2147483646 w 20000"/>
                    <a:gd name="T7" fmla="*/ 2147483646 h 20000"/>
                    <a:gd name="T8" fmla="*/ 2147483646 w 20000"/>
                    <a:gd name="T9" fmla="*/ 2147483646 h 20000"/>
                    <a:gd name="T10" fmla="*/ 2147483646 w 20000"/>
                    <a:gd name="T11" fmla="*/ 2147483646 h 20000"/>
                    <a:gd name="T12" fmla="*/ 2147483646 w 20000"/>
                    <a:gd name="T13" fmla="*/ 2147483646 h 20000"/>
                    <a:gd name="T14" fmla="*/ 2147483646 w 20000"/>
                    <a:gd name="T15" fmla="*/ 2147483646 h 20000"/>
                    <a:gd name="T16" fmla="*/ 2147483646 w 20000"/>
                    <a:gd name="T17" fmla="*/ 2147483646 h 20000"/>
                    <a:gd name="T18" fmla="*/ 2147483646 w 20000"/>
                    <a:gd name="T19" fmla="*/ 2147483646 h 20000"/>
                    <a:gd name="T20" fmla="*/ 2147483646 w 20000"/>
                    <a:gd name="T21" fmla="*/ 2147483646 h 20000"/>
                    <a:gd name="T22" fmla="*/ 2147483646 w 20000"/>
                    <a:gd name="T23" fmla="*/ 2147483646 h 20000"/>
                    <a:gd name="T24" fmla="*/ 2147483646 w 20000"/>
                    <a:gd name="T25" fmla="*/ 2147483646 h 20000"/>
                    <a:gd name="T26" fmla="*/ 2147483646 w 20000"/>
                    <a:gd name="T27" fmla="*/ 2147483646 h 20000"/>
                    <a:gd name="T28" fmla="*/ 2147483646 w 20000"/>
                    <a:gd name="T29" fmla="*/ 2147483646 h 20000"/>
                    <a:gd name="T30" fmla="*/ 2147483646 w 20000"/>
                    <a:gd name="T31" fmla="*/ 2147483646 h 20000"/>
                    <a:gd name="T32" fmla="*/ 2147483646 w 20000"/>
                    <a:gd name="T33" fmla="*/ 0 h 20000"/>
                    <a:gd name="T34" fmla="*/ 2147483646 w 20000"/>
                    <a:gd name="T35" fmla="*/ 0 h 20000"/>
                    <a:gd name="T36" fmla="*/ 2147483646 w 20000"/>
                    <a:gd name="T37" fmla="*/ 0 h 20000"/>
                    <a:gd name="T38" fmla="*/ 2147483646 w 20000"/>
                    <a:gd name="T39" fmla="*/ 0 h 20000"/>
                    <a:gd name="T40" fmla="*/ 2147483646 w 20000"/>
                    <a:gd name="T41" fmla="*/ 0 h 20000"/>
                    <a:gd name="T42" fmla="*/ 2147483646 w 20000"/>
                    <a:gd name="T43" fmla="*/ 0 h 20000"/>
                    <a:gd name="T44" fmla="*/ 2147483646 w 20000"/>
                    <a:gd name="T45" fmla="*/ 0 h 20000"/>
                    <a:gd name="T46" fmla="*/ 2147483646 w 20000"/>
                    <a:gd name="T47" fmla="*/ 0 h 20000"/>
                    <a:gd name="T48" fmla="*/ 2147483646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117"/>
                      </a:moveTo>
                      <a:lnTo>
                        <a:pt x="229" y="18549"/>
                      </a:lnTo>
                      <a:lnTo>
                        <a:pt x="438" y="17855"/>
                      </a:lnTo>
                      <a:lnTo>
                        <a:pt x="666" y="17287"/>
                      </a:lnTo>
                      <a:lnTo>
                        <a:pt x="885" y="16656"/>
                      </a:lnTo>
                      <a:lnTo>
                        <a:pt x="1104" y="16088"/>
                      </a:lnTo>
                      <a:lnTo>
                        <a:pt x="1323" y="15521"/>
                      </a:lnTo>
                      <a:lnTo>
                        <a:pt x="1551" y="14890"/>
                      </a:lnTo>
                      <a:lnTo>
                        <a:pt x="1760" y="14322"/>
                      </a:lnTo>
                      <a:lnTo>
                        <a:pt x="1989" y="13754"/>
                      </a:lnTo>
                      <a:lnTo>
                        <a:pt x="2228" y="13123"/>
                      </a:lnTo>
                      <a:lnTo>
                        <a:pt x="2447" y="12555"/>
                      </a:lnTo>
                      <a:lnTo>
                        <a:pt x="2675" y="12050"/>
                      </a:lnTo>
                      <a:lnTo>
                        <a:pt x="2884" y="11420"/>
                      </a:lnTo>
                      <a:lnTo>
                        <a:pt x="3113" y="10915"/>
                      </a:lnTo>
                      <a:lnTo>
                        <a:pt x="3342" y="10347"/>
                      </a:lnTo>
                      <a:lnTo>
                        <a:pt x="3550" y="9779"/>
                      </a:lnTo>
                      <a:lnTo>
                        <a:pt x="3779" y="9274"/>
                      </a:lnTo>
                      <a:lnTo>
                        <a:pt x="3998" y="8770"/>
                      </a:lnTo>
                      <a:lnTo>
                        <a:pt x="4227" y="8202"/>
                      </a:lnTo>
                      <a:lnTo>
                        <a:pt x="4436" y="7697"/>
                      </a:lnTo>
                      <a:lnTo>
                        <a:pt x="4664" y="7256"/>
                      </a:lnTo>
                      <a:lnTo>
                        <a:pt x="4883" y="6814"/>
                      </a:lnTo>
                      <a:lnTo>
                        <a:pt x="5112" y="6309"/>
                      </a:lnTo>
                      <a:lnTo>
                        <a:pt x="5341" y="5868"/>
                      </a:lnTo>
                      <a:lnTo>
                        <a:pt x="5549" y="5426"/>
                      </a:lnTo>
                      <a:lnTo>
                        <a:pt x="5758" y="4984"/>
                      </a:lnTo>
                      <a:lnTo>
                        <a:pt x="5977" y="4543"/>
                      </a:lnTo>
                      <a:lnTo>
                        <a:pt x="6196" y="4164"/>
                      </a:lnTo>
                      <a:lnTo>
                        <a:pt x="6425" y="3785"/>
                      </a:lnTo>
                      <a:lnTo>
                        <a:pt x="6634" y="3407"/>
                      </a:lnTo>
                      <a:lnTo>
                        <a:pt x="6862" y="3028"/>
                      </a:lnTo>
                      <a:lnTo>
                        <a:pt x="7091" y="2713"/>
                      </a:lnTo>
                      <a:lnTo>
                        <a:pt x="7280" y="2397"/>
                      </a:lnTo>
                      <a:lnTo>
                        <a:pt x="7509" y="2082"/>
                      </a:lnTo>
                      <a:lnTo>
                        <a:pt x="7737" y="1830"/>
                      </a:lnTo>
                      <a:lnTo>
                        <a:pt x="7956" y="1514"/>
                      </a:lnTo>
                      <a:lnTo>
                        <a:pt x="8155" y="1262"/>
                      </a:lnTo>
                      <a:lnTo>
                        <a:pt x="8374" y="1073"/>
                      </a:lnTo>
                      <a:lnTo>
                        <a:pt x="8583" y="820"/>
                      </a:lnTo>
                      <a:lnTo>
                        <a:pt x="8812" y="694"/>
                      </a:lnTo>
                      <a:lnTo>
                        <a:pt x="9020" y="505"/>
                      </a:lnTo>
                      <a:lnTo>
                        <a:pt x="9229" y="379"/>
                      </a:lnTo>
                      <a:lnTo>
                        <a:pt x="9448" y="252"/>
                      </a:lnTo>
                      <a:lnTo>
                        <a:pt x="9647" y="126"/>
                      </a:lnTo>
                      <a:lnTo>
                        <a:pt x="9856" y="63"/>
                      </a:lnTo>
                      <a:lnTo>
                        <a:pt x="10075" y="63"/>
                      </a:lnTo>
                      <a:lnTo>
                        <a:pt x="10293" y="0"/>
                      </a:lnTo>
                      <a:lnTo>
                        <a:pt x="10502" y="63"/>
                      </a:lnTo>
                      <a:lnTo>
                        <a:pt x="10701" y="63"/>
                      </a:lnTo>
                      <a:lnTo>
                        <a:pt x="10910" y="63"/>
                      </a:lnTo>
                      <a:lnTo>
                        <a:pt x="11129" y="252"/>
                      </a:lnTo>
                      <a:lnTo>
                        <a:pt x="11338" y="315"/>
                      </a:lnTo>
                      <a:lnTo>
                        <a:pt x="11566" y="505"/>
                      </a:lnTo>
                      <a:lnTo>
                        <a:pt x="11785" y="757"/>
                      </a:lnTo>
                      <a:lnTo>
                        <a:pt x="12004" y="1009"/>
                      </a:lnTo>
                      <a:lnTo>
                        <a:pt x="12223" y="1262"/>
                      </a:lnTo>
                      <a:lnTo>
                        <a:pt x="12452" y="1514"/>
                      </a:lnTo>
                      <a:lnTo>
                        <a:pt x="12690" y="1893"/>
                      </a:lnTo>
                      <a:lnTo>
                        <a:pt x="12909" y="2271"/>
                      </a:lnTo>
                      <a:lnTo>
                        <a:pt x="13148" y="2713"/>
                      </a:lnTo>
                      <a:lnTo>
                        <a:pt x="13376" y="3091"/>
                      </a:lnTo>
                      <a:lnTo>
                        <a:pt x="13615" y="3533"/>
                      </a:lnTo>
                      <a:lnTo>
                        <a:pt x="13844" y="3975"/>
                      </a:lnTo>
                      <a:lnTo>
                        <a:pt x="14063" y="4479"/>
                      </a:lnTo>
                      <a:lnTo>
                        <a:pt x="14291" y="4921"/>
                      </a:lnTo>
                      <a:lnTo>
                        <a:pt x="14530" y="5489"/>
                      </a:lnTo>
                      <a:lnTo>
                        <a:pt x="14759" y="5994"/>
                      </a:lnTo>
                      <a:lnTo>
                        <a:pt x="14998" y="6498"/>
                      </a:lnTo>
                      <a:lnTo>
                        <a:pt x="15216" y="7066"/>
                      </a:lnTo>
                      <a:lnTo>
                        <a:pt x="15445" y="7634"/>
                      </a:lnTo>
                      <a:lnTo>
                        <a:pt x="15684" y="8202"/>
                      </a:lnTo>
                      <a:lnTo>
                        <a:pt x="15893" y="8770"/>
                      </a:lnTo>
                      <a:lnTo>
                        <a:pt x="16101" y="9338"/>
                      </a:lnTo>
                      <a:lnTo>
                        <a:pt x="16320" y="9905"/>
                      </a:lnTo>
                      <a:lnTo>
                        <a:pt x="16529" y="10473"/>
                      </a:lnTo>
                      <a:lnTo>
                        <a:pt x="16738" y="11041"/>
                      </a:lnTo>
                      <a:lnTo>
                        <a:pt x="16957" y="11609"/>
                      </a:lnTo>
                      <a:lnTo>
                        <a:pt x="17156" y="12177"/>
                      </a:lnTo>
                      <a:lnTo>
                        <a:pt x="17355" y="12744"/>
                      </a:lnTo>
                      <a:lnTo>
                        <a:pt x="17553" y="13249"/>
                      </a:lnTo>
                      <a:lnTo>
                        <a:pt x="17732" y="13880"/>
                      </a:lnTo>
                      <a:lnTo>
                        <a:pt x="17931" y="14385"/>
                      </a:lnTo>
                      <a:lnTo>
                        <a:pt x="18120" y="14953"/>
                      </a:lnTo>
                      <a:lnTo>
                        <a:pt x="18289" y="15457"/>
                      </a:lnTo>
                      <a:lnTo>
                        <a:pt x="18468" y="15962"/>
                      </a:lnTo>
                      <a:lnTo>
                        <a:pt x="18637" y="16404"/>
                      </a:lnTo>
                      <a:lnTo>
                        <a:pt x="18797" y="16845"/>
                      </a:lnTo>
                      <a:lnTo>
                        <a:pt x="18956" y="17350"/>
                      </a:lnTo>
                      <a:lnTo>
                        <a:pt x="19095" y="17729"/>
                      </a:lnTo>
                      <a:lnTo>
                        <a:pt x="19254" y="18170"/>
                      </a:lnTo>
                      <a:lnTo>
                        <a:pt x="19393" y="18549"/>
                      </a:lnTo>
                      <a:lnTo>
                        <a:pt x="19523" y="18864"/>
                      </a:lnTo>
                      <a:lnTo>
                        <a:pt x="19642" y="19180"/>
                      </a:lnTo>
                      <a:lnTo>
                        <a:pt x="19771" y="19495"/>
                      </a:lnTo>
                      <a:lnTo>
                        <a:pt x="19881" y="19748"/>
                      </a:lnTo>
                      <a:lnTo>
                        <a:pt x="19990" y="19937"/>
                      </a:lnTo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35861" name="Rectangle 19"/>
            <p:cNvSpPr>
              <a:spLocks noChangeArrowheads="1"/>
            </p:cNvSpPr>
            <p:nvPr/>
          </p:nvSpPr>
          <p:spPr bwMode="auto">
            <a:xfrm>
              <a:off x="8673751" y="4472774"/>
              <a:ext cx="598489" cy="517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400" b="1" i="1"/>
                <a:t>t</a:t>
              </a:r>
            </a:p>
          </p:txBody>
        </p:sp>
      </p:grpSp>
      <p:cxnSp>
        <p:nvCxnSpPr>
          <p:cNvPr id="4" name="直接连接符 3"/>
          <p:cNvCxnSpPr>
            <a:cxnSpLocks noChangeShapeType="1"/>
          </p:cNvCxnSpPr>
          <p:nvPr/>
        </p:nvCxnSpPr>
        <p:spPr bwMode="auto">
          <a:xfrm>
            <a:off x="4103688" y="1619250"/>
            <a:ext cx="0" cy="3635375"/>
          </a:xfrm>
          <a:prstGeom prst="line">
            <a:avLst/>
          </a:prstGeom>
          <a:noFill/>
          <a:ln w="28575" algn="ctr">
            <a:solidFill>
              <a:schemeClr val="accent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3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3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932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932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93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1" dur="500"/>
                                        <p:tgtEl>
                                          <p:spTgt spid="39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393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393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3" dur="500"/>
                                        <p:tgtEl>
                                          <p:spTgt spid="39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8" dur="500"/>
                                        <p:tgtEl>
                                          <p:spTgt spid="393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393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93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932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932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3218" grpId="0" animBg="1" autoUpdateAnimBg="0"/>
      <p:bldP spid="393219" grpId="0" autoUpdateAnimBg="0"/>
      <p:bldP spid="393222" grpId="0" autoUpdateAnimBg="0"/>
      <p:bldP spid="11277" grpId="0"/>
      <p:bldP spid="393255" grpId="0" animBg="1" autoUpdateAnimBg="0"/>
      <p:bldP spid="393256" grpId="0" autoUpdateAnimBg="0"/>
      <p:bldP spid="393257" grpId="0" autoUpdateAnimBg="0"/>
      <p:bldP spid="393259" grpId="0" autoUpdateAnimBg="0"/>
      <p:bldP spid="393262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0" name="Text Box 2"/>
          <p:cNvSpPr txBox="1">
            <a:spLocks noChangeArrowheads="1"/>
          </p:cNvSpPr>
          <p:nvPr/>
        </p:nvSpPr>
        <p:spPr bwMode="auto">
          <a:xfrm>
            <a:off x="336550" y="2420938"/>
            <a:ext cx="377983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Wingdings" pitchFamily="2" charset="2"/>
              <a:buChar char="Ø"/>
              <a:defRPr/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 dirty="0">
                <a:latin typeface="+mn-ea"/>
                <a:ea typeface="+mn-ea"/>
              </a:rPr>
              <a:t>线谐振动</a:t>
            </a:r>
            <a:r>
              <a:rPr lang="zh-CN" altLang="en-US" dirty="0">
                <a:latin typeface="+mn-ea"/>
                <a:ea typeface="+mn-ea"/>
              </a:rPr>
              <a:t> </a:t>
            </a:r>
          </a:p>
        </p:txBody>
      </p:sp>
      <p:graphicFrame>
        <p:nvGraphicFramePr>
          <p:cNvPr id="427011" name="Object 3"/>
          <p:cNvGraphicFramePr>
            <a:graphicFrameLocks noChangeAspect="1"/>
          </p:cNvGraphicFramePr>
          <p:nvPr/>
        </p:nvGraphicFramePr>
        <p:xfrm>
          <a:off x="1249363" y="2927350"/>
          <a:ext cx="1855787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50" name="Equation" r:id="rId3" imgW="1612900" imgH="482600" progId="Equation.DSMT4">
                  <p:embed/>
                </p:oleObj>
              </mc:Choice>
              <mc:Fallback>
                <p:oleObj name="Equation" r:id="rId3" imgW="1612900" imgH="482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9363" y="2927350"/>
                        <a:ext cx="1855787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2" name="Object 4"/>
          <p:cNvGraphicFramePr>
            <a:graphicFrameLocks noChangeAspect="1"/>
          </p:cNvGraphicFramePr>
          <p:nvPr/>
        </p:nvGraphicFramePr>
        <p:xfrm>
          <a:off x="1285875" y="3573463"/>
          <a:ext cx="3167063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51" name="Equation" r:id="rId5" imgW="2540000" imgH="393700" progId="Equation.DSMT4">
                  <p:embed/>
                </p:oleObj>
              </mc:Choice>
              <mc:Fallback>
                <p:oleObj name="Equation" r:id="rId5" imgW="2540000" imgH="3937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75" y="3573463"/>
                        <a:ext cx="3167063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3" name="Object 5"/>
          <p:cNvGraphicFramePr>
            <a:graphicFrameLocks noChangeAspect="1"/>
          </p:cNvGraphicFramePr>
          <p:nvPr/>
        </p:nvGraphicFramePr>
        <p:xfrm>
          <a:off x="1241425" y="4664075"/>
          <a:ext cx="2016125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52" name="Equation" r:id="rId7" imgW="1727200" imgH="419100" progId="Equation.DSMT4">
                  <p:embed/>
                </p:oleObj>
              </mc:Choice>
              <mc:Fallback>
                <p:oleObj name="Equation" r:id="rId7" imgW="1727200" imgH="419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1425" y="4664075"/>
                        <a:ext cx="2016125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4" name="Object 6"/>
          <p:cNvGraphicFramePr>
            <a:graphicFrameLocks noChangeAspect="1"/>
          </p:cNvGraphicFramePr>
          <p:nvPr/>
        </p:nvGraphicFramePr>
        <p:xfrm>
          <a:off x="1331913" y="5392738"/>
          <a:ext cx="3348037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53" name="Equation" r:id="rId9" imgW="2641600" imgH="431800" progId="Equation.DSMT4">
                  <p:embed/>
                </p:oleObj>
              </mc:Choice>
              <mc:Fallback>
                <p:oleObj name="Equation" r:id="rId9" imgW="2641600" imgH="431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5392738"/>
                        <a:ext cx="3348037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5" name="Object 7"/>
          <p:cNvGraphicFramePr>
            <a:graphicFrameLocks noChangeAspect="1"/>
          </p:cNvGraphicFramePr>
          <p:nvPr/>
        </p:nvGraphicFramePr>
        <p:xfrm>
          <a:off x="3586163" y="2927350"/>
          <a:ext cx="154781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54" name="Equation" r:id="rId11" imgW="1371600" imgH="393700" progId="Equation.DSMT4">
                  <p:embed/>
                </p:oleObj>
              </mc:Choice>
              <mc:Fallback>
                <p:oleObj name="Equation" r:id="rId11" imgW="1371600" imgH="3937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6163" y="2927350"/>
                        <a:ext cx="1547812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6" name="Object 8"/>
          <p:cNvGraphicFramePr>
            <a:graphicFrameLocks noChangeAspect="1"/>
          </p:cNvGraphicFramePr>
          <p:nvPr/>
        </p:nvGraphicFramePr>
        <p:xfrm>
          <a:off x="5630863" y="2781300"/>
          <a:ext cx="2413000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55" name="Equation" r:id="rId13" imgW="2070100" imgH="825500" progId="Equation.DSMT4">
                  <p:embed/>
                </p:oleObj>
              </mc:Choice>
              <mc:Fallback>
                <p:oleObj name="Equation" r:id="rId13" imgW="2070100" imgH="8255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0863" y="2781300"/>
                        <a:ext cx="2413000" cy="982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7" name="Object 9"/>
          <p:cNvGraphicFramePr>
            <a:graphicFrameLocks noChangeAspect="1"/>
          </p:cNvGraphicFramePr>
          <p:nvPr/>
        </p:nvGraphicFramePr>
        <p:xfrm>
          <a:off x="5667375" y="4487863"/>
          <a:ext cx="2376488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56" name="Equation" r:id="rId15" imgW="2044700" imgH="825500" progId="Equation.DSMT4">
                  <p:embed/>
                </p:oleObj>
              </mc:Choice>
              <mc:Fallback>
                <p:oleObj name="Equation" r:id="rId15" imgW="2044700" imgH="8255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7375" y="4487863"/>
                        <a:ext cx="2376488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8" name="Object 10"/>
          <p:cNvGraphicFramePr>
            <a:graphicFrameLocks noChangeAspect="1"/>
          </p:cNvGraphicFramePr>
          <p:nvPr/>
        </p:nvGraphicFramePr>
        <p:xfrm>
          <a:off x="3563938" y="4591050"/>
          <a:ext cx="1639887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57" name="Equation" r:id="rId17" imgW="1435100" imgH="457200" progId="Equation.DSMT4">
                  <p:embed/>
                </p:oleObj>
              </mc:Choice>
              <mc:Fallback>
                <p:oleObj name="Equation" r:id="rId17" imgW="1435100" imgH="4572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4591050"/>
                        <a:ext cx="1639887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7021" name="AutoShape 13"/>
          <p:cNvSpPr>
            <a:spLocks/>
          </p:cNvSpPr>
          <p:nvPr/>
        </p:nvSpPr>
        <p:spPr bwMode="auto">
          <a:xfrm>
            <a:off x="919163" y="3109913"/>
            <a:ext cx="160337" cy="714375"/>
          </a:xfrm>
          <a:prstGeom prst="leftBrace">
            <a:avLst>
              <a:gd name="adj1" fmla="val 45833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427022" name="AutoShape 14"/>
          <p:cNvSpPr>
            <a:spLocks/>
          </p:cNvSpPr>
          <p:nvPr/>
        </p:nvSpPr>
        <p:spPr bwMode="auto">
          <a:xfrm>
            <a:off x="847725" y="4660900"/>
            <a:ext cx="231775" cy="976313"/>
          </a:xfrm>
          <a:prstGeom prst="leftBrace">
            <a:avLst>
              <a:gd name="adj1" fmla="val 50431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22541" name="TextBox 15"/>
          <p:cNvSpPr txBox="1">
            <a:spLocks noChangeArrowheads="1"/>
          </p:cNvSpPr>
          <p:nvPr/>
        </p:nvSpPr>
        <p:spPr bwMode="auto">
          <a:xfrm>
            <a:off x="2965450" y="288925"/>
            <a:ext cx="3067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/>
              <a:t>上节内容回顾</a:t>
            </a:r>
          </a:p>
        </p:txBody>
      </p:sp>
      <p:sp>
        <p:nvSpPr>
          <p:cNvPr id="17" name="Text Box 2"/>
          <p:cNvSpPr txBox="1">
            <a:spLocks noChangeArrowheads="1"/>
          </p:cNvSpPr>
          <p:nvPr/>
        </p:nvSpPr>
        <p:spPr bwMode="auto">
          <a:xfrm>
            <a:off x="390525" y="4060825"/>
            <a:ext cx="37798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Wingdings" pitchFamily="2" charset="2"/>
              <a:buChar char="Ø"/>
              <a:defRPr/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 dirty="0">
                <a:latin typeface="+mn-ea"/>
                <a:ea typeface="+mn-ea"/>
              </a:rPr>
              <a:t>角谐振动 </a:t>
            </a:r>
          </a:p>
        </p:txBody>
      </p:sp>
      <p:sp>
        <p:nvSpPr>
          <p:cNvPr id="15" name="Text Box 2"/>
          <p:cNvSpPr txBox="1">
            <a:spLocks noChangeArrowheads="1"/>
          </p:cNvSpPr>
          <p:nvPr/>
        </p:nvSpPr>
        <p:spPr bwMode="auto">
          <a:xfrm>
            <a:off x="5053013" y="5365750"/>
            <a:ext cx="4678362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Clr>
                <a:srgbClr val="FFFF00"/>
              </a:buClr>
              <a:defRPr/>
            </a:pPr>
            <a:r>
              <a:rPr lang="zh-CN" altLang="en-US" sz="3200" b="1" dirty="0">
                <a:latin typeface="+mn-ea"/>
                <a:ea typeface="+mn-ea"/>
              </a:rPr>
              <a:t>谐振动判断依据！！！ </a:t>
            </a:r>
          </a:p>
        </p:txBody>
      </p:sp>
      <p:graphicFrame>
        <p:nvGraphicFramePr>
          <p:cNvPr id="41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2904217"/>
              </p:ext>
            </p:extLst>
          </p:nvPr>
        </p:nvGraphicFramePr>
        <p:xfrm>
          <a:off x="1196975" y="1726133"/>
          <a:ext cx="1752600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58" name="Equation" r:id="rId19" imgW="533513" imgH="152280" progId="Equation.DSMT4">
                  <p:embed/>
                </p:oleObj>
              </mc:Choice>
              <mc:Fallback>
                <p:oleObj name="Equation" r:id="rId19" imgW="533513" imgH="152280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6975" y="1726133"/>
                        <a:ext cx="1752600" cy="766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4116388" y="908050"/>
            <a:ext cx="3475037" cy="2071688"/>
            <a:chOff x="5257800" y="776928"/>
            <a:chExt cx="3475037" cy="2071688"/>
          </a:xfrm>
        </p:grpSpPr>
        <p:grpSp>
          <p:nvGrpSpPr>
            <p:cNvPr id="22548" name="Group 74"/>
            <p:cNvGrpSpPr>
              <a:grpSpLocks/>
            </p:cNvGrpSpPr>
            <p:nvPr/>
          </p:nvGrpSpPr>
          <p:grpSpPr bwMode="auto">
            <a:xfrm>
              <a:off x="5257800" y="776928"/>
              <a:ext cx="2922587" cy="2071688"/>
              <a:chOff x="288" y="768"/>
              <a:chExt cx="2208" cy="1536"/>
            </a:xfrm>
          </p:grpSpPr>
          <p:sp>
            <p:nvSpPr>
              <p:cNvPr id="22562" name="Line 75"/>
              <p:cNvSpPr>
                <a:spLocks noChangeShapeType="1"/>
              </p:cNvSpPr>
              <p:nvPr/>
            </p:nvSpPr>
            <p:spPr bwMode="auto">
              <a:xfrm>
                <a:off x="1344" y="1728"/>
                <a:ext cx="0" cy="33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99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63" name="Line 76"/>
              <p:cNvSpPr>
                <a:spLocks noChangeShapeType="1"/>
              </p:cNvSpPr>
              <p:nvPr/>
            </p:nvSpPr>
            <p:spPr bwMode="auto">
              <a:xfrm>
                <a:off x="1920" y="1680"/>
                <a:ext cx="0" cy="33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99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64" name="Line 77"/>
              <p:cNvSpPr>
                <a:spLocks noChangeShapeType="1"/>
              </p:cNvSpPr>
              <p:nvPr/>
            </p:nvSpPr>
            <p:spPr bwMode="auto">
              <a:xfrm>
                <a:off x="1344" y="1920"/>
                <a:ext cx="576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9900"/>
                    </a:solidFill>
                    <a:round/>
                    <a:headEnd type="triangle" w="med" len="med"/>
                    <a:tailEnd type="triangl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65" name="Text Box 78"/>
              <p:cNvSpPr txBox="1">
                <a:spLocks noChangeArrowheads="1"/>
              </p:cNvSpPr>
              <p:nvPr/>
            </p:nvSpPr>
            <p:spPr bwMode="auto">
              <a:xfrm>
                <a:off x="1489" y="1919"/>
                <a:ext cx="273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99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 b="1" i="1"/>
                  <a:t>x</a:t>
                </a:r>
              </a:p>
            </p:txBody>
          </p:sp>
          <p:sp>
            <p:nvSpPr>
              <p:cNvPr id="22566" name="Text Box 79"/>
              <p:cNvSpPr txBox="1">
                <a:spLocks noChangeArrowheads="1"/>
              </p:cNvSpPr>
              <p:nvPr/>
            </p:nvSpPr>
            <p:spPr bwMode="auto">
              <a:xfrm>
                <a:off x="1152" y="1680"/>
                <a:ext cx="273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99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 b="1"/>
                  <a:t>o</a:t>
                </a:r>
              </a:p>
            </p:txBody>
          </p:sp>
          <p:sp>
            <p:nvSpPr>
              <p:cNvPr id="22567" name="Text Box 80"/>
              <p:cNvSpPr txBox="1">
                <a:spLocks noChangeArrowheads="1"/>
              </p:cNvSpPr>
              <p:nvPr/>
            </p:nvSpPr>
            <p:spPr bwMode="auto">
              <a:xfrm>
                <a:off x="1008" y="768"/>
                <a:ext cx="273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99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 b="1" i="1"/>
                  <a:t>k</a:t>
                </a:r>
              </a:p>
            </p:txBody>
          </p:sp>
          <p:pic>
            <p:nvPicPr>
              <p:cNvPr id="22568" name="Picture 81" descr="helix1"/>
              <p:cNvPicPr>
                <a:picLocks noChangeAspect="1" noChangeArrowheads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8" y="1104"/>
                <a:ext cx="2208" cy="7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99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2569" name="Rectangle 82"/>
              <p:cNvSpPr>
                <a:spLocks noChangeArrowheads="1"/>
              </p:cNvSpPr>
              <p:nvPr/>
            </p:nvSpPr>
            <p:spPr bwMode="auto">
              <a:xfrm>
                <a:off x="1776" y="1248"/>
                <a:ext cx="336" cy="432"/>
              </a:xfrm>
              <a:prstGeom prst="rect">
                <a:avLst/>
              </a:prstGeom>
              <a:solidFill>
                <a:srgbClr val="FF33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99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</p:grpSp>
        <p:sp>
          <p:nvSpPr>
            <p:cNvPr id="22549" name="Text Box 83"/>
            <p:cNvSpPr txBox="1">
              <a:spLocks noChangeArrowheads="1"/>
            </p:cNvSpPr>
            <p:nvPr/>
          </p:nvSpPr>
          <p:spPr bwMode="auto">
            <a:xfrm>
              <a:off x="8370887" y="2135828"/>
              <a:ext cx="36195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/>
                <a:t>x</a:t>
              </a:r>
            </a:p>
          </p:txBody>
        </p:sp>
        <p:sp>
          <p:nvSpPr>
            <p:cNvPr id="22550" name="Line 84"/>
            <p:cNvSpPr>
              <a:spLocks noChangeShapeType="1"/>
            </p:cNvSpPr>
            <p:nvPr/>
          </p:nvSpPr>
          <p:spPr bwMode="auto">
            <a:xfrm>
              <a:off x="5330825" y="2072328"/>
              <a:ext cx="3375025" cy="0"/>
            </a:xfrm>
            <a:prstGeom prst="line">
              <a:avLst/>
            </a:prstGeom>
            <a:noFill/>
            <a:ln w="76200">
              <a:solidFill>
                <a:srgbClr val="FF99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2551" name="Group 94"/>
            <p:cNvGrpSpPr>
              <a:grpSpLocks/>
            </p:cNvGrpSpPr>
            <p:nvPr/>
          </p:nvGrpSpPr>
          <p:grpSpPr bwMode="auto">
            <a:xfrm>
              <a:off x="6654800" y="2007241"/>
              <a:ext cx="782637" cy="582612"/>
              <a:chOff x="4451" y="1783"/>
              <a:chExt cx="493" cy="367"/>
            </a:xfrm>
          </p:grpSpPr>
          <p:sp>
            <p:nvSpPr>
              <p:cNvPr id="22559" name="Line 85"/>
              <p:cNvSpPr>
                <a:spLocks noChangeShapeType="1"/>
              </p:cNvSpPr>
              <p:nvPr/>
            </p:nvSpPr>
            <p:spPr bwMode="auto">
              <a:xfrm>
                <a:off x="4931" y="1783"/>
                <a:ext cx="0" cy="36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60" name="Line 86"/>
              <p:cNvSpPr>
                <a:spLocks noChangeShapeType="1"/>
              </p:cNvSpPr>
              <p:nvPr/>
            </p:nvSpPr>
            <p:spPr bwMode="auto">
              <a:xfrm>
                <a:off x="4451" y="1783"/>
                <a:ext cx="0" cy="36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61" name="Line 87"/>
              <p:cNvSpPr>
                <a:spLocks noChangeShapeType="1"/>
              </p:cNvSpPr>
              <p:nvPr/>
            </p:nvSpPr>
            <p:spPr bwMode="auto">
              <a:xfrm>
                <a:off x="4464" y="2016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2552" name="AutoShape 8"/>
            <p:cNvSpPr>
              <a:spLocks noChangeArrowheads="1"/>
            </p:cNvSpPr>
            <p:nvPr/>
          </p:nvSpPr>
          <p:spPr bwMode="auto">
            <a:xfrm>
              <a:off x="7361237" y="1919928"/>
              <a:ext cx="203200" cy="666750"/>
            </a:xfrm>
            <a:prstGeom prst="downArrow">
              <a:avLst>
                <a:gd name="adj1" fmla="val 50000"/>
                <a:gd name="adj2" fmla="val 82031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22553" name="Text Box 9"/>
            <p:cNvSpPr txBox="1">
              <a:spLocks noChangeArrowheads="1"/>
            </p:cNvSpPr>
            <p:nvPr/>
          </p:nvSpPr>
          <p:spPr bwMode="auto">
            <a:xfrm>
              <a:off x="7562850" y="2072328"/>
              <a:ext cx="638175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/>
                <a:t>mg</a:t>
              </a:r>
            </a:p>
          </p:txBody>
        </p:sp>
        <p:sp>
          <p:nvSpPr>
            <p:cNvPr id="22554" name="AutoShape 11"/>
            <p:cNvSpPr>
              <a:spLocks noChangeArrowheads="1"/>
            </p:cNvSpPr>
            <p:nvPr/>
          </p:nvSpPr>
          <p:spPr bwMode="auto">
            <a:xfrm>
              <a:off x="7361237" y="853128"/>
              <a:ext cx="228600" cy="695325"/>
            </a:xfrm>
            <a:prstGeom prst="upArrow">
              <a:avLst>
                <a:gd name="adj1" fmla="val 50000"/>
                <a:gd name="adj2" fmla="val 76042"/>
              </a:avLst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22555" name="Text Box 12"/>
            <p:cNvSpPr txBox="1">
              <a:spLocks noChangeArrowheads="1"/>
            </p:cNvSpPr>
            <p:nvPr/>
          </p:nvSpPr>
          <p:spPr bwMode="auto">
            <a:xfrm>
              <a:off x="7616825" y="805503"/>
              <a:ext cx="441325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/>
                <a:t>N</a:t>
              </a:r>
            </a:p>
          </p:txBody>
        </p:sp>
        <p:sp>
          <p:nvSpPr>
            <p:cNvPr id="22556" name="AutoShape 14"/>
            <p:cNvSpPr>
              <a:spLocks noChangeArrowheads="1"/>
            </p:cNvSpPr>
            <p:nvPr/>
          </p:nvSpPr>
          <p:spPr bwMode="auto">
            <a:xfrm>
              <a:off x="6553200" y="1615128"/>
              <a:ext cx="685800" cy="228600"/>
            </a:xfrm>
            <a:prstGeom prst="leftArrow">
              <a:avLst>
                <a:gd name="adj1" fmla="val 50000"/>
                <a:gd name="adj2" fmla="val 75000"/>
              </a:avLst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22557" name="Text Box 15"/>
            <p:cNvSpPr txBox="1">
              <a:spLocks noChangeArrowheads="1"/>
            </p:cNvSpPr>
            <p:nvPr/>
          </p:nvSpPr>
          <p:spPr bwMode="auto">
            <a:xfrm>
              <a:off x="6858000" y="1157928"/>
              <a:ext cx="420687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chemeClr val="bg1"/>
                  </a:solidFill>
                </a:rPr>
                <a:t>F</a:t>
              </a:r>
            </a:p>
          </p:txBody>
        </p:sp>
        <p:sp>
          <p:nvSpPr>
            <p:cNvPr id="22558" name="Text Box 91"/>
            <p:cNvSpPr txBox="1">
              <a:spLocks noChangeArrowheads="1"/>
            </p:cNvSpPr>
            <p:nvPr/>
          </p:nvSpPr>
          <p:spPr bwMode="auto">
            <a:xfrm>
              <a:off x="7239000" y="1462728"/>
              <a:ext cx="460375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/>
                <a:t>m</a:t>
              </a:r>
            </a:p>
          </p:txBody>
        </p:sp>
      </p:grpSp>
      <p:sp>
        <p:nvSpPr>
          <p:cNvPr id="45" name="Text Box 93"/>
          <p:cNvSpPr txBox="1">
            <a:spLocks noChangeArrowheads="1"/>
          </p:cNvSpPr>
          <p:nvPr/>
        </p:nvSpPr>
        <p:spPr bwMode="auto">
          <a:xfrm>
            <a:off x="336550" y="807243"/>
            <a:ext cx="208903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/>
              <a:t>简谐振动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90525" y="6019800"/>
            <a:ext cx="43243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 b="1"/>
              <a:t>特征量</a:t>
            </a:r>
            <a:r>
              <a:rPr lang="zh-CN" altLang="en-US" sz="2800" b="1" i="1">
                <a:solidFill>
                  <a:srgbClr val="FF0000"/>
                </a:solidFill>
                <a:sym typeface="Symbol" panose="05050102010706020507" pitchFamily="18" charset="2"/>
              </a:rPr>
              <a:t></a:t>
            </a:r>
            <a:r>
              <a:rPr lang="zh-CN" altLang="en-US" sz="2800" b="1" i="1">
                <a:solidFill>
                  <a:srgbClr val="FF0000"/>
                </a:solidFill>
              </a:rPr>
              <a:t>、</a:t>
            </a:r>
            <a:r>
              <a:rPr lang="en-US" altLang="zh-CN" sz="2800" b="1" i="1">
                <a:solidFill>
                  <a:srgbClr val="FF0000"/>
                </a:solidFill>
              </a:rPr>
              <a:t>A</a:t>
            </a:r>
            <a:r>
              <a:rPr lang="zh-CN" altLang="en-US" sz="2800" b="1" i="1">
                <a:solidFill>
                  <a:srgbClr val="FF0000"/>
                </a:solidFill>
              </a:rPr>
              <a:t>、</a:t>
            </a:r>
            <a:r>
              <a:rPr lang="zh-CN" altLang="en-US" sz="2800" b="1" i="1">
                <a:solidFill>
                  <a:srgbClr val="FF0000"/>
                </a:solidFill>
                <a:sym typeface="Symbol" panose="05050102010706020507" pitchFamily="18" charset="2"/>
              </a:rPr>
              <a:t></a:t>
            </a:r>
            <a:r>
              <a:rPr lang="zh-CN" altLang="en-US" sz="2800" b="1">
                <a:solidFill>
                  <a:srgbClr val="FF0000"/>
                </a:solidFill>
              </a:rPr>
              <a:t> </a:t>
            </a:r>
            <a:r>
              <a:rPr lang="zh-CN" altLang="en-US" sz="2800" b="1"/>
              <a:t>的求法</a:t>
            </a:r>
          </a:p>
        </p:txBody>
      </p:sp>
      <p:sp>
        <p:nvSpPr>
          <p:cNvPr id="4" name="矩形 3"/>
          <p:cNvSpPr/>
          <p:nvPr/>
        </p:nvSpPr>
        <p:spPr>
          <a:xfrm>
            <a:off x="687393" y="1330451"/>
            <a:ext cx="27093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以</a:t>
            </a:r>
            <a:r>
              <a:rPr lang="zh-CN" altLang="en-US" b="1" dirty="0">
                <a:solidFill>
                  <a:srgbClr val="FF0000"/>
                </a:solidFill>
              </a:rPr>
              <a:t>弹簧振子</a:t>
            </a:r>
            <a:r>
              <a:rPr lang="zh-CN" altLang="en-US" b="1" dirty="0"/>
              <a:t>为例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27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27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27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27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27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270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270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427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427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27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427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427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010" grpId="0"/>
      <p:bldP spid="427021" grpId="0" animBg="1"/>
      <p:bldP spid="427022" grpId="0" animBg="1"/>
      <p:bldP spid="17" grpId="0"/>
      <p:bldP spid="15" grpId="0"/>
      <p:bldP spid="2" grpId="0"/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椭圆 15"/>
          <p:cNvSpPr>
            <a:spLocks noChangeArrowheads="1"/>
          </p:cNvSpPr>
          <p:nvPr/>
        </p:nvSpPr>
        <p:spPr bwMode="auto">
          <a:xfrm>
            <a:off x="755576" y="2376772"/>
            <a:ext cx="3505200" cy="3392488"/>
          </a:xfrm>
          <a:prstGeom prst="ellipse">
            <a:avLst/>
          </a:prstGeom>
          <a:solidFill>
            <a:schemeClr val="accent1"/>
          </a:solidFill>
          <a:ln w="38100" algn="ctr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pSp>
        <p:nvGrpSpPr>
          <p:cNvPr id="36867" name="组合 7"/>
          <p:cNvGrpSpPr>
            <a:grpSpLocks/>
          </p:cNvGrpSpPr>
          <p:nvPr/>
        </p:nvGrpSpPr>
        <p:grpSpPr bwMode="auto">
          <a:xfrm>
            <a:off x="5448300" y="1016000"/>
            <a:ext cx="3432175" cy="730250"/>
            <a:chOff x="2417733" y="361908"/>
            <a:chExt cx="3432222" cy="730260"/>
          </a:xfrm>
        </p:grpSpPr>
        <p:graphicFrame>
          <p:nvGraphicFramePr>
            <p:cNvPr id="36898" name="Object 2"/>
            <p:cNvGraphicFramePr>
              <a:graphicFrameLocks noChangeAspect="1"/>
            </p:cNvGraphicFramePr>
            <p:nvPr/>
          </p:nvGraphicFramePr>
          <p:xfrm>
            <a:off x="2563785" y="471447"/>
            <a:ext cx="3167063" cy="492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22" name="Equation" r:id="rId3" imgW="2540000" imgH="393700" progId="Equation.DSMT4">
                    <p:embed/>
                  </p:oleObj>
                </mc:Choice>
                <mc:Fallback>
                  <p:oleObj name="Equation" r:id="rId3" imgW="2540000" imgH="393700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3785" y="471447"/>
                          <a:ext cx="3167063" cy="4921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99" name="矩形 6"/>
            <p:cNvSpPr>
              <a:spLocks noChangeArrowheads="1"/>
            </p:cNvSpPr>
            <p:nvPr/>
          </p:nvSpPr>
          <p:spPr bwMode="auto">
            <a:xfrm>
              <a:off x="2417733" y="361908"/>
              <a:ext cx="3432222" cy="730260"/>
            </a:xfrm>
            <a:prstGeom prst="rect">
              <a:avLst/>
            </a:prstGeom>
            <a:noFill/>
            <a:ln w="38100" algn="ctr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</p:grpSp>
      <p:grpSp>
        <p:nvGrpSpPr>
          <p:cNvPr id="21" name="组合 15"/>
          <p:cNvGrpSpPr>
            <a:grpSpLocks/>
          </p:cNvGrpSpPr>
          <p:nvPr/>
        </p:nvGrpSpPr>
        <p:grpSpPr bwMode="auto">
          <a:xfrm>
            <a:off x="1898576" y="3857910"/>
            <a:ext cx="3328988" cy="579437"/>
            <a:chOff x="2688577" y="3229295"/>
            <a:chExt cx="3330117" cy="578414"/>
          </a:xfrm>
        </p:grpSpPr>
        <p:cxnSp>
          <p:nvCxnSpPr>
            <p:cNvPr id="36895" name="直接箭头连接符 9"/>
            <p:cNvCxnSpPr>
              <a:cxnSpLocks noChangeShapeType="1"/>
            </p:cNvCxnSpPr>
            <p:nvPr/>
          </p:nvCxnSpPr>
          <p:spPr bwMode="auto">
            <a:xfrm>
              <a:off x="3257532" y="3538539"/>
              <a:ext cx="2256395" cy="0"/>
            </a:xfrm>
            <a:prstGeom prst="straightConnector1">
              <a:avLst/>
            </a:prstGeom>
            <a:noFill/>
            <a:ln w="38100" algn="ctr">
              <a:solidFill>
                <a:srgbClr val="FF33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6896" name="TextBox 11"/>
            <p:cNvSpPr txBox="1">
              <a:spLocks noChangeArrowheads="1"/>
            </p:cNvSpPr>
            <p:nvPr/>
          </p:nvSpPr>
          <p:spPr bwMode="auto">
            <a:xfrm>
              <a:off x="2688577" y="3229295"/>
              <a:ext cx="80328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/>
                <a:t>O</a:t>
              </a:r>
              <a:endParaRPr lang="zh-CN" altLang="en-US" sz="2800"/>
            </a:p>
          </p:txBody>
        </p:sp>
        <p:sp>
          <p:nvSpPr>
            <p:cNvPr id="36897" name="TextBox 12"/>
            <p:cNvSpPr txBox="1">
              <a:spLocks noChangeArrowheads="1"/>
            </p:cNvSpPr>
            <p:nvPr/>
          </p:nvSpPr>
          <p:spPr bwMode="auto">
            <a:xfrm>
              <a:off x="5215408" y="3284489"/>
              <a:ext cx="80328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/>
                <a:t>X</a:t>
              </a:r>
              <a:endParaRPr lang="zh-CN" altLang="en-US" sz="2800"/>
            </a:p>
          </p:txBody>
        </p:sp>
      </p:grpSp>
      <p:cxnSp>
        <p:nvCxnSpPr>
          <p:cNvPr id="25" name="直接箭头连接符 24"/>
          <p:cNvCxnSpPr>
            <a:cxnSpLocks noChangeShapeType="1"/>
            <a:endCxn id="16" idx="7"/>
          </p:cNvCxnSpPr>
          <p:nvPr/>
        </p:nvCxnSpPr>
        <p:spPr bwMode="auto">
          <a:xfrm flipV="1">
            <a:off x="2431976" y="2873660"/>
            <a:ext cx="1316038" cy="1338262"/>
          </a:xfrm>
          <a:prstGeom prst="straightConnector1">
            <a:avLst/>
          </a:prstGeom>
          <a:noFill/>
          <a:ln w="38100" algn="ctr">
            <a:solidFill>
              <a:srgbClr val="FF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6" name="组合 20"/>
          <p:cNvGrpSpPr>
            <a:grpSpLocks/>
          </p:cNvGrpSpPr>
          <p:nvPr/>
        </p:nvGrpSpPr>
        <p:grpSpPr bwMode="auto">
          <a:xfrm>
            <a:off x="3333750" y="2348880"/>
            <a:ext cx="1238250" cy="1143000"/>
            <a:chOff x="4157967" y="1552158"/>
            <a:chExt cx="1238369" cy="1143486"/>
          </a:xfrm>
        </p:grpSpPr>
        <p:sp>
          <p:nvSpPr>
            <p:cNvPr id="27" name="弧形 26"/>
            <p:cNvSpPr/>
            <p:nvPr/>
          </p:nvSpPr>
          <p:spPr bwMode="auto">
            <a:xfrm rot="2391673">
              <a:off x="4157967" y="1782443"/>
              <a:ext cx="657288" cy="913201"/>
            </a:xfrm>
            <a:prstGeom prst="arc">
              <a:avLst>
                <a:gd name="adj1" fmla="val 14024577"/>
                <a:gd name="adj2" fmla="val 19144730"/>
              </a:avLst>
            </a:prstGeom>
            <a:noFill/>
            <a:ln w="38100" cap="flat" cmpd="sng" algn="ctr">
              <a:solidFill>
                <a:srgbClr val="FF3300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36894" name="TextBox 19"/>
            <p:cNvSpPr txBox="1">
              <a:spLocks noChangeArrowheads="1"/>
            </p:cNvSpPr>
            <p:nvPr/>
          </p:nvSpPr>
          <p:spPr bwMode="auto">
            <a:xfrm>
              <a:off x="4666076" y="1552158"/>
              <a:ext cx="73026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l-GR" altLang="zh-CN" sz="2800" b="1"/>
                <a:t>ω</a:t>
              </a:r>
              <a:endParaRPr lang="zh-CN" altLang="en-US" sz="2800" b="1"/>
            </a:p>
          </p:txBody>
        </p:sp>
      </p:grpSp>
      <p:grpSp>
        <p:nvGrpSpPr>
          <p:cNvPr id="29" name="组合 23"/>
          <p:cNvGrpSpPr>
            <a:grpSpLocks/>
          </p:cNvGrpSpPr>
          <p:nvPr/>
        </p:nvGrpSpPr>
        <p:grpSpPr bwMode="auto">
          <a:xfrm>
            <a:off x="2508176" y="3607085"/>
            <a:ext cx="1544638" cy="650875"/>
            <a:chOff x="3305158" y="2977472"/>
            <a:chExt cx="1545317" cy="651167"/>
          </a:xfrm>
        </p:grpSpPr>
        <p:sp>
          <p:nvSpPr>
            <p:cNvPr id="30" name="弧形 29"/>
            <p:cNvSpPr/>
            <p:nvPr/>
          </p:nvSpPr>
          <p:spPr bwMode="auto">
            <a:xfrm rot="1566085">
              <a:off x="3305158" y="3226821"/>
              <a:ext cx="401815" cy="401818"/>
            </a:xfrm>
            <a:prstGeom prst="arc">
              <a:avLst/>
            </a:prstGeom>
            <a:noFill/>
            <a:ln w="38100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36892" name="TextBox 22"/>
            <p:cNvSpPr txBox="1">
              <a:spLocks noChangeArrowheads="1"/>
            </p:cNvSpPr>
            <p:nvPr/>
          </p:nvSpPr>
          <p:spPr bwMode="auto">
            <a:xfrm>
              <a:off x="3462981" y="2977472"/>
              <a:ext cx="138749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l-GR" altLang="zh-CN" sz="2800" b="1" i="1"/>
                <a:t>ω</a:t>
              </a:r>
              <a:r>
                <a:rPr lang="en-US" altLang="zh-CN" sz="2800" b="1" i="1"/>
                <a:t>t+</a:t>
              </a:r>
              <a:r>
                <a:rPr lang="el-GR" altLang="zh-CN" sz="2800" b="1" i="1"/>
                <a:t>φ</a:t>
              </a:r>
              <a:endParaRPr lang="zh-CN" altLang="en-US" sz="2800" b="1" i="1"/>
            </a:p>
          </p:txBody>
        </p:sp>
      </p:grpSp>
      <p:cxnSp>
        <p:nvCxnSpPr>
          <p:cNvPr id="32" name="直接连接符 31"/>
          <p:cNvCxnSpPr>
            <a:cxnSpLocks noChangeShapeType="1"/>
          </p:cNvCxnSpPr>
          <p:nvPr/>
        </p:nvCxnSpPr>
        <p:spPr bwMode="auto">
          <a:xfrm>
            <a:off x="3719439" y="2937160"/>
            <a:ext cx="0" cy="1201737"/>
          </a:xfrm>
          <a:prstGeom prst="line">
            <a:avLst/>
          </a:prstGeom>
          <a:noFill/>
          <a:ln w="38100" algn="ctr">
            <a:solidFill>
              <a:schemeClr val="bg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3" name="组合 31"/>
          <p:cNvGrpSpPr>
            <a:grpSpLocks/>
          </p:cNvGrpSpPr>
          <p:nvPr/>
        </p:nvGrpSpPr>
        <p:grpSpPr bwMode="auto">
          <a:xfrm>
            <a:off x="2430389" y="4167472"/>
            <a:ext cx="1317625" cy="257175"/>
            <a:chOff x="3221018" y="3538539"/>
            <a:chExt cx="1424007" cy="256384"/>
          </a:xfrm>
        </p:grpSpPr>
        <p:cxnSp>
          <p:nvCxnSpPr>
            <p:cNvPr id="36888" name="直接箭头连接符 27"/>
            <p:cNvCxnSpPr>
              <a:cxnSpLocks noChangeShapeType="1"/>
            </p:cNvCxnSpPr>
            <p:nvPr/>
          </p:nvCxnSpPr>
          <p:spPr bwMode="auto">
            <a:xfrm rot="5400000" flipH="1" flipV="1">
              <a:off x="3932228" y="2973382"/>
              <a:ext cx="1588" cy="1424007"/>
            </a:xfrm>
            <a:prstGeom prst="straightConnector1">
              <a:avLst/>
            </a:prstGeom>
            <a:noFill/>
            <a:ln w="19050" algn="ctr">
              <a:solidFill>
                <a:schemeClr val="bg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889" name="直接连接符 29"/>
            <p:cNvCxnSpPr>
              <a:cxnSpLocks noChangeShapeType="1"/>
            </p:cNvCxnSpPr>
            <p:nvPr/>
          </p:nvCxnSpPr>
          <p:spPr bwMode="auto">
            <a:xfrm rot="5400000">
              <a:off x="3129737" y="3666334"/>
              <a:ext cx="255591" cy="1588"/>
            </a:xfrm>
            <a:prstGeom prst="line">
              <a:avLst/>
            </a:prstGeom>
            <a:noFill/>
            <a:ln w="38100" algn="ctr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890" name="直接连接符 30"/>
            <p:cNvCxnSpPr>
              <a:cxnSpLocks noChangeShapeType="1"/>
            </p:cNvCxnSpPr>
            <p:nvPr/>
          </p:nvCxnSpPr>
          <p:spPr bwMode="auto">
            <a:xfrm rot="5400000">
              <a:off x="4481511" y="3665541"/>
              <a:ext cx="255591" cy="1588"/>
            </a:xfrm>
            <a:prstGeom prst="line">
              <a:avLst/>
            </a:prstGeom>
            <a:noFill/>
            <a:ln w="38100" algn="ctr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7" name="TextBox 32"/>
          <p:cNvSpPr txBox="1">
            <a:spLocks noChangeArrowheads="1"/>
          </p:cNvSpPr>
          <p:nvPr/>
        </p:nvSpPr>
        <p:spPr bwMode="auto">
          <a:xfrm>
            <a:off x="2905051" y="4121435"/>
            <a:ext cx="62071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600" i="1">
                <a:solidFill>
                  <a:schemeClr val="bg1"/>
                </a:solidFill>
              </a:rPr>
              <a:t>x</a:t>
            </a:r>
            <a:endParaRPr lang="zh-CN" altLang="en-US" sz="3600" i="1">
              <a:solidFill>
                <a:schemeClr val="bg1"/>
              </a:solidFill>
            </a:endParaRPr>
          </a:p>
        </p:txBody>
      </p:sp>
      <p:sp>
        <p:nvSpPr>
          <p:cNvPr id="41" name="Text Box 2"/>
          <p:cNvSpPr txBox="1">
            <a:spLocks noChangeArrowheads="1"/>
          </p:cNvSpPr>
          <p:nvPr/>
        </p:nvSpPr>
        <p:spPr bwMode="auto">
          <a:xfrm>
            <a:off x="336550" y="908050"/>
            <a:ext cx="3779838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latin typeface="+mn-ea"/>
                <a:ea typeface="+mn-ea"/>
              </a:rPr>
              <a:t>谐振动的旋转矢量图 </a:t>
            </a:r>
          </a:p>
        </p:txBody>
      </p:sp>
      <p:sp>
        <p:nvSpPr>
          <p:cNvPr id="36879" name="TextBox 15"/>
          <p:cNvSpPr txBox="1">
            <a:spLocks noChangeArrowheads="1"/>
          </p:cNvSpPr>
          <p:nvPr/>
        </p:nvSpPr>
        <p:spPr bwMode="auto">
          <a:xfrm>
            <a:off x="2965450" y="288925"/>
            <a:ext cx="3067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/>
              <a:t>上节内容回顾</a:t>
            </a:r>
          </a:p>
        </p:txBody>
      </p:sp>
      <p:grpSp>
        <p:nvGrpSpPr>
          <p:cNvPr id="36" name="Group 39"/>
          <p:cNvGrpSpPr>
            <a:grpSpLocks/>
          </p:cNvGrpSpPr>
          <p:nvPr/>
        </p:nvGrpSpPr>
        <p:grpSpPr bwMode="auto">
          <a:xfrm>
            <a:off x="5191105" y="1995352"/>
            <a:ext cx="3836988" cy="755650"/>
            <a:chOff x="3230" y="1389"/>
            <a:chExt cx="2417" cy="476"/>
          </a:xfrm>
        </p:grpSpPr>
        <p:graphicFrame>
          <p:nvGraphicFramePr>
            <p:cNvPr id="42" name="Object 10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52590308"/>
                </p:ext>
              </p:extLst>
            </p:nvPr>
          </p:nvGraphicFramePr>
          <p:xfrm>
            <a:off x="3230" y="1497"/>
            <a:ext cx="2417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23" name="Equation" r:id="rId5" imgW="3288960" imgH="419040" progId="Equation.DSMT4">
                    <p:embed/>
                  </p:oleObj>
                </mc:Choice>
                <mc:Fallback>
                  <p:oleObj name="Equation" r:id="rId5" imgW="3288960" imgH="419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30" y="1497"/>
                          <a:ext cx="2417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" name="Rectangle 38"/>
            <p:cNvSpPr>
              <a:spLocks noChangeArrowheads="1"/>
            </p:cNvSpPr>
            <p:nvPr/>
          </p:nvSpPr>
          <p:spPr bwMode="auto">
            <a:xfrm>
              <a:off x="3230" y="1389"/>
              <a:ext cx="2417" cy="476"/>
            </a:xfrm>
            <a:prstGeom prst="rect">
              <a:avLst/>
            </a:prstGeom>
            <a:noFill/>
            <a:ln w="38100" algn="ctr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</p:grpSp>
      <p:pic>
        <p:nvPicPr>
          <p:cNvPr id="44" name="图片 4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226778" y="4443706"/>
            <a:ext cx="5285968" cy="2129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37" grpId="0"/>
      <p:bldP spid="41" grpId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rgbClr val="FF33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rgbClr val="FF33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6800</TotalTime>
  <Words>1634</Words>
  <Application>Microsoft Office PowerPoint</Application>
  <PresentationFormat>全屏显示(4:3)</PresentationFormat>
  <Paragraphs>327</Paragraphs>
  <Slides>33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8</vt:i4>
      </vt:variant>
      <vt:variant>
        <vt:lpstr>幻灯片标题</vt:lpstr>
      </vt:variant>
      <vt:variant>
        <vt:i4>33</vt:i4>
      </vt:variant>
    </vt:vector>
  </HeadingPairs>
  <TitlesOfParts>
    <vt:vector size="51" baseType="lpstr">
      <vt:lpstr>黑体</vt:lpstr>
      <vt:lpstr>楷体_GB2312</vt:lpstr>
      <vt:lpstr>隶书</vt:lpstr>
      <vt:lpstr>宋体</vt:lpstr>
      <vt:lpstr>Arial</vt:lpstr>
      <vt:lpstr>Book Antiqua</vt:lpstr>
      <vt:lpstr>Calibri</vt:lpstr>
      <vt:lpstr>Times New Roman</vt:lpstr>
      <vt:lpstr>Wingdings</vt:lpstr>
      <vt:lpstr>默认设计模板</vt:lpstr>
      <vt:lpstr>位图图像</vt:lpstr>
      <vt:lpstr>MathType 6.0 Equation</vt:lpstr>
      <vt:lpstr>Equation</vt:lpstr>
      <vt:lpstr>Bitmap Image</vt:lpstr>
      <vt:lpstr>MS_ClipArt_Gallery.5</vt:lpstr>
      <vt:lpstr>Equation.3</vt:lpstr>
      <vt:lpstr>公式</vt:lpstr>
      <vt:lpstr>剪辑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</dc:creator>
  <cp:lastModifiedBy>Liuwei</cp:lastModifiedBy>
  <cp:revision>513</cp:revision>
  <dcterms:created xsi:type="dcterms:W3CDTF">2006-02-20T05:35:06Z</dcterms:created>
  <dcterms:modified xsi:type="dcterms:W3CDTF">2024-09-29T03:37:24Z</dcterms:modified>
</cp:coreProperties>
</file>