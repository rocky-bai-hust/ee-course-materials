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8" r:id="rId2"/>
    <p:sldId id="326" r:id="rId3"/>
    <p:sldId id="268" r:id="rId4"/>
    <p:sldId id="297" r:id="rId5"/>
    <p:sldId id="314" r:id="rId6"/>
    <p:sldId id="300" r:id="rId7"/>
    <p:sldId id="271" r:id="rId8"/>
    <p:sldId id="327" r:id="rId9"/>
    <p:sldId id="317" r:id="rId10"/>
    <p:sldId id="316" r:id="rId11"/>
    <p:sldId id="315" r:id="rId12"/>
    <p:sldId id="328" r:id="rId13"/>
    <p:sldId id="274" r:id="rId14"/>
    <p:sldId id="318" r:id="rId15"/>
    <p:sldId id="305" r:id="rId16"/>
    <p:sldId id="306" r:id="rId17"/>
    <p:sldId id="319" r:id="rId18"/>
    <p:sldId id="320" r:id="rId19"/>
    <p:sldId id="277" r:id="rId20"/>
    <p:sldId id="279" r:id="rId21"/>
    <p:sldId id="330" r:id="rId22"/>
    <p:sldId id="329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CC"/>
    <a:srgbClr val="99FF33"/>
    <a:srgbClr val="EAEAEA"/>
    <a:srgbClr val="FF9933"/>
    <a:srgbClr val="FF0000"/>
    <a:srgbClr val="CCECFF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590" autoAdjust="0"/>
  </p:normalViewPr>
  <p:slideViewPr>
    <p:cSldViewPr snapToGrid="0">
      <p:cViewPr varScale="1">
        <p:scale>
          <a:sx n="107" d="100"/>
          <a:sy n="107" d="100"/>
        </p:scale>
        <p:origin x="174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emf"/><Relationship Id="rId5" Type="http://schemas.openxmlformats.org/officeDocument/2006/relationships/image" Target="../media/image5.wmf"/><Relationship Id="rId10" Type="http://schemas.openxmlformats.org/officeDocument/2006/relationships/image" Target="../media/image10.emf"/><Relationship Id="rId4" Type="http://schemas.openxmlformats.org/officeDocument/2006/relationships/image" Target="../media/image4.wmf"/><Relationship Id="rId9" Type="http://schemas.openxmlformats.org/officeDocument/2006/relationships/image" Target="../media/image9.e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emf"/><Relationship Id="rId4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0" Type="http://schemas.openxmlformats.org/officeDocument/2006/relationships/image" Target="../media/image30.e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wmf"/><Relationship Id="rId18" Type="http://schemas.openxmlformats.org/officeDocument/2006/relationships/image" Target="../media/image49.e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12" Type="http://schemas.openxmlformats.org/officeDocument/2006/relationships/image" Target="../media/image43.wmf"/><Relationship Id="rId17" Type="http://schemas.openxmlformats.org/officeDocument/2006/relationships/image" Target="../media/image48.emf"/><Relationship Id="rId2" Type="http://schemas.openxmlformats.org/officeDocument/2006/relationships/image" Target="../media/image33.wmf"/><Relationship Id="rId16" Type="http://schemas.openxmlformats.org/officeDocument/2006/relationships/image" Target="../media/image47.e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wmf"/><Relationship Id="rId15" Type="http://schemas.openxmlformats.org/officeDocument/2006/relationships/image" Target="../media/image46.wmf"/><Relationship Id="rId10" Type="http://schemas.openxmlformats.org/officeDocument/2006/relationships/image" Target="../media/image41.wmf"/><Relationship Id="rId19" Type="http://schemas.openxmlformats.org/officeDocument/2006/relationships/image" Target="../media/image50.emf"/><Relationship Id="rId4" Type="http://schemas.openxmlformats.org/officeDocument/2006/relationships/image" Target="../media/image35.wmf"/><Relationship Id="rId9" Type="http://schemas.openxmlformats.org/officeDocument/2006/relationships/image" Target="../media/image40.wmf"/><Relationship Id="rId14" Type="http://schemas.openxmlformats.org/officeDocument/2006/relationships/image" Target="../media/image4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8.wmf"/><Relationship Id="rId18" Type="http://schemas.openxmlformats.org/officeDocument/2006/relationships/image" Target="../media/image56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17" Type="http://schemas.openxmlformats.org/officeDocument/2006/relationships/image" Target="../media/image92.png"/><Relationship Id="rId2" Type="http://schemas.openxmlformats.org/officeDocument/2006/relationships/image" Target="../media/image77.wmf"/><Relationship Id="rId16" Type="http://schemas.openxmlformats.org/officeDocument/2006/relationships/image" Target="../media/image91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5" Type="http://schemas.openxmlformats.org/officeDocument/2006/relationships/image" Target="../media/image90.emf"/><Relationship Id="rId10" Type="http://schemas.openxmlformats.org/officeDocument/2006/relationships/image" Target="../media/image85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Relationship Id="rId14" Type="http://schemas.openxmlformats.org/officeDocument/2006/relationships/image" Target="../media/image8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2" Type="http://schemas.openxmlformats.org/officeDocument/2006/relationships/image" Target="../media/image93.wmf"/><Relationship Id="rId1" Type="http://schemas.openxmlformats.org/officeDocument/2006/relationships/image" Target="../media/image76.wmf"/><Relationship Id="rId6" Type="http://schemas.openxmlformats.org/officeDocument/2006/relationships/image" Target="../media/image97.e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7" Type="http://schemas.openxmlformats.org/officeDocument/2006/relationships/image" Target="../media/image106.emf"/><Relationship Id="rId2" Type="http://schemas.openxmlformats.org/officeDocument/2006/relationships/image" Target="../media/image101.emf"/><Relationship Id="rId1" Type="http://schemas.openxmlformats.org/officeDocument/2006/relationships/image" Target="../media/image100.e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118.wmf"/><Relationship Id="rId7" Type="http://schemas.openxmlformats.org/officeDocument/2006/relationships/image" Target="../media/image122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e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138.wmf"/><Relationship Id="rId3" Type="http://schemas.openxmlformats.org/officeDocument/2006/relationships/image" Target="../media/image127.wmf"/><Relationship Id="rId7" Type="http://schemas.openxmlformats.org/officeDocument/2006/relationships/image" Target="../media/image132.wmf"/><Relationship Id="rId12" Type="http://schemas.openxmlformats.org/officeDocument/2006/relationships/image" Target="../media/image137.wmf"/><Relationship Id="rId2" Type="http://schemas.openxmlformats.org/officeDocument/2006/relationships/image" Target="../media/image126.wmf"/><Relationship Id="rId1" Type="http://schemas.openxmlformats.org/officeDocument/2006/relationships/image" Target="../media/image130.emf"/><Relationship Id="rId6" Type="http://schemas.openxmlformats.org/officeDocument/2006/relationships/image" Target="../media/image131.wmf"/><Relationship Id="rId11" Type="http://schemas.openxmlformats.org/officeDocument/2006/relationships/image" Target="../media/image136.wmf"/><Relationship Id="rId5" Type="http://schemas.openxmlformats.org/officeDocument/2006/relationships/image" Target="../media/image129.wmf"/><Relationship Id="rId10" Type="http://schemas.openxmlformats.org/officeDocument/2006/relationships/image" Target="../media/image135.emf"/><Relationship Id="rId4" Type="http://schemas.openxmlformats.org/officeDocument/2006/relationships/image" Target="../media/image128.wmf"/><Relationship Id="rId9" Type="http://schemas.openxmlformats.org/officeDocument/2006/relationships/image" Target="../media/image134.emf"/><Relationship Id="rId14" Type="http://schemas.openxmlformats.org/officeDocument/2006/relationships/image" Target="../media/image13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42.wmf"/><Relationship Id="rId7" Type="http://schemas.openxmlformats.org/officeDocument/2006/relationships/image" Target="../media/image12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emf"/><Relationship Id="rId11" Type="http://schemas.openxmlformats.org/officeDocument/2006/relationships/image" Target="../media/image147.wmf"/><Relationship Id="rId5" Type="http://schemas.openxmlformats.org/officeDocument/2006/relationships/image" Target="../media/image144.wmf"/><Relationship Id="rId10" Type="http://schemas.openxmlformats.org/officeDocument/2006/relationships/image" Target="../media/image129.wmf"/><Relationship Id="rId4" Type="http://schemas.openxmlformats.org/officeDocument/2006/relationships/image" Target="../media/image143.wmf"/><Relationship Id="rId9" Type="http://schemas.openxmlformats.org/officeDocument/2006/relationships/image" Target="../media/image14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4" Type="http://schemas.openxmlformats.org/officeDocument/2006/relationships/image" Target="../media/image15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4" Type="http://schemas.openxmlformats.org/officeDocument/2006/relationships/image" Target="../media/image15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wmf"/><Relationship Id="rId1" Type="http://schemas.openxmlformats.org/officeDocument/2006/relationships/image" Target="../media/image15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image" Target="../media/image169.wmf"/><Relationship Id="rId18" Type="http://schemas.openxmlformats.org/officeDocument/2006/relationships/image" Target="../media/image174.wmf"/><Relationship Id="rId3" Type="http://schemas.openxmlformats.org/officeDocument/2006/relationships/image" Target="../media/image159.wmf"/><Relationship Id="rId7" Type="http://schemas.openxmlformats.org/officeDocument/2006/relationships/image" Target="../media/image163.wmf"/><Relationship Id="rId12" Type="http://schemas.openxmlformats.org/officeDocument/2006/relationships/image" Target="../media/image168.wmf"/><Relationship Id="rId17" Type="http://schemas.openxmlformats.org/officeDocument/2006/relationships/image" Target="../media/image173.wmf"/><Relationship Id="rId2" Type="http://schemas.openxmlformats.org/officeDocument/2006/relationships/image" Target="../media/image158.wmf"/><Relationship Id="rId16" Type="http://schemas.openxmlformats.org/officeDocument/2006/relationships/image" Target="../media/image172.wmf"/><Relationship Id="rId1" Type="http://schemas.openxmlformats.org/officeDocument/2006/relationships/image" Target="../media/image157.wmf"/><Relationship Id="rId6" Type="http://schemas.openxmlformats.org/officeDocument/2006/relationships/image" Target="../media/image162.emf"/><Relationship Id="rId11" Type="http://schemas.openxmlformats.org/officeDocument/2006/relationships/image" Target="../media/image167.wmf"/><Relationship Id="rId5" Type="http://schemas.openxmlformats.org/officeDocument/2006/relationships/image" Target="../media/image161.wmf"/><Relationship Id="rId15" Type="http://schemas.openxmlformats.org/officeDocument/2006/relationships/image" Target="../media/image171.emf"/><Relationship Id="rId10" Type="http://schemas.openxmlformats.org/officeDocument/2006/relationships/image" Target="../media/image166.wmf"/><Relationship Id="rId19" Type="http://schemas.openxmlformats.org/officeDocument/2006/relationships/image" Target="../media/image175.emf"/><Relationship Id="rId4" Type="http://schemas.openxmlformats.org/officeDocument/2006/relationships/image" Target="../media/image160.wmf"/><Relationship Id="rId9" Type="http://schemas.openxmlformats.org/officeDocument/2006/relationships/image" Target="../media/image165.wmf"/><Relationship Id="rId14" Type="http://schemas.openxmlformats.org/officeDocument/2006/relationships/image" Target="../media/image17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4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3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26.wmf"/><Relationship Id="rId11" Type="http://schemas.openxmlformats.org/officeDocument/2006/relationships/image" Target="../media/image32.wmf"/><Relationship Id="rId5" Type="http://schemas.openxmlformats.org/officeDocument/2006/relationships/image" Target="../media/image25.wmf"/><Relationship Id="rId15" Type="http://schemas.openxmlformats.org/officeDocument/2006/relationships/image" Target="../media/image59.wmf"/><Relationship Id="rId10" Type="http://schemas.openxmlformats.org/officeDocument/2006/relationships/image" Target="../media/image31.wmf"/><Relationship Id="rId4" Type="http://schemas.openxmlformats.org/officeDocument/2006/relationships/image" Target="../media/image24.wmf"/><Relationship Id="rId9" Type="http://schemas.openxmlformats.org/officeDocument/2006/relationships/image" Target="../media/image178.emf"/><Relationship Id="rId14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810BCCF-DB04-4E81-91E4-A86D9C9276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9640F9A-EA9B-483A-921D-5856B1763C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77F26AC-0448-4AC4-9E5F-114617EB062B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7BC54BFF-6E43-454D-830E-D035AC09BA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41F05A58-09AF-4C91-8D4B-979A77F982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FDE0A276-7CC6-4FAD-AC88-B78D49E88B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2A72F8B1-1C47-4969-BF4F-14B8D147A96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A167A3-63E4-4713-9ED0-9F09ED7503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D9B5F1-08C3-4BE7-BDEC-29672B8008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49C222-BDEB-43BD-8AB8-6D4703F7DC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0AF037-FCFB-416B-937A-A040843D57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1494750"/>
      </p:ext>
    </p:extLst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9E712A-7477-4997-B0A5-74D5FC64D5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2D2C47-B04A-4D3B-BB9C-3D06750ECD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D6344F-D512-4011-946F-FBC9399CCF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6D39DE-C5EC-4DA1-9CBA-D55DFAD3AB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377097"/>
      </p:ext>
    </p:extLst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1F5AA7-FD1E-4C5E-BEA8-254CD22B74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F3B02F-4521-4C1F-BAE6-E2931C0BE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85D617-FC76-4C96-91FA-BF1F216BEA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F34AC0-9AE1-45EC-BE7D-D769E10018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4158302"/>
      </p:ext>
    </p:extLst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5FC63-B962-43E3-8D20-09F868D280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67347-3EDE-421E-8A10-4F7A5C4610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61C0A-837E-47DF-A4FE-EF73D6223D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3F0305-0609-47BF-ACC8-3144487B72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894035"/>
      </p:ext>
    </p:extLst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0BD44CA-06FE-43C1-9F0F-DE5A9E992F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58DD050-5CF0-4968-9D8D-EF1E034DA3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CFC0E04-7940-4212-84B1-FA6084E467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B5685F-DEF3-4E32-8BC9-1C78C0FBD9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7668908"/>
      </p:ext>
    </p:extLst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6ABF71-129C-4486-827E-1644298C5F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E30D41-FEB7-444C-9B58-15DF2D227E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83A380-8E89-4B06-9577-9AC076C348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688DAE-3C7A-48D6-8C63-66D7C1DDD2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98053"/>
      </p:ext>
    </p:extLst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AE7886-7C7C-45C2-9C02-532064DAA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D0289E7-51FC-4362-A04B-2B12BC2886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1F1392-D963-4CE9-8E4D-0F1A02519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7C4C00-AE39-4281-AD55-F07D316F90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28568"/>
      </p:ext>
    </p:extLst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94465-9AA0-4B71-8B00-E7E772B3D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8B30E-7CA7-414B-8999-9BF326FAC2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D3F8B-DF96-46EA-A7C3-7DBDA1D0B2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D51332-EC99-4D74-A7C3-8D7C38C31E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178019"/>
      </p:ext>
    </p:extLst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557C9-76AA-496F-8F88-1F64A0438E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841EE1-D26D-4038-BBC9-A535F98CE7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B9655-CAB5-40CD-BE67-85A665824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D1873-B033-43BD-AC61-DF626B02B96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0806870"/>
      </p:ext>
    </p:extLst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0D5B02-4086-4B45-AE66-2B4512F1D5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BEFB15-A113-4BDB-B886-4BCA03314B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C2C9A2-8A03-4F12-918D-D48936C7F2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9AFFE-E8C7-4B70-9421-F11253A472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4955634"/>
      </p:ext>
    </p:extLst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D47A08-6C62-46A9-9E8B-2C448A461E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47F532-A8F8-4C50-A7D4-34B79ED1A1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880366-A66E-492C-9354-DD9CBED8F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389BC2-FF0B-4DEA-AFBC-69DDEFFF71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408698"/>
      </p:ext>
    </p:extLst>
  </p:cSld>
  <p:clrMapOvr>
    <a:masterClrMapping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260F534-62E6-409B-8745-A55EA7637A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037773B-E391-4A49-9BE3-84245256B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556831E-E3DC-40E8-8031-2704DCC676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0151BB-93F5-431D-9F25-A591C90760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360614"/>
      </p:ext>
    </p:extLst>
  </p:cSld>
  <p:clrMapOvr>
    <a:masterClrMapping/>
  </p:clrMapOvr>
  <p:transition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B321DDF-FC84-45BA-8AA4-4F9824B866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69C9B3C-18BF-4E2D-BCE5-67FC64CEEF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0A77562-87C6-4689-8790-5999D0A716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7E50C3-D6B9-48EE-8CBB-AB71BCEACE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0844187"/>
      </p:ext>
    </p:extLst>
  </p:cSld>
  <p:clrMapOvr>
    <a:masterClrMapping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CC66"/>
            </a:gs>
            <a:gs pos="50000">
              <a:schemeClr val="bg1"/>
            </a:gs>
            <a:gs pos="100000">
              <a:srgbClr val="00CC6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254587-64FB-4C33-B34E-D9133D38A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286621-CE43-4970-A4A1-9B9D9FCAA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B6D14A9-0729-4DA5-8146-D3F3EFC9E7E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8439B4-6C8E-4BD1-A795-5E5BAD380F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7BEC30-488A-4989-B30C-BD31E783B9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fld id="{1308E4B9-08FB-4C77-B937-3100F00B74D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pull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9.e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image" Target="../media/image15.png"/><Relationship Id="rId25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0.emf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4.wmf"/><Relationship Id="rId19" Type="http://schemas.openxmlformats.org/officeDocument/2006/relationships/image" Target="../media/image8.emf"/><Relationship Id="rId31" Type="http://schemas.openxmlformats.org/officeDocument/2006/relationships/image" Target="../media/image1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0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1.w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Relationship Id="rId22" Type="http://schemas.openxmlformats.org/officeDocument/2006/relationships/image" Target="../media/image30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9.wmf"/><Relationship Id="rId26" Type="http://schemas.openxmlformats.org/officeDocument/2006/relationships/image" Target="../media/image43.wmf"/><Relationship Id="rId39" Type="http://schemas.openxmlformats.org/officeDocument/2006/relationships/oleObject" Target="../embeddings/oleObject50.bin"/><Relationship Id="rId21" Type="http://schemas.openxmlformats.org/officeDocument/2006/relationships/oleObject" Target="../embeddings/oleObject41.bin"/><Relationship Id="rId34" Type="http://schemas.openxmlformats.org/officeDocument/2006/relationships/image" Target="../media/image47.emf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33" Type="http://schemas.openxmlformats.org/officeDocument/2006/relationships/oleObject" Target="../embeddings/oleObject47.bin"/><Relationship Id="rId38" Type="http://schemas.openxmlformats.org/officeDocument/2006/relationships/image" Target="../media/image4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29" Type="http://schemas.openxmlformats.org/officeDocument/2006/relationships/oleObject" Target="../embeddings/oleObject4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42.wmf"/><Relationship Id="rId32" Type="http://schemas.openxmlformats.org/officeDocument/2006/relationships/image" Target="../media/image46.wmf"/><Relationship Id="rId37" Type="http://schemas.openxmlformats.org/officeDocument/2006/relationships/oleObject" Target="../embeddings/oleObject49.bin"/><Relationship Id="rId40" Type="http://schemas.openxmlformats.org/officeDocument/2006/relationships/image" Target="../media/image50.e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44.wmf"/><Relationship Id="rId36" Type="http://schemas.openxmlformats.org/officeDocument/2006/relationships/image" Target="../media/image48.e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46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Relationship Id="rId27" Type="http://schemas.openxmlformats.org/officeDocument/2006/relationships/oleObject" Target="../embeddings/oleObject44.bin"/><Relationship Id="rId30" Type="http://schemas.openxmlformats.org/officeDocument/2006/relationships/image" Target="../media/image45.wmf"/><Relationship Id="rId35" Type="http://schemas.openxmlformats.org/officeDocument/2006/relationships/oleObject" Target="../embeddings/oleObject48.bin"/><Relationship Id="rId8" Type="http://schemas.openxmlformats.org/officeDocument/2006/relationships/image" Target="../media/image34.wmf"/><Relationship Id="rId3" Type="http://schemas.openxmlformats.org/officeDocument/2006/relationships/oleObject" Target="../embeddings/oleObject3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51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.wmf"/><Relationship Id="rId20" Type="http://schemas.openxmlformats.org/officeDocument/2006/relationships/oleObject" Target="../embeddings/oleObject60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59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56.wmf"/><Relationship Id="rId22" Type="http://schemas.openxmlformats.org/officeDocument/2006/relationships/oleObject" Target="../embeddings/oleObject6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67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71.bin"/><Relationship Id="rId2" Type="http://schemas.openxmlformats.org/officeDocument/2006/relationships/tags" Target="../tags/tag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7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3.wmf"/><Relationship Id="rId3" Type="http://schemas.openxmlformats.org/officeDocument/2006/relationships/image" Target="../media/image75.jpeg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78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w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9" Type="http://schemas.openxmlformats.org/officeDocument/2006/relationships/image" Target="../media/image56.wmf"/><Relationship Id="rId21" Type="http://schemas.openxmlformats.org/officeDocument/2006/relationships/image" Target="../media/image84.wmf"/><Relationship Id="rId34" Type="http://schemas.openxmlformats.org/officeDocument/2006/relationships/oleObject" Target="../embeddings/oleObject94.bin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2.wmf"/><Relationship Id="rId25" Type="http://schemas.openxmlformats.org/officeDocument/2006/relationships/image" Target="../media/image86.wmf"/><Relationship Id="rId33" Type="http://schemas.openxmlformats.org/officeDocument/2006/relationships/image" Target="../media/image90.emf"/><Relationship Id="rId38" Type="http://schemas.openxmlformats.org/officeDocument/2006/relationships/oleObject" Target="../embeddings/oleObject96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29" Type="http://schemas.openxmlformats.org/officeDocument/2006/relationships/image" Target="../media/image88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79.wmf"/><Relationship Id="rId24" Type="http://schemas.openxmlformats.org/officeDocument/2006/relationships/oleObject" Target="../embeddings/oleObject89.bin"/><Relationship Id="rId32" Type="http://schemas.openxmlformats.org/officeDocument/2006/relationships/oleObject" Target="../embeddings/oleObject93.bin"/><Relationship Id="rId37" Type="http://schemas.openxmlformats.org/officeDocument/2006/relationships/image" Target="../media/image92.png"/><Relationship Id="rId5" Type="http://schemas.openxmlformats.org/officeDocument/2006/relationships/image" Target="../media/image76.wmf"/><Relationship Id="rId15" Type="http://schemas.openxmlformats.org/officeDocument/2006/relationships/image" Target="../media/image81.wmf"/><Relationship Id="rId23" Type="http://schemas.openxmlformats.org/officeDocument/2006/relationships/image" Target="../media/image85.wmf"/><Relationship Id="rId28" Type="http://schemas.openxmlformats.org/officeDocument/2006/relationships/oleObject" Target="../embeddings/oleObject91.bin"/><Relationship Id="rId36" Type="http://schemas.openxmlformats.org/officeDocument/2006/relationships/oleObject" Target="../embeddings/oleObject95.bin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3.wmf"/><Relationship Id="rId31" Type="http://schemas.openxmlformats.org/officeDocument/2006/relationships/image" Target="../media/image89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87.wmf"/><Relationship Id="rId30" Type="http://schemas.openxmlformats.org/officeDocument/2006/relationships/oleObject" Target="../embeddings/oleObject92.bin"/><Relationship Id="rId35" Type="http://schemas.openxmlformats.org/officeDocument/2006/relationships/image" Target="../media/image91.wmf"/><Relationship Id="rId8" Type="http://schemas.openxmlformats.org/officeDocument/2006/relationships/oleObject" Target="../embeddings/oleObject81.bin"/><Relationship Id="rId3" Type="http://schemas.openxmlformats.org/officeDocument/2006/relationships/image" Target="../media/image7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96.wmf"/><Relationship Id="rId18" Type="http://schemas.openxmlformats.org/officeDocument/2006/relationships/oleObject" Target="../embeddings/oleObject104.bin"/><Relationship Id="rId3" Type="http://schemas.openxmlformats.org/officeDocument/2006/relationships/image" Target="../media/image75.jpeg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3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95.wmf"/><Relationship Id="rId5" Type="http://schemas.openxmlformats.org/officeDocument/2006/relationships/image" Target="../media/image76.wmf"/><Relationship Id="rId15" Type="http://schemas.openxmlformats.org/officeDocument/2006/relationships/image" Target="../media/image97.emf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99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4.wmf"/><Relationship Id="rId14" Type="http://schemas.openxmlformats.org/officeDocument/2006/relationships/oleObject" Target="../embeddings/oleObject10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1.e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1.bin"/><Relationship Id="rId10" Type="http://schemas.openxmlformats.org/officeDocument/2006/relationships/image" Target="../media/image103.wmf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0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14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10.wmf"/><Relationship Id="rId19" Type="http://schemas.openxmlformats.org/officeDocument/2006/relationships/image" Target="../media/image115.png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23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2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33.bin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5.e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33.wmf"/><Relationship Id="rId26" Type="http://schemas.openxmlformats.org/officeDocument/2006/relationships/image" Target="../media/image137.wmf"/><Relationship Id="rId3" Type="http://schemas.openxmlformats.org/officeDocument/2006/relationships/oleObject" Target="../embeddings/oleObject134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141.bin"/><Relationship Id="rId25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20" Type="http://schemas.openxmlformats.org/officeDocument/2006/relationships/image" Target="../media/image134.emf"/><Relationship Id="rId29" Type="http://schemas.openxmlformats.org/officeDocument/2006/relationships/oleObject" Target="../embeddings/oleObject147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38.bin"/><Relationship Id="rId24" Type="http://schemas.openxmlformats.org/officeDocument/2006/relationships/image" Target="../media/image136.wmf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23" Type="http://schemas.openxmlformats.org/officeDocument/2006/relationships/oleObject" Target="../embeddings/oleObject144.bin"/><Relationship Id="rId28" Type="http://schemas.openxmlformats.org/officeDocument/2006/relationships/image" Target="../media/image138.wmf"/><Relationship Id="rId10" Type="http://schemas.openxmlformats.org/officeDocument/2006/relationships/image" Target="../media/image128.wmf"/><Relationship Id="rId19" Type="http://schemas.openxmlformats.org/officeDocument/2006/relationships/oleObject" Target="../embeddings/oleObject142.bin"/><Relationship Id="rId4" Type="http://schemas.openxmlformats.org/officeDocument/2006/relationships/image" Target="../media/image130.e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31.wmf"/><Relationship Id="rId22" Type="http://schemas.openxmlformats.org/officeDocument/2006/relationships/image" Target="../media/image135.emf"/><Relationship Id="rId27" Type="http://schemas.openxmlformats.org/officeDocument/2006/relationships/oleObject" Target="../embeddings/oleObject146.bin"/><Relationship Id="rId30" Type="http://schemas.openxmlformats.org/officeDocument/2006/relationships/image" Target="../media/image13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48.bin"/><Relationship Id="rId21" Type="http://schemas.openxmlformats.org/officeDocument/2006/relationships/oleObject" Target="../embeddings/oleObject157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4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47.wmf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10" Type="http://schemas.openxmlformats.org/officeDocument/2006/relationships/image" Target="../media/image143.w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45.emf"/><Relationship Id="rId22" Type="http://schemas.openxmlformats.org/officeDocument/2006/relationships/image" Target="../media/image12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51.wmf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6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64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6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7.bin"/><Relationship Id="rId7" Type="http://schemas.openxmlformats.org/officeDocument/2006/relationships/hyperlink" Target="https://www.bilibili.com/video/BV1FW411m7QP/?spm_id_from=333.337.search-card.all.click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56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64.wmf"/><Relationship Id="rId26" Type="http://schemas.openxmlformats.org/officeDocument/2006/relationships/image" Target="../media/image168.wmf"/><Relationship Id="rId39" Type="http://schemas.openxmlformats.org/officeDocument/2006/relationships/oleObject" Target="../embeddings/oleObject187.bin"/><Relationship Id="rId21" Type="http://schemas.openxmlformats.org/officeDocument/2006/relationships/oleObject" Target="../embeddings/oleObject178.bin"/><Relationship Id="rId34" Type="http://schemas.openxmlformats.org/officeDocument/2006/relationships/image" Target="../media/image172.wmf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0.bin"/><Relationship Id="rId33" Type="http://schemas.openxmlformats.org/officeDocument/2006/relationships/oleObject" Target="../embeddings/oleObject184.bin"/><Relationship Id="rId38" Type="http://schemas.openxmlformats.org/officeDocument/2006/relationships/image" Target="../media/image17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3.wmf"/><Relationship Id="rId20" Type="http://schemas.openxmlformats.org/officeDocument/2006/relationships/image" Target="../media/image165.wmf"/><Relationship Id="rId29" Type="http://schemas.openxmlformats.org/officeDocument/2006/relationships/oleObject" Target="../embeddings/oleObject18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67.wmf"/><Relationship Id="rId32" Type="http://schemas.openxmlformats.org/officeDocument/2006/relationships/image" Target="../media/image171.emf"/><Relationship Id="rId37" Type="http://schemas.openxmlformats.org/officeDocument/2006/relationships/oleObject" Target="../embeddings/oleObject186.bin"/><Relationship Id="rId40" Type="http://schemas.openxmlformats.org/officeDocument/2006/relationships/image" Target="../media/image175.e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28" Type="http://schemas.openxmlformats.org/officeDocument/2006/relationships/image" Target="../media/image169.wmf"/><Relationship Id="rId36" Type="http://schemas.openxmlformats.org/officeDocument/2006/relationships/image" Target="../media/image173.wmf"/><Relationship Id="rId10" Type="http://schemas.openxmlformats.org/officeDocument/2006/relationships/image" Target="../media/image160.wmf"/><Relationship Id="rId19" Type="http://schemas.openxmlformats.org/officeDocument/2006/relationships/oleObject" Target="../embeddings/oleObject177.bin"/><Relationship Id="rId31" Type="http://schemas.openxmlformats.org/officeDocument/2006/relationships/oleObject" Target="../embeddings/oleObject183.bin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62.emf"/><Relationship Id="rId22" Type="http://schemas.openxmlformats.org/officeDocument/2006/relationships/image" Target="../media/image166.wmf"/><Relationship Id="rId27" Type="http://schemas.openxmlformats.org/officeDocument/2006/relationships/oleObject" Target="../embeddings/oleObject181.bin"/><Relationship Id="rId30" Type="http://schemas.openxmlformats.org/officeDocument/2006/relationships/image" Target="../media/image170.wmf"/><Relationship Id="rId35" Type="http://schemas.openxmlformats.org/officeDocument/2006/relationships/oleObject" Target="../embeddings/oleObject185.bin"/><Relationship Id="rId8" Type="http://schemas.openxmlformats.org/officeDocument/2006/relationships/image" Target="../media/image159.wmf"/><Relationship Id="rId3" Type="http://schemas.openxmlformats.org/officeDocument/2006/relationships/oleObject" Target="../embeddings/oleObject169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wmf"/><Relationship Id="rId18" Type="http://schemas.openxmlformats.org/officeDocument/2006/relationships/oleObject" Target="../embeddings/oleObject195.bin"/><Relationship Id="rId26" Type="http://schemas.openxmlformats.org/officeDocument/2006/relationships/oleObject" Target="../embeddings/oleObject199.bin"/><Relationship Id="rId3" Type="http://schemas.openxmlformats.org/officeDocument/2006/relationships/image" Target="../media/image179.png"/><Relationship Id="rId21" Type="http://schemas.openxmlformats.org/officeDocument/2006/relationships/image" Target="../media/image178.emf"/><Relationship Id="rId7" Type="http://schemas.openxmlformats.org/officeDocument/2006/relationships/image" Target="../media/image177.wmf"/><Relationship Id="rId12" Type="http://schemas.openxmlformats.org/officeDocument/2006/relationships/oleObject" Target="../embeddings/oleObject192.bin"/><Relationship Id="rId17" Type="http://schemas.openxmlformats.org/officeDocument/2006/relationships/image" Target="../media/image27.wmf"/><Relationship Id="rId25" Type="http://schemas.openxmlformats.org/officeDocument/2006/relationships/image" Target="../media/image32.wmf"/><Relationship Id="rId33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4.bin"/><Relationship Id="rId20" Type="http://schemas.openxmlformats.org/officeDocument/2006/relationships/oleObject" Target="../embeddings/oleObject196.bin"/><Relationship Id="rId29" Type="http://schemas.openxmlformats.org/officeDocument/2006/relationships/image" Target="../media/image34.w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198.bin"/><Relationship Id="rId32" Type="http://schemas.openxmlformats.org/officeDocument/2006/relationships/oleObject" Target="../embeddings/oleObject202.bin"/><Relationship Id="rId5" Type="http://schemas.openxmlformats.org/officeDocument/2006/relationships/image" Target="../media/image176.wmf"/><Relationship Id="rId15" Type="http://schemas.openxmlformats.org/officeDocument/2006/relationships/image" Target="../media/image26.wmf"/><Relationship Id="rId23" Type="http://schemas.openxmlformats.org/officeDocument/2006/relationships/image" Target="../media/image31.wmf"/><Relationship Id="rId28" Type="http://schemas.openxmlformats.org/officeDocument/2006/relationships/oleObject" Target="../embeddings/oleObject200.bin"/><Relationship Id="rId10" Type="http://schemas.openxmlformats.org/officeDocument/2006/relationships/oleObject" Target="../embeddings/oleObject191.bin"/><Relationship Id="rId19" Type="http://schemas.openxmlformats.org/officeDocument/2006/relationships/image" Target="../media/image29.wmf"/><Relationship Id="rId31" Type="http://schemas.openxmlformats.org/officeDocument/2006/relationships/image" Target="../media/image35.wmf"/><Relationship Id="rId4" Type="http://schemas.openxmlformats.org/officeDocument/2006/relationships/oleObject" Target="../embeddings/oleObject188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193.bin"/><Relationship Id="rId22" Type="http://schemas.openxmlformats.org/officeDocument/2006/relationships/oleObject" Target="../embeddings/oleObject197.bin"/><Relationship Id="rId27" Type="http://schemas.openxmlformats.org/officeDocument/2006/relationships/image" Target="../media/image33.wmf"/><Relationship Id="rId30" Type="http://schemas.openxmlformats.org/officeDocument/2006/relationships/oleObject" Target="../embeddings/oleObject201.bin"/><Relationship Id="rId8" Type="http://schemas.openxmlformats.org/officeDocument/2006/relationships/oleObject" Target="../embeddings/oleObject19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>
            <a:extLst>
              <a:ext uri="{FF2B5EF4-FFF2-40B4-BE49-F238E27FC236}">
                <a16:creationId xmlns:a16="http://schemas.microsoft.com/office/drawing/2014/main" id="{6A53F943-9A39-4F18-843E-E1DE2F7C8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3438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宋体" panose="02010600030101010101" pitchFamily="2" charset="-122"/>
              </a:rPr>
              <a:t>麦克斯韦方程组</a:t>
            </a:r>
          </a:p>
        </p:txBody>
      </p:sp>
      <p:sp>
        <p:nvSpPr>
          <p:cNvPr id="81923" name="Text Box 3">
            <a:extLst>
              <a:ext uri="{FF2B5EF4-FFF2-40B4-BE49-F238E27FC236}">
                <a16:creationId xmlns:a16="http://schemas.microsoft.com/office/drawing/2014/main" id="{023C8F8D-38F2-4D92-8DCB-419E2ED3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2417763"/>
            <a:ext cx="53260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 位移电流</a:t>
            </a:r>
          </a:p>
        </p:txBody>
      </p:sp>
      <p:sp>
        <p:nvSpPr>
          <p:cNvPr id="81925" name="Text Box 5">
            <a:extLst>
              <a:ext uri="{FF2B5EF4-FFF2-40B4-BE49-F238E27FC236}">
                <a16:creationId xmlns:a16="http://schemas.microsoft.com/office/drawing/2014/main" id="{4AE48D68-8E99-4CA6-8DBA-C495E69C7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209925"/>
            <a:ext cx="55451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节 麦克斯韦方程组</a:t>
            </a:r>
          </a:p>
        </p:txBody>
      </p:sp>
      <p:sp>
        <p:nvSpPr>
          <p:cNvPr id="81926" name="Text Box 6">
            <a:extLst>
              <a:ext uri="{FF2B5EF4-FFF2-40B4-BE49-F238E27FC236}">
                <a16:creationId xmlns:a16="http://schemas.microsoft.com/office/drawing/2014/main" id="{1AF3ED95-9CA3-41D3-A41E-7D3A84DAF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1409700"/>
            <a:ext cx="61198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Maxwell’s Equations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2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3" grpId="0"/>
      <p:bldP spid="81925" grpId="0"/>
      <p:bldP spid="819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AutoShape 2">
            <a:extLst>
              <a:ext uri="{FF2B5EF4-FFF2-40B4-BE49-F238E27FC236}">
                <a16:creationId xmlns:a16="http://schemas.microsoft.com/office/drawing/2014/main" id="{9F3BB05C-A960-4AE9-BFC3-CE021C359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8" y="2281238"/>
            <a:ext cx="1581150" cy="1997075"/>
          </a:xfrm>
          <a:prstGeom prst="wedgeRectCallout">
            <a:avLst>
              <a:gd name="adj1" fmla="val 4819"/>
              <a:gd name="adj2" fmla="val 77218"/>
            </a:avLst>
          </a:prstGeom>
          <a:solidFill>
            <a:srgbClr val="CCFFCC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 sz="2585"/>
          </a:p>
        </p:txBody>
      </p:sp>
      <p:sp>
        <p:nvSpPr>
          <p:cNvPr id="149508" name="Text Box 4">
            <a:extLst>
              <a:ext uri="{FF2B5EF4-FFF2-40B4-BE49-F238E27FC236}">
                <a16:creationId xmlns:a16="http://schemas.microsoft.com/office/drawing/2014/main" id="{BA889FF9-EFE5-4832-AA7F-D4480F0AC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2414588"/>
            <a:ext cx="1323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rgbClr val="660033"/>
                </a:solidFill>
              </a:rPr>
              <a:t> </a:t>
            </a:r>
            <a:r>
              <a:rPr lang="zh-CN" altLang="en-US" sz="2585">
                <a:solidFill>
                  <a:srgbClr val="660033"/>
                </a:solidFill>
              </a:rPr>
              <a:t>静电场</a:t>
            </a:r>
          </a:p>
        </p:txBody>
      </p:sp>
      <p:sp>
        <p:nvSpPr>
          <p:cNvPr id="149509" name="AutoShape 5">
            <a:extLst>
              <a:ext uri="{FF2B5EF4-FFF2-40B4-BE49-F238E27FC236}">
                <a16:creationId xmlns:a16="http://schemas.microsoft.com/office/drawing/2014/main" id="{6B7765FC-925D-4CE1-AB3B-514441372A8B}"/>
              </a:ext>
            </a:extLst>
          </p:cNvPr>
          <p:cNvSpPr>
            <a:spLocks/>
          </p:cNvSpPr>
          <p:nvPr/>
        </p:nvSpPr>
        <p:spPr bwMode="auto">
          <a:xfrm>
            <a:off x="1905000" y="2233613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 sz="2585">
              <a:solidFill>
                <a:schemeClr val="accent2"/>
              </a:solidFill>
            </a:endParaRPr>
          </a:p>
        </p:txBody>
      </p:sp>
      <p:graphicFrame>
        <p:nvGraphicFramePr>
          <p:cNvPr id="149511" name="Object 7">
            <a:extLst>
              <a:ext uri="{FF2B5EF4-FFF2-40B4-BE49-F238E27FC236}">
                <a16:creationId xmlns:a16="http://schemas.microsoft.com/office/drawing/2014/main" id="{A7CD5CFB-8133-4929-99FA-E9ED153E0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2709863"/>
          <a:ext cx="132556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公式" r:id="rId3" imgW="571252" imgH="291973" progId="Equation.3">
                  <p:embed/>
                </p:oleObj>
              </mc:Choice>
              <mc:Fallback>
                <p:oleObj name="公式" r:id="rId3" imgW="571252" imgH="29197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09863"/>
                        <a:ext cx="132556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4" name="Object 10">
            <a:extLst>
              <a:ext uri="{FF2B5EF4-FFF2-40B4-BE49-F238E27FC236}">
                <a16:creationId xmlns:a16="http://schemas.microsoft.com/office/drawing/2014/main" id="{9918F67F-13BB-4651-B533-CF5B2669D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5038" y="1971675"/>
          <a:ext cx="1766887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公式" r:id="rId5" imgW="787400" imgH="292100" progId="Equation.3">
                  <p:embed/>
                </p:oleObj>
              </mc:Choice>
              <mc:Fallback>
                <p:oleObj name="公式" r:id="rId5" imgW="787400" imgH="292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1971675"/>
                        <a:ext cx="1766887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7" name="Object 13">
            <a:extLst>
              <a:ext uri="{FF2B5EF4-FFF2-40B4-BE49-F238E27FC236}">
                <a16:creationId xmlns:a16="http://schemas.microsoft.com/office/drawing/2014/main" id="{D8B320C5-732F-4C65-B0CA-15A5B5980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2813" y="3305175"/>
          <a:ext cx="130651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公式" r:id="rId7" imgW="583947" imgH="291973" progId="Equation.3">
                  <p:embed/>
                </p:oleObj>
              </mc:Choice>
              <mc:Fallback>
                <p:oleObj name="公式" r:id="rId7" imgW="583947" imgH="29197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3305175"/>
                        <a:ext cx="1306512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0" name="Object 16">
            <a:extLst>
              <a:ext uri="{FF2B5EF4-FFF2-40B4-BE49-F238E27FC236}">
                <a16:creationId xmlns:a16="http://schemas.microsoft.com/office/drawing/2014/main" id="{1DA67BE4-0B48-4DAC-872D-55243F180C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2175" y="4011613"/>
          <a:ext cx="17954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公式" r:id="rId9" imgW="799753" imgH="291973" progId="Equation.3">
                  <p:embed/>
                </p:oleObj>
              </mc:Choice>
              <mc:Fallback>
                <p:oleObj name="公式" r:id="rId9" imgW="799753" imgH="29197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4011613"/>
                        <a:ext cx="17954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2" name="Text Box 18">
            <a:extLst>
              <a:ext uri="{FF2B5EF4-FFF2-40B4-BE49-F238E27FC236}">
                <a16:creationId xmlns:a16="http://schemas.microsoft.com/office/drawing/2014/main" id="{413D8475-4DA6-4328-BF79-145D8E624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09975"/>
            <a:ext cx="1585913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660033"/>
                </a:solidFill>
              </a:rPr>
              <a:t>稳恒磁场</a:t>
            </a:r>
          </a:p>
        </p:txBody>
      </p:sp>
      <p:graphicFrame>
        <p:nvGraphicFramePr>
          <p:cNvPr id="149525" name="Object 21">
            <a:extLst>
              <a:ext uri="{FF2B5EF4-FFF2-40B4-BE49-F238E27FC236}">
                <a16:creationId xmlns:a16="http://schemas.microsoft.com/office/drawing/2014/main" id="{BAB5562E-1AFA-4996-B956-96D94C88E7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0188" y="2581275"/>
          <a:ext cx="194468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公式" r:id="rId11" imgW="1054100" imgH="355600" progId="Equation.3">
                  <p:embed/>
                </p:oleObj>
              </mc:Choice>
              <mc:Fallback>
                <p:oleObj name="公式" r:id="rId11" imgW="1054100" imgH="355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2581275"/>
                        <a:ext cx="194468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7" name="AutoShape 23">
            <a:extLst>
              <a:ext uri="{FF2B5EF4-FFF2-40B4-BE49-F238E27FC236}">
                <a16:creationId xmlns:a16="http://schemas.microsoft.com/office/drawing/2014/main" id="{8A90488A-AFBD-43B5-83FF-910072EB8C60}"/>
              </a:ext>
            </a:extLst>
          </p:cNvPr>
          <p:cNvSpPr>
            <a:spLocks/>
          </p:cNvSpPr>
          <p:nvPr/>
        </p:nvSpPr>
        <p:spPr bwMode="auto">
          <a:xfrm>
            <a:off x="1909763" y="3438525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49528" name="Text Box 24">
            <a:extLst>
              <a:ext uri="{FF2B5EF4-FFF2-40B4-BE49-F238E27FC236}">
                <a16:creationId xmlns:a16="http://schemas.microsoft.com/office/drawing/2014/main" id="{B26A0107-033B-41D7-BC29-39483806E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19213"/>
            <a:ext cx="88392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sz="2585" dirty="0"/>
              <a:t>静电场、稳恒磁场的普遍规律及推广</a:t>
            </a:r>
          </a:p>
        </p:txBody>
      </p:sp>
      <p:sp>
        <p:nvSpPr>
          <p:cNvPr id="149529" name="AutoShape 25">
            <a:extLst>
              <a:ext uri="{FF2B5EF4-FFF2-40B4-BE49-F238E27FC236}">
                <a16:creationId xmlns:a16="http://schemas.microsoft.com/office/drawing/2014/main" id="{9C2CAE73-918D-4CC8-A8F4-A006BD0D433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29100" y="2162175"/>
            <a:ext cx="901700" cy="209550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graphicFrame>
        <p:nvGraphicFramePr>
          <p:cNvPr id="149531" name="Object 27">
            <a:extLst>
              <a:ext uri="{FF2B5EF4-FFF2-40B4-BE49-F238E27FC236}">
                <a16:creationId xmlns:a16="http://schemas.microsoft.com/office/drawing/2014/main" id="{F3FF432D-8F0B-404E-8557-7BBC7F78AB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4950" y="1960563"/>
          <a:ext cx="15716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公式" r:id="rId13" imgW="787400" imgH="292100" progId="Equation.3">
                  <p:embed/>
                </p:oleObj>
              </mc:Choice>
              <mc:Fallback>
                <p:oleObj name="公式" r:id="rId13" imgW="787400" imgH="2921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1960563"/>
                        <a:ext cx="15716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33" name="AutoShape 29">
            <a:extLst>
              <a:ext uri="{FF2B5EF4-FFF2-40B4-BE49-F238E27FC236}">
                <a16:creationId xmlns:a16="http://schemas.microsoft.com/office/drawing/2014/main" id="{69A88297-1C83-42E2-B949-2AAA2C11C07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25925" y="2795588"/>
            <a:ext cx="901700" cy="211137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49537" name="AutoShape 33">
            <a:extLst>
              <a:ext uri="{FF2B5EF4-FFF2-40B4-BE49-F238E27FC236}">
                <a16:creationId xmlns:a16="http://schemas.microsoft.com/office/drawing/2014/main" id="{1111C461-2265-48ED-BA04-A96967057A9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11638" y="3489325"/>
            <a:ext cx="901700" cy="211138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49538" name="AutoShape 34">
            <a:extLst>
              <a:ext uri="{FF2B5EF4-FFF2-40B4-BE49-F238E27FC236}">
                <a16:creationId xmlns:a16="http://schemas.microsoft.com/office/drawing/2014/main" id="{7FFC73C6-3212-4A41-8A9F-9B44C59A47F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32275" y="4122738"/>
            <a:ext cx="901700" cy="211137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graphicFrame>
        <p:nvGraphicFramePr>
          <p:cNvPr id="149539" name="Object 35">
            <a:extLst>
              <a:ext uri="{FF2B5EF4-FFF2-40B4-BE49-F238E27FC236}">
                <a16:creationId xmlns:a16="http://schemas.microsoft.com/office/drawing/2014/main" id="{7C9ABFFB-2AC5-4339-AC34-B3FB95521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4600" y="544513"/>
          <a:ext cx="12350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15" imgW="1206500" imgH="381000" progId="Equation.3">
                  <p:embed/>
                </p:oleObj>
              </mc:Choice>
              <mc:Fallback>
                <p:oleObj name="Equation" r:id="rId15" imgW="1206500" imgH="3810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600" y="544513"/>
                        <a:ext cx="12350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9540" name="Picture 36" descr="help2">
            <a:extLst>
              <a:ext uri="{FF2B5EF4-FFF2-40B4-BE49-F238E27FC236}">
                <a16:creationId xmlns:a16="http://schemas.microsoft.com/office/drawing/2014/main" id="{A9581E9E-0E82-4190-AAEF-4F16BED6E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3902075"/>
            <a:ext cx="67468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9541" name="Group 37">
            <a:extLst>
              <a:ext uri="{FF2B5EF4-FFF2-40B4-BE49-F238E27FC236}">
                <a16:creationId xmlns:a16="http://schemas.microsoft.com/office/drawing/2014/main" id="{7C4AB5AC-4EE9-43F2-8442-A53DF66D33E3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4792663"/>
            <a:ext cx="4230688" cy="511175"/>
            <a:chOff x="528" y="3456"/>
            <a:chExt cx="2736" cy="348"/>
          </a:xfrm>
        </p:grpSpPr>
        <p:sp>
          <p:nvSpPr>
            <p:cNvPr id="5158" name="Text Box 38">
              <a:extLst>
                <a:ext uri="{FF2B5EF4-FFF2-40B4-BE49-F238E27FC236}">
                  <a16:creationId xmlns:a16="http://schemas.microsoft.com/office/drawing/2014/main" id="{E464F35E-941A-42E8-B5AB-6CA0A528B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470"/>
              <a:ext cx="268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zh-CN" sz="2585"/>
                <a:t>   </a:t>
              </a:r>
              <a:r>
                <a:rPr lang="zh-CN" altLang="en-US" sz="2585"/>
                <a:t>、  随时间变化</a:t>
              </a:r>
            </a:p>
          </p:txBody>
        </p:sp>
        <p:graphicFrame>
          <p:nvGraphicFramePr>
            <p:cNvPr id="4133" name="Object 39">
              <a:extLst>
                <a:ext uri="{FF2B5EF4-FFF2-40B4-BE49-F238E27FC236}">
                  <a16:creationId xmlns:a16="http://schemas.microsoft.com/office/drawing/2014/main" id="{D6A99CC1-6727-4058-A26D-346C2050E7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3456"/>
            <a:ext cx="2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2" name="Equation" r:id="rId18" imgW="209623" imgH="247590" progId="Equation.3">
                    <p:embed/>
                  </p:oleObj>
                </mc:Choice>
                <mc:Fallback>
                  <p:oleObj name="Equation" r:id="rId18" imgW="209623" imgH="24759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456"/>
                          <a:ext cx="2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34" name="Object 40">
              <a:extLst>
                <a:ext uri="{FF2B5EF4-FFF2-40B4-BE49-F238E27FC236}">
                  <a16:creationId xmlns:a16="http://schemas.microsoft.com/office/drawing/2014/main" id="{5D367042-7370-4B6B-B48F-142F431A4D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3456"/>
            <a:ext cx="24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" name="Equation" r:id="rId20" imgW="199898" imgH="247590" progId="Equation.3">
                    <p:embed/>
                  </p:oleObj>
                </mc:Choice>
                <mc:Fallback>
                  <p:oleObj name="Equation" r:id="rId20" imgW="199898" imgH="24759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456"/>
                          <a:ext cx="24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545" name="Line 41">
            <a:extLst>
              <a:ext uri="{FF2B5EF4-FFF2-40B4-BE49-F238E27FC236}">
                <a16:creationId xmlns:a16="http://schemas.microsoft.com/office/drawing/2014/main" id="{3B3924F3-4D4C-4A11-B43C-79B97AC660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9663" y="5046663"/>
            <a:ext cx="1444625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585"/>
          </a:p>
        </p:txBody>
      </p:sp>
      <p:grpSp>
        <p:nvGrpSpPr>
          <p:cNvPr id="149546" name="Group 42">
            <a:extLst>
              <a:ext uri="{FF2B5EF4-FFF2-40B4-BE49-F238E27FC236}">
                <a16:creationId xmlns:a16="http://schemas.microsoft.com/office/drawing/2014/main" id="{0E0D956C-9B03-41E5-9A28-4A0B4266CDF3}"/>
              </a:ext>
            </a:extLst>
          </p:cNvPr>
          <p:cNvGrpSpPr>
            <a:grpSpLocks/>
          </p:cNvGrpSpPr>
          <p:nvPr/>
        </p:nvGrpSpPr>
        <p:grpSpPr bwMode="auto">
          <a:xfrm>
            <a:off x="320675" y="4811713"/>
            <a:ext cx="4230688" cy="511175"/>
            <a:chOff x="528" y="3456"/>
            <a:chExt cx="2736" cy="348"/>
          </a:xfrm>
        </p:grpSpPr>
        <p:sp>
          <p:nvSpPr>
            <p:cNvPr id="5155" name="Text Box 43">
              <a:extLst>
                <a:ext uri="{FF2B5EF4-FFF2-40B4-BE49-F238E27FC236}">
                  <a16:creationId xmlns:a16="http://schemas.microsoft.com/office/drawing/2014/main" id="{4D463F8C-6F58-4B18-8FAD-215A38051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470"/>
              <a:ext cx="268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zh-CN" sz="2585"/>
                <a:t>   </a:t>
              </a:r>
              <a:r>
                <a:rPr lang="zh-CN" altLang="en-US" sz="2585"/>
                <a:t>、  不随时间变化</a:t>
              </a:r>
            </a:p>
          </p:txBody>
        </p:sp>
        <p:graphicFrame>
          <p:nvGraphicFramePr>
            <p:cNvPr id="4130" name="Object 44">
              <a:extLst>
                <a:ext uri="{FF2B5EF4-FFF2-40B4-BE49-F238E27FC236}">
                  <a16:creationId xmlns:a16="http://schemas.microsoft.com/office/drawing/2014/main" id="{A3EAE10A-3400-4358-9496-EEC9C9DA65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3456"/>
            <a:ext cx="2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4" name="Equation" r:id="rId22" imgW="209623" imgH="247590" progId="Equation.3">
                    <p:embed/>
                  </p:oleObj>
                </mc:Choice>
                <mc:Fallback>
                  <p:oleObj name="Equation" r:id="rId22" imgW="209623" imgH="24759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456"/>
                          <a:ext cx="2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31" name="Object 45">
              <a:extLst>
                <a:ext uri="{FF2B5EF4-FFF2-40B4-BE49-F238E27FC236}">
                  <a16:creationId xmlns:a16="http://schemas.microsoft.com/office/drawing/2014/main" id="{F9CCB745-A1DD-4FDE-8F0B-8B704D860A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3456"/>
            <a:ext cx="24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5" name="Equation" r:id="rId24" imgW="199898" imgH="247590" progId="Equation.3">
                    <p:embed/>
                  </p:oleObj>
                </mc:Choice>
                <mc:Fallback>
                  <p:oleObj name="Equation" r:id="rId24" imgW="199898" imgH="24759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456"/>
                          <a:ext cx="24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550" name="Text Box 46">
            <a:extLst>
              <a:ext uri="{FF2B5EF4-FFF2-40B4-BE49-F238E27FC236}">
                <a16:creationId xmlns:a16="http://schemas.microsoft.com/office/drawing/2014/main" id="{98CA59EE-49CD-45C5-9CF7-647E9715A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5924550"/>
            <a:ext cx="379095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215">
                <a:solidFill>
                  <a:srgbClr val="800000"/>
                </a:solidFill>
              </a:rPr>
              <a:t>那么，如何做？</a:t>
            </a:r>
          </a:p>
        </p:txBody>
      </p:sp>
      <p:sp>
        <p:nvSpPr>
          <p:cNvPr id="149551" name="Text Box 47">
            <a:extLst>
              <a:ext uri="{FF2B5EF4-FFF2-40B4-BE49-F238E27FC236}">
                <a16:creationId xmlns:a16="http://schemas.microsoft.com/office/drawing/2014/main" id="{95D30FDA-7CAE-4AA1-91B4-488095FE7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4624388"/>
            <a:ext cx="1493837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215"/>
              <a:t>推广</a:t>
            </a:r>
          </a:p>
        </p:txBody>
      </p:sp>
      <p:sp>
        <p:nvSpPr>
          <p:cNvPr id="149552" name="Rectangle 48">
            <a:extLst>
              <a:ext uri="{FF2B5EF4-FFF2-40B4-BE49-F238E27FC236}">
                <a16:creationId xmlns:a16="http://schemas.microsoft.com/office/drawing/2014/main" id="{0C112B87-15B0-4B8E-B647-A0DDBE54D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514975"/>
            <a:ext cx="83327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/>
              <a:t>麦克斯韦完成了此推广，得到了</a:t>
            </a:r>
            <a:r>
              <a:rPr lang="zh-CN" altLang="en-US" sz="2585">
                <a:solidFill>
                  <a:srgbClr val="660033"/>
                </a:solidFill>
              </a:rPr>
              <a:t>麦克斯韦</a:t>
            </a:r>
            <a:r>
              <a:rPr lang="zh-CN" altLang="en-US" sz="2585">
                <a:solidFill>
                  <a:srgbClr val="660033"/>
                </a:solidFill>
                <a:latin typeface="宋体" panose="02010600030101010101" pitchFamily="2" charset="-122"/>
              </a:rPr>
              <a:t>方程组</a:t>
            </a:r>
            <a:r>
              <a:rPr lang="zh-CN" altLang="en-US" sz="2585"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49555" name="Object 51">
            <a:extLst>
              <a:ext uri="{FF2B5EF4-FFF2-40B4-BE49-F238E27FC236}">
                <a16:creationId xmlns:a16="http://schemas.microsoft.com/office/drawing/2014/main" id="{613C3C4B-08F0-4273-A494-F0B19AB8E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4625" y="3322638"/>
          <a:ext cx="130651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公式" r:id="rId26" imgW="583947" imgH="291973" progId="Equation.3">
                  <p:embed/>
                </p:oleObj>
              </mc:Choice>
              <mc:Fallback>
                <p:oleObj name="公式" r:id="rId26" imgW="583947" imgH="291973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3322638"/>
                        <a:ext cx="1306513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9558" name="Group 54">
            <a:extLst>
              <a:ext uri="{FF2B5EF4-FFF2-40B4-BE49-F238E27FC236}">
                <a16:creationId xmlns:a16="http://schemas.microsoft.com/office/drawing/2014/main" id="{7DFBC602-BF4B-4B18-BAAD-A94A3B63711D}"/>
              </a:ext>
            </a:extLst>
          </p:cNvPr>
          <p:cNvGrpSpPr>
            <a:grpSpLocks/>
          </p:cNvGrpSpPr>
          <p:nvPr/>
        </p:nvGrpSpPr>
        <p:grpSpPr bwMode="auto">
          <a:xfrm>
            <a:off x="7653338" y="920750"/>
            <a:ext cx="955675" cy="715963"/>
            <a:chOff x="5153" y="1996"/>
            <a:chExt cx="652" cy="489"/>
          </a:xfrm>
        </p:grpSpPr>
        <p:graphicFrame>
          <p:nvGraphicFramePr>
            <p:cNvPr id="4127" name="Object 52">
              <a:extLst>
                <a:ext uri="{FF2B5EF4-FFF2-40B4-BE49-F238E27FC236}">
                  <a16:creationId xmlns:a16="http://schemas.microsoft.com/office/drawing/2014/main" id="{76698317-B4CC-4C39-AA84-03BC1A8E01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06" y="2257"/>
            <a:ext cx="186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" name="公式" r:id="rId28" imgW="152268" imgH="164957" progId="Equation.3">
                    <p:embed/>
                  </p:oleObj>
                </mc:Choice>
                <mc:Fallback>
                  <p:oleObj name="公式" r:id="rId28" imgW="152268" imgH="164957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6" y="2257"/>
                          <a:ext cx="186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8" name="Object 53">
              <a:extLst>
                <a:ext uri="{FF2B5EF4-FFF2-40B4-BE49-F238E27FC236}">
                  <a16:creationId xmlns:a16="http://schemas.microsoft.com/office/drawing/2014/main" id="{B45894E4-5142-41E1-AAA3-820406B8E1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53" y="1996"/>
            <a:ext cx="652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8" name="公式" r:id="rId30" imgW="508000" imgH="381000" progId="Equation.3">
                    <p:embed/>
                  </p:oleObj>
                </mc:Choice>
                <mc:Fallback>
                  <p:oleObj name="公式" r:id="rId30" imgW="508000" imgH="38100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3" y="1996"/>
                          <a:ext cx="652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51" name="Rectangle 55">
            <a:hlinkClick r:id="" action="ppaction://macro?name=TimerOnOff"/>
            <a:extLst>
              <a:ext uri="{FF2B5EF4-FFF2-40B4-BE49-F238E27FC236}">
                <a16:creationId xmlns:a16="http://schemas.microsoft.com/office/drawing/2014/main" id="{BBEA94FE-5BC9-48E0-812D-9E7F60F0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4125" name="AutoShape 88">
            <a:extLst>
              <a:ext uri="{FF2B5EF4-FFF2-40B4-BE49-F238E27FC236}">
                <a16:creationId xmlns:a16="http://schemas.microsoft.com/office/drawing/2014/main" id="{84D97DBA-EB6D-4204-B459-7752BC91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5913"/>
            <a:ext cx="2016125" cy="936625"/>
          </a:xfrm>
          <a:prstGeom prst="doubleWave">
            <a:avLst>
              <a:gd name="adj1" fmla="val 6500"/>
              <a:gd name="adj2" fmla="val 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126" name="Text Box 3">
            <a:extLst>
              <a:ext uri="{FF2B5EF4-FFF2-40B4-BE49-F238E27FC236}">
                <a16:creationId xmlns:a16="http://schemas.microsoft.com/office/drawing/2014/main" id="{A90F6972-7E56-4F67-905A-9F6B6FBC5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6400"/>
            <a:ext cx="32781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FF0066"/>
                </a:solidFill>
                <a:ea typeface="隶书" panose="02010509060101010101" pitchFamily="49" charset="-122"/>
              </a:rPr>
              <a:t>  </a:t>
            </a:r>
            <a:r>
              <a:rPr lang="zh-CN" altLang="en-US" sz="4000">
                <a:solidFill>
                  <a:srgbClr val="FF0066"/>
                </a:solidFill>
                <a:ea typeface="隶书" panose="02010509060101010101" pitchFamily="49" charset="-122"/>
              </a:rPr>
              <a:t>引言：</a:t>
            </a:r>
            <a:endParaRPr lang="zh-CN" altLang="en-US" sz="3600" b="0"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4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14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14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0" fill="hold"/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0" fill="hold"/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animBg="1" autoUpdateAnimBg="0"/>
      <p:bldP spid="149508" grpId="0" autoUpdateAnimBg="0"/>
      <p:bldP spid="149509" grpId="0" animBg="1" autoUpdateAnimBg="0"/>
      <p:bldP spid="149522" grpId="0" autoUpdateAnimBg="0"/>
      <p:bldP spid="149527" grpId="0" animBg="1"/>
      <p:bldP spid="149528" grpId="0" autoUpdateAnimBg="0"/>
      <p:bldP spid="149529" grpId="0" animBg="1"/>
      <p:bldP spid="149533" grpId="0" animBg="1"/>
      <p:bldP spid="149537" grpId="0" animBg="1"/>
      <p:bldP spid="149538" grpId="0" animBg="1"/>
      <p:bldP spid="149550" grpId="0" autoUpdateAnimBg="0"/>
      <p:bldP spid="149551" grpId="0" autoUpdateAnimBg="0"/>
      <p:bldP spid="14955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4" name="AutoShape 88">
            <a:extLst>
              <a:ext uri="{FF2B5EF4-FFF2-40B4-BE49-F238E27FC236}">
                <a16:creationId xmlns:a16="http://schemas.microsoft.com/office/drawing/2014/main" id="{65BF6ABA-1FD9-4BB6-931B-68063B105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5913"/>
            <a:ext cx="2016125" cy="936625"/>
          </a:xfrm>
          <a:prstGeom prst="doubleWave">
            <a:avLst>
              <a:gd name="adj1" fmla="val 6500"/>
              <a:gd name="adj2" fmla="val 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668E33C2-E733-4F04-879F-EF958131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6400"/>
            <a:ext cx="32781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FF0066"/>
                </a:solidFill>
                <a:ea typeface="隶书" panose="02010509060101010101" pitchFamily="49" charset="-122"/>
              </a:rPr>
              <a:t>  </a:t>
            </a:r>
            <a:r>
              <a:rPr lang="zh-CN" altLang="en-US" sz="4000">
                <a:solidFill>
                  <a:srgbClr val="FF0066"/>
                </a:solidFill>
                <a:ea typeface="隶书" panose="02010509060101010101" pitchFamily="49" charset="-122"/>
              </a:rPr>
              <a:t>引言：</a:t>
            </a:r>
            <a:endParaRPr lang="zh-CN" altLang="en-US" sz="3600" b="0">
              <a:ea typeface="隶书" panose="02010509060101010101" pitchFamily="49" charset="-122"/>
            </a:endParaRPr>
          </a:p>
        </p:txBody>
      </p:sp>
      <p:graphicFrame>
        <p:nvGraphicFramePr>
          <p:cNvPr id="14437" name="Object 101">
            <a:extLst>
              <a:ext uri="{FF2B5EF4-FFF2-40B4-BE49-F238E27FC236}">
                <a16:creationId xmlns:a16="http://schemas.microsoft.com/office/drawing/2014/main" id="{955A7D1E-0C20-44C1-B49E-ECB1E5781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2413" y="2595563"/>
          <a:ext cx="13366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8" name="Equation" r:id="rId3" imgW="1752600" imgH="546100" progId="Equation.DSMT4">
                  <p:embed/>
                </p:oleObj>
              </mc:Choice>
              <mc:Fallback>
                <p:oleObj name="Equation" r:id="rId3" imgW="1752600" imgH="546100" progId="Equation.DSMT4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13" y="2595563"/>
                        <a:ext cx="13366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8" name="Text Box 102">
            <a:extLst>
              <a:ext uri="{FF2B5EF4-FFF2-40B4-BE49-F238E27FC236}">
                <a16:creationId xmlns:a16="http://schemas.microsoft.com/office/drawing/2014/main" id="{C64175AD-642E-4FC8-B4D3-9A55A1CBB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88" y="692150"/>
            <a:ext cx="4008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电容的充放电过程中</a:t>
            </a:r>
          </a:p>
        </p:txBody>
      </p:sp>
      <p:sp>
        <p:nvSpPr>
          <p:cNvPr id="14439" name="Text Box 103">
            <a:extLst>
              <a:ext uri="{FF2B5EF4-FFF2-40B4-BE49-F238E27FC236}">
                <a16:creationId xmlns:a16="http://schemas.microsoft.com/office/drawing/2014/main" id="{007C7AEE-7E62-49E9-8D4A-909E2DCF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88" y="1279525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在一极板边缘取积分回路</a:t>
            </a:r>
            <a:r>
              <a:rPr lang="en-US" altLang="zh-CN" sz="2800" i="1"/>
              <a:t>L</a:t>
            </a:r>
            <a:endParaRPr lang="en-US" altLang="zh-CN" sz="2800"/>
          </a:p>
        </p:txBody>
      </p:sp>
      <p:sp>
        <p:nvSpPr>
          <p:cNvPr id="14440" name="Text Box 104">
            <a:extLst>
              <a:ext uri="{FF2B5EF4-FFF2-40B4-BE49-F238E27FC236}">
                <a16:creationId xmlns:a16="http://schemas.microsoft.com/office/drawing/2014/main" id="{CAF4F20D-0B88-4EBA-AD50-67EE48537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1831975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并以</a:t>
            </a:r>
            <a:r>
              <a:rPr lang="en-US" altLang="zh-CN" sz="2800" i="1"/>
              <a:t>L</a:t>
            </a:r>
            <a:r>
              <a:rPr lang="zh-CN" altLang="en-US" sz="2800"/>
              <a:t>为边界作曲面</a:t>
            </a: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、</a:t>
            </a: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  <p:sp>
        <p:nvSpPr>
          <p:cNvPr id="14441" name="Text Box 105">
            <a:extLst>
              <a:ext uri="{FF2B5EF4-FFF2-40B4-BE49-F238E27FC236}">
                <a16:creationId xmlns:a16="http://schemas.microsoft.com/office/drawing/2014/main" id="{D60C8D07-2619-47E8-8F10-3B7AE5616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2560638"/>
            <a:ext cx="2682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对</a:t>
            </a: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面</a:t>
            </a:r>
          </a:p>
        </p:txBody>
      </p:sp>
      <p:sp>
        <p:nvSpPr>
          <p:cNvPr id="14442" name="Text Box 106">
            <a:extLst>
              <a:ext uri="{FF2B5EF4-FFF2-40B4-BE49-F238E27FC236}">
                <a16:creationId xmlns:a16="http://schemas.microsoft.com/office/drawing/2014/main" id="{637A15C4-6E3D-40B6-9C2D-AC98B069D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3176588"/>
            <a:ext cx="2343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对</a:t>
            </a: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r>
              <a:rPr lang="zh-CN" altLang="en-US" sz="2800"/>
              <a:t>面</a:t>
            </a:r>
          </a:p>
        </p:txBody>
      </p:sp>
      <p:grpSp>
        <p:nvGrpSpPr>
          <p:cNvPr id="2" name="Group 107">
            <a:extLst>
              <a:ext uri="{FF2B5EF4-FFF2-40B4-BE49-F238E27FC236}">
                <a16:creationId xmlns:a16="http://schemas.microsoft.com/office/drawing/2014/main" id="{7233149B-ED66-4120-8965-8BABDBF33844}"/>
              </a:ext>
            </a:extLst>
          </p:cNvPr>
          <p:cNvGrpSpPr>
            <a:grpSpLocks/>
          </p:cNvGrpSpPr>
          <p:nvPr/>
        </p:nvGrpSpPr>
        <p:grpSpPr bwMode="auto">
          <a:xfrm>
            <a:off x="6808788" y="2786063"/>
            <a:ext cx="419100" cy="574675"/>
            <a:chOff x="2736" y="1344"/>
            <a:chExt cx="192" cy="288"/>
          </a:xfrm>
        </p:grpSpPr>
        <p:sp>
          <p:nvSpPr>
            <p:cNvPr id="5196" name="Line 108">
              <a:extLst>
                <a:ext uri="{FF2B5EF4-FFF2-40B4-BE49-F238E27FC236}">
                  <a16:creationId xmlns:a16="http://schemas.microsoft.com/office/drawing/2014/main" id="{FD32D42C-BD1A-4338-8116-F8530568A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344"/>
              <a:ext cx="192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7" name="Line 109">
              <a:extLst>
                <a:ext uri="{FF2B5EF4-FFF2-40B4-BE49-F238E27FC236}">
                  <a16:creationId xmlns:a16="http://schemas.microsoft.com/office/drawing/2014/main" id="{8675E5D5-6B28-4AA8-8B06-B85E38F313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488"/>
              <a:ext cx="192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446" name="Text Box 110">
            <a:extLst>
              <a:ext uri="{FF2B5EF4-FFF2-40B4-BE49-F238E27FC236}">
                <a16:creationId xmlns:a16="http://schemas.microsoft.com/office/drawing/2014/main" id="{273240AD-70F4-45FD-A853-1E0E9BE5D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425" y="2760663"/>
            <a:ext cx="1779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相矛盾</a:t>
            </a:r>
            <a:r>
              <a:rPr lang="zh-CN" altLang="en-US" sz="2800">
                <a:solidFill>
                  <a:srgbClr val="FF0000"/>
                </a:solidFill>
              </a:rPr>
              <a:t>！</a:t>
            </a:r>
          </a:p>
        </p:txBody>
      </p:sp>
      <p:grpSp>
        <p:nvGrpSpPr>
          <p:cNvPr id="3" name="Group 125">
            <a:extLst>
              <a:ext uri="{FF2B5EF4-FFF2-40B4-BE49-F238E27FC236}">
                <a16:creationId xmlns:a16="http://schemas.microsoft.com/office/drawing/2014/main" id="{2BAAAF32-CABF-48C2-A2D2-7734AEFC08B8}"/>
              </a:ext>
            </a:extLst>
          </p:cNvPr>
          <p:cNvGrpSpPr>
            <a:grpSpLocks/>
          </p:cNvGrpSpPr>
          <p:nvPr/>
        </p:nvGrpSpPr>
        <p:grpSpPr bwMode="auto">
          <a:xfrm>
            <a:off x="1550988" y="1776413"/>
            <a:ext cx="863600" cy="1128712"/>
            <a:chOff x="1292" y="2024"/>
            <a:chExt cx="544" cy="711"/>
          </a:xfrm>
        </p:grpSpPr>
        <p:sp>
          <p:nvSpPr>
            <p:cNvPr id="5192" name="Arc 126">
              <a:extLst>
                <a:ext uri="{FF2B5EF4-FFF2-40B4-BE49-F238E27FC236}">
                  <a16:creationId xmlns:a16="http://schemas.microsoft.com/office/drawing/2014/main" id="{21F68031-5A65-4D49-9F9A-2A5267AA9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024"/>
              <a:ext cx="454" cy="71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11"/>
                    <a:pt x="11957" y="43174"/>
                    <a:pt x="46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11"/>
                    <a:pt x="11957" y="43174"/>
                    <a:pt x="46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3" name="Arc 127">
              <a:extLst>
                <a:ext uri="{FF2B5EF4-FFF2-40B4-BE49-F238E27FC236}">
                  <a16:creationId xmlns:a16="http://schemas.microsoft.com/office/drawing/2014/main" id="{2622FA9F-209A-4BFF-9F12-A75B3C4C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2122"/>
              <a:ext cx="429" cy="274"/>
            </a:xfrm>
            <a:custGeom>
              <a:avLst/>
              <a:gdLst>
                <a:gd name="T0" fmla="*/ 0 w 20378"/>
                <a:gd name="T1" fmla="*/ 0 h 16606"/>
                <a:gd name="T2" fmla="*/ 0 w 20378"/>
                <a:gd name="T3" fmla="*/ 0 h 16606"/>
                <a:gd name="T4" fmla="*/ 0 w 20378"/>
                <a:gd name="T5" fmla="*/ 0 h 16606"/>
                <a:gd name="T6" fmla="*/ 0 60000 65536"/>
                <a:gd name="T7" fmla="*/ 0 60000 65536"/>
                <a:gd name="T8" fmla="*/ 0 60000 65536"/>
                <a:gd name="T9" fmla="*/ 0 w 20378"/>
                <a:gd name="T10" fmla="*/ 0 h 16606"/>
                <a:gd name="T11" fmla="*/ 20378 w 20378"/>
                <a:gd name="T12" fmla="*/ 16606 h 166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6606" fill="none" extrusionOk="0">
                  <a:moveTo>
                    <a:pt x="13813" y="-1"/>
                  </a:moveTo>
                  <a:cubicBezTo>
                    <a:pt x="16814" y="2496"/>
                    <a:pt x="19083" y="5759"/>
                    <a:pt x="20377" y="9443"/>
                  </a:cubicBezTo>
                </a:path>
                <a:path w="20378" h="16606" stroke="0" extrusionOk="0">
                  <a:moveTo>
                    <a:pt x="13813" y="-1"/>
                  </a:moveTo>
                  <a:cubicBezTo>
                    <a:pt x="16814" y="2496"/>
                    <a:pt x="19083" y="5759"/>
                    <a:pt x="20377" y="9443"/>
                  </a:cubicBezTo>
                  <a:lnTo>
                    <a:pt x="0" y="16606"/>
                  </a:lnTo>
                  <a:lnTo>
                    <a:pt x="13813" y="-1"/>
                  </a:lnTo>
                  <a:close/>
                </a:path>
              </a:pathLst>
            </a:custGeom>
            <a:noFill/>
            <a:ln w="127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4" name="Arc 128">
              <a:extLst>
                <a:ext uri="{FF2B5EF4-FFF2-40B4-BE49-F238E27FC236}">
                  <a16:creationId xmlns:a16="http://schemas.microsoft.com/office/drawing/2014/main" id="{6E90437E-4804-4031-ABBA-4D6417B6D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" y="2160"/>
              <a:ext cx="429" cy="236"/>
            </a:xfrm>
            <a:custGeom>
              <a:avLst/>
              <a:gdLst>
                <a:gd name="T0" fmla="*/ 0 w 20378"/>
                <a:gd name="T1" fmla="*/ 0 h 14284"/>
                <a:gd name="T2" fmla="*/ 0 w 20378"/>
                <a:gd name="T3" fmla="*/ 0 h 14284"/>
                <a:gd name="T4" fmla="*/ 0 w 20378"/>
                <a:gd name="T5" fmla="*/ 0 h 14284"/>
                <a:gd name="T6" fmla="*/ 0 60000 65536"/>
                <a:gd name="T7" fmla="*/ 0 60000 65536"/>
                <a:gd name="T8" fmla="*/ 0 60000 65536"/>
                <a:gd name="T9" fmla="*/ 0 w 20378"/>
                <a:gd name="T10" fmla="*/ 0 h 14284"/>
                <a:gd name="T11" fmla="*/ 20378 w 20378"/>
                <a:gd name="T12" fmla="*/ 14284 h 14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4284" fill="none" extrusionOk="0">
                  <a:moveTo>
                    <a:pt x="16202" y="0"/>
                  </a:moveTo>
                  <a:cubicBezTo>
                    <a:pt x="18039" y="2083"/>
                    <a:pt x="19456" y="4501"/>
                    <a:pt x="20377" y="7121"/>
                  </a:cubicBezTo>
                </a:path>
                <a:path w="20378" h="14284" stroke="0" extrusionOk="0">
                  <a:moveTo>
                    <a:pt x="16202" y="0"/>
                  </a:moveTo>
                  <a:cubicBezTo>
                    <a:pt x="18039" y="2083"/>
                    <a:pt x="19456" y="4501"/>
                    <a:pt x="20377" y="7121"/>
                  </a:cubicBezTo>
                  <a:lnTo>
                    <a:pt x="0" y="14284"/>
                  </a:lnTo>
                  <a:lnTo>
                    <a:pt x="16202" y="0"/>
                  </a:lnTo>
                  <a:close/>
                </a:path>
              </a:pathLst>
            </a:custGeom>
            <a:noFill/>
            <a:ln w="127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5" name="Arc 129">
              <a:extLst>
                <a:ext uri="{FF2B5EF4-FFF2-40B4-BE49-F238E27FC236}">
                  <a16:creationId xmlns:a16="http://schemas.microsoft.com/office/drawing/2014/main" id="{EBEBD8E5-D5AB-4282-8EA4-FFBE2C513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206"/>
              <a:ext cx="429" cy="217"/>
            </a:xfrm>
            <a:custGeom>
              <a:avLst/>
              <a:gdLst>
                <a:gd name="T0" fmla="*/ 0 w 20378"/>
                <a:gd name="T1" fmla="*/ 0 h 13157"/>
                <a:gd name="T2" fmla="*/ 0 w 20378"/>
                <a:gd name="T3" fmla="*/ 0 h 13157"/>
                <a:gd name="T4" fmla="*/ 0 w 20378"/>
                <a:gd name="T5" fmla="*/ 0 h 13157"/>
                <a:gd name="T6" fmla="*/ 0 60000 65536"/>
                <a:gd name="T7" fmla="*/ 0 60000 65536"/>
                <a:gd name="T8" fmla="*/ 0 60000 65536"/>
                <a:gd name="T9" fmla="*/ 0 w 20378"/>
                <a:gd name="T10" fmla="*/ 0 h 13157"/>
                <a:gd name="T11" fmla="*/ 20378 w 20378"/>
                <a:gd name="T12" fmla="*/ 13157 h 131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3157" fill="none" extrusionOk="0">
                  <a:moveTo>
                    <a:pt x="17130" y="0"/>
                  </a:moveTo>
                  <a:cubicBezTo>
                    <a:pt x="18523" y="1813"/>
                    <a:pt x="19619" y="3836"/>
                    <a:pt x="20377" y="5994"/>
                  </a:cubicBezTo>
                </a:path>
                <a:path w="20378" h="13157" stroke="0" extrusionOk="0">
                  <a:moveTo>
                    <a:pt x="17130" y="0"/>
                  </a:moveTo>
                  <a:cubicBezTo>
                    <a:pt x="18523" y="1813"/>
                    <a:pt x="19619" y="3836"/>
                    <a:pt x="20377" y="5994"/>
                  </a:cubicBezTo>
                  <a:lnTo>
                    <a:pt x="0" y="13157"/>
                  </a:lnTo>
                  <a:lnTo>
                    <a:pt x="17130" y="0"/>
                  </a:lnTo>
                  <a:close/>
                </a:path>
              </a:pathLst>
            </a:custGeom>
            <a:noFill/>
            <a:ln w="127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30">
            <a:extLst>
              <a:ext uri="{FF2B5EF4-FFF2-40B4-BE49-F238E27FC236}">
                <a16:creationId xmlns:a16="http://schemas.microsoft.com/office/drawing/2014/main" id="{43F6F6E1-2007-4D1B-8C11-994E461DE3A1}"/>
              </a:ext>
            </a:extLst>
          </p:cNvPr>
          <p:cNvGrpSpPr>
            <a:grpSpLocks/>
          </p:cNvGrpSpPr>
          <p:nvPr/>
        </p:nvGrpSpPr>
        <p:grpSpPr bwMode="auto">
          <a:xfrm>
            <a:off x="1982788" y="1489075"/>
            <a:ext cx="527050" cy="457200"/>
            <a:chOff x="3515" y="466"/>
            <a:chExt cx="332" cy="288"/>
          </a:xfrm>
        </p:grpSpPr>
        <p:sp>
          <p:nvSpPr>
            <p:cNvPr id="5190" name="Text Box 131">
              <a:extLst>
                <a:ext uri="{FF2B5EF4-FFF2-40B4-BE49-F238E27FC236}">
                  <a16:creationId xmlns:a16="http://schemas.microsoft.com/office/drawing/2014/main" id="{7386CD93-3F17-4E5F-A297-49EC07E12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466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S</a:t>
              </a:r>
              <a:r>
                <a:rPr lang="en-US" altLang="zh-CN" sz="2400" baseline="-25000"/>
                <a:t>2</a:t>
              </a:r>
              <a:endParaRPr lang="en-US" altLang="zh-CN" sz="2400"/>
            </a:p>
          </p:txBody>
        </p:sp>
        <p:sp>
          <p:nvSpPr>
            <p:cNvPr id="5191" name="Line 132">
              <a:extLst>
                <a:ext uri="{FF2B5EF4-FFF2-40B4-BE49-F238E27FC236}">
                  <a16:creationId xmlns:a16="http://schemas.microsoft.com/office/drawing/2014/main" id="{730B88F0-3B6B-4E2D-9CE6-82A0BCC291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5" y="663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469" name="Text Box 133">
            <a:extLst>
              <a:ext uri="{FF2B5EF4-FFF2-40B4-BE49-F238E27FC236}">
                <a16:creationId xmlns:a16="http://schemas.microsoft.com/office/drawing/2014/main" id="{2EB9042F-B8B5-499A-91A9-084E3F239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550" y="1392238"/>
            <a:ext cx="44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i="1"/>
              <a:t>L</a:t>
            </a:r>
          </a:p>
        </p:txBody>
      </p:sp>
      <p:grpSp>
        <p:nvGrpSpPr>
          <p:cNvPr id="5" name="Group 134">
            <a:extLst>
              <a:ext uri="{FF2B5EF4-FFF2-40B4-BE49-F238E27FC236}">
                <a16:creationId xmlns:a16="http://schemas.microsoft.com/office/drawing/2014/main" id="{29150073-6CE1-4056-BFC9-58A515B8839E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1849438"/>
            <a:ext cx="2835275" cy="2393950"/>
            <a:chOff x="2682" y="709"/>
            <a:chExt cx="1786" cy="1508"/>
          </a:xfrm>
        </p:grpSpPr>
        <p:sp>
          <p:nvSpPr>
            <p:cNvPr id="5170" name="Rectangle 135">
              <a:extLst>
                <a:ext uri="{FF2B5EF4-FFF2-40B4-BE49-F238E27FC236}">
                  <a16:creationId xmlns:a16="http://schemas.microsoft.com/office/drawing/2014/main" id="{247A27B9-69BF-4867-92CF-8FFB851F1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709"/>
              <a:ext cx="117" cy="63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5171" name="Line 136">
              <a:extLst>
                <a:ext uri="{FF2B5EF4-FFF2-40B4-BE49-F238E27FC236}">
                  <a16:creationId xmlns:a16="http://schemas.microsoft.com/office/drawing/2014/main" id="{67AE74B2-6BAA-4143-A55C-BC8F76A02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026"/>
              <a:ext cx="4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2" name="Line 137">
              <a:extLst>
                <a:ext uri="{FF2B5EF4-FFF2-40B4-BE49-F238E27FC236}">
                  <a16:creationId xmlns:a16="http://schemas.microsoft.com/office/drawing/2014/main" id="{5C0115D7-8A20-4AF0-9F75-1E8831AD3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026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3" name="Line 138">
              <a:extLst>
                <a:ext uri="{FF2B5EF4-FFF2-40B4-BE49-F238E27FC236}">
                  <a16:creationId xmlns:a16="http://schemas.microsoft.com/office/drawing/2014/main" id="{52465B8F-51ED-4978-BEDB-67FCB61B7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4" name="Line 139">
              <a:extLst>
                <a:ext uri="{FF2B5EF4-FFF2-40B4-BE49-F238E27FC236}">
                  <a16:creationId xmlns:a16="http://schemas.microsoft.com/office/drawing/2014/main" id="{C1709EA1-D4DA-4F33-B9A1-824AA3AA0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8" y="179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5" name="Line 140">
              <a:extLst>
                <a:ext uri="{FF2B5EF4-FFF2-40B4-BE49-F238E27FC236}">
                  <a16:creationId xmlns:a16="http://schemas.microsoft.com/office/drawing/2014/main" id="{2C7A9DE9-B2CE-49BC-BCD6-7EA4FA6A8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84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6" name="Rectangle 141">
              <a:extLst>
                <a:ext uri="{FF2B5EF4-FFF2-40B4-BE49-F238E27FC236}">
                  <a16:creationId xmlns:a16="http://schemas.microsoft.com/office/drawing/2014/main" id="{F3267A91-D8F5-4A1E-8D3C-09FD51556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888"/>
              <a:ext cx="288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5177" name="Line 142">
              <a:extLst>
                <a:ext uri="{FF2B5EF4-FFF2-40B4-BE49-F238E27FC236}">
                  <a16:creationId xmlns:a16="http://schemas.microsoft.com/office/drawing/2014/main" id="{992D4F50-B6B4-47AF-8EB2-D16FC5DB5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933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8" name="Text Box 143">
              <a:extLst>
                <a:ext uri="{FF2B5EF4-FFF2-40B4-BE49-F238E27FC236}">
                  <a16:creationId xmlns:a16="http://schemas.microsoft.com/office/drawing/2014/main" id="{0FFCAD95-F6D6-47D5-A29F-6F7E887A4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4" y="1606"/>
              <a:ext cx="4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R</a:t>
              </a:r>
            </a:p>
          </p:txBody>
        </p:sp>
        <p:grpSp>
          <p:nvGrpSpPr>
            <p:cNvPr id="5179" name="Group 144">
              <a:extLst>
                <a:ext uri="{FF2B5EF4-FFF2-40B4-BE49-F238E27FC236}">
                  <a16:creationId xmlns:a16="http://schemas.microsoft.com/office/drawing/2014/main" id="{666AC190-234C-4A24-A0B6-9FCF9D732C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2" y="1379"/>
              <a:ext cx="289" cy="327"/>
              <a:chOff x="2682" y="1379"/>
              <a:chExt cx="289" cy="327"/>
            </a:xfrm>
          </p:grpSpPr>
          <p:sp>
            <p:nvSpPr>
              <p:cNvPr id="5188" name="Line 145">
                <a:extLst>
                  <a:ext uri="{FF2B5EF4-FFF2-40B4-BE49-F238E27FC236}">
                    <a16:creationId xmlns:a16="http://schemas.microsoft.com/office/drawing/2014/main" id="{BD5DE942-89C5-4761-A23B-02E6B29B1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143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" name="Text Box 146">
                <a:extLst>
                  <a:ext uri="{FF2B5EF4-FFF2-40B4-BE49-F238E27FC236}">
                    <a16:creationId xmlns:a16="http://schemas.microsoft.com/office/drawing/2014/main" id="{D61641EF-0D8C-40A4-A73E-1C53CBD601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" y="1379"/>
                <a:ext cx="28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i</a:t>
                </a:r>
              </a:p>
            </p:txBody>
          </p:sp>
        </p:grpSp>
        <p:sp>
          <p:nvSpPr>
            <p:cNvPr id="5180" name="Text Box 147">
              <a:extLst>
                <a:ext uri="{FF2B5EF4-FFF2-40B4-BE49-F238E27FC236}">
                  <a16:creationId xmlns:a16="http://schemas.microsoft.com/office/drawing/2014/main" id="{0985F92D-29F5-4BAD-AED7-216FEB7FB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1253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C</a:t>
              </a:r>
            </a:p>
          </p:txBody>
        </p:sp>
        <p:sp>
          <p:nvSpPr>
            <p:cNvPr id="5181" name="Text Box 148">
              <a:extLst>
                <a:ext uri="{FF2B5EF4-FFF2-40B4-BE49-F238E27FC236}">
                  <a16:creationId xmlns:a16="http://schemas.microsoft.com/office/drawing/2014/main" id="{AB486F38-650A-4738-9286-85F3B2006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709"/>
              <a:ext cx="195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182" name="Text Box 149">
              <a:extLst>
                <a:ext uri="{FF2B5EF4-FFF2-40B4-BE49-F238E27FC236}">
                  <a16:creationId xmlns:a16="http://schemas.microsoft.com/office/drawing/2014/main" id="{3B6DB2AB-7620-4B62-B11D-FF8665A8D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" y="1890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i="1"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183" name="Line 150">
              <a:extLst>
                <a:ext uri="{FF2B5EF4-FFF2-40B4-BE49-F238E27FC236}">
                  <a16:creationId xmlns:a16="http://schemas.microsoft.com/office/drawing/2014/main" id="{D4F4F3D2-4E41-4BBC-BCE8-8E073BE3A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026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4" name="Line 151">
              <a:extLst>
                <a:ext uri="{FF2B5EF4-FFF2-40B4-BE49-F238E27FC236}">
                  <a16:creationId xmlns:a16="http://schemas.microsoft.com/office/drawing/2014/main" id="{0EA4178D-A152-4D81-A92A-C1B4EFBA5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933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5" name="Line 152">
              <a:extLst>
                <a:ext uri="{FF2B5EF4-FFF2-40B4-BE49-F238E27FC236}">
                  <a16:creationId xmlns:a16="http://schemas.microsoft.com/office/drawing/2014/main" id="{6B927BF4-B2D5-4AEF-A33B-738C406F3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933"/>
              <a:ext cx="4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6" name="Rectangle 153">
              <a:extLst>
                <a:ext uri="{FF2B5EF4-FFF2-40B4-BE49-F238E27FC236}">
                  <a16:creationId xmlns:a16="http://schemas.microsoft.com/office/drawing/2014/main" id="{EF4391CB-4CFA-4C58-B66B-DE5ED4E05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" y="709"/>
              <a:ext cx="117" cy="63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5187" name="Text Box 154">
              <a:extLst>
                <a:ext uri="{FF2B5EF4-FFF2-40B4-BE49-F238E27FC236}">
                  <a16:creationId xmlns:a16="http://schemas.microsoft.com/office/drawing/2014/main" id="{3FDF5158-0C66-4AFE-B615-5DFD59F5D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725"/>
              <a:ext cx="1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</p:txBody>
        </p:sp>
      </p:grpSp>
      <p:sp>
        <p:nvSpPr>
          <p:cNvPr id="14491" name="Oval 155" descr="宽下对角线">
            <a:extLst>
              <a:ext uri="{FF2B5EF4-FFF2-40B4-BE49-F238E27FC236}">
                <a16:creationId xmlns:a16="http://schemas.microsoft.com/office/drawing/2014/main" id="{94B23C9B-A79B-4978-8AE1-2D701DE9B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988" y="1776413"/>
            <a:ext cx="215900" cy="1152525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7" name="Group 156">
            <a:extLst>
              <a:ext uri="{FF2B5EF4-FFF2-40B4-BE49-F238E27FC236}">
                <a16:creationId xmlns:a16="http://schemas.microsoft.com/office/drawing/2014/main" id="{05911EBB-30DC-4A8E-A616-D5AA34075C6C}"/>
              </a:ext>
            </a:extLst>
          </p:cNvPr>
          <p:cNvGrpSpPr>
            <a:grpSpLocks/>
          </p:cNvGrpSpPr>
          <p:nvPr/>
        </p:nvGrpSpPr>
        <p:grpSpPr bwMode="auto">
          <a:xfrm>
            <a:off x="1190625" y="1776413"/>
            <a:ext cx="868363" cy="1128712"/>
            <a:chOff x="1837" y="1026"/>
            <a:chExt cx="547" cy="711"/>
          </a:xfrm>
        </p:grpSpPr>
        <p:sp>
          <p:nvSpPr>
            <p:cNvPr id="5163" name="Arc 157">
              <a:extLst>
                <a:ext uri="{FF2B5EF4-FFF2-40B4-BE49-F238E27FC236}">
                  <a16:creationId xmlns:a16="http://schemas.microsoft.com/office/drawing/2014/main" id="{E1EB36F9-422F-4123-8853-67434BC97F2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837" y="1026"/>
              <a:ext cx="318" cy="71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11"/>
                    <a:pt x="11957" y="43174"/>
                    <a:pt x="46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11"/>
                    <a:pt x="11957" y="43174"/>
                    <a:pt x="46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4" name="Arc 158">
              <a:extLst>
                <a:ext uri="{FF2B5EF4-FFF2-40B4-BE49-F238E27FC236}">
                  <a16:creationId xmlns:a16="http://schemas.microsoft.com/office/drawing/2014/main" id="{707AC31B-1E1A-442C-944C-C9834BD290B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906" y="1387"/>
              <a:ext cx="429" cy="274"/>
            </a:xfrm>
            <a:custGeom>
              <a:avLst/>
              <a:gdLst>
                <a:gd name="T0" fmla="*/ 0 w 20378"/>
                <a:gd name="T1" fmla="*/ 0 h 16606"/>
                <a:gd name="T2" fmla="*/ 0 w 20378"/>
                <a:gd name="T3" fmla="*/ 0 h 16606"/>
                <a:gd name="T4" fmla="*/ 0 w 20378"/>
                <a:gd name="T5" fmla="*/ 0 h 16606"/>
                <a:gd name="T6" fmla="*/ 0 60000 65536"/>
                <a:gd name="T7" fmla="*/ 0 60000 65536"/>
                <a:gd name="T8" fmla="*/ 0 60000 65536"/>
                <a:gd name="T9" fmla="*/ 0 w 20378"/>
                <a:gd name="T10" fmla="*/ 0 h 16606"/>
                <a:gd name="T11" fmla="*/ 20378 w 20378"/>
                <a:gd name="T12" fmla="*/ 16606 h 166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6606" fill="none" extrusionOk="0">
                  <a:moveTo>
                    <a:pt x="13813" y="-1"/>
                  </a:moveTo>
                  <a:cubicBezTo>
                    <a:pt x="16814" y="2496"/>
                    <a:pt x="19083" y="5759"/>
                    <a:pt x="20377" y="9443"/>
                  </a:cubicBezTo>
                </a:path>
                <a:path w="20378" h="16606" stroke="0" extrusionOk="0">
                  <a:moveTo>
                    <a:pt x="13813" y="-1"/>
                  </a:moveTo>
                  <a:cubicBezTo>
                    <a:pt x="16814" y="2496"/>
                    <a:pt x="19083" y="5759"/>
                    <a:pt x="20377" y="9443"/>
                  </a:cubicBezTo>
                  <a:lnTo>
                    <a:pt x="0" y="16606"/>
                  </a:lnTo>
                  <a:lnTo>
                    <a:pt x="13813" y="-1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5" name="Arc 159">
              <a:extLst>
                <a:ext uri="{FF2B5EF4-FFF2-40B4-BE49-F238E27FC236}">
                  <a16:creationId xmlns:a16="http://schemas.microsoft.com/office/drawing/2014/main" id="{8D2E808B-1CE5-4CB8-AF74-4D51762D7AE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931" y="1387"/>
              <a:ext cx="429" cy="236"/>
            </a:xfrm>
            <a:custGeom>
              <a:avLst/>
              <a:gdLst>
                <a:gd name="T0" fmla="*/ 0 w 20378"/>
                <a:gd name="T1" fmla="*/ 0 h 14284"/>
                <a:gd name="T2" fmla="*/ 0 w 20378"/>
                <a:gd name="T3" fmla="*/ 0 h 14284"/>
                <a:gd name="T4" fmla="*/ 0 w 20378"/>
                <a:gd name="T5" fmla="*/ 0 h 14284"/>
                <a:gd name="T6" fmla="*/ 0 60000 65536"/>
                <a:gd name="T7" fmla="*/ 0 60000 65536"/>
                <a:gd name="T8" fmla="*/ 0 60000 65536"/>
                <a:gd name="T9" fmla="*/ 0 w 20378"/>
                <a:gd name="T10" fmla="*/ 0 h 14284"/>
                <a:gd name="T11" fmla="*/ 20378 w 20378"/>
                <a:gd name="T12" fmla="*/ 14284 h 14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4284" fill="none" extrusionOk="0">
                  <a:moveTo>
                    <a:pt x="16202" y="0"/>
                  </a:moveTo>
                  <a:cubicBezTo>
                    <a:pt x="18039" y="2083"/>
                    <a:pt x="19456" y="4501"/>
                    <a:pt x="20377" y="7121"/>
                  </a:cubicBezTo>
                </a:path>
                <a:path w="20378" h="14284" stroke="0" extrusionOk="0">
                  <a:moveTo>
                    <a:pt x="16202" y="0"/>
                  </a:moveTo>
                  <a:cubicBezTo>
                    <a:pt x="18039" y="2083"/>
                    <a:pt x="19456" y="4501"/>
                    <a:pt x="20377" y="7121"/>
                  </a:cubicBezTo>
                  <a:lnTo>
                    <a:pt x="0" y="14284"/>
                  </a:lnTo>
                  <a:lnTo>
                    <a:pt x="16202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Arc 160">
              <a:extLst>
                <a:ext uri="{FF2B5EF4-FFF2-40B4-BE49-F238E27FC236}">
                  <a16:creationId xmlns:a16="http://schemas.microsoft.com/office/drawing/2014/main" id="{454A27C6-FC96-4D25-BB96-ACA8A407131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952" y="1360"/>
              <a:ext cx="429" cy="217"/>
            </a:xfrm>
            <a:custGeom>
              <a:avLst/>
              <a:gdLst>
                <a:gd name="T0" fmla="*/ 0 w 20378"/>
                <a:gd name="T1" fmla="*/ 0 h 13157"/>
                <a:gd name="T2" fmla="*/ 0 w 20378"/>
                <a:gd name="T3" fmla="*/ 0 h 13157"/>
                <a:gd name="T4" fmla="*/ 0 w 20378"/>
                <a:gd name="T5" fmla="*/ 0 h 13157"/>
                <a:gd name="T6" fmla="*/ 0 60000 65536"/>
                <a:gd name="T7" fmla="*/ 0 60000 65536"/>
                <a:gd name="T8" fmla="*/ 0 60000 65536"/>
                <a:gd name="T9" fmla="*/ 0 w 20378"/>
                <a:gd name="T10" fmla="*/ 0 h 13157"/>
                <a:gd name="T11" fmla="*/ 20378 w 20378"/>
                <a:gd name="T12" fmla="*/ 13157 h 131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3157" fill="none" extrusionOk="0">
                  <a:moveTo>
                    <a:pt x="17130" y="0"/>
                  </a:moveTo>
                  <a:cubicBezTo>
                    <a:pt x="18523" y="1813"/>
                    <a:pt x="19619" y="3836"/>
                    <a:pt x="20377" y="5994"/>
                  </a:cubicBezTo>
                </a:path>
                <a:path w="20378" h="13157" stroke="0" extrusionOk="0">
                  <a:moveTo>
                    <a:pt x="17130" y="0"/>
                  </a:moveTo>
                  <a:cubicBezTo>
                    <a:pt x="18523" y="1813"/>
                    <a:pt x="19619" y="3836"/>
                    <a:pt x="20377" y="5994"/>
                  </a:cubicBezTo>
                  <a:lnTo>
                    <a:pt x="0" y="13157"/>
                  </a:lnTo>
                  <a:lnTo>
                    <a:pt x="17130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7" name="Arc 161">
              <a:extLst>
                <a:ext uri="{FF2B5EF4-FFF2-40B4-BE49-F238E27FC236}">
                  <a16:creationId xmlns:a16="http://schemas.microsoft.com/office/drawing/2014/main" id="{338C43A4-9989-41DE-8612-3593E75665A5}"/>
                </a:ext>
              </a:extLst>
            </p:cNvPr>
            <p:cNvSpPr>
              <a:spLocks/>
            </p:cNvSpPr>
            <p:nvPr/>
          </p:nvSpPr>
          <p:spPr bwMode="auto">
            <a:xfrm rot="477185" flipH="1">
              <a:off x="1973" y="1115"/>
              <a:ext cx="372" cy="274"/>
            </a:xfrm>
            <a:custGeom>
              <a:avLst/>
              <a:gdLst>
                <a:gd name="T0" fmla="*/ 0 w 17679"/>
                <a:gd name="T1" fmla="*/ 0 h 16606"/>
                <a:gd name="T2" fmla="*/ 0 w 17679"/>
                <a:gd name="T3" fmla="*/ 0 h 16606"/>
                <a:gd name="T4" fmla="*/ 0 w 17679"/>
                <a:gd name="T5" fmla="*/ 0 h 16606"/>
                <a:gd name="T6" fmla="*/ 0 60000 65536"/>
                <a:gd name="T7" fmla="*/ 0 60000 65536"/>
                <a:gd name="T8" fmla="*/ 0 60000 65536"/>
                <a:gd name="T9" fmla="*/ 0 w 17679"/>
                <a:gd name="T10" fmla="*/ 0 h 16606"/>
                <a:gd name="T11" fmla="*/ 17679 w 17679"/>
                <a:gd name="T12" fmla="*/ 16606 h 166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79" h="16606" fill="none" extrusionOk="0">
                  <a:moveTo>
                    <a:pt x="13813" y="-1"/>
                  </a:moveTo>
                  <a:cubicBezTo>
                    <a:pt x="15281" y="1221"/>
                    <a:pt x="16581" y="2632"/>
                    <a:pt x="17679" y="4195"/>
                  </a:cubicBezTo>
                </a:path>
                <a:path w="17679" h="16606" stroke="0" extrusionOk="0">
                  <a:moveTo>
                    <a:pt x="13813" y="-1"/>
                  </a:moveTo>
                  <a:cubicBezTo>
                    <a:pt x="15281" y="1221"/>
                    <a:pt x="16581" y="2632"/>
                    <a:pt x="17679" y="4195"/>
                  </a:cubicBezTo>
                  <a:lnTo>
                    <a:pt x="0" y="16606"/>
                  </a:lnTo>
                  <a:lnTo>
                    <a:pt x="13813" y="-1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8" name="Arc 162">
              <a:extLst>
                <a:ext uri="{FF2B5EF4-FFF2-40B4-BE49-F238E27FC236}">
                  <a16:creationId xmlns:a16="http://schemas.microsoft.com/office/drawing/2014/main" id="{BDFF8524-DE21-4DD3-894A-44A8CEE3FE0D}"/>
                </a:ext>
              </a:extLst>
            </p:cNvPr>
            <p:cNvSpPr>
              <a:spLocks/>
            </p:cNvSpPr>
            <p:nvPr/>
          </p:nvSpPr>
          <p:spPr bwMode="auto">
            <a:xfrm rot="755685" flipH="1">
              <a:off x="1973" y="1099"/>
              <a:ext cx="411" cy="236"/>
            </a:xfrm>
            <a:custGeom>
              <a:avLst/>
              <a:gdLst>
                <a:gd name="T0" fmla="*/ 0 w 19500"/>
                <a:gd name="T1" fmla="*/ 0 h 14284"/>
                <a:gd name="T2" fmla="*/ 0 w 19500"/>
                <a:gd name="T3" fmla="*/ 0 h 14284"/>
                <a:gd name="T4" fmla="*/ 0 w 19500"/>
                <a:gd name="T5" fmla="*/ 0 h 14284"/>
                <a:gd name="T6" fmla="*/ 0 60000 65536"/>
                <a:gd name="T7" fmla="*/ 0 60000 65536"/>
                <a:gd name="T8" fmla="*/ 0 60000 65536"/>
                <a:gd name="T9" fmla="*/ 0 w 19500"/>
                <a:gd name="T10" fmla="*/ 0 h 14284"/>
                <a:gd name="T11" fmla="*/ 19500 w 19500"/>
                <a:gd name="T12" fmla="*/ 14284 h 14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00" h="14284" fill="none" extrusionOk="0">
                  <a:moveTo>
                    <a:pt x="16202" y="0"/>
                  </a:moveTo>
                  <a:cubicBezTo>
                    <a:pt x="17528" y="1503"/>
                    <a:pt x="18638" y="3184"/>
                    <a:pt x="19500" y="4993"/>
                  </a:cubicBezTo>
                </a:path>
                <a:path w="19500" h="14284" stroke="0" extrusionOk="0">
                  <a:moveTo>
                    <a:pt x="16202" y="0"/>
                  </a:moveTo>
                  <a:cubicBezTo>
                    <a:pt x="17528" y="1503"/>
                    <a:pt x="18638" y="3184"/>
                    <a:pt x="19500" y="4993"/>
                  </a:cubicBezTo>
                  <a:lnTo>
                    <a:pt x="0" y="14284"/>
                  </a:lnTo>
                  <a:lnTo>
                    <a:pt x="16202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9" name="Arc 163">
              <a:extLst>
                <a:ext uri="{FF2B5EF4-FFF2-40B4-BE49-F238E27FC236}">
                  <a16:creationId xmlns:a16="http://schemas.microsoft.com/office/drawing/2014/main" id="{921E6C5B-B1D4-4223-8489-9463E12CFF04}"/>
                </a:ext>
              </a:extLst>
            </p:cNvPr>
            <p:cNvSpPr>
              <a:spLocks/>
            </p:cNvSpPr>
            <p:nvPr/>
          </p:nvSpPr>
          <p:spPr bwMode="auto">
            <a:xfrm rot="1258976" flipH="1">
              <a:off x="1978" y="1208"/>
              <a:ext cx="404" cy="217"/>
            </a:xfrm>
            <a:custGeom>
              <a:avLst/>
              <a:gdLst>
                <a:gd name="T0" fmla="*/ 0 w 19172"/>
                <a:gd name="T1" fmla="*/ 0 h 13157"/>
                <a:gd name="T2" fmla="*/ 0 w 19172"/>
                <a:gd name="T3" fmla="*/ 0 h 13157"/>
                <a:gd name="T4" fmla="*/ 0 w 19172"/>
                <a:gd name="T5" fmla="*/ 0 h 13157"/>
                <a:gd name="T6" fmla="*/ 0 60000 65536"/>
                <a:gd name="T7" fmla="*/ 0 60000 65536"/>
                <a:gd name="T8" fmla="*/ 0 60000 65536"/>
                <a:gd name="T9" fmla="*/ 0 w 19172"/>
                <a:gd name="T10" fmla="*/ 0 h 13157"/>
                <a:gd name="T11" fmla="*/ 19172 w 19172"/>
                <a:gd name="T12" fmla="*/ 13157 h 131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172" h="13157" fill="none" extrusionOk="0">
                  <a:moveTo>
                    <a:pt x="17130" y="0"/>
                  </a:moveTo>
                  <a:cubicBezTo>
                    <a:pt x="17904" y="1007"/>
                    <a:pt x="18587" y="2080"/>
                    <a:pt x="19172" y="3207"/>
                  </a:cubicBezTo>
                </a:path>
                <a:path w="19172" h="13157" stroke="0" extrusionOk="0">
                  <a:moveTo>
                    <a:pt x="17130" y="0"/>
                  </a:moveTo>
                  <a:cubicBezTo>
                    <a:pt x="17904" y="1007"/>
                    <a:pt x="18587" y="2080"/>
                    <a:pt x="19172" y="3207"/>
                  </a:cubicBezTo>
                  <a:lnTo>
                    <a:pt x="0" y="13157"/>
                  </a:lnTo>
                  <a:lnTo>
                    <a:pt x="17130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164">
            <a:extLst>
              <a:ext uri="{FF2B5EF4-FFF2-40B4-BE49-F238E27FC236}">
                <a16:creationId xmlns:a16="http://schemas.microsoft.com/office/drawing/2014/main" id="{ADD1DF64-75CD-41B5-97F5-642011FA50DF}"/>
              </a:ext>
            </a:extLst>
          </p:cNvPr>
          <p:cNvGrpSpPr>
            <a:grpSpLocks/>
          </p:cNvGrpSpPr>
          <p:nvPr/>
        </p:nvGrpSpPr>
        <p:grpSpPr bwMode="auto">
          <a:xfrm>
            <a:off x="830263" y="1704975"/>
            <a:ext cx="576262" cy="457200"/>
            <a:chOff x="2744" y="618"/>
            <a:chExt cx="363" cy="288"/>
          </a:xfrm>
        </p:grpSpPr>
        <p:sp>
          <p:nvSpPr>
            <p:cNvPr id="5161" name="Text Box 165">
              <a:extLst>
                <a:ext uri="{FF2B5EF4-FFF2-40B4-BE49-F238E27FC236}">
                  <a16:creationId xmlns:a16="http://schemas.microsoft.com/office/drawing/2014/main" id="{DE51FDF0-C8FC-419A-B026-94EA651B7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" y="618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S</a:t>
              </a:r>
              <a:r>
                <a:rPr lang="en-US" altLang="zh-CN" sz="2400" baseline="-25000"/>
                <a:t>1</a:t>
              </a:r>
              <a:endParaRPr lang="en-US" altLang="zh-CN" sz="2400"/>
            </a:p>
          </p:txBody>
        </p:sp>
        <p:sp>
          <p:nvSpPr>
            <p:cNvPr id="5162" name="Line 166">
              <a:extLst>
                <a:ext uri="{FF2B5EF4-FFF2-40B4-BE49-F238E27FC236}">
                  <a16:creationId xmlns:a16="http://schemas.microsoft.com/office/drawing/2014/main" id="{10FF18BE-43C1-428E-8F5E-8F911A90C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799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503" name="Object 167">
            <a:extLst>
              <a:ext uri="{FF2B5EF4-FFF2-40B4-BE49-F238E27FC236}">
                <a16:creationId xmlns:a16="http://schemas.microsoft.com/office/drawing/2014/main" id="{8E457F5B-2B04-4C06-8136-3943B2CA6C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4313" y="3189288"/>
          <a:ext cx="14811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" name="Equation" r:id="rId5" imgW="1803400" imgH="546100" progId="Equation.DSMT4">
                  <p:embed/>
                </p:oleObj>
              </mc:Choice>
              <mc:Fallback>
                <p:oleObj name="Equation" r:id="rId5" imgW="1803400" imgH="546100" progId="Equation.DSMT4">
                  <p:embed/>
                  <p:pic>
                    <p:nvPicPr>
                      <p:cNvPr id="0" name="Object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313" y="3189288"/>
                        <a:ext cx="14811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09" name="Oval 173">
            <a:extLst>
              <a:ext uri="{FF2B5EF4-FFF2-40B4-BE49-F238E27FC236}">
                <a16:creationId xmlns:a16="http://schemas.microsoft.com/office/drawing/2014/main" id="{667A5ABF-4AE9-4027-9F02-E7F4C2A0B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337661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4510" name="Oval 174">
            <a:extLst>
              <a:ext uri="{FF2B5EF4-FFF2-40B4-BE49-F238E27FC236}">
                <a16:creationId xmlns:a16="http://schemas.microsoft.com/office/drawing/2014/main" id="{72736127-FE16-478E-A352-C928ACF96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278288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5" name="Rectangle 55">
            <a:extLst>
              <a:ext uri="{FF2B5EF4-FFF2-40B4-BE49-F238E27FC236}">
                <a16:creationId xmlns:a16="http://schemas.microsoft.com/office/drawing/2014/main" id="{429C587B-C130-4D07-B5E1-4DC7193B5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98925"/>
            <a:ext cx="3467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麦克斯韦大胆假设：    </a:t>
            </a:r>
          </a:p>
        </p:txBody>
      </p:sp>
      <p:sp>
        <p:nvSpPr>
          <p:cNvPr id="66" name="Rectangle 56">
            <a:extLst>
              <a:ext uri="{FF2B5EF4-FFF2-40B4-BE49-F238E27FC236}">
                <a16:creationId xmlns:a16="http://schemas.microsoft.com/office/drawing/2014/main" id="{7DF507AC-71C2-43DB-8893-4BEAA80F0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5629275"/>
            <a:ext cx="2454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则对于  </a:t>
            </a:r>
            <a:r>
              <a:rPr lang="en-US" altLang="zh-CN" sz="2800" i="1"/>
              <a:t>s</a:t>
            </a:r>
            <a:r>
              <a:rPr lang="en-US" altLang="zh-CN" sz="2000" baseline="-25000"/>
              <a:t>2</a:t>
            </a:r>
            <a:r>
              <a:rPr lang="zh-CN" altLang="en-US" sz="2000"/>
              <a:t>：</a:t>
            </a:r>
            <a:endParaRPr lang="zh-CN" altLang="en-US" sz="2400"/>
          </a:p>
        </p:txBody>
      </p:sp>
      <p:grpSp>
        <p:nvGrpSpPr>
          <p:cNvPr id="67" name="Group 57">
            <a:extLst>
              <a:ext uri="{FF2B5EF4-FFF2-40B4-BE49-F238E27FC236}">
                <a16:creationId xmlns:a16="http://schemas.microsoft.com/office/drawing/2014/main" id="{E7390EEE-842D-4A3F-BCEA-CB6E6A7CA21D}"/>
              </a:ext>
            </a:extLst>
          </p:cNvPr>
          <p:cNvGrpSpPr>
            <a:grpSpLocks/>
          </p:cNvGrpSpPr>
          <p:nvPr/>
        </p:nvGrpSpPr>
        <p:grpSpPr bwMode="auto">
          <a:xfrm>
            <a:off x="844550" y="4502150"/>
            <a:ext cx="5273675" cy="990600"/>
            <a:chOff x="1954" y="2536"/>
            <a:chExt cx="3067" cy="624"/>
          </a:xfrm>
        </p:grpSpPr>
        <p:sp>
          <p:nvSpPr>
            <p:cNvPr id="5153" name="Line 58">
              <a:extLst>
                <a:ext uri="{FF2B5EF4-FFF2-40B4-BE49-F238E27FC236}">
                  <a16:creationId xmlns:a16="http://schemas.microsoft.com/office/drawing/2014/main" id="{91A0DB27-337B-4061-B11F-2F15B7B52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" y="2968"/>
              <a:ext cx="1047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Line 59">
              <a:extLst>
                <a:ext uri="{FF2B5EF4-FFF2-40B4-BE49-F238E27FC236}">
                  <a16:creationId xmlns:a16="http://schemas.microsoft.com/office/drawing/2014/main" id="{C6632E23-7D45-4A54-86A7-4E21C06F4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3" y="2968"/>
              <a:ext cx="110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5" name="Line 60">
              <a:extLst>
                <a:ext uri="{FF2B5EF4-FFF2-40B4-BE49-F238E27FC236}">
                  <a16:creationId xmlns:a16="http://schemas.microsoft.com/office/drawing/2014/main" id="{8A2FF8BB-A7C3-4E51-8625-CE3BAF5FE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1" y="2728"/>
              <a:ext cx="0" cy="43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Line 61">
              <a:extLst>
                <a:ext uri="{FF2B5EF4-FFF2-40B4-BE49-F238E27FC236}">
                  <a16:creationId xmlns:a16="http://schemas.microsoft.com/office/drawing/2014/main" id="{53E7ACC2-3BFE-4A46-9D01-EF026193B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3" y="2728"/>
              <a:ext cx="0" cy="43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Line 62">
              <a:extLst>
                <a:ext uri="{FF2B5EF4-FFF2-40B4-BE49-F238E27FC236}">
                  <a16:creationId xmlns:a16="http://schemas.microsoft.com/office/drawing/2014/main" id="{188E7CB4-6C42-4E3D-BFC2-6E364A8D0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1" y="2968"/>
              <a:ext cx="912" cy="0"/>
            </a:xfrm>
            <a:prstGeom prst="line">
              <a:avLst/>
            </a:prstGeom>
            <a:noFill/>
            <a:ln w="762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58" name="Object 63">
              <a:extLst>
                <a:ext uri="{FF2B5EF4-FFF2-40B4-BE49-F238E27FC236}">
                  <a16:creationId xmlns:a16="http://schemas.microsoft.com/office/drawing/2014/main" id="{7356C87E-8016-415C-A136-B6317164B2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36" y="2637"/>
            <a:ext cx="1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0" name="公式" r:id="rId7" imgW="203024" imgH="266469" progId="Equation.3">
                    <p:embed/>
                  </p:oleObj>
                </mc:Choice>
                <mc:Fallback>
                  <p:oleObj name="公式" r:id="rId7" imgW="203024" imgH="266469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6" y="2637"/>
                          <a:ext cx="16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9" name="Text Box 64">
              <a:extLst>
                <a:ext uri="{FF2B5EF4-FFF2-40B4-BE49-F238E27FC236}">
                  <a16:creationId xmlns:a16="http://schemas.microsoft.com/office/drawing/2014/main" id="{82064A86-EA76-4C89-8689-36D0199EF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1" y="2536"/>
              <a:ext cx="3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rgbClr val="660033"/>
                  </a:solidFill>
                </a:rPr>
                <a:t>I</a:t>
              </a:r>
              <a:r>
                <a:rPr lang="en-US" altLang="zh-CN" sz="1800" i="1">
                  <a:solidFill>
                    <a:srgbClr val="660033"/>
                  </a:solidFill>
                </a:rPr>
                <a:t>D</a:t>
              </a:r>
              <a:endParaRPr lang="en-US" altLang="zh-CN" sz="5400" b="0" i="1">
                <a:solidFill>
                  <a:srgbClr val="660033"/>
                </a:solidFill>
              </a:endParaRPr>
            </a:p>
          </p:txBody>
        </p:sp>
        <p:graphicFrame>
          <p:nvGraphicFramePr>
            <p:cNvPr id="5160" name="Object 65">
              <a:extLst>
                <a:ext uri="{FF2B5EF4-FFF2-40B4-BE49-F238E27FC236}">
                  <a16:creationId xmlns:a16="http://schemas.microsoft.com/office/drawing/2014/main" id="{75C47F61-FE47-4D16-872F-B5687A8F50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8" y="2691"/>
            <a:ext cx="1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1" name="公式" r:id="rId9" imgW="203024" imgH="266469" progId="Equation.3">
                    <p:embed/>
                  </p:oleObj>
                </mc:Choice>
                <mc:Fallback>
                  <p:oleObj name="公式" r:id="rId9" imgW="203024" imgH="266469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8" y="2691"/>
                          <a:ext cx="16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" name="Text Box 66">
            <a:extLst>
              <a:ext uri="{FF2B5EF4-FFF2-40B4-BE49-F238E27FC236}">
                <a16:creationId xmlns:a16="http://schemas.microsoft.com/office/drawing/2014/main" id="{4B811616-B42C-4A9D-BEB6-1953DA43B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388" y="4845050"/>
            <a:ext cx="2320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/>
              <a:t>, </a:t>
            </a:r>
            <a:r>
              <a:rPr lang="zh-CN" altLang="en-US" sz="2800"/>
              <a:t>且</a:t>
            </a:r>
            <a:r>
              <a:rPr lang="zh-CN" altLang="en-US" sz="2800">
                <a:solidFill>
                  <a:schemeClr val="accent2"/>
                </a:solidFill>
              </a:rPr>
              <a:t> </a:t>
            </a:r>
            <a:r>
              <a:rPr lang="en-US" altLang="zh-CN" i="1">
                <a:solidFill>
                  <a:srgbClr val="660033"/>
                </a:solidFill>
              </a:rPr>
              <a:t>I</a:t>
            </a:r>
            <a:r>
              <a:rPr lang="en-US" altLang="zh-CN" sz="2800" i="1" baseline="-25000">
                <a:solidFill>
                  <a:srgbClr val="660033"/>
                </a:solidFill>
              </a:rPr>
              <a:t>D</a:t>
            </a:r>
            <a:r>
              <a:rPr lang="en-US" altLang="zh-CN" sz="2800" baseline="-25000">
                <a:solidFill>
                  <a:srgbClr val="FF0000"/>
                </a:solidFill>
              </a:rPr>
              <a:t>  </a:t>
            </a:r>
            <a:r>
              <a:rPr lang="en-US" altLang="zh-CN" sz="2800"/>
              <a:t>=</a:t>
            </a:r>
            <a:r>
              <a:rPr lang="en-US" altLang="zh-CN" i="1"/>
              <a:t>I  .</a:t>
            </a:r>
          </a:p>
        </p:txBody>
      </p:sp>
      <p:sp>
        <p:nvSpPr>
          <p:cNvPr id="77" name="AutoShape 67">
            <a:extLst>
              <a:ext uri="{FF2B5EF4-FFF2-40B4-BE49-F238E27FC236}">
                <a16:creationId xmlns:a16="http://schemas.microsoft.com/office/drawing/2014/main" id="{CFBC9170-AEE2-4901-BE3C-94F7A5D16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5835650"/>
            <a:ext cx="1727200" cy="669925"/>
          </a:xfrm>
          <a:prstGeom prst="wedgeRoundRectCallout">
            <a:avLst>
              <a:gd name="adj1" fmla="val -51144"/>
              <a:gd name="adj2" fmla="val -119907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/>
              <a:t>位移电流</a:t>
            </a:r>
          </a:p>
        </p:txBody>
      </p:sp>
      <p:sp>
        <p:nvSpPr>
          <p:cNvPr id="78" name="Text Box 68">
            <a:extLst>
              <a:ext uri="{FF2B5EF4-FFF2-40B4-BE49-F238E27FC236}">
                <a16:creationId xmlns:a16="http://schemas.microsoft.com/office/drawing/2014/main" id="{A25192E5-7EFE-43CD-A8D4-B44526618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216650"/>
            <a:ext cx="7216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矛盾不复存在。 问题是</a:t>
            </a:r>
            <a:r>
              <a:rPr lang="en-US" altLang="zh-CN" sz="2800"/>
              <a:t>:  </a:t>
            </a:r>
            <a:r>
              <a:rPr lang="en-US" altLang="zh-CN" i="1">
                <a:solidFill>
                  <a:srgbClr val="660033"/>
                </a:solidFill>
              </a:rPr>
              <a:t>I</a:t>
            </a:r>
            <a:r>
              <a:rPr lang="en-US" altLang="zh-CN" sz="2800" i="1" baseline="-25000">
                <a:solidFill>
                  <a:srgbClr val="660033"/>
                </a:solidFill>
              </a:rPr>
              <a:t>D</a:t>
            </a:r>
            <a:r>
              <a:rPr lang="en-US" altLang="zh-CN" sz="2800" baseline="-25000"/>
              <a:t>  </a:t>
            </a:r>
            <a:r>
              <a:rPr lang="zh-CN" altLang="en-US" sz="2800"/>
              <a:t>到底是什么？</a:t>
            </a:r>
          </a:p>
        </p:txBody>
      </p:sp>
      <p:graphicFrame>
        <p:nvGraphicFramePr>
          <p:cNvPr id="79" name="Object 82">
            <a:extLst>
              <a:ext uri="{FF2B5EF4-FFF2-40B4-BE49-F238E27FC236}">
                <a16:creationId xmlns:a16="http://schemas.microsoft.com/office/drawing/2014/main" id="{CE338F62-4B1F-4CEA-A46A-62304239B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0350" y="5586413"/>
          <a:ext cx="19907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2" name="公式" r:id="rId10" imgW="837836" imgH="291973" progId="Equation.3">
                  <p:embed/>
                </p:oleObj>
              </mc:Choice>
              <mc:Fallback>
                <p:oleObj name="公式" r:id="rId10" imgW="837836" imgH="291973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5586413"/>
                        <a:ext cx="199072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D2F3871D-E4ED-4234-B5B0-923EAE6C8B99}"/>
              </a:ext>
            </a:extLst>
          </p:cNvPr>
          <p:cNvGrpSpPr>
            <a:grpSpLocks/>
          </p:cNvGrpSpPr>
          <p:nvPr/>
        </p:nvGrpSpPr>
        <p:grpSpPr bwMode="auto">
          <a:xfrm>
            <a:off x="4589463" y="0"/>
            <a:ext cx="4476750" cy="701675"/>
            <a:chOff x="4589253" y="0"/>
            <a:chExt cx="4476960" cy="701674"/>
          </a:xfrm>
        </p:grpSpPr>
        <p:graphicFrame>
          <p:nvGraphicFramePr>
            <p:cNvPr id="5150" name="对象 5">
              <a:extLst>
                <a:ext uri="{FF2B5EF4-FFF2-40B4-BE49-F238E27FC236}">
                  <a16:creationId xmlns:a16="http://schemas.microsoft.com/office/drawing/2014/main" id="{E5705AE7-0D34-49A4-B279-D61D93A954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88188" y="101599"/>
            <a:ext cx="1790700" cy="600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3" name="Equation" r:id="rId12" imgW="1790711" imgH="600210" progId="Equation.DSMT4">
                    <p:embed/>
                  </p:oleObj>
                </mc:Choice>
                <mc:Fallback>
                  <p:oleObj name="Equation" r:id="rId12" imgW="1790711" imgH="600210" progId="Equation.DSMT4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8188" y="101599"/>
                          <a:ext cx="1790700" cy="600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1" name="Text Box 102">
              <a:extLst>
                <a:ext uri="{FF2B5EF4-FFF2-40B4-BE49-F238E27FC236}">
                  <a16:creationId xmlns:a16="http://schemas.microsoft.com/office/drawing/2014/main" id="{E9C65D5C-2BAA-4B4F-AA68-1FE89AC5E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4869" y="114299"/>
              <a:ext cx="40084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</a:rPr>
                <a:t>安培环路定理</a:t>
              </a:r>
            </a:p>
          </p:txBody>
        </p:sp>
        <p:sp>
          <p:nvSpPr>
            <p:cNvPr id="5152" name="矩形 8">
              <a:extLst>
                <a:ext uri="{FF2B5EF4-FFF2-40B4-BE49-F238E27FC236}">
                  <a16:creationId xmlns:a16="http://schemas.microsoft.com/office/drawing/2014/main" id="{39A55314-A1C6-4A34-8821-8A6BFE957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253" y="0"/>
              <a:ext cx="4476960" cy="701674"/>
            </a:xfrm>
            <a:prstGeom prst="rect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800"/>
            </a:p>
          </p:txBody>
        </p: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75"/>
                                        <p:tgtEl>
                                          <p:spTgt spid="1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75"/>
                                        <p:tgtEl>
                                          <p:spTgt spid="1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1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1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4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4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75" fill="hold"/>
                                        <p:tgtEl>
                                          <p:spTgt spid="14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14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75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24" grpId="0" animBg="1"/>
      <p:bldP spid="14339" grpId="0" autoUpdateAnimBg="0"/>
      <p:bldP spid="14438" grpId="0" autoUpdateAnimBg="0"/>
      <p:bldP spid="14439" grpId="0" autoUpdateAnimBg="0"/>
      <p:bldP spid="14440" grpId="0" autoUpdateAnimBg="0"/>
      <p:bldP spid="14441" grpId="0" autoUpdateAnimBg="0"/>
      <p:bldP spid="14442" grpId="0" autoUpdateAnimBg="0"/>
      <p:bldP spid="14446" grpId="0" autoUpdateAnimBg="0"/>
      <p:bldP spid="14469" grpId="0"/>
      <p:bldP spid="14491" grpId="0" animBg="1"/>
      <p:bldP spid="14509" grpId="0" animBg="1"/>
      <p:bldP spid="14510" grpId="0" animBg="1"/>
      <p:bldP spid="65" grpId="0" autoUpdateAnimBg="0"/>
      <p:bldP spid="66" grpId="0" autoUpdateAnimBg="0"/>
      <p:bldP spid="76" grpId="0" autoUpdateAnimBg="0"/>
      <p:bldP spid="77" grpId="0" animBg="1" autoUpdateAnimBg="0"/>
      <p:bldP spid="7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8" name="AutoShape 306">
            <a:extLst>
              <a:ext uri="{FF2B5EF4-FFF2-40B4-BE49-F238E27FC236}">
                <a16:creationId xmlns:a16="http://schemas.microsoft.com/office/drawing/2014/main" id="{EE960D6B-130D-40A4-B39E-A2DB0CF16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713" y="4279900"/>
            <a:ext cx="949325" cy="1135063"/>
          </a:xfrm>
          <a:prstGeom prst="wedgeEllipseCallout">
            <a:avLst>
              <a:gd name="adj1" fmla="val 132944"/>
              <a:gd name="adj2" fmla="val -22028"/>
            </a:avLst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/>
          </a:p>
        </p:txBody>
      </p:sp>
      <p:sp>
        <p:nvSpPr>
          <p:cNvPr id="49457" name="Rectangle 305">
            <a:extLst>
              <a:ext uri="{FF2B5EF4-FFF2-40B4-BE49-F238E27FC236}">
                <a16:creationId xmlns:a16="http://schemas.microsoft.com/office/drawing/2014/main" id="{14B68132-9E12-4A39-8897-F5CFABD9C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5138" y="1309688"/>
            <a:ext cx="4306887" cy="20828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E9D1DB0F-8DD8-4CC9-A445-0E3AE40C7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263650"/>
            <a:ext cx="469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一、位移电流</a:t>
            </a:r>
          </a:p>
        </p:txBody>
      </p:sp>
      <p:sp>
        <p:nvSpPr>
          <p:cNvPr id="49219" name="Text Box 67">
            <a:extLst>
              <a:ext uri="{FF2B5EF4-FFF2-40B4-BE49-F238E27FC236}">
                <a16:creationId xmlns:a16="http://schemas.microsoft.com/office/drawing/2014/main" id="{9418107A-109E-4886-9C79-A47A819E8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436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2</a:t>
            </a:r>
          </a:p>
        </p:txBody>
      </p:sp>
      <p:sp>
        <p:nvSpPr>
          <p:cNvPr id="49270" name="Text Box 118">
            <a:extLst>
              <a:ext uri="{FF2B5EF4-FFF2-40B4-BE49-F238E27FC236}">
                <a16:creationId xmlns:a16="http://schemas.microsoft.com/office/drawing/2014/main" id="{ECF21676-8710-4E70-B946-6A7D778D3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9725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2"/>
                </a:solidFill>
              </a:rPr>
              <a:t>第</a:t>
            </a:r>
            <a:r>
              <a:rPr lang="en-US" altLang="zh-CN">
                <a:solidFill>
                  <a:schemeClr val="tx2"/>
                </a:solidFill>
              </a:rPr>
              <a:t>1</a:t>
            </a:r>
            <a:r>
              <a:rPr lang="zh-CN" altLang="en-US">
                <a:solidFill>
                  <a:schemeClr val="tx2"/>
                </a:solidFill>
              </a:rPr>
              <a:t>节    位移电流</a:t>
            </a:r>
          </a:p>
        </p:txBody>
      </p:sp>
      <p:sp>
        <p:nvSpPr>
          <p:cNvPr id="49271" name="Text Box 119">
            <a:extLst>
              <a:ext uri="{FF2B5EF4-FFF2-40B4-BE49-F238E27FC236}">
                <a16:creationId xmlns:a16="http://schemas.microsoft.com/office/drawing/2014/main" id="{21FDAE68-6981-43FE-90ED-C030BDE78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300" y="762000"/>
            <a:ext cx="6119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Displacement  Current</a:t>
            </a:r>
          </a:p>
        </p:txBody>
      </p:sp>
      <p:sp>
        <p:nvSpPr>
          <p:cNvPr id="49348" name="Text Box 196">
            <a:extLst>
              <a:ext uri="{FF2B5EF4-FFF2-40B4-BE49-F238E27FC236}">
                <a16:creationId xmlns:a16="http://schemas.microsoft.com/office/drawing/2014/main" id="{D0A9BDBC-E9F0-489D-843B-014171748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588" y="1238250"/>
            <a:ext cx="503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endParaRPr lang="en-US" altLang="zh-CN" sz="2800"/>
          </a:p>
        </p:txBody>
      </p:sp>
      <p:sp>
        <p:nvSpPr>
          <p:cNvPr id="49349" name="Text Box 197">
            <a:extLst>
              <a:ext uri="{FF2B5EF4-FFF2-40B4-BE49-F238E27FC236}">
                <a16:creationId xmlns:a16="http://schemas.microsoft.com/office/drawing/2014/main" id="{424C2F1A-E28F-498D-AB97-BF67481C8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1260475"/>
            <a:ext cx="503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  <p:sp>
        <p:nvSpPr>
          <p:cNvPr id="49350" name="Text Box 198">
            <a:extLst>
              <a:ext uri="{FF2B5EF4-FFF2-40B4-BE49-F238E27FC236}">
                <a16:creationId xmlns:a16="http://schemas.microsoft.com/office/drawing/2014/main" id="{BA8FF2D9-F4FC-41E5-8C94-02E6CD8E8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2393950"/>
            <a:ext cx="388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如图取高斯面</a:t>
            </a:r>
            <a:r>
              <a:rPr lang="en-US" altLang="zh-CN" sz="2800" i="1"/>
              <a:t>S</a:t>
            </a:r>
            <a:endParaRPr lang="en-US" altLang="zh-CN" sz="2800"/>
          </a:p>
        </p:txBody>
      </p:sp>
      <p:graphicFrame>
        <p:nvGraphicFramePr>
          <p:cNvPr id="49351" name="Object 199">
            <a:extLst>
              <a:ext uri="{FF2B5EF4-FFF2-40B4-BE49-F238E27FC236}">
                <a16:creationId xmlns:a16="http://schemas.microsoft.com/office/drawing/2014/main" id="{6721E65B-7E80-4669-A707-CA741D32D7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7500" y="2982913"/>
          <a:ext cx="26812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Equation" r:id="rId3" imgW="3086100" imgH="787400" progId="Equation.DSMT4">
                  <p:embed/>
                </p:oleObj>
              </mc:Choice>
              <mc:Fallback>
                <p:oleObj name="Equation" r:id="rId3" imgW="3086100" imgH="787400" progId="Equation.DSMT4">
                  <p:embed/>
                  <p:pic>
                    <p:nvPicPr>
                      <p:cNvPr id="0" name="Object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2982913"/>
                        <a:ext cx="26812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2" name="Object 200">
            <a:extLst>
              <a:ext uri="{FF2B5EF4-FFF2-40B4-BE49-F238E27FC236}">
                <a16:creationId xmlns:a16="http://schemas.microsoft.com/office/drawing/2014/main" id="{D48B2594-DF69-4D48-9588-78F96D14DD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5850" y="3775075"/>
          <a:ext cx="3517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Equation" r:id="rId5" imgW="4470400" imgH="635000" progId="Equation.DSMT4">
                  <p:embed/>
                </p:oleObj>
              </mc:Choice>
              <mc:Fallback>
                <p:oleObj name="Equation" r:id="rId5" imgW="4470400" imgH="635000" progId="Equation.DSMT4">
                  <p:embed/>
                  <p:pic>
                    <p:nvPicPr>
                      <p:cNvPr id="0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3775075"/>
                        <a:ext cx="35179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3" name="Line 201">
            <a:extLst>
              <a:ext uri="{FF2B5EF4-FFF2-40B4-BE49-F238E27FC236}">
                <a16:creationId xmlns:a16="http://schemas.microsoft.com/office/drawing/2014/main" id="{2B639C62-A6DD-45F5-99D2-9D73EFDE7C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7625" y="3827463"/>
            <a:ext cx="647700" cy="3603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54" name="Text Box 202">
            <a:extLst>
              <a:ext uri="{FF2B5EF4-FFF2-40B4-BE49-F238E27FC236}">
                <a16:creationId xmlns:a16="http://schemas.microsoft.com/office/drawing/2014/main" id="{8071E64E-ACC5-4119-93FA-08A7386A7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713" y="35464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</a:p>
        </p:txBody>
      </p:sp>
      <p:graphicFrame>
        <p:nvGraphicFramePr>
          <p:cNvPr id="49355" name="Object 203">
            <a:extLst>
              <a:ext uri="{FF2B5EF4-FFF2-40B4-BE49-F238E27FC236}">
                <a16:creationId xmlns:a16="http://schemas.microsoft.com/office/drawing/2014/main" id="{8BEB74E4-5EC9-41C0-9D58-B8ACFD137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0738" y="3843338"/>
          <a:ext cx="8667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Equation" r:id="rId7" imgW="1002865" imgH="495085" progId="Equation.DSMT4">
                  <p:embed/>
                </p:oleObj>
              </mc:Choice>
              <mc:Fallback>
                <p:oleObj name="Equation" r:id="rId7" imgW="1002865" imgH="495085" progId="Equation.DSMT4">
                  <p:embed/>
                  <p:pic>
                    <p:nvPicPr>
                      <p:cNvPr id="0" name="Object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3843338"/>
                        <a:ext cx="8667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6" name="Object 204">
            <a:extLst>
              <a:ext uri="{FF2B5EF4-FFF2-40B4-BE49-F238E27FC236}">
                <a16:creationId xmlns:a16="http://schemas.microsoft.com/office/drawing/2014/main" id="{87AA2105-496C-4C76-BCBB-63FE8366C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3806825"/>
          <a:ext cx="8636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name="公式" r:id="rId9" imgW="812447" imgH="431613" progId="Equation.3">
                  <p:embed/>
                </p:oleObj>
              </mc:Choice>
              <mc:Fallback>
                <p:oleObj name="公式" r:id="rId9" imgW="812447" imgH="431613" progId="Equation.3">
                  <p:embed/>
                  <p:pic>
                    <p:nvPicPr>
                      <p:cNvPr id="0" name="Object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3806825"/>
                        <a:ext cx="8636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" name="Text Box 205">
            <a:extLst>
              <a:ext uri="{FF2B5EF4-FFF2-40B4-BE49-F238E27FC236}">
                <a16:creationId xmlns:a16="http://schemas.microsoft.com/office/drawing/2014/main" id="{8D72CC68-41C8-41BA-9005-46307E072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4543425"/>
            <a:ext cx="3741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穿过</a:t>
            </a: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的电流</a:t>
            </a:r>
          </a:p>
        </p:txBody>
      </p:sp>
      <p:graphicFrame>
        <p:nvGraphicFramePr>
          <p:cNvPr id="49358" name="Object 206">
            <a:extLst>
              <a:ext uri="{FF2B5EF4-FFF2-40B4-BE49-F238E27FC236}">
                <a16:creationId xmlns:a16="http://schemas.microsoft.com/office/drawing/2014/main" id="{6465D038-B988-442E-95FD-30B54E5FE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8075" y="4400550"/>
          <a:ext cx="96678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1" name="Equation" r:id="rId11" imgW="1117600" imgH="850900" progId="Equation.DSMT4">
                  <p:embed/>
                </p:oleObj>
              </mc:Choice>
              <mc:Fallback>
                <p:oleObj name="Equation" r:id="rId11" imgW="1117600" imgH="850900" progId="Equation.DSMT4">
                  <p:embed/>
                  <p:pic>
                    <p:nvPicPr>
                      <p:cNvPr id="0" name="Object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400550"/>
                        <a:ext cx="96678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9" name="Object 207">
            <a:extLst>
              <a:ext uri="{FF2B5EF4-FFF2-40B4-BE49-F238E27FC236}">
                <a16:creationId xmlns:a16="http://schemas.microsoft.com/office/drawing/2014/main" id="{CE4AE36F-4894-46DA-8E04-870CEC0C1F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9950" y="4395788"/>
          <a:ext cx="7858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name="Equation" r:id="rId13" imgW="875920" imgH="863225" progId="Equation.DSMT4">
                  <p:embed/>
                </p:oleObj>
              </mc:Choice>
              <mc:Fallback>
                <p:oleObj name="Equation" r:id="rId13" imgW="875920" imgH="863225" progId="Equation.DSMT4">
                  <p:embed/>
                  <p:pic>
                    <p:nvPicPr>
                      <p:cNvPr id="0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4395788"/>
                        <a:ext cx="7858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60" name="Text Box 208">
            <a:extLst>
              <a:ext uri="{FF2B5EF4-FFF2-40B4-BE49-F238E27FC236}">
                <a16:creationId xmlns:a16="http://schemas.microsoft.com/office/drawing/2014/main" id="{FDBB3286-13B3-45F7-9A25-CA649F2D8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5235575"/>
            <a:ext cx="535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若</a:t>
            </a: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r>
              <a:rPr lang="zh-CN" altLang="en-US" sz="2800"/>
              <a:t>面不随时间</a:t>
            </a:r>
            <a:r>
              <a:rPr lang="en-US" altLang="zh-CN" sz="2800" i="1"/>
              <a:t>t </a:t>
            </a:r>
            <a:r>
              <a:rPr lang="zh-CN" altLang="en-US" sz="2800"/>
              <a:t>变化</a:t>
            </a:r>
          </a:p>
        </p:txBody>
      </p:sp>
      <p:graphicFrame>
        <p:nvGraphicFramePr>
          <p:cNvPr id="49361" name="Object 209">
            <a:extLst>
              <a:ext uri="{FF2B5EF4-FFF2-40B4-BE49-F238E27FC236}">
                <a16:creationId xmlns:a16="http://schemas.microsoft.com/office/drawing/2014/main" id="{A7E76061-5815-4E16-88F0-588A4D188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4550" y="5826125"/>
          <a:ext cx="236537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name="Equation" r:id="rId15" imgW="2209800" imgH="711200" progId="Equation.DSMT4">
                  <p:embed/>
                </p:oleObj>
              </mc:Choice>
              <mc:Fallback>
                <p:oleObj name="Equation" r:id="rId15" imgW="2209800" imgH="711200" progId="Equation.DSMT4">
                  <p:embed/>
                  <p:pic>
                    <p:nvPicPr>
                      <p:cNvPr id="0" name="Object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5826125"/>
                        <a:ext cx="236537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62" name="Object 210">
            <a:extLst>
              <a:ext uri="{FF2B5EF4-FFF2-40B4-BE49-F238E27FC236}">
                <a16:creationId xmlns:a16="http://schemas.microsoft.com/office/drawing/2014/main" id="{2B2A7FAB-5214-428C-B91A-6BB919605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6713" y="5721350"/>
          <a:ext cx="1652587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Equation" r:id="rId17" imgW="1676400" imgH="876300" progId="Equation.DSMT4">
                  <p:embed/>
                </p:oleObj>
              </mc:Choice>
              <mc:Fallback>
                <p:oleObj name="Equation" r:id="rId17" imgW="1676400" imgH="876300" progId="Equation.DSMT4">
                  <p:embed/>
                  <p:pic>
                    <p:nvPicPr>
                      <p:cNvPr id="0" name="Object 2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5721350"/>
                        <a:ext cx="1652587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91" name="Object 239">
            <a:extLst>
              <a:ext uri="{FF2B5EF4-FFF2-40B4-BE49-F238E27FC236}">
                <a16:creationId xmlns:a16="http://schemas.microsoft.com/office/drawing/2014/main" id="{F2C3E045-BB13-4A8B-A55A-EB7B5F1447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7525" y="4437063"/>
          <a:ext cx="9953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Equation" r:id="rId19" imgW="1054100" imgH="787400" progId="Equation.DSMT4">
                  <p:embed/>
                </p:oleObj>
              </mc:Choice>
              <mc:Fallback>
                <p:oleObj name="Equation" r:id="rId19" imgW="1054100" imgH="787400" progId="Equation.DSMT4">
                  <p:embed/>
                  <p:pic>
                    <p:nvPicPr>
                      <p:cNvPr id="0" name="Object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525" y="4437063"/>
                        <a:ext cx="99536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92" name="Object 240">
            <a:extLst>
              <a:ext uri="{FF2B5EF4-FFF2-40B4-BE49-F238E27FC236}">
                <a16:creationId xmlns:a16="http://schemas.microsoft.com/office/drawing/2014/main" id="{2D94E0BD-9829-4B50-BC22-51AFA24C7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3938" y="4437063"/>
          <a:ext cx="6048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Equation" r:id="rId21" imgW="581056" imgH="362070" progId="Equation.DSMT4">
                  <p:embed/>
                </p:oleObj>
              </mc:Choice>
              <mc:Fallback>
                <p:oleObj name="Equation" r:id="rId21" imgW="581056" imgH="362070" progId="Equation.DSMT4">
                  <p:embed/>
                  <p:pic>
                    <p:nvPicPr>
                      <p:cNvPr id="0" name="Object 2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938" y="4437063"/>
                        <a:ext cx="60483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93" name="Text Box 241">
            <a:extLst>
              <a:ext uri="{FF2B5EF4-FFF2-40B4-BE49-F238E27FC236}">
                <a16:creationId xmlns:a16="http://schemas.microsoft.com/office/drawing/2014/main" id="{772FF970-A1F2-477D-9775-D041F6BF8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1833563"/>
            <a:ext cx="4695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位移电流的定义</a:t>
            </a:r>
          </a:p>
        </p:txBody>
      </p:sp>
      <p:sp>
        <p:nvSpPr>
          <p:cNvPr id="49394" name="Text Box 242">
            <a:extLst>
              <a:ext uri="{FF2B5EF4-FFF2-40B4-BE49-F238E27FC236}">
                <a16:creationId xmlns:a16="http://schemas.microsoft.com/office/drawing/2014/main" id="{01615DBA-7B7C-4917-89B5-9F000B693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188" y="4545013"/>
            <a:ext cx="11001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极板</a:t>
            </a:r>
          </a:p>
        </p:txBody>
      </p:sp>
      <p:sp>
        <p:nvSpPr>
          <p:cNvPr id="49395" name="Text Box 243">
            <a:extLst>
              <a:ext uri="{FF2B5EF4-FFF2-40B4-BE49-F238E27FC236}">
                <a16:creationId xmlns:a16="http://schemas.microsoft.com/office/drawing/2014/main" id="{150DD415-5ED6-4F5A-88CD-4D9416260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3440113"/>
            <a:ext cx="388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内</a:t>
            </a:r>
          </a:p>
        </p:txBody>
      </p:sp>
      <p:sp>
        <p:nvSpPr>
          <p:cNvPr id="49396" name="Oval 244">
            <a:extLst>
              <a:ext uri="{FF2B5EF4-FFF2-40B4-BE49-F238E27FC236}">
                <a16:creationId xmlns:a16="http://schemas.microsoft.com/office/drawing/2014/main" id="{1A4EE767-D97C-45E0-A1DD-E0376C28F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25" y="398780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9397" name="Oval 245">
            <a:extLst>
              <a:ext uri="{FF2B5EF4-FFF2-40B4-BE49-F238E27FC236}">
                <a16:creationId xmlns:a16="http://schemas.microsoft.com/office/drawing/2014/main" id="{B5E0F992-D816-4D64-9A81-47C2F36B2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450" y="31797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9398" name="Text Box 246">
            <a:extLst>
              <a:ext uri="{FF2B5EF4-FFF2-40B4-BE49-F238E27FC236}">
                <a16:creationId xmlns:a16="http://schemas.microsoft.com/office/drawing/2014/main" id="{3AFBACE0-2D11-46FE-A4B0-023693834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300" y="3697288"/>
            <a:ext cx="611188" cy="23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有电流的量纲</a:t>
            </a:r>
          </a:p>
        </p:txBody>
      </p:sp>
      <p:graphicFrame>
        <p:nvGraphicFramePr>
          <p:cNvPr id="49399" name="Object 247">
            <a:extLst>
              <a:ext uri="{FF2B5EF4-FFF2-40B4-BE49-F238E27FC236}">
                <a16:creationId xmlns:a16="http://schemas.microsoft.com/office/drawing/2014/main" id="{C0EBE42F-622F-4077-8907-5F06132E0D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0088" y="5759450"/>
          <a:ext cx="1919287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name="Equation" r:id="rId23" imgW="1790700" imgH="774700" progId="Equation.DSMT4">
                  <p:embed/>
                </p:oleObj>
              </mc:Choice>
              <mc:Fallback>
                <p:oleObj name="Equation" r:id="rId23" imgW="1790700" imgH="774700" progId="Equation.DSMT4">
                  <p:embed/>
                  <p:pic>
                    <p:nvPicPr>
                      <p:cNvPr id="0" name="Object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088" y="5759450"/>
                        <a:ext cx="1919287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1">
            <a:extLst>
              <a:ext uri="{FF2B5EF4-FFF2-40B4-BE49-F238E27FC236}">
                <a16:creationId xmlns:a16="http://schemas.microsoft.com/office/drawing/2014/main" id="{9321FD76-1EF0-456C-AA18-7111CCCB31D1}"/>
              </a:ext>
            </a:extLst>
          </p:cNvPr>
          <p:cNvGrpSpPr>
            <a:grpSpLocks/>
          </p:cNvGrpSpPr>
          <p:nvPr/>
        </p:nvGrpSpPr>
        <p:grpSpPr bwMode="auto">
          <a:xfrm>
            <a:off x="4392613" y="1677988"/>
            <a:ext cx="4049712" cy="1481137"/>
            <a:chOff x="859" y="710"/>
            <a:chExt cx="2551" cy="933"/>
          </a:xfrm>
        </p:grpSpPr>
        <p:sp>
          <p:nvSpPr>
            <p:cNvPr id="6184" name="Line 262">
              <a:extLst>
                <a:ext uri="{FF2B5EF4-FFF2-40B4-BE49-F238E27FC236}">
                  <a16:creationId xmlns:a16="http://schemas.microsoft.com/office/drawing/2014/main" id="{F622E49C-9B03-4C33-B347-D1D4EC60E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932"/>
              <a:ext cx="163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185" name="Group 263">
              <a:extLst>
                <a:ext uri="{FF2B5EF4-FFF2-40B4-BE49-F238E27FC236}">
                  <a16:creationId xmlns:a16="http://schemas.microsoft.com/office/drawing/2014/main" id="{914C324A-EBDF-4890-80CD-C86A68FB84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9" y="772"/>
              <a:ext cx="972" cy="871"/>
              <a:chOff x="615" y="1320"/>
              <a:chExt cx="972" cy="871"/>
            </a:xfrm>
          </p:grpSpPr>
          <p:sp>
            <p:nvSpPr>
              <p:cNvPr id="6209" name="Rectangle 264">
                <a:extLst>
                  <a:ext uri="{FF2B5EF4-FFF2-40B4-BE49-F238E27FC236}">
                    <a16:creationId xmlns:a16="http://schemas.microsoft.com/office/drawing/2014/main" id="{FF340F44-028B-40B3-BB9B-7352E5D7E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" y="1320"/>
                <a:ext cx="358" cy="87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210" name="Line 265">
                <a:extLst>
                  <a:ext uri="{FF2B5EF4-FFF2-40B4-BE49-F238E27FC236}">
                    <a16:creationId xmlns:a16="http://schemas.microsoft.com/office/drawing/2014/main" id="{18DFE828-DF9D-4A0B-BA03-8550E117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" y="164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1" name="Line 266">
                <a:extLst>
                  <a:ext uri="{FF2B5EF4-FFF2-40B4-BE49-F238E27FC236}">
                    <a16:creationId xmlns:a16="http://schemas.microsoft.com/office/drawing/2014/main" id="{5C3B3682-9BDE-46AA-A8E8-730280DA3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" y="1827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2" name="Rectangle 267">
                <a:extLst>
                  <a:ext uri="{FF2B5EF4-FFF2-40B4-BE49-F238E27FC236}">
                    <a16:creationId xmlns:a16="http://schemas.microsoft.com/office/drawing/2014/main" id="{2392F8C2-4664-4ACD-8896-7D36E6E10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1659"/>
                <a:ext cx="493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213" name="Text Box 268">
                <a:extLst>
                  <a:ext uri="{FF2B5EF4-FFF2-40B4-BE49-F238E27FC236}">
                    <a16:creationId xmlns:a16="http://schemas.microsoft.com/office/drawing/2014/main" id="{ED546BCB-7231-4B06-B133-F211EB7F08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5" y="1395"/>
                <a:ext cx="517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i="1">
                    <a:solidFill>
                      <a:srgbClr val="FF3300"/>
                    </a:solidFill>
                  </a:rPr>
                  <a:t>i</a:t>
                </a:r>
              </a:p>
            </p:txBody>
          </p:sp>
          <p:grpSp>
            <p:nvGrpSpPr>
              <p:cNvPr id="6214" name="Group 269">
                <a:extLst>
                  <a:ext uri="{FF2B5EF4-FFF2-40B4-BE49-F238E27FC236}">
                    <a16:creationId xmlns:a16="http://schemas.microsoft.com/office/drawing/2014/main" id="{31004727-7401-4D26-8739-EFCA05E451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0" y="1453"/>
                <a:ext cx="565" cy="565"/>
                <a:chOff x="520" y="1453"/>
                <a:chExt cx="565" cy="565"/>
              </a:xfrm>
            </p:grpSpPr>
            <p:grpSp>
              <p:nvGrpSpPr>
                <p:cNvPr id="6219" name="Group 270">
                  <a:extLst>
                    <a:ext uri="{FF2B5EF4-FFF2-40B4-BE49-F238E27FC236}">
                      <a16:creationId xmlns:a16="http://schemas.microsoft.com/office/drawing/2014/main" id="{37AC6A96-C14A-4D02-82FC-B0CB625387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2" y="1453"/>
                  <a:ext cx="556" cy="229"/>
                  <a:chOff x="1313" y="1911"/>
                  <a:chExt cx="556" cy="229"/>
                </a:xfrm>
              </p:grpSpPr>
              <p:sp>
                <p:nvSpPr>
                  <p:cNvPr id="6225" name="Line 271">
                    <a:extLst>
                      <a:ext uri="{FF2B5EF4-FFF2-40B4-BE49-F238E27FC236}">
                        <a16:creationId xmlns:a16="http://schemas.microsoft.com/office/drawing/2014/main" id="{C4AB4078-DDB9-4F02-B73A-219BF8A78D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911"/>
                    <a:ext cx="16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99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26" name="Freeform 272">
                    <a:extLst>
                      <a:ext uri="{FF2B5EF4-FFF2-40B4-BE49-F238E27FC236}">
                        <a16:creationId xmlns:a16="http://schemas.microsoft.com/office/drawing/2014/main" id="{ABA38643-58A8-46C4-86AD-A33B64A1A5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3" y="1912"/>
                    <a:ext cx="556" cy="228"/>
                  </a:xfrm>
                  <a:custGeom>
                    <a:avLst/>
                    <a:gdLst>
                      <a:gd name="T0" fmla="*/ 0 w 1673"/>
                      <a:gd name="T1" fmla="*/ 0 h 836"/>
                      <a:gd name="T2" fmla="*/ 0 w 1673"/>
                      <a:gd name="T3" fmla="*/ 0 h 836"/>
                      <a:gd name="T4" fmla="*/ 0 w 1673"/>
                      <a:gd name="T5" fmla="*/ 0 h 836"/>
                      <a:gd name="T6" fmla="*/ 0 w 1673"/>
                      <a:gd name="T7" fmla="*/ 0 h 836"/>
                      <a:gd name="T8" fmla="*/ 0 w 1673"/>
                      <a:gd name="T9" fmla="*/ 0 h 836"/>
                      <a:gd name="T10" fmla="*/ 0 w 1673"/>
                      <a:gd name="T11" fmla="*/ 0 h 836"/>
                      <a:gd name="T12" fmla="*/ 0 w 1673"/>
                      <a:gd name="T13" fmla="*/ 0 h 836"/>
                      <a:gd name="T14" fmla="*/ 0 w 1673"/>
                      <a:gd name="T15" fmla="*/ 0 h 8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673"/>
                      <a:gd name="T25" fmla="*/ 0 h 836"/>
                      <a:gd name="T26" fmla="*/ 1673 w 1673"/>
                      <a:gd name="T27" fmla="*/ 836 h 8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673" h="836">
                        <a:moveTo>
                          <a:pt x="0" y="836"/>
                        </a:moveTo>
                        <a:lnTo>
                          <a:pt x="805" y="836"/>
                        </a:lnTo>
                        <a:lnTo>
                          <a:pt x="900" y="804"/>
                        </a:lnTo>
                        <a:lnTo>
                          <a:pt x="986" y="662"/>
                        </a:lnTo>
                        <a:lnTo>
                          <a:pt x="986" y="173"/>
                        </a:lnTo>
                        <a:lnTo>
                          <a:pt x="1010" y="63"/>
                        </a:lnTo>
                        <a:lnTo>
                          <a:pt x="1105" y="0"/>
                        </a:lnTo>
                        <a:lnTo>
                          <a:pt x="1673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220" name="Group 273">
                  <a:extLst>
                    <a:ext uri="{FF2B5EF4-FFF2-40B4-BE49-F238E27FC236}">
                      <a16:creationId xmlns:a16="http://schemas.microsoft.com/office/drawing/2014/main" id="{4B75181F-13FD-4C51-BBA2-DECE6FFF45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529" y="1789"/>
                  <a:ext cx="556" cy="229"/>
                  <a:chOff x="1313" y="1911"/>
                  <a:chExt cx="556" cy="229"/>
                </a:xfrm>
              </p:grpSpPr>
              <p:sp>
                <p:nvSpPr>
                  <p:cNvPr id="6223" name="Line 274">
                    <a:extLst>
                      <a:ext uri="{FF2B5EF4-FFF2-40B4-BE49-F238E27FC236}">
                        <a16:creationId xmlns:a16="http://schemas.microsoft.com/office/drawing/2014/main" id="{5BD5BB67-46A9-4C69-ACBF-BF1B48DDB11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911"/>
                    <a:ext cx="16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99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24" name="Freeform 275">
                    <a:extLst>
                      <a:ext uri="{FF2B5EF4-FFF2-40B4-BE49-F238E27FC236}">
                        <a16:creationId xmlns:a16="http://schemas.microsoft.com/office/drawing/2014/main" id="{D6012BAF-4D15-445E-BAE5-74887E2C26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3" y="1912"/>
                    <a:ext cx="556" cy="228"/>
                  </a:xfrm>
                  <a:custGeom>
                    <a:avLst/>
                    <a:gdLst>
                      <a:gd name="T0" fmla="*/ 0 w 1673"/>
                      <a:gd name="T1" fmla="*/ 0 h 836"/>
                      <a:gd name="T2" fmla="*/ 0 w 1673"/>
                      <a:gd name="T3" fmla="*/ 0 h 836"/>
                      <a:gd name="T4" fmla="*/ 0 w 1673"/>
                      <a:gd name="T5" fmla="*/ 0 h 836"/>
                      <a:gd name="T6" fmla="*/ 0 w 1673"/>
                      <a:gd name="T7" fmla="*/ 0 h 836"/>
                      <a:gd name="T8" fmla="*/ 0 w 1673"/>
                      <a:gd name="T9" fmla="*/ 0 h 836"/>
                      <a:gd name="T10" fmla="*/ 0 w 1673"/>
                      <a:gd name="T11" fmla="*/ 0 h 836"/>
                      <a:gd name="T12" fmla="*/ 0 w 1673"/>
                      <a:gd name="T13" fmla="*/ 0 h 836"/>
                      <a:gd name="T14" fmla="*/ 0 w 1673"/>
                      <a:gd name="T15" fmla="*/ 0 h 8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673"/>
                      <a:gd name="T25" fmla="*/ 0 h 836"/>
                      <a:gd name="T26" fmla="*/ 1673 w 1673"/>
                      <a:gd name="T27" fmla="*/ 836 h 8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673" h="836">
                        <a:moveTo>
                          <a:pt x="0" y="836"/>
                        </a:moveTo>
                        <a:lnTo>
                          <a:pt x="805" y="836"/>
                        </a:lnTo>
                        <a:lnTo>
                          <a:pt x="900" y="804"/>
                        </a:lnTo>
                        <a:lnTo>
                          <a:pt x="986" y="662"/>
                        </a:lnTo>
                        <a:lnTo>
                          <a:pt x="986" y="173"/>
                        </a:lnTo>
                        <a:lnTo>
                          <a:pt x="1010" y="63"/>
                        </a:lnTo>
                        <a:lnTo>
                          <a:pt x="1105" y="0"/>
                        </a:lnTo>
                        <a:lnTo>
                          <a:pt x="1673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221" name="Line 276">
                  <a:extLst>
                    <a:ext uri="{FF2B5EF4-FFF2-40B4-BE49-F238E27FC236}">
                      <a16:creationId xmlns:a16="http://schemas.microsoft.com/office/drawing/2014/main" id="{93802E04-CE88-4833-BD89-A01503E33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" y="1743"/>
                  <a:ext cx="551" cy="0"/>
                </a:xfrm>
                <a:prstGeom prst="line">
                  <a:avLst/>
                </a:prstGeom>
                <a:noFill/>
                <a:ln w="1905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22" name="Line 277">
                  <a:extLst>
                    <a:ext uri="{FF2B5EF4-FFF2-40B4-BE49-F238E27FC236}">
                      <a16:creationId xmlns:a16="http://schemas.microsoft.com/office/drawing/2014/main" id="{CB9B9729-51EC-4C31-83A8-48E631C4EB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7" y="1738"/>
                  <a:ext cx="1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215" name="Oval 278">
                <a:extLst>
                  <a:ext uri="{FF2B5EF4-FFF2-40B4-BE49-F238E27FC236}">
                    <a16:creationId xmlns:a16="http://schemas.microsoft.com/office/drawing/2014/main" id="{0DF18D6E-28A3-4C9A-9CA5-5F122C204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3" y="1368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6216" name="Oval 279">
                <a:extLst>
                  <a:ext uri="{FF2B5EF4-FFF2-40B4-BE49-F238E27FC236}">
                    <a16:creationId xmlns:a16="http://schemas.microsoft.com/office/drawing/2014/main" id="{709118B8-B92E-426F-BCFD-E62197485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4" y="1639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6217" name="Oval 280">
                <a:extLst>
                  <a:ext uri="{FF2B5EF4-FFF2-40B4-BE49-F238E27FC236}">
                    <a16:creationId xmlns:a16="http://schemas.microsoft.com/office/drawing/2014/main" id="{9945345D-ACAF-4B94-ABB3-7F6F8387A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" y="1931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6218" name="AutoShape 281">
                <a:extLst>
                  <a:ext uri="{FF2B5EF4-FFF2-40B4-BE49-F238E27FC236}">
                    <a16:creationId xmlns:a16="http://schemas.microsoft.com/office/drawing/2014/main" id="{3A36E0B1-26DC-4707-9DCE-1E067687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" y="1652"/>
                <a:ext cx="291" cy="159"/>
              </a:xfrm>
              <a:prstGeom prst="rightArrow">
                <a:avLst>
                  <a:gd name="adj1" fmla="val 49685"/>
                  <a:gd name="adj2" fmla="val 67920"/>
                </a:avLst>
              </a:prstGeom>
              <a:solidFill>
                <a:srgbClr val="FF9933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grpSp>
          <p:nvGrpSpPr>
            <p:cNvPr id="6186" name="Group 282">
              <a:extLst>
                <a:ext uri="{FF2B5EF4-FFF2-40B4-BE49-F238E27FC236}">
                  <a16:creationId xmlns:a16="http://schemas.microsoft.com/office/drawing/2014/main" id="{3129E2F6-574E-4CC1-9D88-1F3CFEA54F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710"/>
              <a:ext cx="963" cy="927"/>
              <a:chOff x="2517" y="710"/>
              <a:chExt cx="963" cy="927"/>
            </a:xfrm>
          </p:grpSpPr>
          <p:sp>
            <p:nvSpPr>
              <p:cNvPr id="6192" name="Rectangle 283">
                <a:extLst>
                  <a:ext uri="{FF2B5EF4-FFF2-40B4-BE49-F238E27FC236}">
                    <a16:creationId xmlns:a16="http://schemas.microsoft.com/office/drawing/2014/main" id="{00D8950E-654C-4160-ABC7-97C8FC780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561" y="766"/>
                <a:ext cx="358" cy="87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193" name="Line 284">
                <a:extLst>
                  <a:ext uri="{FF2B5EF4-FFF2-40B4-BE49-F238E27FC236}">
                    <a16:creationId xmlns:a16="http://schemas.microsoft.com/office/drawing/2014/main" id="{C29D8872-35C1-4C2E-9B03-EE0D66432E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12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4" name="Line 285">
                <a:extLst>
                  <a:ext uri="{FF2B5EF4-FFF2-40B4-BE49-F238E27FC236}">
                    <a16:creationId xmlns:a16="http://schemas.microsoft.com/office/drawing/2014/main" id="{DF4176FE-9C9C-4621-B9B5-EC2928AD6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301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5" name="Rectangle 286">
                <a:extLst>
                  <a:ext uri="{FF2B5EF4-FFF2-40B4-BE49-F238E27FC236}">
                    <a16:creationId xmlns:a16="http://schemas.microsoft.com/office/drawing/2014/main" id="{AD10B594-A679-4047-84A5-2F0BBE842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" y="1133"/>
                <a:ext cx="493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196" name="Line 287">
                <a:extLst>
                  <a:ext uri="{FF2B5EF4-FFF2-40B4-BE49-F238E27FC236}">
                    <a16:creationId xmlns:a16="http://schemas.microsoft.com/office/drawing/2014/main" id="{8698F881-C3F8-4BA4-8199-B8A3A5C88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01" y="934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triangl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7" name="Freeform 288">
                <a:extLst>
                  <a:ext uri="{FF2B5EF4-FFF2-40B4-BE49-F238E27FC236}">
                    <a16:creationId xmlns:a16="http://schemas.microsoft.com/office/drawing/2014/main" id="{72C0A6A0-E2DD-428C-AF04-6F8C430AE29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53" y="935"/>
                <a:ext cx="556" cy="228"/>
              </a:xfrm>
              <a:custGeom>
                <a:avLst/>
                <a:gdLst>
                  <a:gd name="T0" fmla="*/ 0 w 1673"/>
                  <a:gd name="T1" fmla="*/ 0 h 836"/>
                  <a:gd name="T2" fmla="*/ 0 w 1673"/>
                  <a:gd name="T3" fmla="*/ 0 h 836"/>
                  <a:gd name="T4" fmla="*/ 0 w 1673"/>
                  <a:gd name="T5" fmla="*/ 0 h 836"/>
                  <a:gd name="T6" fmla="*/ 0 w 1673"/>
                  <a:gd name="T7" fmla="*/ 0 h 836"/>
                  <a:gd name="T8" fmla="*/ 0 w 1673"/>
                  <a:gd name="T9" fmla="*/ 0 h 836"/>
                  <a:gd name="T10" fmla="*/ 0 w 1673"/>
                  <a:gd name="T11" fmla="*/ 0 h 836"/>
                  <a:gd name="T12" fmla="*/ 0 w 1673"/>
                  <a:gd name="T13" fmla="*/ 0 h 836"/>
                  <a:gd name="T14" fmla="*/ 0 w 1673"/>
                  <a:gd name="T15" fmla="*/ 0 h 8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73"/>
                  <a:gd name="T25" fmla="*/ 0 h 836"/>
                  <a:gd name="T26" fmla="*/ 1673 w 1673"/>
                  <a:gd name="T27" fmla="*/ 836 h 8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73" h="836">
                    <a:moveTo>
                      <a:pt x="0" y="836"/>
                    </a:moveTo>
                    <a:lnTo>
                      <a:pt x="805" y="836"/>
                    </a:lnTo>
                    <a:lnTo>
                      <a:pt x="900" y="804"/>
                    </a:lnTo>
                    <a:lnTo>
                      <a:pt x="986" y="662"/>
                    </a:lnTo>
                    <a:lnTo>
                      <a:pt x="986" y="173"/>
                    </a:lnTo>
                    <a:lnTo>
                      <a:pt x="1010" y="63"/>
                    </a:lnTo>
                    <a:lnTo>
                      <a:pt x="1105" y="0"/>
                    </a:lnTo>
                    <a:lnTo>
                      <a:pt x="1673" y="0"/>
                    </a:lnTo>
                  </a:path>
                </a:pathLst>
              </a:custGeom>
              <a:noFill/>
              <a:ln w="19050">
                <a:solidFill>
                  <a:srgbClr val="FF66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8" name="Line 289">
                <a:extLst>
                  <a:ext uri="{FF2B5EF4-FFF2-40B4-BE49-F238E27FC236}">
                    <a16:creationId xmlns:a16="http://schemas.microsoft.com/office/drawing/2014/main" id="{A5ECF0E4-E46D-41F6-B200-CB91BE2ED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77" y="1485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triangl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9" name="Freeform 290">
                <a:extLst>
                  <a:ext uri="{FF2B5EF4-FFF2-40B4-BE49-F238E27FC236}">
                    <a16:creationId xmlns:a16="http://schemas.microsoft.com/office/drawing/2014/main" id="{51B39A3E-FC94-4584-B458-F544409AD55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643" y="1256"/>
                <a:ext cx="556" cy="228"/>
              </a:xfrm>
              <a:custGeom>
                <a:avLst/>
                <a:gdLst>
                  <a:gd name="T0" fmla="*/ 0 w 1673"/>
                  <a:gd name="T1" fmla="*/ 0 h 836"/>
                  <a:gd name="T2" fmla="*/ 0 w 1673"/>
                  <a:gd name="T3" fmla="*/ 0 h 836"/>
                  <a:gd name="T4" fmla="*/ 0 w 1673"/>
                  <a:gd name="T5" fmla="*/ 0 h 836"/>
                  <a:gd name="T6" fmla="*/ 0 w 1673"/>
                  <a:gd name="T7" fmla="*/ 0 h 836"/>
                  <a:gd name="T8" fmla="*/ 0 w 1673"/>
                  <a:gd name="T9" fmla="*/ 0 h 836"/>
                  <a:gd name="T10" fmla="*/ 0 w 1673"/>
                  <a:gd name="T11" fmla="*/ 0 h 836"/>
                  <a:gd name="T12" fmla="*/ 0 w 1673"/>
                  <a:gd name="T13" fmla="*/ 0 h 836"/>
                  <a:gd name="T14" fmla="*/ 0 w 1673"/>
                  <a:gd name="T15" fmla="*/ 0 h 8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73"/>
                  <a:gd name="T25" fmla="*/ 0 h 836"/>
                  <a:gd name="T26" fmla="*/ 1673 w 1673"/>
                  <a:gd name="T27" fmla="*/ 836 h 8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73" h="836">
                    <a:moveTo>
                      <a:pt x="0" y="836"/>
                    </a:moveTo>
                    <a:lnTo>
                      <a:pt x="805" y="836"/>
                    </a:lnTo>
                    <a:lnTo>
                      <a:pt x="900" y="804"/>
                    </a:lnTo>
                    <a:lnTo>
                      <a:pt x="986" y="662"/>
                    </a:lnTo>
                    <a:lnTo>
                      <a:pt x="986" y="173"/>
                    </a:lnTo>
                    <a:lnTo>
                      <a:pt x="1010" y="63"/>
                    </a:lnTo>
                    <a:lnTo>
                      <a:pt x="1105" y="0"/>
                    </a:lnTo>
                    <a:lnTo>
                      <a:pt x="1673" y="0"/>
                    </a:lnTo>
                  </a:path>
                </a:pathLst>
              </a:custGeom>
              <a:noFill/>
              <a:ln w="19050">
                <a:solidFill>
                  <a:srgbClr val="FF66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0" name="Line 291">
                <a:extLst>
                  <a:ext uri="{FF2B5EF4-FFF2-40B4-BE49-F238E27FC236}">
                    <a16:creationId xmlns:a16="http://schemas.microsoft.com/office/drawing/2014/main" id="{33A1EE5E-0E04-409A-8C2C-F063BDA67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5" y="1203"/>
                <a:ext cx="551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1" name="Line 292">
                <a:extLst>
                  <a:ext uri="{FF2B5EF4-FFF2-40B4-BE49-F238E27FC236}">
                    <a16:creationId xmlns:a16="http://schemas.microsoft.com/office/drawing/2014/main" id="{4D0C2605-A2F9-4C12-9B7E-D20C4DD90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7" y="1198"/>
                <a:ext cx="1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2" name="Oval 293">
                <a:extLst>
                  <a:ext uri="{FF2B5EF4-FFF2-40B4-BE49-F238E27FC236}">
                    <a16:creationId xmlns:a16="http://schemas.microsoft.com/office/drawing/2014/main" id="{48B9672D-F344-44E9-B8A6-CC1A0617B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849"/>
                <a:ext cx="146" cy="159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800">
                  <a:solidFill>
                    <a:schemeClr val="bg1"/>
                  </a:solidFill>
                  <a:sym typeface="Symbol" panose="05050102010706020507" pitchFamily="18" charset="2"/>
                </a:endParaRPr>
              </a:p>
            </p:txBody>
          </p:sp>
          <p:sp>
            <p:nvSpPr>
              <p:cNvPr id="6203" name="Oval 294">
                <a:extLst>
                  <a:ext uri="{FF2B5EF4-FFF2-40B4-BE49-F238E27FC236}">
                    <a16:creationId xmlns:a16="http://schemas.microsoft.com/office/drawing/2014/main" id="{FD2BB344-C8F2-4728-A031-2146FD4CE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2" y="1113"/>
                <a:ext cx="146" cy="159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/>
              </a:p>
            </p:txBody>
          </p:sp>
          <p:sp>
            <p:nvSpPr>
              <p:cNvPr id="6204" name="Oval 295">
                <a:extLst>
                  <a:ext uri="{FF2B5EF4-FFF2-40B4-BE49-F238E27FC236}">
                    <a16:creationId xmlns:a16="http://schemas.microsoft.com/office/drawing/2014/main" id="{BB0C7A4D-6BAA-4415-A41F-85114220C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8" y="1377"/>
                <a:ext cx="146" cy="159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6205" name="AutoShape 296">
                <a:extLst>
                  <a:ext uri="{FF2B5EF4-FFF2-40B4-BE49-F238E27FC236}">
                    <a16:creationId xmlns:a16="http://schemas.microsoft.com/office/drawing/2014/main" id="{A6DDE38C-8963-4776-BD72-DF1ACA8FD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9" y="1126"/>
                <a:ext cx="291" cy="159"/>
              </a:xfrm>
              <a:prstGeom prst="rightArrow">
                <a:avLst>
                  <a:gd name="adj1" fmla="val 49685"/>
                  <a:gd name="adj2" fmla="val 67920"/>
                </a:avLst>
              </a:prstGeom>
              <a:solidFill>
                <a:srgbClr val="FF9933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206" name="Text Box 297">
                <a:extLst>
                  <a:ext uri="{FF2B5EF4-FFF2-40B4-BE49-F238E27FC236}">
                    <a16:creationId xmlns:a16="http://schemas.microsoft.com/office/drawing/2014/main" id="{6A699D15-8122-4BB5-8FCE-8ABD821BE6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7" y="710"/>
                <a:ext cx="20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0"/>
                  <a:t>-</a:t>
                </a:r>
              </a:p>
            </p:txBody>
          </p:sp>
          <p:sp>
            <p:nvSpPr>
              <p:cNvPr id="6207" name="Text Box 298">
                <a:extLst>
                  <a:ext uri="{FF2B5EF4-FFF2-40B4-BE49-F238E27FC236}">
                    <a16:creationId xmlns:a16="http://schemas.microsoft.com/office/drawing/2014/main" id="{44D873CA-DF38-40B9-B32C-B713BB6BE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1" y="981"/>
                <a:ext cx="20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0"/>
                  <a:t>-</a:t>
                </a:r>
              </a:p>
            </p:txBody>
          </p:sp>
          <p:sp>
            <p:nvSpPr>
              <p:cNvPr id="6208" name="Text Box 299">
                <a:extLst>
                  <a:ext uri="{FF2B5EF4-FFF2-40B4-BE49-F238E27FC236}">
                    <a16:creationId xmlns:a16="http://schemas.microsoft.com/office/drawing/2014/main" id="{980B1F9C-99AB-4653-8119-8FFB7E07C3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7" y="1238"/>
                <a:ext cx="20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0"/>
                  <a:t>-</a:t>
                </a:r>
              </a:p>
            </p:txBody>
          </p:sp>
        </p:grpSp>
        <p:sp>
          <p:nvSpPr>
            <p:cNvPr id="6187" name="Line 300">
              <a:extLst>
                <a:ext uri="{FF2B5EF4-FFF2-40B4-BE49-F238E27FC236}">
                  <a16:creationId xmlns:a16="http://schemas.microsoft.com/office/drawing/2014/main" id="{BEB80BBF-561D-4A64-AA6E-9ABBD1BED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6" y="930"/>
              <a:ext cx="59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8" name="Line 301">
              <a:extLst>
                <a:ext uri="{FF2B5EF4-FFF2-40B4-BE49-F238E27FC236}">
                  <a16:creationId xmlns:a16="http://schemas.microsoft.com/office/drawing/2014/main" id="{A51F987B-0661-405D-B4C8-36CAC0442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2" y="1183"/>
              <a:ext cx="163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9" name="Line 302">
              <a:extLst>
                <a:ext uri="{FF2B5EF4-FFF2-40B4-BE49-F238E27FC236}">
                  <a16:creationId xmlns:a16="http://schemas.microsoft.com/office/drawing/2014/main" id="{B80E98AA-CAE5-4510-9C78-C0AE3B4F7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4" y="1181"/>
              <a:ext cx="59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0" name="Line 303">
              <a:extLst>
                <a:ext uri="{FF2B5EF4-FFF2-40B4-BE49-F238E27FC236}">
                  <a16:creationId xmlns:a16="http://schemas.microsoft.com/office/drawing/2014/main" id="{F7868C76-2796-47B5-BDF5-F5CD19C91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2" y="1468"/>
              <a:ext cx="163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1" name="Line 304">
              <a:extLst>
                <a:ext uri="{FF2B5EF4-FFF2-40B4-BE49-F238E27FC236}">
                  <a16:creationId xmlns:a16="http://schemas.microsoft.com/office/drawing/2014/main" id="{B2C8D3ED-7169-4F13-B593-3F6D7533E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4" y="1466"/>
              <a:ext cx="59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34">
            <a:extLst>
              <a:ext uri="{FF2B5EF4-FFF2-40B4-BE49-F238E27FC236}">
                <a16:creationId xmlns:a16="http://schemas.microsoft.com/office/drawing/2014/main" id="{57F2640A-2E4A-41D5-AD78-BBEBC1A5661A}"/>
              </a:ext>
            </a:extLst>
          </p:cNvPr>
          <p:cNvGrpSpPr>
            <a:grpSpLocks/>
          </p:cNvGrpSpPr>
          <p:nvPr/>
        </p:nvGrpSpPr>
        <p:grpSpPr bwMode="auto">
          <a:xfrm>
            <a:off x="5678488" y="1766888"/>
            <a:ext cx="377825" cy="1393825"/>
            <a:chOff x="4921" y="1480"/>
            <a:chExt cx="227" cy="816"/>
          </a:xfrm>
        </p:grpSpPr>
        <p:sp>
          <p:nvSpPr>
            <p:cNvPr id="6180" name="Line 235">
              <a:extLst>
                <a:ext uri="{FF2B5EF4-FFF2-40B4-BE49-F238E27FC236}">
                  <a16:creationId xmlns:a16="http://schemas.microsoft.com/office/drawing/2014/main" id="{2247DF7D-D4EC-4C68-9844-D9581B8D4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1480"/>
              <a:ext cx="0" cy="816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1" name="Line 236">
              <a:extLst>
                <a:ext uri="{FF2B5EF4-FFF2-40B4-BE49-F238E27FC236}">
                  <a16:creationId xmlns:a16="http://schemas.microsoft.com/office/drawing/2014/main" id="{422619A8-9888-4DE6-BA0D-72658B027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1480"/>
              <a:ext cx="227" cy="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2" name="Line 237">
              <a:extLst>
                <a:ext uri="{FF2B5EF4-FFF2-40B4-BE49-F238E27FC236}">
                  <a16:creationId xmlns:a16="http://schemas.microsoft.com/office/drawing/2014/main" id="{A3F128F3-E0BA-4BC5-A6DD-E79356659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2296"/>
              <a:ext cx="227" cy="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3" name="Line 238">
              <a:extLst>
                <a:ext uri="{FF2B5EF4-FFF2-40B4-BE49-F238E27FC236}">
                  <a16:creationId xmlns:a16="http://schemas.microsoft.com/office/drawing/2014/main" id="{E9D344A9-CD2A-443A-AD11-294626F4C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1480"/>
              <a:ext cx="0" cy="816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459" name="Text Box 307">
            <a:extLst>
              <a:ext uri="{FF2B5EF4-FFF2-40B4-BE49-F238E27FC236}">
                <a16:creationId xmlns:a16="http://schemas.microsoft.com/office/drawing/2014/main" id="{9C10C3FD-CA76-4CC3-AE81-CAA7EC339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425" y="5932488"/>
            <a:ext cx="75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= </a:t>
            </a:r>
            <a:r>
              <a:rPr lang="en-US" altLang="zh-CN" sz="2800" i="1"/>
              <a:t>I</a:t>
            </a:r>
          </a:p>
        </p:txBody>
      </p:sp>
      <p:sp>
        <p:nvSpPr>
          <p:cNvPr id="49460" name="Text Box 308">
            <a:extLst>
              <a:ext uri="{FF2B5EF4-FFF2-40B4-BE49-F238E27FC236}">
                <a16:creationId xmlns:a16="http://schemas.microsoft.com/office/drawing/2014/main" id="{8330B3F2-F732-4554-9B35-20FBB76AA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638" y="6067425"/>
            <a:ext cx="72231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baseline="-25000"/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4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75"/>
                                        <p:tgtEl>
                                          <p:spTgt spid="4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4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4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4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9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9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9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2" dur="75"/>
                                        <p:tgtEl>
                                          <p:spTgt spid="4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4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9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9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9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9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9" dur="500"/>
                                        <p:tgtEl>
                                          <p:spTgt spid="4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4" dur="500"/>
                                        <p:tgtEl>
                                          <p:spTgt spid="4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9" dur="500"/>
                                        <p:tgtEl>
                                          <p:spTgt spid="4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4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75"/>
                                        <p:tgtEl>
                                          <p:spTgt spid="4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9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5" dur="500"/>
                                        <p:tgtEl>
                                          <p:spTgt spid="4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0" dur="500"/>
                                        <p:tgtEl>
                                          <p:spTgt spid="4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5" dur="500"/>
                                        <p:tgtEl>
                                          <p:spTgt spid="4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9" dur="500"/>
                                        <p:tgtEl>
                                          <p:spTgt spid="4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8" grpId="0" animBg="1"/>
      <p:bldP spid="49457" grpId="0" animBg="1"/>
      <p:bldP spid="49154" grpId="0" autoUpdateAnimBg="0"/>
      <p:bldP spid="49219" grpId="0" autoUpdateAnimBg="0"/>
      <p:bldP spid="49270" grpId="0"/>
      <p:bldP spid="49271" grpId="0"/>
      <p:bldP spid="49348" grpId="0"/>
      <p:bldP spid="49349" grpId="0"/>
      <p:bldP spid="49350" grpId="0" autoUpdateAnimBg="0"/>
      <p:bldP spid="49354" grpId="0" autoUpdateAnimBg="0"/>
      <p:bldP spid="49357" grpId="0" autoUpdateAnimBg="0"/>
      <p:bldP spid="49360" grpId="0" autoUpdateAnimBg="0"/>
      <p:bldP spid="49393" grpId="0" autoUpdateAnimBg="0"/>
      <p:bldP spid="49394" grpId="0"/>
      <p:bldP spid="49395" grpId="0"/>
      <p:bldP spid="49396" grpId="0" animBg="1"/>
      <p:bldP spid="49397" grpId="0" animBg="1"/>
      <p:bldP spid="49459" grpId="0"/>
      <p:bldP spid="494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78" name="Rectangle 274">
            <a:extLst>
              <a:ext uri="{FF2B5EF4-FFF2-40B4-BE49-F238E27FC236}">
                <a16:creationId xmlns:a16="http://schemas.microsoft.com/office/drawing/2014/main" id="{2CB54893-48F0-4136-BAF7-48CEB928E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275" y="3514725"/>
            <a:ext cx="6356350" cy="215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98329" name="Text Box 25">
            <a:extLst>
              <a:ext uri="{FF2B5EF4-FFF2-40B4-BE49-F238E27FC236}">
                <a16:creationId xmlns:a16="http://schemas.microsoft.com/office/drawing/2014/main" id="{BB6BB02E-2F04-47CA-92BB-97132DF72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5715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定义：</a:t>
            </a:r>
            <a:endParaRPr lang="zh-CN" altLang="en-US" sz="2800"/>
          </a:p>
        </p:txBody>
      </p:sp>
      <p:graphicFrame>
        <p:nvGraphicFramePr>
          <p:cNvPr id="98330" name="Object 26">
            <a:extLst>
              <a:ext uri="{FF2B5EF4-FFF2-40B4-BE49-F238E27FC236}">
                <a16:creationId xmlns:a16="http://schemas.microsoft.com/office/drawing/2014/main" id="{9EEDAC98-F18E-4F6D-945C-4A169D0FD9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5800" y="455613"/>
          <a:ext cx="12842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" name="Equation" r:id="rId3" imgW="1600200" imgH="838200" progId="Equation.DSMT4">
                  <p:embed/>
                </p:oleObj>
              </mc:Choice>
              <mc:Fallback>
                <p:oleObj name="Equation" r:id="rId3" imgW="1600200" imgH="838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455613"/>
                        <a:ext cx="12842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31" name="Object 27">
            <a:extLst>
              <a:ext uri="{FF2B5EF4-FFF2-40B4-BE49-F238E27FC236}">
                <a16:creationId xmlns:a16="http://schemas.microsoft.com/office/drawing/2014/main" id="{D25FFD5D-C599-4208-91F4-417ACB009F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8825" y="436563"/>
          <a:ext cx="1897063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Equation" r:id="rId5" imgW="1701800" imgH="774700" progId="Equation.DSMT4">
                  <p:embed/>
                </p:oleObj>
              </mc:Choice>
              <mc:Fallback>
                <p:oleObj name="Equation" r:id="rId5" imgW="1701800" imgH="774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436563"/>
                        <a:ext cx="1897063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32" name="AutoShape 28">
            <a:extLst>
              <a:ext uri="{FF2B5EF4-FFF2-40B4-BE49-F238E27FC236}">
                <a16:creationId xmlns:a16="http://schemas.microsoft.com/office/drawing/2014/main" id="{BFE5D85B-3C04-4A73-BAF8-923A3C692924}"/>
              </a:ext>
            </a:extLst>
          </p:cNvPr>
          <p:cNvSpPr>
            <a:spLocks/>
          </p:cNvSpPr>
          <p:nvPr/>
        </p:nvSpPr>
        <p:spPr bwMode="auto">
          <a:xfrm>
            <a:off x="5408613" y="625475"/>
            <a:ext cx="1701800" cy="557213"/>
          </a:xfrm>
          <a:prstGeom prst="borderCallout1">
            <a:avLst>
              <a:gd name="adj1" fmla="val 113676"/>
              <a:gd name="adj2" fmla="val 93282"/>
              <a:gd name="adj3" fmla="val 113676"/>
              <a:gd name="adj4" fmla="val -199162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/>
          </a:p>
        </p:txBody>
      </p:sp>
      <p:sp>
        <p:nvSpPr>
          <p:cNvPr id="98333" name="Text Box 29">
            <a:extLst>
              <a:ext uri="{FF2B5EF4-FFF2-40B4-BE49-F238E27FC236}">
                <a16:creationId xmlns:a16="http://schemas.microsoft.com/office/drawing/2014/main" id="{D3FC4D86-B82F-4322-8640-C9D45421D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1484313"/>
            <a:ext cx="3903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位移电流密度</a:t>
            </a:r>
          </a:p>
        </p:txBody>
      </p:sp>
      <p:graphicFrame>
        <p:nvGraphicFramePr>
          <p:cNvPr id="98334" name="Object 30">
            <a:extLst>
              <a:ext uri="{FF2B5EF4-FFF2-40B4-BE49-F238E27FC236}">
                <a16:creationId xmlns:a16="http://schemas.microsoft.com/office/drawing/2014/main" id="{593B3761-CF42-41D9-9F7C-BD8148EB4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5675" y="1327150"/>
          <a:ext cx="119856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3" name="Equation" r:id="rId7" imgW="1231366" imgH="774364" progId="Equation.DSMT4">
                  <p:embed/>
                </p:oleObj>
              </mc:Choice>
              <mc:Fallback>
                <p:oleObj name="Equation" r:id="rId7" imgW="1231366" imgH="77436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1327150"/>
                        <a:ext cx="1198563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35" name="Object 31">
            <a:extLst>
              <a:ext uri="{FF2B5EF4-FFF2-40B4-BE49-F238E27FC236}">
                <a16:creationId xmlns:a16="http://schemas.microsoft.com/office/drawing/2014/main" id="{1AF70C29-BF81-4A70-85C0-CC7CF2EAE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2338" y="1316038"/>
          <a:ext cx="137318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Equation" r:id="rId9" imgW="1371600" imgH="774700" progId="Equation.DSMT4">
                  <p:embed/>
                </p:oleObj>
              </mc:Choice>
              <mc:Fallback>
                <p:oleObj name="Equation" r:id="rId9" imgW="1371600" imgH="7747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338" y="1316038"/>
                        <a:ext cx="1373187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36" name="Text Box 32">
            <a:extLst>
              <a:ext uri="{FF2B5EF4-FFF2-40B4-BE49-F238E27FC236}">
                <a16:creationId xmlns:a16="http://schemas.microsoft.com/office/drawing/2014/main" id="{0164540E-B26D-4D95-94F5-A3908D016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25" y="64500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3</a:t>
            </a:r>
          </a:p>
        </p:txBody>
      </p:sp>
      <p:sp>
        <p:nvSpPr>
          <p:cNvPr id="98365" name="Text Box 61">
            <a:extLst>
              <a:ext uri="{FF2B5EF4-FFF2-40B4-BE49-F238E27FC236}">
                <a16:creationId xmlns:a16="http://schemas.microsoft.com/office/drawing/2014/main" id="{A4743558-B588-4EDD-99B4-554DFCABA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593725"/>
            <a:ext cx="2522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位移电流</a:t>
            </a:r>
          </a:p>
        </p:txBody>
      </p:sp>
      <p:sp>
        <p:nvSpPr>
          <p:cNvPr id="98516" name="Text Box 212">
            <a:extLst>
              <a:ext uri="{FF2B5EF4-FFF2-40B4-BE49-F238E27FC236}">
                <a16:creationId xmlns:a16="http://schemas.microsoft.com/office/drawing/2014/main" id="{1068E60B-CCEE-42F6-87BA-E1D3399E4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138" y="217805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电容充电</a:t>
            </a:r>
          </a:p>
        </p:txBody>
      </p:sp>
      <p:graphicFrame>
        <p:nvGraphicFramePr>
          <p:cNvPr id="98517" name="Object 213">
            <a:extLst>
              <a:ext uri="{FF2B5EF4-FFF2-40B4-BE49-F238E27FC236}">
                <a16:creationId xmlns:a16="http://schemas.microsoft.com/office/drawing/2014/main" id="{6FBCA8E0-678F-4D3A-B12C-2AD586F59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2149475"/>
          <a:ext cx="9350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公式" r:id="rId11" imgW="431613" imgH="253890" progId="Equation.3">
                  <p:embed/>
                </p:oleObj>
              </mc:Choice>
              <mc:Fallback>
                <p:oleObj name="公式" r:id="rId11" imgW="431613" imgH="253890" progId="Equation.3">
                  <p:embed/>
                  <p:pic>
                    <p:nvPicPr>
                      <p:cNvPr id="0" name="Object 2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2149475"/>
                        <a:ext cx="93503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18" name="Object 214">
            <a:extLst>
              <a:ext uri="{FF2B5EF4-FFF2-40B4-BE49-F238E27FC236}">
                <a16:creationId xmlns:a16="http://schemas.microsoft.com/office/drawing/2014/main" id="{6155C48A-76E2-4C99-9CEF-C3ACEEAB00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0" y="2203450"/>
          <a:ext cx="4968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6" name="公式" r:id="rId13" imgW="558558" imgH="393529" progId="Equation.3">
                  <p:embed/>
                </p:oleObj>
              </mc:Choice>
              <mc:Fallback>
                <p:oleObj name="公式" r:id="rId13" imgW="558558" imgH="393529" progId="Equation.3">
                  <p:embed/>
                  <p:pic>
                    <p:nvPicPr>
                      <p:cNvPr id="0" name="Object 2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2203450"/>
                        <a:ext cx="4968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19" name="Object 215">
            <a:extLst>
              <a:ext uri="{FF2B5EF4-FFF2-40B4-BE49-F238E27FC236}">
                <a16:creationId xmlns:a16="http://schemas.microsoft.com/office/drawing/2014/main" id="{FBC6396A-6B6D-4397-8536-61D2759DF6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089150"/>
          <a:ext cx="1104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7" name="Equation" r:id="rId15" imgW="1104900" imgH="774700" progId="Equation.DSMT4">
                  <p:embed/>
                </p:oleObj>
              </mc:Choice>
              <mc:Fallback>
                <p:oleObj name="Equation" r:id="rId15" imgW="1104900" imgH="774700" progId="Equation.DSMT4">
                  <p:embed/>
                  <p:pic>
                    <p:nvPicPr>
                      <p:cNvPr id="0" name="Object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89150"/>
                        <a:ext cx="1104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0" name="Object 216">
            <a:extLst>
              <a:ext uri="{FF2B5EF4-FFF2-40B4-BE49-F238E27FC236}">
                <a16:creationId xmlns:a16="http://schemas.microsoft.com/office/drawing/2014/main" id="{0D7B507D-97B8-45B0-95EF-A9113D14CE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7413" y="2203450"/>
          <a:ext cx="87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公式" r:id="rId17" imgW="876300" imgH="457200" progId="Equation.3">
                  <p:embed/>
                </p:oleObj>
              </mc:Choice>
              <mc:Fallback>
                <p:oleObj name="公式" r:id="rId17" imgW="876300" imgH="457200" progId="Equation.3">
                  <p:embed/>
                  <p:pic>
                    <p:nvPicPr>
                      <p:cNvPr id="0" name="Object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2203450"/>
                        <a:ext cx="876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1" name="Object 217">
            <a:extLst>
              <a:ext uri="{FF2B5EF4-FFF2-40B4-BE49-F238E27FC236}">
                <a16:creationId xmlns:a16="http://schemas.microsoft.com/office/drawing/2014/main" id="{5B4303E7-BC92-4B5F-B114-6D54656A51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2600" y="2168525"/>
          <a:ext cx="5032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9" name="Equation" r:id="rId19" imgW="469696" imgH="406224" progId="Equation.DSMT4">
                  <p:embed/>
                </p:oleObj>
              </mc:Choice>
              <mc:Fallback>
                <p:oleObj name="Equation" r:id="rId19" imgW="469696" imgH="406224" progId="Equation.DSMT4">
                  <p:embed/>
                  <p:pic>
                    <p:nvPicPr>
                      <p:cNvPr id="0" name="Object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2168525"/>
                        <a:ext cx="5032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22" name="Text Box 218">
            <a:extLst>
              <a:ext uri="{FF2B5EF4-FFF2-40B4-BE49-F238E27FC236}">
                <a16:creationId xmlns:a16="http://schemas.microsoft.com/office/drawing/2014/main" id="{86E4077C-684F-4AE8-B045-C01E92EE1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138" y="2892425"/>
            <a:ext cx="2722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电容放电</a:t>
            </a:r>
          </a:p>
        </p:txBody>
      </p:sp>
      <p:graphicFrame>
        <p:nvGraphicFramePr>
          <p:cNvPr id="98523" name="Object 219">
            <a:extLst>
              <a:ext uri="{FF2B5EF4-FFF2-40B4-BE49-F238E27FC236}">
                <a16:creationId xmlns:a16="http://schemas.microsoft.com/office/drawing/2014/main" id="{F810452E-49A9-4E22-89DD-F00BD4042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2909888"/>
          <a:ext cx="86518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0" name="公式" r:id="rId21" imgW="457002" imgH="253890" progId="Equation.3">
                  <p:embed/>
                </p:oleObj>
              </mc:Choice>
              <mc:Fallback>
                <p:oleObj name="公式" r:id="rId21" imgW="457002" imgH="253890" progId="Equation.3">
                  <p:embed/>
                  <p:pic>
                    <p:nvPicPr>
                      <p:cNvPr id="0" name="Object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2909888"/>
                        <a:ext cx="865187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4" name="Object 220">
            <a:extLst>
              <a:ext uri="{FF2B5EF4-FFF2-40B4-BE49-F238E27FC236}">
                <a16:creationId xmlns:a16="http://schemas.microsoft.com/office/drawing/2014/main" id="{B427B158-83DB-43B6-A77B-FADF1FC68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0" y="2970213"/>
          <a:ext cx="5048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" name="公式" r:id="rId23" imgW="558558" imgH="393529" progId="Equation.3">
                  <p:embed/>
                </p:oleObj>
              </mc:Choice>
              <mc:Fallback>
                <p:oleObj name="公式" r:id="rId23" imgW="558558" imgH="393529" progId="Equation.3">
                  <p:embed/>
                  <p:pic>
                    <p:nvPicPr>
                      <p:cNvPr id="0" name="Object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2970213"/>
                        <a:ext cx="5048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5" name="Object 221">
            <a:extLst>
              <a:ext uri="{FF2B5EF4-FFF2-40B4-BE49-F238E27FC236}">
                <a16:creationId xmlns:a16="http://schemas.microsoft.com/office/drawing/2014/main" id="{3896D2A4-0D43-4D50-8D11-0B5EEBC0A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2638" y="2813050"/>
          <a:ext cx="122396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" name="Equation" r:id="rId25" imgW="1384300" imgH="774700" progId="Equation.DSMT4">
                  <p:embed/>
                </p:oleObj>
              </mc:Choice>
              <mc:Fallback>
                <p:oleObj name="Equation" r:id="rId25" imgW="1384300" imgH="774700" progId="Equation.DSMT4">
                  <p:embed/>
                  <p:pic>
                    <p:nvPicPr>
                      <p:cNvPr id="0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2813050"/>
                        <a:ext cx="1223962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6" name="Object 222">
            <a:extLst>
              <a:ext uri="{FF2B5EF4-FFF2-40B4-BE49-F238E27FC236}">
                <a16:creationId xmlns:a16="http://schemas.microsoft.com/office/drawing/2014/main" id="{E8016B82-BE66-41E1-8823-06A70E4E5E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7413" y="2894013"/>
          <a:ext cx="95726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3" name="Equation" r:id="rId27" imgW="583947" imgH="241195" progId="Equation.3">
                  <p:embed/>
                </p:oleObj>
              </mc:Choice>
              <mc:Fallback>
                <p:oleObj name="Equation" r:id="rId27" imgW="583947" imgH="241195" progId="Equation.3">
                  <p:embed/>
                  <p:pic>
                    <p:nvPicPr>
                      <p:cNvPr id="0" name="Object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2894013"/>
                        <a:ext cx="95726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7" name="Object 223">
            <a:extLst>
              <a:ext uri="{FF2B5EF4-FFF2-40B4-BE49-F238E27FC236}">
                <a16:creationId xmlns:a16="http://schemas.microsoft.com/office/drawing/2014/main" id="{C3CD3E8C-0C3D-44C1-AEC9-5CD77446A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4675" y="2909888"/>
          <a:ext cx="57626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4" name="Equation" r:id="rId29" imgW="710891" imgH="482391" progId="Equation.DSMT4">
                  <p:embed/>
                </p:oleObj>
              </mc:Choice>
              <mc:Fallback>
                <p:oleObj name="Equation" r:id="rId29" imgW="710891" imgH="482391" progId="Equation.DSMT4">
                  <p:embed/>
                  <p:pic>
                    <p:nvPicPr>
                      <p:cNvPr id="0" name="Object 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5" y="2909888"/>
                        <a:ext cx="57626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28" name="AutoShape 224">
            <a:extLst>
              <a:ext uri="{FF2B5EF4-FFF2-40B4-BE49-F238E27FC236}">
                <a16:creationId xmlns:a16="http://schemas.microsoft.com/office/drawing/2014/main" id="{AF2925A5-52CF-4DE4-A2DC-A136957C6BCB}"/>
              </a:ext>
            </a:extLst>
          </p:cNvPr>
          <p:cNvSpPr>
            <a:spLocks/>
          </p:cNvSpPr>
          <p:nvPr/>
        </p:nvSpPr>
        <p:spPr bwMode="auto">
          <a:xfrm>
            <a:off x="7464425" y="2178050"/>
            <a:ext cx="228600" cy="1058863"/>
          </a:xfrm>
          <a:prstGeom prst="rightBrace">
            <a:avLst>
              <a:gd name="adj1" fmla="val 38600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98529" name="Object 225">
            <a:extLst>
              <a:ext uri="{FF2B5EF4-FFF2-40B4-BE49-F238E27FC236}">
                <a16:creationId xmlns:a16="http://schemas.microsoft.com/office/drawing/2014/main" id="{838EC84F-A54A-4259-B41D-1CBE114EE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6838" y="2438400"/>
          <a:ext cx="8651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5" name="Equation" r:id="rId31" imgW="901309" imgH="495085" progId="Equation.DSMT4">
                  <p:embed/>
                </p:oleObj>
              </mc:Choice>
              <mc:Fallback>
                <p:oleObj name="Equation" r:id="rId31" imgW="901309" imgH="495085" progId="Equation.DSMT4">
                  <p:embed/>
                  <p:pic>
                    <p:nvPicPr>
                      <p:cNvPr id="0" name="Object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38" y="2438400"/>
                        <a:ext cx="86518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30" name="Text Box 226">
            <a:extLst>
              <a:ext uri="{FF2B5EF4-FFF2-40B4-BE49-F238E27FC236}">
                <a16:creationId xmlns:a16="http://schemas.microsoft.com/office/drawing/2014/main" id="{C1AF3629-A867-45A8-A229-A9CBE3305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5646738"/>
            <a:ext cx="7861300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结论</a:t>
            </a:r>
            <a:r>
              <a:rPr lang="zh-CN" altLang="en-US" sz="2800">
                <a:ea typeface="楷体_GB2312" pitchFamily="49" charset="-122"/>
              </a:rPr>
              <a:t>：在电容器中，</a:t>
            </a:r>
            <a:r>
              <a:rPr lang="en-US" altLang="zh-CN" sz="2800" i="1">
                <a:ea typeface="楷体_GB2312" pitchFamily="49" charset="-122"/>
              </a:rPr>
              <a:t>I</a:t>
            </a:r>
            <a:r>
              <a:rPr lang="en-US" altLang="zh-CN" sz="2800" baseline="-25000">
                <a:ea typeface="楷体_GB2312" pitchFamily="49" charset="-122"/>
              </a:rPr>
              <a:t>D</a:t>
            </a:r>
            <a:r>
              <a:rPr lang="zh-CN" altLang="en-US" sz="2800" baseline="-25000">
                <a:ea typeface="楷体_GB2312" pitchFamily="49" charset="-122"/>
              </a:rPr>
              <a:t>总</a:t>
            </a:r>
            <a:r>
              <a:rPr lang="en-US" altLang="zh-CN" sz="2800">
                <a:ea typeface="楷体_GB2312" pitchFamily="49" charset="-122"/>
              </a:rPr>
              <a:t>=</a:t>
            </a:r>
            <a:r>
              <a:rPr lang="en-US" altLang="zh-CN" i="1">
                <a:ea typeface="楷体_GB2312" pitchFamily="49" charset="-122"/>
              </a:rPr>
              <a:t> i</a:t>
            </a:r>
            <a:r>
              <a:rPr lang="zh-CN" altLang="en-US" sz="2800">
                <a:ea typeface="楷体_GB2312" pitchFamily="49" charset="-122"/>
              </a:rPr>
              <a:t>，极板中断的电流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             由</a:t>
            </a:r>
            <a:r>
              <a:rPr lang="en-US" altLang="zh-CN" sz="2800" i="1">
                <a:ea typeface="楷体_GB2312" pitchFamily="49" charset="-122"/>
              </a:rPr>
              <a:t>I</a:t>
            </a:r>
            <a:r>
              <a:rPr lang="en-US" altLang="zh-CN" sz="2800" baseline="-25000">
                <a:ea typeface="楷体_GB2312" pitchFamily="49" charset="-122"/>
              </a:rPr>
              <a:t>D</a:t>
            </a:r>
            <a:r>
              <a:rPr lang="zh-CN" altLang="en-US" sz="2800">
                <a:ea typeface="楷体_GB2312" pitchFamily="49" charset="-122"/>
              </a:rPr>
              <a:t>接替，保持电流的连续性。</a:t>
            </a:r>
          </a:p>
        </p:txBody>
      </p:sp>
      <p:sp>
        <p:nvSpPr>
          <p:cNvPr id="98532" name="Line 228">
            <a:extLst>
              <a:ext uri="{FF2B5EF4-FFF2-40B4-BE49-F238E27FC236}">
                <a16:creationId xmlns:a16="http://schemas.microsoft.com/office/drawing/2014/main" id="{69A11EEB-6C60-47AA-93D9-76DDAFD71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138" y="3935413"/>
            <a:ext cx="576262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8533" name="Object 229">
            <a:extLst>
              <a:ext uri="{FF2B5EF4-FFF2-40B4-BE49-F238E27FC236}">
                <a16:creationId xmlns:a16="http://schemas.microsoft.com/office/drawing/2014/main" id="{304E11DB-1375-4F5A-ADFC-DAC47A8A1B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7163" y="3516313"/>
          <a:ext cx="341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6" name="公式" r:id="rId33" imgW="28634" imgH="66690" progId="Equation.3">
                  <p:embed/>
                </p:oleObj>
              </mc:Choice>
              <mc:Fallback>
                <p:oleObj name="公式" r:id="rId33" imgW="28634" imgH="66690" progId="Equation.3">
                  <p:embed/>
                  <p:pic>
                    <p:nvPicPr>
                      <p:cNvPr id="0" name="Object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516313"/>
                        <a:ext cx="3413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34" name="Line 230">
            <a:extLst>
              <a:ext uri="{FF2B5EF4-FFF2-40B4-BE49-F238E27FC236}">
                <a16:creationId xmlns:a16="http://schemas.microsoft.com/office/drawing/2014/main" id="{77A5DFD8-8A92-4EE5-8C04-4E36AAD7C6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138" y="4151313"/>
            <a:ext cx="5762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8535" name="Object 231">
            <a:extLst>
              <a:ext uri="{FF2B5EF4-FFF2-40B4-BE49-F238E27FC236}">
                <a16:creationId xmlns:a16="http://schemas.microsoft.com/office/drawing/2014/main" id="{96642753-FD2A-48FB-BA00-F64E437487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7175" y="4151313"/>
          <a:ext cx="403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7" name="公式" r:id="rId35" imgW="66723" imgH="104760" progId="Equation.3">
                  <p:embed/>
                </p:oleObj>
              </mc:Choice>
              <mc:Fallback>
                <p:oleObj name="公式" r:id="rId35" imgW="66723" imgH="104760" progId="Equation.3">
                  <p:embed/>
                  <p:pic>
                    <p:nvPicPr>
                      <p:cNvPr id="0" name="Object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4151313"/>
                        <a:ext cx="403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2">
            <a:extLst>
              <a:ext uri="{FF2B5EF4-FFF2-40B4-BE49-F238E27FC236}">
                <a16:creationId xmlns:a16="http://schemas.microsoft.com/office/drawing/2014/main" id="{B1B86B3E-7048-4295-BE1B-999C82134617}"/>
              </a:ext>
            </a:extLst>
          </p:cNvPr>
          <p:cNvGrpSpPr>
            <a:grpSpLocks/>
          </p:cNvGrpSpPr>
          <p:nvPr/>
        </p:nvGrpSpPr>
        <p:grpSpPr bwMode="auto">
          <a:xfrm>
            <a:off x="4670425" y="3668713"/>
            <a:ext cx="2590800" cy="1830387"/>
            <a:chOff x="2880" y="871"/>
            <a:chExt cx="1632" cy="1153"/>
          </a:xfrm>
        </p:grpSpPr>
        <p:sp>
          <p:nvSpPr>
            <p:cNvPr id="7226" name="Rectangle 233">
              <a:extLst>
                <a:ext uri="{FF2B5EF4-FFF2-40B4-BE49-F238E27FC236}">
                  <a16:creationId xmlns:a16="http://schemas.microsoft.com/office/drawing/2014/main" id="{666D0AE1-C495-4689-9B93-F6C69D070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1" y="871"/>
              <a:ext cx="107" cy="56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7227" name="Line 234">
              <a:extLst>
                <a:ext uri="{FF2B5EF4-FFF2-40B4-BE49-F238E27FC236}">
                  <a16:creationId xmlns:a16="http://schemas.microsoft.com/office/drawing/2014/main" id="{D43CFE7C-D774-4C8F-86B0-7E649750E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8" y="1162"/>
              <a:ext cx="3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8" name="Line 235">
              <a:extLst>
                <a:ext uri="{FF2B5EF4-FFF2-40B4-BE49-F238E27FC236}">
                  <a16:creationId xmlns:a16="http://schemas.microsoft.com/office/drawing/2014/main" id="{638E084D-E881-41D5-A742-F7716A854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171"/>
              <a:ext cx="0" cy="8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9" name="Line 236">
              <a:extLst>
                <a:ext uri="{FF2B5EF4-FFF2-40B4-BE49-F238E27FC236}">
                  <a16:creationId xmlns:a16="http://schemas.microsoft.com/office/drawing/2014/main" id="{8805098B-46EB-4674-87D4-AD1642508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171"/>
              <a:ext cx="0" cy="8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0" name="Text Box 237">
              <a:extLst>
                <a:ext uri="{FF2B5EF4-FFF2-40B4-BE49-F238E27FC236}">
                  <a16:creationId xmlns:a16="http://schemas.microsoft.com/office/drawing/2014/main" id="{93E0CF59-8A33-43F6-8CFA-62D7508AF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1652"/>
              <a:ext cx="3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R</a:t>
              </a:r>
            </a:p>
          </p:txBody>
        </p:sp>
        <p:sp>
          <p:nvSpPr>
            <p:cNvPr id="7231" name="Line 238">
              <a:extLst>
                <a:ext uri="{FF2B5EF4-FFF2-40B4-BE49-F238E27FC236}">
                  <a16:creationId xmlns:a16="http://schemas.microsoft.com/office/drawing/2014/main" id="{E2AEECFF-40DB-4808-9DB0-8A537FBB9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453"/>
              <a:ext cx="0" cy="1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2" name="Text Box 239">
              <a:extLst>
                <a:ext uri="{FF2B5EF4-FFF2-40B4-BE49-F238E27FC236}">
                  <a16:creationId xmlns:a16="http://schemas.microsoft.com/office/drawing/2014/main" id="{9A60B88D-5D99-446B-A0A9-B5042360B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389"/>
              <a:ext cx="2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i</a:t>
              </a:r>
            </a:p>
          </p:txBody>
        </p:sp>
        <p:sp>
          <p:nvSpPr>
            <p:cNvPr id="7233" name="Text Box 240">
              <a:extLst>
                <a:ext uri="{FF2B5EF4-FFF2-40B4-BE49-F238E27FC236}">
                  <a16:creationId xmlns:a16="http://schemas.microsoft.com/office/drawing/2014/main" id="{BFAC4E51-BB6B-4A27-89AD-ACE9896B3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1356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C</a:t>
              </a:r>
            </a:p>
          </p:txBody>
        </p:sp>
        <p:sp>
          <p:nvSpPr>
            <p:cNvPr id="7234" name="Text Box 241">
              <a:extLst>
                <a:ext uri="{FF2B5EF4-FFF2-40B4-BE49-F238E27FC236}">
                  <a16:creationId xmlns:a16="http://schemas.microsoft.com/office/drawing/2014/main" id="{54FBB290-B512-4597-AAB7-83FFE3B98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3" y="871"/>
              <a:ext cx="195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235" name="Line 242">
              <a:extLst>
                <a:ext uri="{FF2B5EF4-FFF2-40B4-BE49-F238E27FC236}">
                  <a16:creationId xmlns:a16="http://schemas.microsoft.com/office/drawing/2014/main" id="{8632F8B8-AE4B-44C6-B9EC-34AF6E8AB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162"/>
              <a:ext cx="3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6" name="Line 243">
              <a:extLst>
                <a:ext uri="{FF2B5EF4-FFF2-40B4-BE49-F238E27FC236}">
                  <a16:creationId xmlns:a16="http://schemas.microsoft.com/office/drawing/2014/main" id="{B06A7C03-7FC0-416F-A7C1-F2FBD734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8" y="1979"/>
              <a:ext cx="3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7" name="Rectangle 244">
              <a:extLst>
                <a:ext uri="{FF2B5EF4-FFF2-40B4-BE49-F238E27FC236}">
                  <a16:creationId xmlns:a16="http://schemas.microsoft.com/office/drawing/2014/main" id="{968DCE8D-6316-4B3E-A58C-F85ED55B3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0" y="871"/>
              <a:ext cx="107" cy="56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7238" name="Text Box 245">
              <a:extLst>
                <a:ext uri="{FF2B5EF4-FFF2-40B4-BE49-F238E27FC236}">
                  <a16:creationId xmlns:a16="http://schemas.microsoft.com/office/drawing/2014/main" id="{797F63CF-A26A-4D04-A3AC-E2172F1CF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4" y="885"/>
              <a:ext cx="1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</p:txBody>
        </p:sp>
        <p:sp>
          <p:nvSpPr>
            <p:cNvPr id="7239" name="Line 246">
              <a:extLst>
                <a:ext uri="{FF2B5EF4-FFF2-40B4-BE49-F238E27FC236}">
                  <a16:creationId xmlns:a16="http://schemas.microsoft.com/office/drawing/2014/main" id="{DC4B1A54-BB1D-4EC8-95F6-BAD42052B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979"/>
              <a:ext cx="8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0" name="Rectangle 247">
              <a:extLst>
                <a:ext uri="{FF2B5EF4-FFF2-40B4-BE49-F238E27FC236}">
                  <a16:creationId xmlns:a16="http://schemas.microsoft.com/office/drawing/2014/main" id="{4D99D69D-E627-4FBF-BFBC-CD96E7EF4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938"/>
              <a:ext cx="263" cy="8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98552" name="Line 248">
            <a:extLst>
              <a:ext uri="{FF2B5EF4-FFF2-40B4-BE49-F238E27FC236}">
                <a16:creationId xmlns:a16="http://schemas.microsoft.com/office/drawing/2014/main" id="{F0BA0BEF-0BFB-431C-80EA-604FA2FBF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2950" y="3914775"/>
            <a:ext cx="576263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553" name="Line 249">
            <a:extLst>
              <a:ext uri="{FF2B5EF4-FFF2-40B4-BE49-F238E27FC236}">
                <a16:creationId xmlns:a16="http://schemas.microsoft.com/office/drawing/2014/main" id="{AA777CF4-A19F-4844-BA59-9700C8C464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2950" y="4130675"/>
            <a:ext cx="5762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8554" name="Object 250">
            <a:extLst>
              <a:ext uri="{FF2B5EF4-FFF2-40B4-BE49-F238E27FC236}">
                <a16:creationId xmlns:a16="http://schemas.microsoft.com/office/drawing/2014/main" id="{EBCB52B4-D453-4CD2-A4E6-952B66FA04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4713" y="3482975"/>
          <a:ext cx="341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8" name="公式" r:id="rId37" imgW="28634" imgH="66690" progId="Equation.3">
                  <p:embed/>
                </p:oleObj>
              </mc:Choice>
              <mc:Fallback>
                <p:oleObj name="公式" r:id="rId37" imgW="28634" imgH="66690" progId="Equation.3">
                  <p:embed/>
                  <p:pic>
                    <p:nvPicPr>
                      <p:cNvPr id="0" name="Object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713" y="3482975"/>
                        <a:ext cx="3413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55" name="Object 251">
            <a:extLst>
              <a:ext uri="{FF2B5EF4-FFF2-40B4-BE49-F238E27FC236}">
                <a16:creationId xmlns:a16="http://schemas.microsoft.com/office/drawing/2014/main" id="{8D6BF417-DD74-40C3-9CAC-9DC500FFA0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5825" y="4130675"/>
          <a:ext cx="403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9" name="公式" r:id="rId39" imgW="66723" imgH="104760" progId="Equation.3">
                  <p:embed/>
                </p:oleObj>
              </mc:Choice>
              <mc:Fallback>
                <p:oleObj name="公式" r:id="rId39" imgW="66723" imgH="104760" progId="Equation.3">
                  <p:embed/>
                  <p:pic>
                    <p:nvPicPr>
                      <p:cNvPr id="0" name="Object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4130675"/>
                        <a:ext cx="403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52">
            <a:extLst>
              <a:ext uri="{FF2B5EF4-FFF2-40B4-BE49-F238E27FC236}">
                <a16:creationId xmlns:a16="http://schemas.microsoft.com/office/drawing/2014/main" id="{A17086ED-93F8-4033-825F-2E584A9D3556}"/>
              </a:ext>
            </a:extLst>
          </p:cNvPr>
          <p:cNvGrpSpPr>
            <a:grpSpLocks/>
          </p:cNvGrpSpPr>
          <p:nvPr/>
        </p:nvGrpSpPr>
        <p:grpSpPr bwMode="auto">
          <a:xfrm>
            <a:off x="1471613" y="3716338"/>
            <a:ext cx="2590800" cy="1874837"/>
            <a:chOff x="793" y="888"/>
            <a:chExt cx="1632" cy="1181"/>
          </a:xfrm>
        </p:grpSpPr>
        <p:sp>
          <p:nvSpPr>
            <p:cNvPr id="7205" name="Text Box 253">
              <a:extLst>
                <a:ext uri="{FF2B5EF4-FFF2-40B4-BE49-F238E27FC236}">
                  <a16:creationId xmlns:a16="http://schemas.microsoft.com/office/drawing/2014/main" id="{91B18414-6350-49D7-91EC-C90C1F09D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570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i="1">
                  <a:sym typeface="Symbol" panose="05050102010706020507" pitchFamily="18" charset="2"/>
                </a:rPr>
                <a:t></a:t>
              </a:r>
            </a:p>
          </p:txBody>
        </p:sp>
        <p:grpSp>
          <p:nvGrpSpPr>
            <p:cNvPr id="7206" name="Group 254">
              <a:extLst>
                <a:ext uri="{FF2B5EF4-FFF2-40B4-BE49-F238E27FC236}">
                  <a16:creationId xmlns:a16="http://schemas.microsoft.com/office/drawing/2014/main" id="{0532F09D-4725-4460-85C1-5A3769E16D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" y="888"/>
              <a:ext cx="1632" cy="1181"/>
              <a:chOff x="3515" y="2940"/>
              <a:chExt cx="1632" cy="1181"/>
            </a:xfrm>
          </p:grpSpPr>
          <p:sp>
            <p:nvSpPr>
              <p:cNvPr id="7207" name="Rectangle 255">
                <a:extLst>
                  <a:ext uri="{FF2B5EF4-FFF2-40B4-BE49-F238E27FC236}">
                    <a16:creationId xmlns:a16="http://schemas.microsoft.com/office/drawing/2014/main" id="{6E42C729-6BB9-4C9A-9264-B4B59135A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940"/>
                <a:ext cx="107" cy="566"/>
              </a:xfrm>
              <a:prstGeom prst="rect">
                <a:avLst/>
              </a:prstGeom>
              <a:solidFill>
                <a:srgbClr val="FFFFCC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7208" name="Line 256">
                <a:extLst>
                  <a:ext uri="{FF2B5EF4-FFF2-40B4-BE49-F238E27FC236}">
                    <a16:creationId xmlns:a16="http://schemas.microsoft.com/office/drawing/2014/main" id="{41E73B8D-091A-4799-81DF-6C5480C48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3" y="3223"/>
                <a:ext cx="37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9" name="Line 257">
                <a:extLst>
                  <a:ext uri="{FF2B5EF4-FFF2-40B4-BE49-F238E27FC236}">
                    <a16:creationId xmlns:a16="http://schemas.microsoft.com/office/drawing/2014/main" id="{7932880F-658F-43F4-A66A-A2842DCAD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3"/>
                <a:ext cx="0" cy="8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0" name="Line 258">
                <a:extLst>
                  <a:ext uri="{FF2B5EF4-FFF2-40B4-BE49-F238E27FC236}">
                    <a16:creationId xmlns:a16="http://schemas.microsoft.com/office/drawing/2014/main" id="{39C19ECE-C608-47BE-B140-4235E0015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7" y="3223"/>
                <a:ext cx="0" cy="8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1" name="Line 259">
                <a:extLst>
                  <a:ext uri="{FF2B5EF4-FFF2-40B4-BE49-F238E27FC236}">
                    <a16:creationId xmlns:a16="http://schemas.microsoft.com/office/drawing/2014/main" id="{5F40386B-86E2-46CD-B13D-F0819CF8E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3907"/>
                <a:ext cx="0" cy="21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2" name="Line 260">
                <a:extLst>
                  <a:ext uri="{FF2B5EF4-FFF2-40B4-BE49-F238E27FC236}">
                    <a16:creationId xmlns:a16="http://schemas.microsoft.com/office/drawing/2014/main" id="{0225BD87-C3EF-45A7-8A31-3A9E00CE8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" y="3950"/>
                <a:ext cx="0" cy="1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3" name="Rectangle 261">
                <a:extLst>
                  <a:ext uri="{FF2B5EF4-FFF2-40B4-BE49-F238E27FC236}">
                    <a16:creationId xmlns:a16="http://schemas.microsoft.com/office/drawing/2014/main" id="{5F88F45A-F6A3-4187-8A11-A4F2A279C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5" y="3991"/>
                <a:ext cx="263" cy="8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7214" name="Line 262">
                <a:extLst>
                  <a:ext uri="{FF2B5EF4-FFF2-40B4-BE49-F238E27FC236}">
                    <a16:creationId xmlns:a16="http://schemas.microsoft.com/office/drawing/2014/main" id="{88C2D994-CFBC-4BAB-83C6-D8190E5A0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4031"/>
                <a:ext cx="41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5" name="Text Box 263">
                <a:extLst>
                  <a:ext uri="{FF2B5EF4-FFF2-40B4-BE49-F238E27FC236}">
                    <a16:creationId xmlns:a16="http://schemas.microsoft.com/office/drawing/2014/main" id="{BF27D569-9D37-4E25-B7C8-90F20CC38B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3" y="3702"/>
                <a:ext cx="49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R</a:t>
                </a:r>
              </a:p>
            </p:txBody>
          </p:sp>
          <p:grpSp>
            <p:nvGrpSpPr>
              <p:cNvPr id="7216" name="Group 264">
                <a:extLst>
                  <a:ext uri="{FF2B5EF4-FFF2-40B4-BE49-F238E27FC236}">
                    <a16:creationId xmlns:a16="http://schemas.microsoft.com/office/drawing/2014/main" id="{05F9FC01-1634-47EC-9CF7-1D95CBC0B9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5" y="3537"/>
                <a:ext cx="264" cy="327"/>
                <a:chOff x="2682" y="1379"/>
                <a:chExt cx="289" cy="366"/>
              </a:xfrm>
            </p:grpSpPr>
            <p:sp>
              <p:nvSpPr>
                <p:cNvPr id="7224" name="Line 265">
                  <a:extLst>
                    <a:ext uri="{FF2B5EF4-FFF2-40B4-BE49-F238E27FC236}">
                      <a16:creationId xmlns:a16="http://schemas.microsoft.com/office/drawing/2014/main" id="{0A232850-B169-465A-B446-20AC8AD3BF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434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25" name="Text Box 266">
                  <a:extLst>
                    <a:ext uri="{FF2B5EF4-FFF2-40B4-BE49-F238E27FC236}">
                      <a16:creationId xmlns:a16="http://schemas.microsoft.com/office/drawing/2014/main" id="{FDCA3DC2-3FD2-46E1-AAAA-441372330D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82" y="1379"/>
                  <a:ext cx="289" cy="3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i="1"/>
                    <a:t>i</a:t>
                  </a:r>
                </a:p>
              </p:txBody>
            </p:sp>
          </p:grpSp>
          <p:sp>
            <p:nvSpPr>
              <p:cNvPr id="7217" name="Text Box 267">
                <a:extLst>
                  <a:ext uri="{FF2B5EF4-FFF2-40B4-BE49-F238E27FC236}">
                    <a16:creationId xmlns:a16="http://schemas.microsoft.com/office/drawing/2014/main" id="{183C2D0F-2492-4843-9B75-926177C57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6" y="3425"/>
                <a:ext cx="24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C</a:t>
                </a:r>
              </a:p>
            </p:txBody>
          </p:sp>
          <p:sp>
            <p:nvSpPr>
              <p:cNvPr id="7218" name="Text Box 268">
                <a:extLst>
                  <a:ext uri="{FF2B5EF4-FFF2-40B4-BE49-F238E27FC236}">
                    <a16:creationId xmlns:a16="http://schemas.microsoft.com/office/drawing/2014/main" id="{565B4B39-631E-4357-9266-94705F1B1E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940"/>
                <a:ext cx="195" cy="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800" b="0">
                    <a:sym typeface="Symbol" panose="05050102010706020507" pitchFamily="18" charset="2"/>
                  </a:rPr>
                  <a:t></a:t>
                </a:r>
              </a:p>
            </p:txBody>
          </p:sp>
          <p:sp>
            <p:nvSpPr>
              <p:cNvPr id="7219" name="Line 269">
                <a:extLst>
                  <a:ext uri="{FF2B5EF4-FFF2-40B4-BE49-F238E27FC236}">
                    <a16:creationId xmlns:a16="http://schemas.microsoft.com/office/drawing/2014/main" id="{A1D176A7-B6A5-4B26-A25E-2949440E1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3"/>
                <a:ext cx="3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20" name="Line 270">
                <a:extLst>
                  <a:ext uri="{FF2B5EF4-FFF2-40B4-BE49-F238E27FC236}">
                    <a16:creationId xmlns:a16="http://schemas.microsoft.com/office/drawing/2014/main" id="{955E8D21-4798-42AC-BCBC-72B915D20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" y="4031"/>
                <a:ext cx="3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1" name="Line 271">
                <a:extLst>
                  <a:ext uri="{FF2B5EF4-FFF2-40B4-BE49-F238E27FC236}">
                    <a16:creationId xmlns:a16="http://schemas.microsoft.com/office/drawing/2014/main" id="{A9AE8A14-C967-4C95-8175-9D4AC8ED3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3" y="4031"/>
                <a:ext cx="37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2" name="Rectangle 272">
                <a:extLst>
                  <a:ext uri="{FF2B5EF4-FFF2-40B4-BE49-F238E27FC236}">
                    <a16:creationId xmlns:a16="http://schemas.microsoft.com/office/drawing/2014/main" id="{CDF9103E-9285-4CC2-B334-94FD91443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2940"/>
                <a:ext cx="107" cy="566"/>
              </a:xfrm>
              <a:prstGeom prst="rect">
                <a:avLst/>
              </a:prstGeom>
              <a:solidFill>
                <a:srgbClr val="FFFFCC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7223" name="Text Box 273">
                <a:extLst>
                  <a:ext uri="{FF2B5EF4-FFF2-40B4-BE49-F238E27FC236}">
                    <a16:creationId xmlns:a16="http://schemas.microsoft.com/office/drawing/2014/main" id="{4172FEBC-5D0A-4666-8F39-E2D4198289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9" y="2954"/>
                <a:ext cx="188" cy="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98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98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8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8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8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8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8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8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75"/>
                                        <p:tgtEl>
                                          <p:spTgt spid="9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8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8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8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8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8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8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98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98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6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8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8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8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8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8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8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8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8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8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8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8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8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9" dur="500"/>
                                        <p:tgtEl>
                                          <p:spTgt spid="9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4" dur="500"/>
                                        <p:tgtEl>
                                          <p:spTgt spid="9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9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8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8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8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8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8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8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98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98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9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7" dur="500"/>
                                        <p:tgtEl>
                                          <p:spTgt spid="9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98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8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8" dur="500"/>
                                        <p:tgtEl>
                                          <p:spTgt spid="9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3" dur="500"/>
                                        <p:tgtEl>
                                          <p:spTgt spid="9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98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98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3" dur="500"/>
                                        <p:tgtEl>
                                          <p:spTgt spid="9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8" dur="500"/>
                                        <p:tgtEl>
                                          <p:spTgt spid="9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98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98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9" dur="500"/>
                                        <p:tgtEl>
                                          <p:spTgt spid="9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78" grpId="0" animBg="1"/>
      <p:bldP spid="98329" grpId="0" autoUpdateAnimBg="0"/>
      <p:bldP spid="98332" grpId="0" animBg="1" autoUpdateAnimBg="0"/>
      <p:bldP spid="98333" grpId="0" autoUpdateAnimBg="0"/>
      <p:bldP spid="98336" grpId="0" autoUpdateAnimBg="0"/>
      <p:bldP spid="98365" grpId="0"/>
      <p:bldP spid="98516" grpId="0" autoUpdateAnimBg="0"/>
      <p:bldP spid="98522" grpId="0" autoUpdateAnimBg="0"/>
      <p:bldP spid="98528" grpId="0" animBg="1"/>
      <p:bldP spid="9853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0CD8BD7A-6A51-4AD4-AE64-0DDF80897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8938"/>
            <a:ext cx="5414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2.</a:t>
            </a:r>
            <a:r>
              <a:rPr lang="zh-CN" altLang="en-US" sz="2800"/>
              <a:t>位移电流 </a:t>
            </a:r>
            <a:r>
              <a:rPr lang="en-US" altLang="zh-CN" sz="2800"/>
              <a:t>I</a:t>
            </a:r>
            <a:r>
              <a:rPr lang="en-US" altLang="zh-CN" sz="2800" baseline="-25000"/>
              <a:t>D</a:t>
            </a:r>
            <a:r>
              <a:rPr lang="zh-CN" altLang="en-US" sz="2800"/>
              <a:t>的性质</a:t>
            </a:r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4A506B87-0B77-4EA6-9A66-0459FB3FD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52500"/>
            <a:ext cx="85693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位移电流仅由变化的电场所引起</a:t>
            </a:r>
            <a:r>
              <a:rPr lang="en-US" altLang="zh-CN" sz="2800">
                <a:ea typeface="楷体_GB2312" pitchFamily="49" charset="-122"/>
              </a:rPr>
              <a:t>,</a:t>
            </a:r>
            <a:r>
              <a:rPr lang="zh-CN" altLang="en-US" sz="2800">
                <a:ea typeface="楷体_GB2312" pitchFamily="49" charset="-122"/>
              </a:rPr>
              <a:t>它不依赖导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          体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可在任何有变化电场的空间出现</a:t>
            </a:r>
            <a:r>
              <a:rPr lang="en-US" altLang="zh-CN" sz="2800">
                <a:ea typeface="楷体_GB2312" pitchFamily="49" charset="-122"/>
              </a:rPr>
              <a:t>,  </a:t>
            </a:r>
            <a:r>
              <a:rPr lang="zh-CN" altLang="en-US" sz="2800">
                <a:ea typeface="楷体_GB2312" pitchFamily="49" charset="-122"/>
              </a:rPr>
              <a:t>不产生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          焦耳热，即</a:t>
            </a:r>
            <a:r>
              <a:rPr lang="en-US" altLang="zh-CN" sz="2800" i="1">
                <a:ea typeface="楷体_GB2312" pitchFamily="49" charset="-122"/>
              </a:rPr>
              <a:t>I</a:t>
            </a:r>
            <a:r>
              <a:rPr lang="en-US" altLang="zh-CN" sz="2800" baseline="-25000">
                <a:ea typeface="楷体_GB2312" pitchFamily="49" charset="-122"/>
              </a:rPr>
              <a:t>D</a:t>
            </a:r>
            <a:r>
              <a:rPr lang="zh-CN" altLang="en-US" sz="2800">
                <a:ea typeface="楷体_GB2312" pitchFamily="49" charset="-122"/>
              </a:rPr>
              <a:t>的实质就是变化电场</a:t>
            </a:r>
            <a:r>
              <a:rPr lang="zh-CN" altLang="en-US" sz="2800"/>
              <a:t>。</a:t>
            </a:r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id="{40E17F87-E313-4FC9-B2EA-A27EB3788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347913"/>
            <a:ext cx="815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位移电流与传导电流一样激发磁场。</a:t>
            </a:r>
          </a:p>
        </p:txBody>
      </p:sp>
      <p:sp>
        <p:nvSpPr>
          <p:cNvPr id="52232" name="Text Box 8">
            <a:extLst>
              <a:ext uri="{FF2B5EF4-FFF2-40B4-BE49-F238E27FC236}">
                <a16:creationId xmlns:a16="http://schemas.microsoft.com/office/drawing/2014/main" id="{4A223A19-5235-43F7-BB77-53498ABA0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882900"/>
            <a:ext cx="65976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        </a:t>
            </a:r>
            <a:r>
              <a:rPr lang="zh-CN" altLang="en-US" sz="2800"/>
              <a:t>在电容的充放电的过程中，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r>
              <a:rPr lang="zh-CN" altLang="en-US" sz="2800"/>
              <a:t>面没有传导电流</a:t>
            </a:r>
            <a:r>
              <a:rPr lang="en-US" altLang="zh-CN" sz="2800"/>
              <a:t>, </a:t>
            </a:r>
            <a:r>
              <a:rPr lang="zh-CN" altLang="en-US" sz="2800"/>
              <a:t>但有</a:t>
            </a:r>
            <a:r>
              <a:rPr lang="en-US" altLang="zh-CN" sz="2800" i="1"/>
              <a:t>I</a:t>
            </a:r>
            <a:r>
              <a:rPr lang="en-US" altLang="zh-CN" sz="2800" i="1" baseline="-25000"/>
              <a:t>D</a:t>
            </a:r>
            <a:endParaRPr lang="en-US" altLang="zh-CN" sz="2800"/>
          </a:p>
        </p:txBody>
      </p:sp>
      <p:graphicFrame>
        <p:nvGraphicFramePr>
          <p:cNvPr id="52234" name="Object 10">
            <a:extLst>
              <a:ext uri="{FF2B5EF4-FFF2-40B4-BE49-F238E27FC236}">
                <a16:creationId xmlns:a16="http://schemas.microsoft.com/office/drawing/2014/main" id="{91B42E95-4975-4271-9C97-97A19D04F9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3513" y="3910013"/>
          <a:ext cx="18002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3" imgW="1841500" imgH="571500" progId="Equation.DSMT4">
                  <p:embed/>
                </p:oleObj>
              </mc:Choice>
              <mc:Fallback>
                <p:oleObj name="Equation" r:id="rId3" imgW="1841500" imgH="571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3910013"/>
                        <a:ext cx="18002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Text Box 23">
            <a:extLst>
              <a:ext uri="{FF2B5EF4-FFF2-40B4-BE49-F238E27FC236}">
                <a16:creationId xmlns:a16="http://schemas.microsoft.com/office/drawing/2014/main" id="{2839E65C-145F-4A66-B602-F894F291E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4546600"/>
            <a:ext cx="7469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 </a:t>
            </a:r>
            <a:r>
              <a:rPr lang="en-US" altLang="zh-CN" sz="2800" i="1"/>
              <a:t>I</a:t>
            </a:r>
            <a:r>
              <a:rPr lang="en-US" altLang="zh-CN" sz="2800" baseline="-25000"/>
              <a:t>D</a:t>
            </a:r>
            <a:r>
              <a:rPr lang="zh-CN" altLang="en-US" sz="2800"/>
              <a:t>激发的磁场   与其成右手螺旋关系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3F01DF1D-1C9E-4615-948D-8882AEB918DD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5578475"/>
            <a:ext cx="914400" cy="685800"/>
            <a:chOff x="1008" y="672"/>
            <a:chExt cx="576" cy="432"/>
          </a:xfrm>
        </p:grpSpPr>
        <p:sp>
          <p:nvSpPr>
            <p:cNvPr id="8265" name="Line 25">
              <a:extLst>
                <a:ext uri="{FF2B5EF4-FFF2-40B4-BE49-F238E27FC236}">
                  <a16:creationId xmlns:a16="http://schemas.microsoft.com/office/drawing/2014/main" id="{791AD390-A558-44BA-BD24-5B9229284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6" name="Line 26">
              <a:extLst>
                <a:ext uri="{FF2B5EF4-FFF2-40B4-BE49-F238E27FC236}">
                  <a16:creationId xmlns:a16="http://schemas.microsoft.com/office/drawing/2014/main" id="{BF3B87B3-BE30-4333-8484-AE7AD9A91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7" name="Line 27">
              <a:extLst>
                <a:ext uri="{FF2B5EF4-FFF2-40B4-BE49-F238E27FC236}">
                  <a16:creationId xmlns:a16="http://schemas.microsoft.com/office/drawing/2014/main" id="{ACA874CD-DA7E-4610-8C3D-863A1F1F4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8" name="Line 28">
              <a:extLst>
                <a:ext uri="{FF2B5EF4-FFF2-40B4-BE49-F238E27FC236}">
                  <a16:creationId xmlns:a16="http://schemas.microsoft.com/office/drawing/2014/main" id="{C187CD57-B75F-42B0-A801-5029F6378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2253" name="Object 29">
            <a:extLst>
              <a:ext uri="{FF2B5EF4-FFF2-40B4-BE49-F238E27FC236}">
                <a16:creationId xmlns:a16="http://schemas.microsoft.com/office/drawing/2014/main" id="{55A42890-8A70-45BA-AD5D-6751512246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7213" y="5235575"/>
          <a:ext cx="106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5" imgW="1066337" imgH="774364" progId="Equation.DSMT4">
                  <p:embed/>
                </p:oleObj>
              </mc:Choice>
              <mc:Fallback>
                <p:oleObj name="Equation" r:id="rId5" imgW="1066337" imgH="774364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5235575"/>
                        <a:ext cx="1066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4" name="Object 30">
            <a:extLst>
              <a:ext uri="{FF2B5EF4-FFF2-40B4-BE49-F238E27FC236}">
                <a16:creationId xmlns:a16="http://schemas.microsoft.com/office/drawing/2014/main" id="{35FBEAD1-B990-436D-BC80-01A7461C3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0563" y="6035675"/>
          <a:ext cx="87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公式" r:id="rId7" imgW="876300" imgH="457200" progId="Equation.3">
                  <p:embed/>
                </p:oleObj>
              </mc:Choice>
              <mc:Fallback>
                <p:oleObj name="公式" r:id="rId7" imgW="876300" imgH="457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6035675"/>
                        <a:ext cx="876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5" name="Object 31">
            <a:extLst>
              <a:ext uri="{FF2B5EF4-FFF2-40B4-BE49-F238E27FC236}">
                <a16:creationId xmlns:a16="http://schemas.microsoft.com/office/drawing/2014/main" id="{ACF156AA-2867-4364-AB0B-4F5D4D878A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8963" y="5076825"/>
          <a:ext cx="3413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公式" r:id="rId9" imgW="342751" imgH="457002" progId="Equation.3">
                  <p:embed/>
                </p:oleObj>
              </mc:Choice>
              <mc:Fallback>
                <p:oleObj name="公式" r:id="rId9" imgW="342751" imgH="457002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63" y="5076825"/>
                        <a:ext cx="3413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>
            <a:extLst>
              <a:ext uri="{FF2B5EF4-FFF2-40B4-BE49-F238E27FC236}">
                <a16:creationId xmlns:a16="http://schemas.microsoft.com/office/drawing/2014/main" id="{B2E3AD5C-2B37-4649-8C42-A9720809DA98}"/>
              </a:ext>
            </a:extLst>
          </p:cNvPr>
          <p:cNvGrpSpPr>
            <a:grpSpLocks/>
          </p:cNvGrpSpPr>
          <p:nvPr/>
        </p:nvGrpSpPr>
        <p:grpSpPr bwMode="auto">
          <a:xfrm>
            <a:off x="1477963" y="5499100"/>
            <a:ext cx="1524000" cy="533400"/>
            <a:chOff x="864" y="1296"/>
            <a:chExt cx="960" cy="384"/>
          </a:xfrm>
        </p:grpSpPr>
        <p:sp>
          <p:nvSpPr>
            <p:cNvPr id="8263" name="Oval 33">
              <a:extLst>
                <a:ext uri="{FF2B5EF4-FFF2-40B4-BE49-F238E27FC236}">
                  <a16:creationId xmlns:a16="http://schemas.microsoft.com/office/drawing/2014/main" id="{549241ED-AB71-426D-B436-51F32801E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296"/>
              <a:ext cx="960" cy="384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8264" name="Line 34">
              <a:extLst>
                <a:ext uri="{FF2B5EF4-FFF2-40B4-BE49-F238E27FC236}">
                  <a16:creationId xmlns:a16="http://schemas.microsoft.com/office/drawing/2014/main" id="{A3D12187-1DEC-440A-9A53-66363604E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680"/>
              <a:ext cx="9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35">
            <a:extLst>
              <a:ext uri="{FF2B5EF4-FFF2-40B4-BE49-F238E27FC236}">
                <a16:creationId xmlns:a16="http://schemas.microsoft.com/office/drawing/2014/main" id="{BFA3DBFC-19E6-45A3-A129-2FD9F4AEA662}"/>
              </a:ext>
            </a:extLst>
          </p:cNvPr>
          <p:cNvGrpSpPr>
            <a:grpSpLocks/>
          </p:cNvGrpSpPr>
          <p:nvPr/>
        </p:nvGrpSpPr>
        <p:grpSpPr bwMode="auto">
          <a:xfrm>
            <a:off x="1935163" y="5502275"/>
            <a:ext cx="609600" cy="304800"/>
            <a:chOff x="1104" y="576"/>
            <a:chExt cx="384" cy="192"/>
          </a:xfrm>
        </p:grpSpPr>
        <p:sp>
          <p:nvSpPr>
            <p:cNvPr id="8260" name="Line 36">
              <a:extLst>
                <a:ext uri="{FF2B5EF4-FFF2-40B4-BE49-F238E27FC236}">
                  <a16:creationId xmlns:a16="http://schemas.microsoft.com/office/drawing/2014/main" id="{5B7807A3-AC0A-48E5-98D3-AE04FE9974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1" name="Line 37">
              <a:extLst>
                <a:ext uri="{FF2B5EF4-FFF2-40B4-BE49-F238E27FC236}">
                  <a16:creationId xmlns:a16="http://schemas.microsoft.com/office/drawing/2014/main" id="{2417736C-C7D7-4AC7-B963-CE8BAD7AB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2" name="Line 38">
              <a:extLst>
                <a:ext uri="{FF2B5EF4-FFF2-40B4-BE49-F238E27FC236}">
                  <a16:creationId xmlns:a16="http://schemas.microsoft.com/office/drawing/2014/main" id="{D6BB4D66-7D49-4551-BF57-24E368AF3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263" name="AutoShape 39">
            <a:extLst>
              <a:ext uri="{FF2B5EF4-FFF2-40B4-BE49-F238E27FC236}">
                <a16:creationId xmlns:a16="http://schemas.microsoft.com/office/drawing/2014/main" id="{0DEE7568-916F-4B7F-B757-D53B27D60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3" y="5084763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52264" name="Object 40">
            <a:extLst>
              <a:ext uri="{FF2B5EF4-FFF2-40B4-BE49-F238E27FC236}">
                <a16:creationId xmlns:a16="http://schemas.microsoft.com/office/drawing/2014/main" id="{A746B9CC-0B13-44D4-B3D0-749D1C9F4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2800" y="6118225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公式" r:id="rId11" imgW="291973" imgH="368140" progId="Equation.3">
                  <p:embed/>
                </p:oleObj>
              </mc:Choice>
              <mc:Fallback>
                <p:oleObj name="公式" r:id="rId11" imgW="291973" imgH="3681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6118225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5" name="Object 41">
            <a:extLst>
              <a:ext uri="{FF2B5EF4-FFF2-40B4-BE49-F238E27FC236}">
                <a16:creationId xmlns:a16="http://schemas.microsoft.com/office/drawing/2014/main" id="{1074B888-FFE6-4414-BDD5-9BEDA637E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9363" y="5426075"/>
          <a:ext cx="3159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公式" r:id="rId13" imgW="317362" imgH="368140" progId="Equation.3">
                  <p:embed/>
                </p:oleObj>
              </mc:Choice>
              <mc:Fallback>
                <p:oleObj name="公式" r:id="rId13" imgW="317362" imgH="3681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5426075"/>
                        <a:ext cx="3159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2">
            <a:extLst>
              <a:ext uri="{FF2B5EF4-FFF2-40B4-BE49-F238E27FC236}">
                <a16:creationId xmlns:a16="http://schemas.microsoft.com/office/drawing/2014/main" id="{71043349-7AD2-42A3-8CE7-771E0FE1FDE1}"/>
              </a:ext>
            </a:extLst>
          </p:cNvPr>
          <p:cNvGrpSpPr>
            <a:grpSpLocks/>
          </p:cNvGrpSpPr>
          <p:nvPr/>
        </p:nvGrpSpPr>
        <p:grpSpPr bwMode="auto">
          <a:xfrm>
            <a:off x="5373688" y="5259388"/>
            <a:ext cx="609600" cy="304800"/>
            <a:chOff x="1104" y="576"/>
            <a:chExt cx="384" cy="192"/>
          </a:xfrm>
        </p:grpSpPr>
        <p:sp>
          <p:nvSpPr>
            <p:cNvPr id="8257" name="Line 43">
              <a:extLst>
                <a:ext uri="{FF2B5EF4-FFF2-40B4-BE49-F238E27FC236}">
                  <a16:creationId xmlns:a16="http://schemas.microsoft.com/office/drawing/2014/main" id="{D79F40FC-78EC-44DC-A028-E55050D30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8" name="Line 44">
              <a:extLst>
                <a:ext uri="{FF2B5EF4-FFF2-40B4-BE49-F238E27FC236}">
                  <a16:creationId xmlns:a16="http://schemas.microsoft.com/office/drawing/2014/main" id="{5CD107E6-DB09-47CB-A2AE-2A15604C5F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9" name="Line 45">
              <a:extLst>
                <a:ext uri="{FF2B5EF4-FFF2-40B4-BE49-F238E27FC236}">
                  <a16:creationId xmlns:a16="http://schemas.microsoft.com/office/drawing/2014/main" id="{BE6EFAED-4575-4622-8180-A394D51B21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2270" name="Object 46">
            <a:extLst>
              <a:ext uri="{FF2B5EF4-FFF2-40B4-BE49-F238E27FC236}">
                <a16:creationId xmlns:a16="http://schemas.microsoft.com/office/drawing/2014/main" id="{2E2B2AC3-917C-43C1-96A1-0CA6EF4F4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5738" y="5068888"/>
          <a:ext cx="106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name="Equation" r:id="rId15" imgW="1066337" imgH="774364" progId="Equation.DSMT4">
                  <p:embed/>
                </p:oleObj>
              </mc:Choice>
              <mc:Fallback>
                <p:oleObj name="Equation" r:id="rId15" imgW="1066337" imgH="774364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5068888"/>
                        <a:ext cx="1066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7">
            <a:extLst>
              <a:ext uri="{FF2B5EF4-FFF2-40B4-BE49-F238E27FC236}">
                <a16:creationId xmlns:a16="http://schemas.microsoft.com/office/drawing/2014/main" id="{D270593B-ABDF-445C-B9BF-654D699E92E9}"/>
              </a:ext>
            </a:extLst>
          </p:cNvPr>
          <p:cNvGrpSpPr>
            <a:grpSpLocks/>
          </p:cNvGrpSpPr>
          <p:nvPr/>
        </p:nvGrpSpPr>
        <p:grpSpPr bwMode="auto">
          <a:xfrm>
            <a:off x="4916488" y="5703888"/>
            <a:ext cx="1524000" cy="533400"/>
            <a:chOff x="3216" y="720"/>
            <a:chExt cx="960" cy="336"/>
          </a:xfrm>
        </p:grpSpPr>
        <p:sp>
          <p:nvSpPr>
            <p:cNvPr id="8255" name="Oval 48">
              <a:extLst>
                <a:ext uri="{FF2B5EF4-FFF2-40B4-BE49-F238E27FC236}">
                  <a16:creationId xmlns:a16="http://schemas.microsoft.com/office/drawing/2014/main" id="{F01FD2DB-84AC-462B-B72C-7AC83506A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20"/>
              <a:ext cx="960" cy="33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8256" name="Line 49">
              <a:extLst>
                <a:ext uri="{FF2B5EF4-FFF2-40B4-BE49-F238E27FC236}">
                  <a16:creationId xmlns:a16="http://schemas.microsoft.com/office/drawing/2014/main" id="{0C121BF5-063F-470C-9383-6FD9321E4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056"/>
              <a:ext cx="9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274" name="AutoShape 50">
            <a:extLst>
              <a:ext uri="{FF2B5EF4-FFF2-40B4-BE49-F238E27FC236}">
                <a16:creationId xmlns:a16="http://schemas.microsoft.com/office/drawing/2014/main" id="{8B4CFC03-C6C7-43D3-9913-451C0FD76AD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5602288" y="5202238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7" name="Group 51">
            <a:extLst>
              <a:ext uri="{FF2B5EF4-FFF2-40B4-BE49-F238E27FC236}">
                <a16:creationId xmlns:a16="http://schemas.microsoft.com/office/drawing/2014/main" id="{9E61D5E0-B243-4C1A-B817-3F9EB06E6B65}"/>
              </a:ext>
            </a:extLst>
          </p:cNvPr>
          <p:cNvGrpSpPr>
            <a:grpSpLocks/>
          </p:cNvGrpSpPr>
          <p:nvPr/>
        </p:nvGrpSpPr>
        <p:grpSpPr bwMode="auto">
          <a:xfrm>
            <a:off x="5221288" y="5487988"/>
            <a:ext cx="914400" cy="685800"/>
            <a:chOff x="1008" y="672"/>
            <a:chExt cx="576" cy="432"/>
          </a:xfrm>
        </p:grpSpPr>
        <p:sp>
          <p:nvSpPr>
            <p:cNvPr id="8251" name="Line 52">
              <a:extLst>
                <a:ext uri="{FF2B5EF4-FFF2-40B4-BE49-F238E27FC236}">
                  <a16:creationId xmlns:a16="http://schemas.microsoft.com/office/drawing/2014/main" id="{B7978D26-345A-4827-A8D6-2116ADC5B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2" name="Line 53">
              <a:extLst>
                <a:ext uri="{FF2B5EF4-FFF2-40B4-BE49-F238E27FC236}">
                  <a16:creationId xmlns:a16="http://schemas.microsoft.com/office/drawing/2014/main" id="{145FF862-0985-40F1-AD7B-A3FE30AC7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3" name="Line 54">
              <a:extLst>
                <a:ext uri="{FF2B5EF4-FFF2-40B4-BE49-F238E27FC236}">
                  <a16:creationId xmlns:a16="http://schemas.microsoft.com/office/drawing/2014/main" id="{E02CCABF-34E8-4736-9DCF-E3E07E66B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4" name="Line 55">
              <a:extLst>
                <a:ext uri="{FF2B5EF4-FFF2-40B4-BE49-F238E27FC236}">
                  <a16:creationId xmlns:a16="http://schemas.microsoft.com/office/drawing/2014/main" id="{6CAE8CC2-7D6E-4366-BBB3-4BFE87F33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2280" name="Object 56">
            <a:extLst>
              <a:ext uri="{FF2B5EF4-FFF2-40B4-BE49-F238E27FC236}">
                <a16:creationId xmlns:a16="http://schemas.microsoft.com/office/drawing/2014/main" id="{875011A7-9FD6-4612-93FF-35B9338F23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1138" y="5792788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6" name="公式" r:id="rId17" imgW="1091726" imgH="469696" progId="Equation.3">
                  <p:embed/>
                </p:oleObj>
              </mc:Choice>
              <mc:Fallback>
                <p:oleObj name="公式" r:id="rId17" imgW="1091726" imgH="469696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1138" y="5792788"/>
                        <a:ext cx="109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1" name="Object 57">
            <a:extLst>
              <a:ext uri="{FF2B5EF4-FFF2-40B4-BE49-F238E27FC236}">
                <a16:creationId xmlns:a16="http://schemas.microsoft.com/office/drawing/2014/main" id="{D07BAEA0-ECA1-494B-84AC-682633DD8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5076825"/>
          <a:ext cx="3413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7" name="公式" r:id="rId19" imgW="342751" imgH="457002" progId="Equation.3">
                  <p:embed/>
                </p:oleObj>
              </mc:Choice>
              <mc:Fallback>
                <p:oleObj name="公式" r:id="rId19" imgW="342751" imgH="457002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5076825"/>
                        <a:ext cx="3413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2" name="Object 58">
            <a:extLst>
              <a:ext uri="{FF2B5EF4-FFF2-40B4-BE49-F238E27FC236}">
                <a16:creationId xmlns:a16="http://schemas.microsoft.com/office/drawing/2014/main" id="{2180BFA6-C467-4E80-B86C-4E8C51C98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4088" y="5335588"/>
          <a:ext cx="3159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8" name="公式" r:id="rId20" imgW="317362" imgH="368140" progId="Equation.3">
                  <p:embed/>
                </p:oleObj>
              </mc:Choice>
              <mc:Fallback>
                <p:oleObj name="公式" r:id="rId20" imgW="317362" imgH="36814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5335588"/>
                        <a:ext cx="3159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3" name="Object 59">
            <a:extLst>
              <a:ext uri="{FF2B5EF4-FFF2-40B4-BE49-F238E27FC236}">
                <a16:creationId xmlns:a16="http://schemas.microsoft.com/office/drawing/2014/main" id="{2D101AAE-B4D6-4D7F-B264-35FFC41927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1975" y="6270625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9" name="公式" r:id="rId21" imgW="291973" imgH="368140" progId="Equation.3">
                  <p:embed/>
                </p:oleObj>
              </mc:Choice>
              <mc:Fallback>
                <p:oleObj name="公式" r:id="rId21" imgW="291973" imgH="36814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975" y="6270625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84" name="Text Box 60">
            <a:extLst>
              <a:ext uri="{FF2B5EF4-FFF2-40B4-BE49-F238E27FC236}">
                <a16:creationId xmlns:a16="http://schemas.microsoft.com/office/drawing/2014/main" id="{21FA37A7-D78B-459E-8C02-991934D7F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658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4</a:t>
            </a:r>
          </a:p>
        </p:txBody>
      </p:sp>
      <p:sp>
        <p:nvSpPr>
          <p:cNvPr id="52299" name="Oval 75">
            <a:extLst>
              <a:ext uri="{FF2B5EF4-FFF2-40B4-BE49-F238E27FC236}">
                <a16:creationId xmlns:a16="http://schemas.microsoft.com/office/drawing/2014/main" id="{7FF068AE-749F-4E2B-8734-A07039D1C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213" y="410368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8" name="Group 127">
            <a:extLst>
              <a:ext uri="{FF2B5EF4-FFF2-40B4-BE49-F238E27FC236}">
                <a16:creationId xmlns:a16="http://schemas.microsoft.com/office/drawing/2014/main" id="{31F0451B-CA23-458C-A25A-76EB86C817AE}"/>
              </a:ext>
            </a:extLst>
          </p:cNvPr>
          <p:cNvGrpSpPr>
            <a:grpSpLocks/>
          </p:cNvGrpSpPr>
          <p:nvPr/>
        </p:nvGrpSpPr>
        <p:grpSpPr bwMode="auto">
          <a:xfrm>
            <a:off x="6073775" y="3159125"/>
            <a:ext cx="1866900" cy="1406525"/>
            <a:chOff x="4132" y="885"/>
            <a:chExt cx="1176" cy="886"/>
          </a:xfrm>
        </p:grpSpPr>
        <p:grpSp>
          <p:nvGrpSpPr>
            <p:cNvPr id="8224" name="Group 80">
              <a:extLst>
                <a:ext uri="{FF2B5EF4-FFF2-40B4-BE49-F238E27FC236}">
                  <a16:creationId xmlns:a16="http://schemas.microsoft.com/office/drawing/2014/main" id="{CFC413B2-A8B5-4639-9836-3E33681E63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2" y="891"/>
              <a:ext cx="972" cy="871"/>
              <a:chOff x="615" y="1320"/>
              <a:chExt cx="972" cy="871"/>
            </a:xfrm>
          </p:grpSpPr>
          <p:sp>
            <p:nvSpPr>
              <p:cNvPr id="8233" name="Rectangle 81">
                <a:extLst>
                  <a:ext uri="{FF2B5EF4-FFF2-40B4-BE49-F238E27FC236}">
                    <a16:creationId xmlns:a16="http://schemas.microsoft.com/office/drawing/2014/main" id="{74B1B765-AC18-46C3-B8B5-A94AFE983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" y="1320"/>
                <a:ext cx="358" cy="871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8234" name="Line 82">
                <a:extLst>
                  <a:ext uri="{FF2B5EF4-FFF2-40B4-BE49-F238E27FC236}">
                    <a16:creationId xmlns:a16="http://schemas.microsoft.com/office/drawing/2014/main" id="{FC8B2CD2-B4C0-4C1D-B771-C72817D680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" y="1648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5" name="Line 83">
                <a:extLst>
                  <a:ext uri="{FF2B5EF4-FFF2-40B4-BE49-F238E27FC236}">
                    <a16:creationId xmlns:a16="http://schemas.microsoft.com/office/drawing/2014/main" id="{D1260B74-5AD9-4B43-80BC-425721D8B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" y="1827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6" name="Rectangle 84">
                <a:extLst>
                  <a:ext uri="{FF2B5EF4-FFF2-40B4-BE49-F238E27FC236}">
                    <a16:creationId xmlns:a16="http://schemas.microsoft.com/office/drawing/2014/main" id="{2CBB8D3F-D8EF-4641-9229-6C9277743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1659"/>
                <a:ext cx="493" cy="159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8237" name="Text Box 85">
                <a:extLst>
                  <a:ext uri="{FF2B5EF4-FFF2-40B4-BE49-F238E27FC236}">
                    <a16:creationId xmlns:a16="http://schemas.microsoft.com/office/drawing/2014/main" id="{DC7CA616-6987-486C-9256-CCBDE2580E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5" y="1395"/>
                <a:ext cx="517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i="1">
                    <a:solidFill>
                      <a:srgbClr val="FF3300"/>
                    </a:solidFill>
                  </a:rPr>
                  <a:t>i</a:t>
                </a:r>
              </a:p>
            </p:txBody>
          </p:sp>
          <p:grpSp>
            <p:nvGrpSpPr>
              <p:cNvPr id="8238" name="Group 86">
                <a:extLst>
                  <a:ext uri="{FF2B5EF4-FFF2-40B4-BE49-F238E27FC236}">
                    <a16:creationId xmlns:a16="http://schemas.microsoft.com/office/drawing/2014/main" id="{E251F504-E74D-455D-835E-925F35A54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0" y="1453"/>
                <a:ext cx="565" cy="565"/>
                <a:chOff x="520" y="1453"/>
                <a:chExt cx="565" cy="565"/>
              </a:xfrm>
            </p:grpSpPr>
            <p:grpSp>
              <p:nvGrpSpPr>
                <p:cNvPr id="8243" name="Group 87">
                  <a:extLst>
                    <a:ext uri="{FF2B5EF4-FFF2-40B4-BE49-F238E27FC236}">
                      <a16:creationId xmlns:a16="http://schemas.microsoft.com/office/drawing/2014/main" id="{415D731A-91CA-45D2-8AC1-2DA8B670ED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2" y="1453"/>
                  <a:ext cx="556" cy="229"/>
                  <a:chOff x="1313" y="1911"/>
                  <a:chExt cx="556" cy="229"/>
                </a:xfrm>
              </p:grpSpPr>
              <p:sp>
                <p:nvSpPr>
                  <p:cNvPr id="8249" name="Line 88">
                    <a:extLst>
                      <a:ext uri="{FF2B5EF4-FFF2-40B4-BE49-F238E27FC236}">
                        <a16:creationId xmlns:a16="http://schemas.microsoft.com/office/drawing/2014/main" id="{BB72A246-FA91-4B2B-9C36-00EB49F2DC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911"/>
                    <a:ext cx="16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99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50" name="Freeform 89">
                    <a:extLst>
                      <a:ext uri="{FF2B5EF4-FFF2-40B4-BE49-F238E27FC236}">
                        <a16:creationId xmlns:a16="http://schemas.microsoft.com/office/drawing/2014/main" id="{C6BD9514-69EC-431D-A0D4-D31CD42EC7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3" y="1912"/>
                    <a:ext cx="556" cy="228"/>
                  </a:xfrm>
                  <a:custGeom>
                    <a:avLst/>
                    <a:gdLst>
                      <a:gd name="T0" fmla="*/ 0 w 1673"/>
                      <a:gd name="T1" fmla="*/ 0 h 836"/>
                      <a:gd name="T2" fmla="*/ 0 w 1673"/>
                      <a:gd name="T3" fmla="*/ 0 h 836"/>
                      <a:gd name="T4" fmla="*/ 0 w 1673"/>
                      <a:gd name="T5" fmla="*/ 0 h 836"/>
                      <a:gd name="T6" fmla="*/ 0 w 1673"/>
                      <a:gd name="T7" fmla="*/ 0 h 836"/>
                      <a:gd name="T8" fmla="*/ 0 w 1673"/>
                      <a:gd name="T9" fmla="*/ 0 h 836"/>
                      <a:gd name="T10" fmla="*/ 0 w 1673"/>
                      <a:gd name="T11" fmla="*/ 0 h 836"/>
                      <a:gd name="T12" fmla="*/ 0 w 1673"/>
                      <a:gd name="T13" fmla="*/ 0 h 836"/>
                      <a:gd name="T14" fmla="*/ 0 w 1673"/>
                      <a:gd name="T15" fmla="*/ 0 h 8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673"/>
                      <a:gd name="T25" fmla="*/ 0 h 836"/>
                      <a:gd name="T26" fmla="*/ 1673 w 1673"/>
                      <a:gd name="T27" fmla="*/ 836 h 8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673" h="836">
                        <a:moveTo>
                          <a:pt x="0" y="836"/>
                        </a:moveTo>
                        <a:lnTo>
                          <a:pt x="805" y="836"/>
                        </a:lnTo>
                        <a:lnTo>
                          <a:pt x="900" y="804"/>
                        </a:lnTo>
                        <a:lnTo>
                          <a:pt x="986" y="662"/>
                        </a:lnTo>
                        <a:lnTo>
                          <a:pt x="986" y="173"/>
                        </a:lnTo>
                        <a:lnTo>
                          <a:pt x="1010" y="63"/>
                        </a:lnTo>
                        <a:lnTo>
                          <a:pt x="1105" y="0"/>
                        </a:lnTo>
                        <a:lnTo>
                          <a:pt x="1673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244" name="Group 90">
                  <a:extLst>
                    <a:ext uri="{FF2B5EF4-FFF2-40B4-BE49-F238E27FC236}">
                      <a16:creationId xmlns:a16="http://schemas.microsoft.com/office/drawing/2014/main" id="{08A198C5-6699-42A8-9794-86F4D63A22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529" y="1789"/>
                  <a:ext cx="556" cy="229"/>
                  <a:chOff x="1313" y="1911"/>
                  <a:chExt cx="556" cy="229"/>
                </a:xfrm>
              </p:grpSpPr>
              <p:sp>
                <p:nvSpPr>
                  <p:cNvPr id="8247" name="Line 91">
                    <a:extLst>
                      <a:ext uri="{FF2B5EF4-FFF2-40B4-BE49-F238E27FC236}">
                        <a16:creationId xmlns:a16="http://schemas.microsoft.com/office/drawing/2014/main" id="{49BCF5B3-0416-444F-9CED-907B44C448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911"/>
                    <a:ext cx="16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99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48" name="Freeform 92">
                    <a:extLst>
                      <a:ext uri="{FF2B5EF4-FFF2-40B4-BE49-F238E27FC236}">
                        <a16:creationId xmlns:a16="http://schemas.microsoft.com/office/drawing/2014/main" id="{3AF084FF-2360-4D32-8B60-CA79141744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3" y="1912"/>
                    <a:ext cx="556" cy="228"/>
                  </a:xfrm>
                  <a:custGeom>
                    <a:avLst/>
                    <a:gdLst>
                      <a:gd name="T0" fmla="*/ 0 w 1673"/>
                      <a:gd name="T1" fmla="*/ 0 h 836"/>
                      <a:gd name="T2" fmla="*/ 0 w 1673"/>
                      <a:gd name="T3" fmla="*/ 0 h 836"/>
                      <a:gd name="T4" fmla="*/ 0 w 1673"/>
                      <a:gd name="T5" fmla="*/ 0 h 836"/>
                      <a:gd name="T6" fmla="*/ 0 w 1673"/>
                      <a:gd name="T7" fmla="*/ 0 h 836"/>
                      <a:gd name="T8" fmla="*/ 0 w 1673"/>
                      <a:gd name="T9" fmla="*/ 0 h 836"/>
                      <a:gd name="T10" fmla="*/ 0 w 1673"/>
                      <a:gd name="T11" fmla="*/ 0 h 836"/>
                      <a:gd name="T12" fmla="*/ 0 w 1673"/>
                      <a:gd name="T13" fmla="*/ 0 h 836"/>
                      <a:gd name="T14" fmla="*/ 0 w 1673"/>
                      <a:gd name="T15" fmla="*/ 0 h 8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673"/>
                      <a:gd name="T25" fmla="*/ 0 h 836"/>
                      <a:gd name="T26" fmla="*/ 1673 w 1673"/>
                      <a:gd name="T27" fmla="*/ 836 h 8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673" h="836">
                        <a:moveTo>
                          <a:pt x="0" y="836"/>
                        </a:moveTo>
                        <a:lnTo>
                          <a:pt x="805" y="836"/>
                        </a:lnTo>
                        <a:lnTo>
                          <a:pt x="900" y="804"/>
                        </a:lnTo>
                        <a:lnTo>
                          <a:pt x="986" y="662"/>
                        </a:lnTo>
                        <a:lnTo>
                          <a:pt x="986" y="173"/>
                        </a:lnTo>
                        <a:lnTo>
                          <a:pt x="1010" y="63"/>
                        </a:lnTo>
                        <a:lnTo>
                          <a:pt x="1105" y="0"/>
                        </a:lnTo>
                        <a:lnTo>
                          <a:pt x="1673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245" name="Line 93">
                  <a:extLst>
                    <a:ext uri="{FF2B5EF4-FFF2-40B4-BE49-F238E27FC236}">
                      <a16:creationId xmlns:a16="http://schemas.microsoft.com/office/drawing/2014/main" id="{5E379B7C-F019-46E8-B2D0-273CE84A5B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" y="1743"/>
                  <a:ext cx="551" cy="0"/>
                </a:xfrm>
                <a:prstGeom prst="line">
                  <a:avLst/>
                </a:prstGeom>
                <a:noFill/>
                <a:ln w="1905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6" name="Line 94">
                  <a:extLst>
                    <a:ext uri="{FF2B5EF4-FFF2-40B4-BE49-F238E27FC236}">
                      <a16:creationId xmlns:a16="http://schemas.microsoft.com/office/drawing/2014/main" id="{6408A951-FF2F-49D0-A558-DC2502430B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7" y="1738"/>
                  <a:ext cx="1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39" name="Oval 95">
                <a:extLst>
                  <a:ext uri="{FF2B5EF4-FFF2-40B4-BE49-F238E27FC236}">
                    <a16:creationId xmlns:a16="http://schemas.microsoft.com/office/drawing/2014/main" id="{24260F16-38C2-4507-8580-58677DF82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3" y="1368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8240" name="Oval 96">
                <a:extLst>
                  <a:ext uri="{FF2B5EF4-FFF2-40B4-BE49-F238E27FC236}">
                    <a16:creationId xmlns:a16="http://schemas.microsoft.com/office/drawing/2014/main" id="{9A3479F2-91C7-4CF3-8032-BDD1D4D0D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4" y="1639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8241" name="Oval 97">
                <a:extLst>
                  <a:ext uri="{FF2B5EF4-FFF2-40B4-BE49-F238E27FC236}">
                    <a16:creationId xmlns:a16="http://schemas.microsoft.com/office/drawing/2014/main" id="{0E376C48-3E17-47E8-8819-96FE14502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" y="1931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8242" name="AutoShape 98">
                <a:extLst>
                  <a:ext uri="{FF2B5EF4-FFF2-40B4-BE49-F238E27FC236}">
                    <a16:creationId xmlns:a16="http://schemas.microsoft.com/office/drawing/2014/main" id="{B1F9D42B-48ED-49E4-8A2E-BA952E787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" y="1652"/>
                <a:ext cx="291" cy="159"/>
              </a:xfrm>
              <a:prstGeom prst="rightArrow">
                <a:avLst>
                  <a:gd name="adj1" fmla="val 49685"/>
                  <a:gd name="adj2" fmla="val 67920"/>
                </a:avLst>
              </a:prstGeom>
              <a:solidFill>
                <a:srgbClr val="FF9933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sp>
          <p:nvSpPr>
            <p:cNvPr id="8225" name="Line 117">
              <a:extLst>
                <a:ext uri="{FF2B5EF4-FFF2-40B4-BE49-F238E27FC236}">
                  <a16:creationId xmlns:a16="http://schemas.microsoft.com/office/drawing/2014/main" id="{8F4A75F9-DDEE-453A-91B3-57F9F89C9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" y="1049"/>
              <a:ext cx="174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119">
              <a:extLst>
                <a:ext uri="{FF2B5EF4-FFF2-40B4-BE49-F238E27FC236}">
                  <a16:creationId xmlns:a16="http://schemas.microsoft.com/office/drawing/2014/main" id="{7CB070AC-2BAF-42FC-A427-40C0A67C8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7" y="1300"/>
              <a:ext cx="174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121">
              <a:extLst>
                <a:ext uri="{FF2B5EF4-FFF2-40B4-BE49-F238E27FC236}">
                  <a16:creationId xmlns:a16="http://schemas.microsoft.com/office/drawing/2014/main" id="{E6ACDA60-8AD2-4F99-B6E0-615D1C74D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7" y="1585"/>
              <a:ext cx="18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28" name="Group 122">
              <a:extLst>
                <a:ext uri="{FF2B5EF4-FFF2-40B4-BE49-F238E27FC236}">
                  <a16:creationId xmlns:a16="http://schemas.microsoft.com/office/drawing/2014/main" id="{7735CC25-4A1F-4CBD-99AD-34956FCD3C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4" y="885"/>
              <a:ext cx="435" cy="886"/>
              <a:chOff x="4921" y="1480"/>
              <a:chExt cx="421" cy="823"/>
            </a:xfrm>
          </p:grpSpPr>
          <p:sp>
            <p:nvSpPr>
              <p:cNvPr id="8229" name="Line 123">
                <a:extLst>
                  <a:ext uri="{FF2B5EF4-FFF2-40B4-BE49-F238E27FC236}">
                    <a16:creationId xmlns:a16="http://schemas.microsoft.com/office/drawing/2014/main" id="{EB2A7E3B-4C91-4ADE-AD79-800DD422F5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1480"/>
                <a:ext cx="0" cy="816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0" name="Line 124">
                <a:extLst>
                  <a:ext uri="{FF2B5EF4-FFF2-40B4-BE49-F238E27FC236}">
                    <a16:creationId xmlns:a16="http://schemas.microsoft.com/office/drawing/2014/main" id="{9DFE3A26-B487-4AFF-98DE-CE8EAC250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1480"/>
                <a:ext cx="421" cy="3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1" name="Line 125">
                <a:extLst>
                  <a:ext uri="{FF2B5EF4-FFF2-40B4-BE49-F238E27FC236}">
                    <a16:creationId xmlns:a16="http://schemas.microsoft.com/office/drawing/2014/main" id="{2F2F6148-1D75-404D-9A80-A01AAF2DA0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2296"/>
                <a:ext cx="412" cy="7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2" name="Line 126">
                <a:extLst>
                  <a:ext uri="{FF2B5EF4-FFF2-40B4-BE49-F238E27FC236}">
                    <a16:creationId xmlns:a16="http://schemas.microsoft.com/office/drawing/2014/main" id="{C5D3C6C9-2343-4F5F-AD2D-6BBACD369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3" y="1480"/>
                <a:ext cx="0" cy="816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2352" name="Text Box 128">
            <a:extLst>
              <a:ext uri="{FF2B5EF4-FFF2-40B4-BE49-F238E27FC236}">
                <a16:creationId xmlns:a16="http://schemas.microsoft.com/office/drawing/2014/main" id="{14F8F035-B213-45F2-A1C4-A6DB8670A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475" y="2714625"/>
            <a:ext cx="50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endParaRPr lang="en-US" altLang="zh-CN" sz="2800"/>
          </a:p>
        </p:txBody>
      </p:sp>
      <p:sp>
        <p:nvSpPr>
          <p:cNvPr id="52353" name="Text Box 129">
            <a:extLst>
              <a:ext uri="{FF2B5EF4-FFF2-40B4-BE49-F238E27FC236}">
                <a16:creationId xmlns:a16="http://schemas.microsoft.com/office/drawing/2014/main" id="{CB9AC45D-96CD-44F7-8692-0376AA219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2741613"/>
            <a:ext cx="503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  <p:graphicFrame>
        <p:nvGraphicFramePr>
          <p:cNvPr id="52354" name="Object 130">
            <a:extLst>
              <a:ext uri="{FF2B5EF4-FFF2-40B4-BE49-F238E27FC236}">
                <a16:creationId xmlns:a16="http://schemas.microsoft.com/office/drawing/2014/main" id="{38816513-3DA5-4996-A08B-873134693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4250" y="4598988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Equation" r:id="rId22" imgW="291973" imgH="368140" progId="Equation.DSMT4">
                  <p:embed/>
                </p:oleObj>
              </mc:Choice>
              <mc:Fallback>
                <p:oleObj name="Equation" r:id="rId22" imgW="291973" imgH="36814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4598988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2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5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2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2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2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2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2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2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500"/>
                                        <p:tgtEl>
                                          <p:spTgt spid="5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utoUpdateAnimBg="0"/>
      <p:bldP spid="52228" grpId="0"/>
      <p:bldP spid="52231" grpId="0" autoUpdateAnimBg="0"/>
      <p:bldP spid="52232" grpId="0" autoUpdateAnimBg="0"/>
      <p:bldP spid="52247" grpId="0" autoUpdateAnimBg="0"/>
      <p:bldP spid="52263" grpId="0" animBg="1"/>
      <p:bldP spid="52274" grpId="0" animBg="1"/>
      <p:bldP spid="52284" grpId="0" autoUpdateAnimBg="0"/>
      <p:bldP spid="52299" grpId="0" animBg="1"/>
      <p:bldP spid="52352" grpId="0"/>
      <p:bldP spid="523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1" name="Rectangle 43">
            <a:extLst>
              <a:ext uri="{FF2B5EF4-FFF2-40B4-BE49-F238E27FC236}">
                <a16:creationId xmlns:a16="http://schemas.microsoft.com/office/drawing/2014/main" id="{79A0F3F4-7EE7-4936-A090-480B71829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5" y="1443038"/>
            <a:ext cx="3616325" cy="85248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45" name="Text Box 37">
            <a:extLst>
              <a:ext uri="{FF2B5EF4-FFF2-40B4-BE49-F238E27FC236}">
                <a16:creationId xmlns:a16="http://schemas.microsoft.com/office/drawing/2014/main" id="{907DA914-30F1-4CEF-A140-B41D2D48E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322263"/>
            <a:ext cx="5280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二、全电流定理</a:t>
            </a:r>
          </a:p>
        </p:txBody>
      </p:sp>
      <p:sp>
        <p:nvSpPr>
          <p:cNvPr id="17447" name="Text Box 39">
            <a:extLst>
              <a:ext uri="{FF2B5EF4-FFF2-40B4-BE49-F238E27FC236}">
                <a16:creationId xmlns:a16="http://schemas.microsoft.com/office/drawing/2014/main" id="{59C90D34-D715-453A-903C-C99CE6258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854075"/>
            <a:ext cx="681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一般情况下的安培环路定律</a:t>
            </a:r>
          </a:p>
        </p:txBody>
      </p:sp>
      <p:graphicFrame>
        <p:nvGraphicFramePr>
          <p:cNvPr id="17449" name="Object 41">
            <a:extLst>
              <a:ext uri="{FF2B5EF4-FFF2-40B4-BE49-F238E27FC236}">
                <a16:creationId xmlns:a16="http://schemas.microsoft.com/office/drawing/2014/main" id="{540AA29B-DCBB-404D-97E1-5B1DE80B60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1435100"/>
          <a:ext cx="3216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3" imgW="3505200" imgH="863600" progId="Equation.DSMT4">
                  <p:embed/>
                </p:oleObj>
              </mc:Choice>
              <mc:Fallback>
                <p:oleObj name="Equation" r:id="rId3" imgW="3505200" imgH="863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1435100"/>
                        <a:ext cx="3216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2" name="AutoShape 44">
            <a:extLst>
              <a:ext uri="{FF2B5EF4-FFF2-40B4-BE49-F238E27FC236}">
                <a16:creationId xmlns:a16="http://schemas.microsoft.com/office/drawing/2014/main" id="{C98B890D-E0E3-407E-978C-1FCF45011DC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660232" y="1483519"/>
            <a:ext cx="228600" cy="693737"/>
          </a:xfrm>
          <a:prstGeom prst="downArrow">
            <a:avLst>
              <a:gd name="adj1" fmla="val 50000"/>
              <a:gd name="adj2" fmla="val 75868"/>
            </a:avLst>
          </a:prstGeom>
          <a:solidFill>
            <a:srgbClr val="FF00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53" name="Text Box 45">
            <a:extLst>
              <a:ext uri="{FF2B5EF4-FFF2-40B4-BE49-F238E27FC236}">
                <a16:creationId xmlns:a16="http://schemas.microsoft.com/office/drawing/2014/main" id="{F4B26AA4-7215-4C0B-8DF5-636576D0D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3" y="1554163"/>
            <a:ext cx="2811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全电流定理</a:t>
            </a:r>
          </a:p>
        </p:txBody>
      </p:sp>
      <p:graphicFrame>
        <p:nvGraphicFramePr>
          <p:cNvPr id="17456" name="Object 48">
            <a:extLst>
              <a:ext uri="{FF2B5EF4-FFF2-40B4-BE49-F238E27FC236}">
                <a16:creationId xmlns:a16="http://schemas.microsoft.com/office/drawing/2014/main" id="{D302CD46-2A13-4654-B89E-4C978D824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2381250"/>
          <a:ext cx="26003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5" imgW="2870200" imgH="723900" progId="Equation.DSMT4">
                  <p:embed/>
                </p:oleObj>
              </mc:Choice>
              <mc:Fallback>
                <p:oleObj name="Equation" r:id="rId5" imgW="2870200" imgH="723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2381250"/>
                        <a:ext cx="26003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8" name="Text Box 50">
            <a:extLst>
              <a:ext uri="{FF2B5EF4-FFF2-40B4-BE49-F238E27FC236}">
                <a16:creationId xmlns:a16="http://schemas.microsoft.com/office/drawing/2014/main" id="{CF2E7A39-C6EF-4159-84AA-6546B85E5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355850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或</a:t>
            </a:r>
          </a:p>
        </p:txBody>
      </p:sp>
      <p:sp>
        <p:nvSpPr>
          <p:cNvPr id="17459" name="Text Box 51">
            <a:extLst>
              <a:ext uri="{FF2B5EF4-FFF2-40B4-BE49-F238E27FC236}">
                <a16:creationId xmlns:a16="http://schemas.microsoft.com/office/drawing/2014/main" id="{1BD4FD6C-DD87-43E3-8915-7811FF4B0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4913" y="64547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5</a:t>
            </a:r>
          </a:p>
        </p:txBody>
      </p:sp>
      <p:graphicFrame>
        <p:nvGraphicFramePr>
          <p:cNvPr id="17491" name="Object 83">
            <a:extLst>
              <a:ext uri="{FF2B5EF4-FFF2-40B4-BE49-F238E27FC236}">
                <a16:creationId xmlns:a16="http://schemas.microsoft.com/office/drawing/2014/main" id="{9B9D949F-2FCC-4F8E-B24D-71B8FAD4A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0675" y="4484688"/>
          <a:ext cx="15589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2" name="Equation" r:id="rId7" imgW="1600200" imgH="571500" progId="Equation.DSMT4">
                  <p:embed/>
                </p:oleObj>
              </mc:Choice>
              <mc:Fallback>
                <p:oleObj name="Equation" r:id="rId7" imgW="1600200" imgH="57150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4484688"/>
                        <a:ext cx="15589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93" name="Text Box 85">
            <a:extLst>
              <a:ext uri="{FF2B5EF4-FFF2-40B4-BE49-F238E27FC236}">
                <a16:creationId xmlns:a16="http://schemas.microsoft.com/office/drawing/2014/main" id="{749C638F-DE21-458B-9265-4893D15AE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4592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面</a:t>
            </a:r>
          </a:p>
        </p:txBody>
      </p:sp>
      <p:sp>
        <p:nvSpPr>
          <p:cNvPr id="17494" name="Text Box 86">
            <a:extLst>
              <a:ext uri="{FF2B5EF4-FFF2-40B4-BE49-F238E27FC236}">
                <a16:creationId xmlns:a16="http://schemas.microsoft.com/office/drawing/2014/main" id="{9428A53A-488D-4987-BA38-AE8CC5592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5087938"/>
            <a:ext cx="273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r>
              <a:rPr lang="zh-CN" altLang="en-US" sz="2800"/>
              <a:t>面</a:t>
            </a:r>
          </a:p>
        </p:txBody>
      </p:sp>
      <p:graphicFrame>
        <p:nvGraphicFramePr>
          <p:cNvPr id="17496" name="Object 88">
            <a:extLst>
              <a:ext uri="{FF2B5EF4-FFF2-40B4-BE49-F238E27FC236}">
                <a16:creationId xmlns:a16="http://schemas.microsoft.com/office/drawing/2014/main" id="{FAF12AD9-FBB8-4B71-886A-658D91260B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6225" y="5089525"/>
          <a:ext cx="17748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name="Equation" r:id="rId9" imgW="1854200" imgH="571500" progId="Equation.DSMT4">
                  <p:embed/>
                </p:oleObj>
              </mc:Choice>
              <mc:Fallback>
                <p:oleObj name="Equation" r:id="rId9" imgW="1854200" imgH="571500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5089525"/>
                        <a:ext cx="17748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01" name="Text Box 93">
            <a:extLst>
              <a:ext uri="{FF2B5EF4-FFF2-40B4-BE49-F238E27FC236}">
                <a16:creationId xmlns:a16="http://schemas.microsoft.com/office/drawing/2014/main" id="{E04DC242-C782-48F0-8B90-E8CB037E0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5683250"/>
            <a:ext cx="272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而  </a:t>
            </a:r>
            <a:r>
              <a:rPr lang="en-US" altLang="zh-CN" sz="2800" i="1"/>
              <a:t>i = I</a:t>
            </a:r>
            <a:r>
              <a:rPr lang="en-US" altLang="zh-CN" sz="2800" i="1" baseline="-25000"/>
              <a:t>D</a:t>
            </a:r>
            <a:endParaRPr lang="en-US" altLang="zh-CN" sz="2800"/>
          </a:p>
        </p:txBody>
      </p:sp>
      <p:grpSp>
        <p:nvGrpSpPr>
          <p:cNvPr id="2" name="Group 177">
            <a:extLst>
              <a:ext uri="{FF2B5EF4-FFF2-40B4-BE49-F238E27FC236}">
                <a16:creationId xmlns:a16="http://schemas.microsoft.com/office/drawing/2014/main" id="{6674EABD-F167-4BD0-BD7A-D9DAD504ED01}"/>
              </a:ext>
            </a:extLst>
          </p:cNvPr>
          <p:cNvGrpSpPr>
            <a:grpSpLocks/>
          </p:cNvGrpSpPr>
          <p:nvPr/>
        </p:nvGrpSpPr>
        <p:grpSpPr bwMode="auto">
          <a:xfrm>
            <a:off x="4886325" y="4408488"/>
            <a:ext cx="2762250" cy="2224087"/>
            <a:chOff x="3266" y="2387"/>
            <a:chExt cx="1740" cy="1401"/>
          </a:xfrm>
        </p:grpSpPr>
        <p:grpSp>
          <p:nvGrpSpPr>
            <p:cNvPr id="9240" name="Group 121">
              <a:extLst>
                <a:ext uri="{FF2B5EF4-FFF2-40B4-BE49-F238E27FC236}">
                  <a16:creationId xmlns:a16="http://schemas.microsoft.com/office/drawing/2014/main" id="{51C0B62F-4541-47B5-A9B8-761920DDF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2465"/>
              <a:ext cx="530" cy="700"/>
              <a:chOff x="1292" y="2024"/>
              <a:chExt cx="544" cy="711"/>
            </a:xfrm>
          </p:grpSpPr>
          <p:sp>
            <p:nvSpPr>
              <p:cNvPr id="9276" name="Arc 122">
                <a:extLst>
                  <a:ext uri="{FF2B5EF4-FFF2-40B4-BE49-F238E27FC236}">
                    <a16:creationId xmlns:a16="http://schemas.microsoft.com/office/drawing/2014/main" id="{38C10B44-34A0-42D8-8C75-122F61F0B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2024"/>
                <a:ext cx="454" cy="711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11"/>
                      <a:pt x="11957" y="43174"/>
                      <a:pt x="46" y="43199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11"/>
                      <a:pt x="11957" y="43174"/>
                      <a:pt x="46" y="4319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004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7" name="Arc 123">
                <a:extLst>
                  <a:ext uri="{FF2B5EF4-FFF2-40B4-BE49-F238E27FC236}">
                    <a16:creationId xmlns:a16="http://schemas.microsoft.com/office/drawing/2014/main" id="{D87086A3-8D5B-4E7B-AD2F-9E2AB579E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8" y="2122"/>
                <a:ext cx="429" cy="274"/>
              </a:xfrm>
              <a:custGeom>
                <a:avLst/>
                <a:gdLst>
                  <a:gd name="T0" fmla="*/ 0 w 20378"/>
                  <a:gd name="T1" fmla="*/ 0 h 16606"/>
                  <a:gd name="T2" fmla="*/ 0 w 20378"/>
                  <a:gd name="T3" fmla="*/ 0 h 16606"/>
                  <a:gd name="T4" fmla="*/ 0 w 20378"/>
                  <a:gd name="T5" fmla="*/ 0 h 16606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6606"/>
                  <a:gd name="T11" fmla="*/ 20378 w 20378"/>
                  <a:gd name="T12" fmla="*/ 16606 h 166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6606" fill="none" extrusionOk="0">
                    <a:moveTo>
                      <a:pt x="13813" y="-1"/>
                    </a:moveTo>
                    <a:cubicBezTo>
                      <a:pt x="16814" y="2496"/>
                      <a:pt x="19083" y="5759"/>
                      <a:pt x="20377" y="9443"/>
                    </a:cubicBezTo>
                  </a:path>
                  <a:path w="20378" h="16606" stroke="0" extrusionOk="0">
                    <a:moveTo>
                      <a:pt x="13813" y="-1"/>
                    </a:moveTo>
                    <a:cubicBezTo>
                      <a:pt x="16814" y="2496"/>
                      <a:pt x="19083" y="5759"/>
                      <a:pt x="20377" y="9443"/>
                    </a:cubicBezTo>
                    <a:lnTo>
                      <a:pt x="0" y="16606"/>
                    </a:lnTo>
                    <a:lnTo>
                      <a:pt x="13813" y="-1"/>
                    </a:lnTo>
                    <a:close/>
                  </a:path>
                </a:pathLst>
              </a:custGeom>
              <a:noFill/>
              <a:ln w="127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8" name="Arc 124">
                <a:extLst>
                  <a:ext uri="{FF2B5EF4-FFF2-40B4-BE49-F238E27FC236}">
                    <a16:creationId xmlns:a16="http://schemas.microsoft.com/office/drawing/2014/main" id="{C72A1BF5-F322-403D-8993-C88F04959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3" y="2160"/>
                <a:ext cx="429" cy="236"/>
              </a:xfrm>
              <a:custGeom>
                <a:avLst/>
                <a:gdLst>
                  <a:gd name="T0" fmla="*/ 0 w 20378"/>
                  <a:gd name="T1" fmla="*/ 0 h 14284"/>
                  <a:gd name="T2" fmla="*/ 0 w 20378"/>
                  <a:gd name="T3" fmla="*/ 0 h 14284"/>
                  <a:gd name="T4" fmla="*/ 0 w 20378"/>
                  <a:gd name="T5" fmla="*/ 0 h 14284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4284"/>
                  <a:gd name="T11" fmla="*/ 20378 w 20378"/>
                  <a:gd name="T12" fmla="*/ 14284 h 142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4284" fill="none" extrusionOk="0">
                    <a:moveTo>
                      <a:pt x="16202" y="0"/>
                    </a:moveTo>
                    <a:cubicBezTo>
                      <a:pt x="18039" y="2083"/>
                      <a:pt x="19456" y="4501"/>
                      <a:pt x="20377" y="7121"/>
                    </a:cubicBezTo>
                  </a:path>
                  <a:path w="20378" h="14284" stroke="0" extrusionOk="0">
                    <a:moveTo>
                      <a:pt x="16202" y="0"/>
                    </a:moveTo>
                    <a:cubicBezTo>
                      <a:pt x="18039" y="2083"/>
                      <a:pt x="19456" y="4501"/>
                      <a:pt x="20377" y="7121"/>
                    </a:cubicBezTo>
                    <a:lnTo>
                      <a:pt x="0" y="14284"/>
                    </a:lnTo>
                    <a:lnTo>
                      <a:pt x="16202" y="0"/>
                    </a:lnTo>
                    <a:close/>
                  </a:path>
                </a:pathLst>
              </a:custGeom>
              <a:noFill/>
              <a:ln w="12700">
                <a:solidFill>
                  <a:srgbClr val="004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9" name="Arc 125">
                <a:extLst>
                  <a:ext uri="{FF2B5EF4-FFF2-40B4-BE49-F238E27FC236}">
                    <a16:creationId xmlns:a16="http://schemas.microsoft.com/office/drawing/2014/main" id="{E08F4566-362A-4109-BC64-9C051C302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2" y="2206"/>
                <a:ext cx="429" cy="217"/>
              </a:xfrm>
              <a:custGeom>
                <a:avLst/>
                <a:gdLst>
                  <a:gd name="T0" fmla="*/ 0 w 20378"/>
                  <a:gd name="T1" fmla="*/ 0 h 13157"/>
                  <a:gd name="T2" fmla="*/ 0 w 20378"/>
                  <a:gd name="T3" fmla="*/ 0 h 13157"/>
                  <a:gd name="T4" fmla="*/ 0 w 20378"/>
                  <a:gd name="T5" fmla="*/ 0 h 13157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3157"/>
                  <a:gd name="T11" fmla="*/ 20378 w 20378"/>
                  <a:gd name="T12" fmla="*/ 13157 h 131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3157" fill="none" extrusionOk="0">
                    <a:moveTo>
                      <a:pt x="17130" y="0"/>
                    </a:moveTo>
                    <a:cubicBezTo>
                      <a:pt x="18523" y="1813"/>
                      <a:pt x="19619" y="3836"/>
                      <a:pt x="20377" y="5994"/>
                    </a:cubicBezTo>
                  </a:path>
                  <a:path w="20378" h="13157" stroke="0" extrusionOk="0">
                    <a:moveTo>
                      <a:pt x="17130" y="0"/>
                    </a:moveTo>
                    <a:cubicBezTo>
                      <a:pt x="18523" y="1813"/>
                      <a:pt x="19619" y="3836"/>
                      <a:pt x="20377" y="5994"/>
                    </a:cubicBezTo>
                    <a:lnTo>
                      <a:pt x="0" y="13157"/>
                    </a:lnTo>
                    <a:lnTo>
                      <a:pt x="17130" y="0"/>
                    </a:lnTo>
                    <a:close/>
                  </a:path>
                </a:pathLst>
              </a:custGeom>
              <a:noFill/>
              <a:ln w="12700">
                <a:solidFill>
                  <a:srgbClr val="004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241" name="Group 126">
              <a:extLst>
                <a:ext uri="{FF2B5EF4-FFF2-40B4-BE49-F238E27FC236}">
                  <a16:creationId xmlns:a16="http://schemas.microsoft.com/office/drawing/2014/main" id="{78B13B7C-6FD0-4E57-A1EE-E2A475B534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2387"/>
              <a:ext cx="331" cy="287"/>
              <a:chOff x="3515" y="466"/>
              <a:chExt cx="340" cy="298"/>
            </a:xfrm>
          </p:grpSpPr>
          <p:sp>
            <p:nvSpPr>
              <p:cNvPr id="9274" name="Text Box 127">
                <a:extLst>
                  <a:ext uri="{FF2B5EF4-FFF2-40B4-BE49-F238E27FC236}">
                    <a16:creationId xmlns:a16="http://schemas.microsoft.com/office/drawing/2014/main" id="{8E7D031D-894C-4C26-985A-58F526B22D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0" y="466"/>
                <a:ext cx="295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/>
                  <a:t>S</a:t>
                </a:r>
                <a:r>
                  <a:rPr lang="en-US" altLang="zh-CN" sz="2400" baseline="-25000"/>
                  <a:t>2</a:t>
                </a:r>
                <a:endParaRPr lang="en-US" altLang="zh-CN" sz="2400"/>
              </a:p>
            </p:txBody>
          </p:sp>
          <p:sp>
            <p:nvSpPr>
              <p:cNvPr id="9275" name="Line 128">
                <a:extLst>
                  <a:ext uri="{FF2B5EF4-FFF2-40B4-BE49-F238E27FC236}">
                    <a16:creationId xmlns:a16="http://schemas.microsoft.com/office/drawing/2014/main" id="{3DFB9BDA-10BD-4AE5-B1CB-01856773D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15" y="663"/>
                <a:ext cx="90" cy="91"/>
              </a:xfrm>
              <a:prstGeom prst="line">
                <a:avLst/>
              </a:prstGeom>
              <a:noFill/>
              <a:ln w="9525">
                <a:solidFill>
                  <a:srgbClr val="004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42" name="Rectangle 131">
              <a:extLst>
                <a:ext uri="{FF2B5EF4-FFF2-40B4-BE49-F238E27FC236}">
                  <a16:creationId xmlns:a16="http://schemas.microsoft.com/office/drawing/2014/main" id="{2F56E2E7-258B-4BFA-A29C-839F4AA97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" y="2509"/>
              <a:ext cx="114" cy="61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9243" name="Line 132">
              <a:extLst>
                <a:ext uri="{FF2B5EF4-FFF2-40B4-BE49-F238E27FC236}">
                  <a16:creationId xmlns:a16="http://schemas.microsoft.com/office/drawing/2014/main" id="{08712232-BAF0-4F16-B69C-921FB7CED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815"/>
              <a:ext cx="3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4" name="Line 133">
              <a:extLst>
                <a:ext uri="{FF2B5EF4-FFF2-40B4-BE49-F238E27FC236}">
                  <a16:creationId xmlns:a16="http://schemas.microsoft.com/office/drawing/2014/main" id="{1575EDF0-7B84-4D36-B8FB-FB88483B3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2815"/>
              <a:ext cx="0" cy="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Line 134">
              <a:extLst>
                <a:ext uri="{FF2B5EF4-FFF2-40B4-BE49-F238E27FC236}">
                  <a16:creationId xmlns:a16="http://schemas.microsoft.com/office/drawing/2014/main" id="{69A9EE5D-8937-497D-B7EF-C7B2175DC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6" y="2815"/>
              <a:ext cx="0" cy="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6" name="Line 135">
              <a:extLst>
                <a:ext uri="{FF2B5EF4-FFF2-40B4-BE49-F238E27FC236}">
                  <a16:creationId xmlns:a16="http://schemas.microsoft.com/office/drawing/2014/main" id="{3BE29361-0285-4E1D-83C0-41BDE2509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3556"/>
              <a:ext cx="0" cy="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7" name="Line 136">
              <a:extLst>
                <a:ext uri="{FF2B5EF4-FFF2-40B4-BE49-F238E27FC236}">
                  <a16:creationId xmlns:a16="http://schemas.microsoft.com/office/drawing/2014/main" id="{B9EBBDC1-F191-45C4-9C8B-3CF283805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3602"/>
              <a:ext cx="0" cy="1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8" name="Rectangle 137">
              <a:extLst>
                <a:ext uri="{FF2B5EF4-FFF2-40B4-BE49-F238E27FC236}">
                  <a16:creationId xmlns:a16="http://schemas.microsoft.com/office/drawing/2014/main" id="{A15EF19E-A3E2-4ACB-B4C0-CB2AC5308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3647"/>
              <a:ext cx="280" cy="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9249" name="Line 138">
              <a:extLst>
                <a:ext uri="{FF2B5EF4-FFF2-40B4-BE49-F238E27FC236}">
                  <a16:creationId xmlns:a16="http://schemas.microsoft.com/office/drawing/2014/main" id="{31FB6D54-F477-4E13-A8B6-719952FDC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3690"/>
              <a:ext cx="4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0" name="Text Box 139">
              <a:extLst>
                <a:ext uri="{FF2B5EF4-FFF2-40B4-BE49-F238E27FC236}">
                  <a16:creationId xmlns:a16="http://schemas.microsoft.com/office/drawing/2014/main" id="{61F48745-0566-4F5E-9022-C60AD7BD3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" y="3375"/>
              <a:ext cx="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R</a:t>
              </a:r>
            </a:p>
          </p:txBody>
        </p:sp>
        <p:grpSp>
          <p:nvGrpSpPr>
            <p:cNvPr id="9251" name="Group 140">
              <a:extLst>
                <a:ext uri="{FF2B5EF4-FFF2-40B4-BE49-F238E27FC236}">
                  <a16:creationId xmlns:a16="http://schemas.microsoft.com/office/drawing/2014/main" id="{25BBE723-0239-4F8A-B1F3-7711D01952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6" y="3156"/>
              <a:ext cx="282" cy="327"/>
              <a:chOff x="2682" y="1379"/>
              <a:chExt cx="289" cy="339"/>
            </a:xfrm>
          </p:grpSpPr>
          <p:sp>
            <p:nvSpPr>
              <p:cNvPr id="9272" name="Line 141">
                <a:extLst>
                  <a:ext uri="{FF2B5EF4-FFF2-40B4-BE49-F238E27FC236}">
                    <a16:creationId xmlns:a16="http://schemas.microsoft.com/office/drawing/2014/main" id="{B000CFF1-227E-450A-AE9D-0B70F721E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143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3" name="Text Box 142">
                <a:extLst>
                  <a:ext uri="{FF2B5EF4-FFF2-40B4-BE49-F238E27FC236}">
                    <a16:creationId xmlns:a16="http://schemas.microsoft.com/office/drawing/2014/main" id="{7BA95AF1-318A-4EEF-9EE7-B0C5A31F9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" y="1379"/>
                <a:ext cx="289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i</a:t>
                </a:r>
              </a:p>
            </p:txBody>
          </p:sp>
        </p:grpSp>
        <p:sp>
          <p:nvSpPr>
            <p:cNvPr id="9252" name="Text Box 143">
              <a:extLst>
                <a:ext uri="{FF2B5EF4-FFF2-40B4-BE49-F238E27FC236}">
                  <a16:creationId xmlns:a16="http://schemas.microsoft.com/office/drawing/2014/main" id="{7E7B7BC1-5A10-44C2-A2D5-3DED2090D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" y="3034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C</a:t>
              </a:r>
            </a:p>
          </p:txBody>
        </p:sp>
        <p:sp>
          <p:nvSpPr>
            <p:cNvPr id="9253" name="Text Box 144">
              <a:extLst>
                <a:ext uri="{FF2B5EF4-FFF2-40B4-BE49-F238E27FC236}">
                  <a16:creationId xmlns:a16="http://schemas.microsoft.com/office/drawing/2014/main" id="{C74472F3-820C-463B-9BBF-FBC6DD599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8" y="2502"/>
              <a:ext cx="195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9254" name="Text Box 145">
              <a:extLst>
                <a:ext uri="{FF2B5EF4-FFF2-40B4-BE49-F238E27FC236}">
                  <a16:creationId xmlns:a16="http://schemas.microsoft.com/office/drawing/2014/main" id="{385C59ED-729F-4912-9749-67C36DFEA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3294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i="1"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9255" name="Line 146">
              <a:extLst>
                <a:ext uri="{FF2B5EF4-FFF2-40B4-BE49-F238E27FC236}">
                  <a16:creationId xmlns:a16="http://schemas.microsoft.com/office/drawing/2014/main" id="{B36C40BD-5A48-49E0-B94E-028EF77F4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2815"/>
              <a:ext cx="3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6" name="Line 147">
              <a:extLst>
                <a:ext uri="{FF2B5EF4-FFF2-40B4-BE49-F238E27FC236}">
                  <a16:creationId xmlns:a16="http://schemas.microsoft.com/office/drawing/2014/main" id="{F6FF350D-8EA4-4146-9A8D-3827635FE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3690"/>
              <a:ext cx="3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Line 148">
              <a:extLst>
                <a:ext uri="{FF2B5EF4-FFF2-40B4-BE49-F238E27FC236}">
                  <a16:creationId xmlns:a16="http://schemas.microsoft.com/office/drawing/2014/main" id="{B5C2B636-D6D0-463C-BB53-F35141A05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690"/>
              <a:ext cx="3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8" name="Rectangle 149">
              <a:extLst>
                <a:ext uri="{FF2B5EF4-FFF2-40B4-BE49-F238E27FC236}">
                  <a16:creationId xmlns:a16="http://schemas.microsoft.com/office/drawing/2014/main" id="{8D2E88A4-1FE0-4E77-A35C-B080BAB14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3" y="2509"/>
              <a:ext cx="114" cy="61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9259" name="Text Box 150">
              <a:extLst>
                <a:ext uri="{FF2B5EF4-FFF2-40B4-BE49-F238E27FC236}">
                  <a16:creationId xmlns:a16="http://schemas.microsoft.com/office/drawing/2014/main" id="{F251DFCF-AED8-4B4A-94EE-F7346A55F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" y="2518"/>
              <a:ext cx="1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</p:txBody>
        </p:sp>
        <p:sp>
          <p:nvSpPr>
            <p:cNvPr id="9260" name="Oval 151" descr="宽下对角线">
              <a:extLst>
                <a:ext uri="{FF2B5EF4-FFF2-40B4-BE49-F238E27FC236}">
                  <a16:creationId xmlns:a16="http://schemas.microsoft.com/office/drawing/2014/main" id="{1E46B6AC-6EF1-4F22-B0C2-68B7D3123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2465"/>
              <a:ext cx="132" cy="70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9261" name="Group 152">
              <a:extLst>
                <a:ext uri="{FF2B5EF4-FFF2-40B4-BE49-F238E27FC236}">
                  <a16:creationId xmlns:a16="http://schemas.microsoft.com/office/drawing/2014/main" id="{EEEB13B2-DC1E-40BC-8318-4A55309D36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1" y="2465"/>
              <a:ext cx="533" cy="700"/>
              <a:chOff x="1837" y="1026"/>
              <a:chExt cx="547" cy="711"/>
            </a:xfrm>
          </p:grpSpPr>
          <p:sp>
            <p:nvSpPr>
              <p:cNvPr id="9265" name="Arc 153">
                <a:extLst>
                  <a:ext uri="{FF2B5EF4-FFF2-40B4-BE49-F238E27FC236}">
                    <a16:creationId xmlns:a16="http://schemas.microsoft.com/office/drawing/2014/main" id="{77C64187-3563-4048-8716-C2B1603F6D8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837" y="1026"/>
                <a:ext cx="318" cy="711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11"/>
                      <a:pt x="11957" y="43174"/>
                      <a:pt x="46" y="43199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11"/>
                      <a:pt x="11957" y="43174"/>
                      <a:pt x="46" y="4319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6" name="Arc 154">
                <a:extLst>
                  <a:ext uri="{FF2B5EF4-FFF2-40B4-BE49-F238E27FC236}">
                    <a16:creationId xmlns:a16="http://schemas.microsoft.com/office/drawing/2014/main" id="{359BDA4E-B941-4773-AD9E-E0DABE62DD3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06" y="1387"/>
                <a:ext cx="429" cy="274"/>
              </a:xfrm>
              <a:custGeom>
                <a:avLst/>
                <a:gdLst>
                  <a:gd name="T0" fmla="*/ 0 w 20378"/>
                  <a:gd name="T1" fmla="*/ 0 h 16606"/>
                  <a:gd name="T2" fmla="*/ 0 w 20378"/>
                  <a:gd name="T3" fmla="*/ 0 h 16606"/>
                  <a:gd name="T4" fmla="*/ 0 w 20378"/>
                  <a:gd name="T5" fmla="*/ 0 h 16606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6606"/>
                  <a:gd name="T11" fmla="*/ 20378 w 20378"/>
                  <a:gd name="T12" fmla="*/ 16606 h 166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6606" fill="none" extrusionOk="0">
                    <a:moveTo>
                      <a:pt x="13813" y="-1"/>
                    </a:moveTo>
                    <a:cubicBezTo>
                      <a:pt x="16814" y="2496"/>
                      <a:pt x="19083" y="5759"/>
                      <a:pt x="20377" y="9443"/>
                    </a:cubicBezTo>
                  </a:path>
                  <a:path w="20378" h="16606" stroke="0" extrusionOk="0">
                    <a:moveTo>
                      <a:pt x="13813" y="-1"/>
                    </a:moveTo>
                    <a:cubicBezTo>
                      <a:pt x="16814" y="2496"/>
                      <a:pt x="19083" y="5759"/>
                      <a:pt x="20377" y="9443"/>
                    </a:cubicBezTo>
                    <a:lnTo>
                      <a:pt x="0" y="16606"/>
                    </a:lnTo>
                    <a:lnTo>
                      <a:pt x="13813" y="-1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7" name="Arc 155">
                <a:extLst>
                  <a:ext uri="{FF2B5EF4-FFF2-40B4-BE49-F238E27FC236}">
                    <a16:creationId xmlns:a16="http://schemas.microsoft.com/office/drawing/2014/main" id="{5C9687FC-9AF5-4D6C-B7EF-B248DC4855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31" y="1387"/>
                <a:ext cx="429" cy="236"/>
              </a:xfrm>
              <a:custGeom>
                <a:avLst/>
                <a:gdLst>
                  <a:gd name="T0" fmla="*/ 0 w 20378"/>
                  <a:gd name="T1" fmla="*/ 0 h 14284"/>
                  <a:gd name="T2" fmla="*/ 0 w 20378"/>
                  <a:gd name="T3" fmla="*/ 0 h 14284"/>
                  <a:gd name="T4" fmla="*/ 0 w 20378"/>
                  <a:gd name="T5" fmla="*/ 0 h 14284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4284"/>
                  <a:gd name="T11" fmla="*/ 20378 w 20378"/>
                  <a:gd name="T12" fmla="*/ 14284 h 142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4284" fill="none" extrusionOk="0">
                    <a:moveTo>
                      <a:pt x="16202" y="0"/>
                    </a:moveTo>
                    <a:cubicBezTo>
                      <a:pt x="18039" y="2083"/>
                      <a:pt x="19456" y="4501"/>
                      <a:pt x="20377" y="7121"/>
                    </a:cubicBezTo>
                  </a:path>
                  <a:path w="20378" h="14284" stroke="0" extrusionOk="0">
                    <a:moveTo>
                      <a:pt x="16202" y="0"/>
                    </a:moveTo>
                    <a:cubicBezTo>
                      <a:pt x="18039" y="2083"/>
                      <a:pt x="19456" y="4501"/>
                      <a:pt x="20377" y="7121"/>
                    </a:cubicBezTo>
                    <a:lnTo>
                      <a:pt x="0" y="14284"/>
                    </a:lnTo>
                    <a:lnTo>
                      <a:pt x="16202" y="0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8" name="Arc 156">
                <a:extLst>
                  <a:ext uri="{FF2B5EF4-FFF2-40B4-BE49-F238E27FC236}">
                    <a16:creationId xmlns:a16="http://schemas.microsoft.com/office/drawing/2014/main" id="{7EB20A50-38A3-4346-BB3B-0E66FC1112A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52" y="1360"/>
                <a:ext cx="429" cy="217"/>
              </a:xfrm>
              <a:custGeom>
                <a:avLst/>
                <a:gdLst>
                  <a:gd name="T0" fmla="*/ 0 w 20378"/>
                  <a:gd name="T1" fmla="*/ 0 h 13157"/>
                  <a:gd name="T2" fmla="*/ 0 w 20378"/>
                  <a:gd name="T3" fmla="*/ 0 h 13157"/>
                  <a:gd name="T4" fmla="*/ 0 w 20378"/>
                  <a:gd name="T5" fmla="*/ 0 h 13157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3157"/>
                  <a:gd name="T11" fmla="*/ 20378 w 20378"/>
                  <a:gd name="T12" fmla="*/ 13157 h 131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3157" fill="none" extrusionOk="0">
                    <a:moveTo>
                      <a:pt x="17130" y="0"/>
                    </a:moveTo>
                    <a:cubicBezTo>
                      <a:pt x="18523" y="1813"/>
                      <a:pt x="19619" y="3836"/>
                      <a:pt x="20377" y="5994"/>
                    </a:cubicBezTo>
                  </a:path>
                  <a:path w="20378" h="13157" stroke="0" extrusionOk="0">
                    <a:moveTo>
                      <a:pt x="17130" y="0"/>
                    </a:moveTo>
                    <a:cubicBezTo>
                      <a:pt x="18523" y="1813"/>
                      <a:pt x="19619" y="3836"/>
                      <a:pt x="20377" y="5994"/>
                    </a:cubicBezTo>
                    <a:lnTo>
                      <a:pt x="0" y="13157"/>
                    </a:lnTo>
                    <a:lnTo>
                      <a:pt x="17130" y="0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9" name="Arc 157">
                <a:extLst>
                  <a:ext uri="{FF2B5EF4-FFF2-40B4-BE49-F238E27FC236}">
                    <a16:creationId xmlns:a16="http://schemas.microsoft.com/office/drawing/2014/main" id="{9BB2323B-B438-438C-81A5-15E424F70EFB}"/>
                  </a:ext>
                </a:extLst>
              </p:cNvPr>
              <p:cNvSpPr>
                <a:spLocks/>
              </p:cNvSpPr>
              <p:nvPr/>
            </p:nvSpPr>
            <p:spPr bwMode="auto">
              <a:xfrm rot="477185" flipH="1">
                <a:off x="1973" y="1115"/>
                <a:ext cx="372" cy="274"/>
              </a:xfrm>
              <a:custGeom>
                <a:avLst/>
                <a:gdLst>
                  <a:gd name="T0" fmla="*/ 0 w 17679"/>
                  <a:gd name="T1" fmla="*/ 0 h 16606"/>
                  <a:gd name="T2" fmla="*/ 0 w 17679"/>
                  <a:gd name="T3" fmla="*/ 0 h 16606"/>
                  <a:gd name="T4" fmla="*/ 0 w 17679"/>
                  <a:gd name="T5" fmla="*/ 0 h 16606"/>
                  <a:gd name="T6" fmla="*/ 0 60000 65536"/>
                  <a:gd name="T7" fmla="*/ 0 60000 65536"/>
                  <a:gd name="T8" fmla="*/ 0 60000 65536"/>
                  <a:gd name="T9" fmla="*/ 0 w 17679"/>
                  <a:gd name="T10" fmla="*/ 0 h 16606"/>
                  <a:gd name="T11" fmla="*/ 17679 w 17679"/>
                  <a:gd name="T12" fmla="*/ 16606 h 166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679" h="16606" fill="none" extrusionOk="0">
                    <a:moveTo>
                      <a:pt x="13813" y="-1"/>
                    </a:moveTo>
                    <a:cubicBezTo>
                      <a:pt x="15281" y="1221"/>
                      <a:pt x="16581" y="2632"/>
                      <a:pt x="17679" y="4195"/>
                    </a:cubicBezTo>
                  </a:path>
                  <a:path w="17679" h="16606" stroke="0" extrusionOk="0">
                    <a:moveTo>
                      <a:pt x="13813" y="-1"/>
                    </a:moveTo>
                    <a:cubicBezTo>
                      <a:pt x="15281" y="1221"/>
                      <a:pt x="16581" y="2632"/>
                      <a:pt x="17679" y="4195"/>
                    </a:cubicBezTo>
                    <a:lnTo>
                      <a:pt x="0" y="16606"/>
                    </a:lnTo>
                    <a:lnTo>
                      <a:pt x="13813" y="-1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0" name="Arc 158">
                <a:extLst>
                  <a:ext uri="{FF2B5EF4-FFF2-40B4-BE49-F238E27FC236}">
                    <a16:creationId xmlns:a16="http://schemas.microsoft.com/office/drawing/2014/main" id="{404C5DD5-C5E5-491D-8ABB-2FF1F9BF97DA}"/>
                  </a:ext>
                </a:extLst>
              </p:cNvPr>
              <p:cNvSpPr>
                <a:spLocks/>
              </p:cNvSpPr>
              <p:nvPr/>
            </p:nvSpPr>
            <p:spPr bwMode="auto">
              <a:xfrm rot="755685" flipH="1">
                <a:off x="1973" y="1099"/>
                <a:ext cx="411" cy="236"/>
              </a:xfrm>
              <a:custGeom>
                <a:avLst/>
                <a:gdLst>
                  <a:gd name="T0" fmla="*/ 0 w 19500"/>
                  <a:gd name="T1" fmla="*/ 0 h 14284"/>
                  <a:gd name="T2" fmla="*/ 0 w 19500"/>
                  <a:gd name="T3" fmla="*/ 0 h 14284"/>
                  <a:gd name="T4" fmla="*/ 0 w 19500"/>
                  <a:gd name="T5" fmla="*/ 0 h 14284"/>
                  <a:gd name="T6" fmla="*/ 0 60000 65536"/>
                  <a:gd name="T7" fmla="*/ 0 60000 65536"/>
                  <a:gd name="T8" fmla="*/ 0 60000 65536"/>
                  <a:gd name="T9" fmla="*/ 0 w 19500"/>
                  <a:gd name="T10" fmla="*/ 0 h 14284"/>
                  <a:gd name="T11" fmla="*/ 19500 w 19500"/>
                  <a:gd name="T12" fmla="*/ 14284 h 142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00" h="14284" fill="none" extrusionOk="0">
                    <a:moveTo>
                      <a:pt x="16202" y="0"/>
                    </a:moveTo>
                    <a:cubicBezTo>
                      <a:pt x="17528" y="1503"/>
                      <a:pt x="18638" y="3184"/>
                      <a:pt x="19500" y="4993"/>
                    </a:cubicBezTo>
                  </a:path>
                  <a:path w="19500" h="14284" stroke="0" extrusionOk="0">
                    <a:moveTo>
                      <a:pt x="16202" y="0"/>
                    </a:moveTo>
                    <a:cubicBezTo>
                      <a:pt x="17528" y="1503"/>
                      <a:pt x="18638" y="3184"/>
                      <a:pt x="19500" y="4993"/>
                    </a:cubicBezTo>
                    <a:lnTo>
                      <a:pt x="0" y="14284"/>
                    </a:lnTo>
                    <a:lnTo>
                      <a:pt x="16202" y="0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1" name="Arc 159">
                <a:extLst>
                  <a:ext uri="{FF2B5EF4-FFF2-40B4-BE49-F238E27FC236}">
                    <a16:creationId xmlns:a16="http://schemas.microsoft.com/office/drawing/2014/main" id="{36F5C404-256C-4599-976D-98F756AFD271}"/>
                  </a:ext>
                </a:extLst>
              </p:cNvPr>
              <p:cNvSpPr>
                <a:spLocks/>
              </p:cNvSpPr>
              <p:nvPr/>
            </p:nvSpPr>
            <p:spPr bwMode="auto">
              <a:xfrm rot="1258976" flipH="1">
                <a:off x="1978" y="1208"/>
                <a:ext cx="404" cy="217"/>
              </a:xfrm>
              <a:custGeom>
                <a:avLst/>
                <a:gdLst>
                  <a:gd name="T0" fmla="*/ 0 w 19172"/>
                  <a:gd name="T1" fmla="*/ 0 h 13157"/>
                  <a:gd name="T2" fmla="*/ 0 w 19172"/>
                  <a:gd name="T3" fmla="*/ 0 h 13157"/>
                  <a:gd name="T4" fmla="*/ 0 w 19172"/>
                  <a:gd name="T5" fmla="*/ 0 h 13157"/>
                  <a:gd name="T6" fmla="*/ 0 60000 65536"/>
                  <a:gd name="T7" fmla="*/ 0 60000 65536"/>
                  <a:gd name="T8" fmla="*/ 0 60000 65536"/>
                  <a:gd name="T9" fmla="*/ 0 w 19172"/>
                  <a:gd name="T10" fmla="*/ 0 h 13157"/>
                  <a:gd name="T11" fmla="*/ 19172 w 19172"/>
                  <a:gd name="T12" fmla="*/ 13157 h 131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172" h="13157" fill="none" extrusionOk="0">
                    <a:moveTo>
                      <a:pt x="17130" y="0"/>
                    </a:moveTo>
                    <a:cubicBezTo>
                      <a:pt x="17904" y="1007"/>
                      <a:pt x="18587" y="2080"/>
                      <a:pt x="19172" y="3207"/>
                    </a:cubicBezTo>
                  </a:path>
                  <a:path w="19172" h="13157" stroke="0" extrusionOk="0">
                    <a:moveTo>
                      <a:pt x="17130" y="0"/>
                    </a:moveTo>
                    <a:cubicBezTo>
                      <a:pt x="17904" y="1007"/>
                      <a:pt x="18587" y="2080"/>
                      <a:pt x="19172" y="3207"/>
                    </a:cubicBezTo>
                    <a:lnTo>
                      <a:pt x="0" y="13157"/>
                    </a:lnTo>
                    <a:lnTo>
                      <a:pt x="17130" y="0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262" name="Group 160">
              <a:extLst>
                <a:ext uri="{FF2B5EF4-FFF2-40B4-BE49-F238E27FC236}">
                  <a16:creationId xmlns:a16="http://schemas.microsoft.com/office/drawing/2014/main" id="{863674A9-5550-45D9-9F64-37913E057D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0" y="2421"/>
              <a:ext cx="354" cy="288"/>
              <a:chOff x="2744" y="618"/>
              <a:chExt cx="363" cy="298"/>
            </a:xfrm>
          </p:grpSpPr>
          <p:sp>
            <p:nvSpPr>
              <p:cNvPr id="9263" name="Text Box 161">
                <a:extLst>
                  <a:ext uri="{FF2B5EF4-FFF2-40B4-BE49-F238E27FC236}">
                    <a16:creationId xmlns:a16="http://schemas.microsoft.com/office/drawing/2014/main" id="{8CEB47EA-68B7-4B53-A66E-B6499E438A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4" y="618"/>
                <a:ext cx="294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/>
                  <a:t>S</a:t>
                </a:r>
                <a:r>
                  <a:rPr lang="en-US" altLang="zh-CN" sz="2400" baseline="-25000"/>
                  <a:t>1</a:t>
                </a:r>
                <a:endParaRPr lang="en-US" altLang="zh-CN" sz="2400"/>
              </a:p>
            </p:txBody>
          </p:sp>
          <p:sp>
            <p:nvSpPr>
              <p:cNvPr id="9264" name="Line 162">
                <a:extLst>
                  <a:ext uri="{FF2B5EF4-FFF2-40B4-BE49-F238E27FC236}">
                    <a16:creationId xmlns:a16="http://schemas.microsoft.com/office/drawing/2014/main" id="{77C672DE-9F1A-4D4E-BAA2-C164D60AD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" y="799"/>
                <a:ext cx="136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72" name="Text Box 164">
            <a:extLst>
              <a:ext uri="{FF2B5EF4-FFF2-40B4-BE49-F238E27FC236}">
                <a16:creationId xmlns:a16="http://schemas.microsoft.com/office/drawing/2014/main" id="{6A2C2347-6A3C-490C-8974-824F8B90B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575" y="6130925"/>
            <a:ext cx="2714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故两式相等！</a:t>
            </a:r>
          </a:p>
        </p:txBody>
      </p:sp>
      <p:sp>
        <p:nvSpPr>
          <p:cNvPr id="17578" name="Oval 170">
            <a:extLst>
              <a:ext uri="{FF2B5EF4-FFF2-40B4-BE49-F238E27FC236}">
                <a16:creationId xmlns:a16="http://schemas.microsoft.com/office/drawing/2014/main" id="{64D3A97A-DD5D-406F-8437-8C4792060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38" y="1763713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579" name="Oval 171">
            <a:extLst>
              <a:ext uri="{FF2B5EF4-FFF2-40B4-BE49-F238E27FC236}">
                <a16:creationId xmlns:a16="http://schemas.microsoft.com/office/drawing/2014/main" id="{E1B5C2DD-2F19-494C-8315-03B32FBFF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257651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580" name="Oval 172">
            <a:extLst>
              <a:ext uri="{FF2B5EF4-FFF2-40B4-BE49-F238E27FC236}">
                <a16:creationId xmlns:a16="http://schemas.microsoft.com/office/drawing/2014/main" id="{79A6F980-64D7-4ED8-ACA3-1E9B9CDCB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0" y="528320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581" name="Oval 173">
            <a:extLst>
              <a:ext uri="{FF2B5EF4-FFF2-40B4-BE49-F238E27FC236}">
                <a16:creationId xmlns:a16="http://schemas.microsoft.com/office/drawing/2014/main" id="{C13125AC-80AA-45FB-8B04-C78DA3491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466883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582" name="Text Box 174">
            <a:extLst>
              <a:ext uri="{FF2B5EF4-FFF2-40B4-BE49-F238E27FC236}">
                <a16:creationId xmlns:a16="http://schemas.microsoft.com/office/drawing/2014/main" id="{16D7E699-5121-4F0A-BCC7-B6E15A1F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0" y="2987675"/>
            <a:ext cx="80248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        </a:t>
            </a:r>
            <a:r>
              <a:rPr lang="zh-CN" altLang="en-US" sz="2800">
                <a:ea typeface="楷体_GB2312" pitchFamily="49" charset="-122"/>
              </a:rPr>
              <a:t>该定理对稳恒和非稳恒情况均适用，并给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出了变化电场</a:t>
            </a:r>
            <a:r>
              <a:rPr lang="en-US" altLang="en-US" sz="2800">
                <a:ea typeface="楷体_GB2312" pitchFamily="49" charset="-122"/>
              </a:rPr>
              <a:t>产生</a:t>
            </a:r>
            <a:r>
              <a:rPr lang="zh-CN" altLang="en-US" sz="2800">
                <a:ea typeface="楷体_GB2312" pitchFamily="49" charset="-122"/>
              </a:rPr>
              <a:t>磁场</a:t>
            </a:r>
            <a:r>
              <a:rPr lang="en-US" altLang="en-US" sz="2800">
                <a:ea typeface="楷体_GB2312" pitchFamily="49" charset="-122"/>
              </a:rPr>
              <a:t>的规律</a:t>
            </a:r>
            <a:r>
              <a:rPr lang="zh-CN" altLang="en-US" sz="2800">
                <a:ea typeface="楷体_GB2312" pitchFamily="49" charset="-122"/>
              </a:rPr>
              <a:t>。</a:t>
            </a:r>
          </a:p>
        </p:txBody>
      </p:sp>
      <p:sp>
        <p:nvSpPr>
          <p:cNvPr id="17583" name="Text Box 175">
            <a:extLst>
              <a:ext uri="{FF2B5EF4-FFF2-40B4-BE49-F238E27FC236}">
                <a16:creationId xmlns:a16="http://schemas.microsoft.com/office/drawing/2014/main" id="{D3C9EBB9-CAEC-429A-83F7-10C438B2E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438" y="3911600"/>
            <a:ext cx="7161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对于电容器充电的非稳恒情况，有</a:t>
            </a:r>
            <a:r>
              <a:rPr lang="en-US" altLang="zh-CN" sz="2800"/>
              <a:t>: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5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17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17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1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17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" fill="hold"/>
                                        <p:tgtEl>
                                          <p:spTgt spid="17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1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17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17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17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00" fill="hold"/>
                                        <p:tgtEl>
                                          <p:spTgt spid="17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1" grpId="0" animBg="1"/>
      <p:bldP spid="17445" grpId="0" autoUpdateAnimBg="0"/>
      <p:bldP spid="17447" grpId="0" autoUpdateAnimBg="0"/>
      <p:bldP spid="17452" grpId="0" animBg="1"/>
      <p:bldP spid="17453" grpId="0" autoUpdateAnimBg="0"/>
      <p:bldP spid="17458" grpId="0"/>
      <p:bldP spid="17459" grpId="0" autoUpdateAnimBg="0"/>
      <p:bldP spid="17493" grpId="0" autoUpdateAnimBg="0"/>
      <p:bldP spid="17494" grpId="0" autoUpdateAnimBg="0"/>
      <p:bldP spid="17501" grpId="0" autoUpdateAnimBg="0"/>
      <p:bldP spid="17572" grpId="0" autoUpdateAnimBg="0"/>
      <p:bldP spid="17578" grpId="0" animBg="1"/>
      <p:bldP spid="17579" grpId="0" animBg="1"/>
      <p:bldP spid="17580" grpId="0" animBg="1"/>
      <p:bldP spid="17581" grpId="0" animBg="1"/>
      <p:bldP spid="17582" grpId="0"/>
      <p:bldP spid="1758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Text Box 2">
            <a:extLst>
              <a:ext uri="{FF2B5EF4-FFF2-40B4-BE49-F238E27FC236}">
                <a16:creationId xmlns:a16="http://schemas.microsoft.com/office/drawing/2014/main" id="{B2E185F5-C17C-4A09-864F-DD0D3281B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444500"/>
            <a:ext cx="77724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例</a:t>
            </a:r>
            <a:r>
              <a:rPr lang="en-US" altLang="zh-CN" sz="2800">
                <a:solidFill>
                  <a:srgbClr val="FF0000"/>
                </a:solidFill>
              </a:rPr>
              <a:t>1. </a:t>
            </a:r>
            <a:r>
              <a:rPr lang="zh-CN" altLang="en-US" sz="2800"/>
              <a:t>一空气平行板电容器，略去边缘效应。</a:t>
            </a:r>
          </a:p>
        </p:txBody>
      </p:sp>
      <p:sp>
        <p:nvSpPr>
          <p:cNvPr id="246787" name="Text Box 3">
            <a:extLst>
              <a:ext uri="{FF2B5EF4-FFF2-40B4-BE49-F238E27FC236}">
                <a16:creationId xmlns:a16="http://schemas.microsoft.com/office/drawing/2014/main" id="{347186C2-495E-4C56-9980-00BD51E4A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150938"/>
            <a:ext cx="7577137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</a:t>
            </a:r>
            <a:r>
              <a:rPr lang="zh-CN" altLang="en-US" sz="2800"/>
              <a:t>）充电完毕后，断开电源，然后拉开两极板。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     此过程中两极板间是否有 </a:t>
            </a: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zh-CN" altLang="en-US" sz="2800"/>
              <a:t>？</a:t>
            </a:r>
          </a:p>
        </p:txBody>
      </p:sp>
      <p:sp>
        <p:nvSpPr>
          <p:cNvPr id="246788" name="Text Box 4">
            <a:extLst>
              <a:ext uri="{FF2B5EF4-FFF2-40B4-BE49-F238E27FC236}">
                <a16:creationId xmlns:a16="http://schemas.microsoft.com/office/drawing/2014/main" id="{78AD3B18-9D3F-4BB0-8EE0-4888E426D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2441575"/>
            <a:ext cx="7939087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</a:t>
            </a:r>
            <a:r>
              <a:rPr lang="zh-CN" altLang="en-US" sz="2800"/>
              <a:t>）充电完毕后，仍接通电源，然后拉开两极板。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     此过程中两极板间是否有 </a:t>
            </a: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zh-CN" altLang="en-US" sz="2800"/>
              <a:t>？为什么？</a:t>
            </a:r>
          </a:p>
        </p:txBody>
      </p:sp>
      <p:sp>
        <p:nvSpPr>
          <p:cNvPr id="246789" name="Line 5">
            <a:extLst>
              <a:ext uri="{FF2B5EF4-FFF2-40B4-BE49-F238E27FC236}">
                <a16:creationId xmlns:a16="http://schemas.microsoft.com/office/drawing/2014/main" id="{C1197F36-558D-43B9-8552-C42CD7D79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1188" y="1874838"/>
            <a:ext cx="685800" cy="0"/>
          </a:xfrm>
          <a:prstGeom prst="line">
            <a:avLst/>
          </a:prstGeom>
          <a:noFill/>
          <a:ln w="38100">
            <a:solidFill>
              <a:srgbClr val="6600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585"/>
          </a:p>
        </p:txBody>
      </p:sp>
      <p:sp>
        <p:nvSpPr>
          <p:cNvPr id="246790" name="Text Box 6">
            <a:extLst>
              <a:ext uri="{FF2B5EF4-FFF2-40B4-BE49-F238E27FC236}">
                <a16:creationId xmlns:a16="http://schemas.microsoft.com/office/drawing/2014/main" id="{FA781E4B-8A34-49DD-8E42-875EA3F1F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1590675"/>
            <a:ext cx="7905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 dirty="0" err="1"/>
              <a:t>j</a:t>
            </a:r>
            <a:r>
              <a:rPr lang="en-US" altLang="zh-CN" sz="2585" i="1" baseline="-25000" dirty="0" err="1"/>
              <a:t>D</a:t>
            </a:r>
            <a:r>
              <a:rPr lang="en-US" altLang="zh-CN" sz="2585" dirty="0"/>
              <a:t>=0</a:t>
            </a:r>
          </a:p>
        </p:txBody>
      </p:sp>
      <p:sp>
        <p:nvSpPr>
          <p:cNvPr id="246791" name="Text Box 7">
            <a:extLst>
              <a:ext uri="{FF2B5EF4-FFF2-40B4-BE49-F238E27FC236}">
                <a16:creationId xmlns:a16="http://schemas.microsoft.com/office/drawing/2014/main" id="{879C76F6-1738-4880-8300-BEA1A1DB7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63" y="3990975"/>
            <a:ext cx="15176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j</a:t>
            </a:r>
            <a:r>
              <a:rPr lang="en-US" altLang="zh-CN" sz="2585" i="1" baseline="-25000"/>
              <a:t>D</a:t>
            </a:r>
            <a:r>
              <a:rPr lang="en-US" altLang="zh-CN" sz="2585" i="1">
                <a:sym typeface="Symbol" panose="05050102010706020507" pitchFamily="18" charset="2"/>
              </a:rPr>
              <a:t> </a:t>
            </a:r>
            <a:r>
              <a:rPr lang="en-US" altLang="zh-CN" sz="2585">
                <a:sym typeface="Symbol" panose="05050102010706020507" pitchFamily="18" charset="2"/>
              </a:rPr>
              <a:t>0</a:t>
            </a:r>
            <a:endParaRPr lang="en-US" altLang="zh-CN" sz="2585"/>
          </a:p>
        </p:txBody>
      </p:sp>
      <p:graphicFrame>
        <p:nvGraphicFramePr>
          <p:cNvPr id="246792" name="Object 8">
            <a:extLst>
              <a:ext uri="{FF2B5EF4-FFF2-40B4-BE49-F238E27FC236}">
                <a16:creationId xmlns:a16="http://schemas.microsoft.com/office/drawing/2014/main" id="{96A54523-A7FD-4E81-9446-BDBE7467D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7088" y="4049713"/>
          <a:ext cx="147478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公式" r:id="rId4" imgW="723272" imgH="177646" progId="Equation.3">
                  <p:embed/>
                </p:oleObj>
              </mc:Choice>
              <mc:Fallback>
                <p:oleObj name="公式" r:id="rId4" imgW="723272" imgH="1776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4049713"/>
                        <a:ext cx="147478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3" name="Object 9">
            <a:extLst>
              <a:ext uri="{FF2B5EF4-FFF2-40B4-BE49-F238E27FC236}">
                <a16:creationId xmlns:a16="http://schemas.microsoft.com/office/drawing/2014/main" id="{679C5687-6FA8-489B-934F-7707F44E16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0475" y="4022725"/>
          <a:ext cx="27797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公式" r:id="rId6" imgW="1244600" imgH="228600" progId="Equation.3">
                  <p:embed/>
                </p:oleObj>
              </mc:Choice>
              <mc:Fallback>
                <p:oleObj name="公式" r:id="rId6" imgW="12446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4022725"/>
                        <a:ext cx="27797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94" name="Text Box 10">
            <a:extLst>
              <a:ext uri="{FF2B5EF4-FFF2-40B4-BE49-F238E27FC236}">
                <a16:creationId xmlns:a16="http://schemas.microsoft.com/office/drawing/2014/main" id="{9B6B713D-7A72-40BF-A290-6A450A217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5" y="3987800"/>
            <a:ext cx="30607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D</a:t>
            </a:r>
            <a:r>
              <a:rPr lang="zh-CN" altLang="en-US" sz="2585"/>
              <a:t>改变</a:t>
            </a:r>
          </a:p>
        </p:txBody>
      </p:sp>
      <p:grpSp>
        <p:nvGrpSpPr>
          <p:cNvPr id="246797" name="Group 13">
            <a:extLst>
              <a:ext uri="{FF2B5EF4-FFF2-40B4-BE49-F238E27FC236}">
                <a16:creationId xmlns:a16="http://schemas.microsoft.com/office/drawing/2014/main" id="{C4382E38-77EF-4F58-A633-9FDDC1B91C24}"/>
              </a:ext>
            </a:extLst>
          </p:cNvPr>
          <p:cNvGrpSpPr>
            <a:grpSpLocks/>
          </p:cNvGrpSpPr>
          <p:nvPr/>
        </p:nvGrpSpPr>
        <p:grpSpPr bwMode="auto">
          <a:xfrm>
            <a:off x="5389563" y="4837113"/>
            <a:ext cx="2822575" cy="1512887"/>
            <a:chOff x="2278" y="3052"/>
            <a:chExt cx="1926" cy="1032"/>
          </a:xfrm>
        </p:grpSpPr>
        <p:grpSp>
          <p:nvGrpSpPr>
            <p:cNvPr id="10253" name="Group 14">
              <a:extLst>
                <a:ext uri="{FF2B5EF4-FFF2-40B4-BE49-F238E27FC236}">
                  <a16:creationId xmlns:a16="http://schemas.microsoft.com/office/drawing/2014/main" id="{80EF3768-54FC-42BB-8443-47B4E230A8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0" y="3054"/>
              <a:ext cx="1768" cy="972"/>
              <a:chOff x="2410" y="3054"/>
              <a:chExt cx="1768" cy="972"/>
            </a:xfrm>
          </p:grpSpPr>
          <p:graphicFrame>
            <p:nvGraphicFramePr>
              <p:cNvPr id="2" name="Object 15">
                <a:extLst>
                  <a:ext uri="{FF2B5EF4-FFF2-40B4-BE49-F238E27FC236}">
                    <a16:creationId xmlns:a16="http://schemas.microsoft.com/office/drawing/2014/main" id="{DAC317AF-2BEB-4C16-96A9-E0802A07C8E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10" y="3060"/>
              <a:ext cx="882" cy="5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1" name="公式" r:id="rId8" imgW="596641" imgH="355446" progId="Equation.3">
                      <p:embed/>
                    </p:oleObj>
                  </mc:Choice>
                  <mc:Fallback>
                    <p:oleObj name="公式" r:id="rId8" imgW="596641" imgH="355446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0" y="3060"/>
                            <a:ext cx="882" cy="5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56" name="Object 16">
                <a:extLst>
                  <a:ext uri="{FF2B5EF4-FFF2-40B4-BE49-F238E27FC236}">
                    <a16:creationId xmlns:a16="http://schemas.microsoft.com/office/drawing/2014/main" id="{B0791F2A-2E65-40AD-8E46-D35A0C9EA06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59" y="3054"/>
              <a:ext cx="919" cy="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2" name="公式" r:id="rId10" imgW="609336" imgH="355446" progId="Equation.3">
                      <p:embed/>
                    </p:oleObj>
                  </mc:Choice>
                  <mc:Fallback>
                    <p:oleObj name="公式" r:id="rId10" imgW="609336" imgH="355446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59" y="3054"/>
                            <a:ext cx="919" cy="5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" name="Object 17">
                <a:extLst>
                  <a:ext uri="{FF2B5EF4-FFF2-40B4-BE49-F238E27FC236}">
                    <a16:creationId xmlns:a16="http://schemas.microsoft.com/office/drawing/2014/main" id="{A4ED5E4F-D2E8-4062-BD2C-61B8186D2F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84" y="3586"/>
              <a:ext cx="696" cy="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3" name="公式" r:id="rId12" imgW="1104900" imgH="698500" progId="Equation.3">
                      <p:embed/>
                    </p:oleObj>
                  </mc:Choice>
                  <mc:Fallback>
                    <p:oleObj name="公式" r:id="rId12" imgW="1104900" imgH="6985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84" y="3586"/>
                            <a:ext cx="696" cy="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58" name="Object 18">
                <a:extLst>
                  <a:ext uri="{FF2B5EF4-FFF2-40B4-BE49-F238E27FC236}">
                    <a16:creationId xmlns:a16="http://schemas.microsoft.com/office/drawing/2014/main" id="{EF6F5E2D-DEC5-4439-8401-864EB23F54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94" y="3586"/>
              <a:ext cx="584" cy="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4" name="公式" r:id="rId14" imgW="927100" imgH="698500" progId="Equation.3">
                      <p:embed/>
                    </p:oleObj>
                  </mc:Choice>
                  <mc:Fallback>
                    <p:oleObj name="公式" r:id="rId14" imgW="927100" imgH="6985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4" y="3586"/>
                            <a:ext cx="584" cy="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57" name="Rectangle 19">
              <a:extLst>
                <a:ext uri="{FF2B5EF4-FFF2-40B4-BE49-F238E27FC236}">
                  <a16:creationId xmlns:a16="http://schemas.microsoft.com/office/drawing/2014/main" id="{296FDA4D-10A4-43D9-8CB9-3BB1840A0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8" y="3052"/>
              <a:ext cx="1926" cy="103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</p:grpSp>
      <p:sp>
        <p:nvSpPr>
          <p:cNvPr id="10255" name="Rectangle 20">
            <a:hlinkClick r:id="" action="ppaction://macro?name=TimerOnOff"/>
            <a:extLst>
              <a:ext uri="{FF2B5EF4-FFF2-40B4-BE49-F238E27FC236}">
                <a16:creationId xmlns:a16="http://schemas.microsoft.com/office/drawing/2014/main" id="{D51DAB15-94D7-4FEA-BBDB-BAD078E60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</p:spTree>
    <p:custDataLst>
      <p:tags r:id="rId2"/>
    </p:custData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4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4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4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4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6" grpId="0" autoUpdateAnimBg="0"/>
      <p:bldP spid="246787" grpId="0" autoUpdateAnimBg="0"/>
      <p:bldP spid="246788" grpId="0" autoUpdateAnimBg="0"/>
      <p:bldP spid="246790" grpId="0" autoUpdateAnimBg="0"/>
      <p:bldP spid="246791" grpId="0" autoUpdateAnimBg="0"/>
      <p:bldP spid="24679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61" name="Rectangle 85" descr="再生纸">
            <a:extLst>
              <a:ext uri="{FF2B5EF4-FFF2-40B4-BE49-F238E27FC236}">
                <a16:creationId xmlns:a16="http://schemas.microsoft.com/office/drawing/2014/main" id="{0D6E51CA-7D0B-4F63-8250-D65E67A1E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3800475"/>
            <a:ext cx="1895475" cy="98107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1378" name="Text Box 2">
            <a:extLst>
              <a:ext uri="{FF2B5EF4-FFF2-40B4-BE49-F238E27FC236}">
                <a16:creationId xmlns:a16="http://schemas.microsoft.com/office/drawing/2014/main" id="{AD4C8D40-8E8B-467C-93B0-34247E410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300038"/>
            <a:ext cx="8402637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例</a:t>
            </a:r>
            <a:r>
              <a:rPr lang="en-US" altLang="zh-CN" sz="2800">
                <a:solidFill>
                  <a:srgbClr val="FF0000"/>
                </a:solidFill>
              </a:rPr>
              <a:t>2. </a:t>
            </a:r>
            <a:r>
              <a:rPr lang="zh-CN" altLang="en-US" sz="2800"/>
              <a:t>设圆形平行板电容器均匀充放电，其极板的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        半径为</a:t>
            </a:r>
            <a:r>
              <a:rPr lang="en-US" altLang="zh-CN" sz="2800" i="1"/>
              <a:t>R</a:t>
            </a:r>
            <a:r>
              <a:rPr lang="zh-CN" altLang="en-US" sz="2800"/>
              <a:t>，内部充满</a:t>
            </a:r>
            <a:r>
              <a:rPr lang="zh-CN" altLang="en-US" sz="2800" i="1">
                <a:sym typeface="Symbol" panose="05050102010706020507" pitchFamily="18" charset="2"/>
              </a:rPr>
              <a:t></a:t>
            </a:r>
            <a:r>
              <a:rPr lang="zh-CN" altLang="en-US" sz="2800">
                <a:sym typeface="Symbol" panose="05050102010706020507" pitchFamily="18" charset="2"/>
              </a:rPr>
              <a:t>、</a:t>
            </a:r>
            <a:r>
              <a:rPr lang="zh-CN" altLang="en-US" sz="2800" i="1">
                <a:sym typeface="Symbol" panose="05050102010706020507" pitchFamily="18" charset="2"/>
              </a:rPr>
              <a:t></a:t>
            </a:r>
            <a:r>
              <a:rPr lang="zh-CN" altLang="en-US" sz="2800">
                <a:sym typeface="Symbol" panose="05050102010706020507" pitchFamily="18" charset="2"/>
              </a:rPr>
              <a:t>的</a:t>
            </a:r>
            <a:r>
              <a:rPr lang="zh-CN" altLang="en-US" sz="2800"/>
              <a:t>介质，且电场的</a:t>
            </a:r>
          </a:p>
          <a:p>
            <a:pPr eaLnBrk="1" hangingPunct="1">
              <a:spcBef>
                <a:spcPct val="35000"/>
              </a:spcBef>
              <a:buFontTx/>
              <a:buNone/>
            </a:pPr>
            <a:r>
              <a:rPr lang="zh-CN" altLang="en-US" sz="2800"/>
              <a:t>        变化率       ＝常数。</a:t>
            </a:r>
          </a:p>
          <a:p>
            <a:pPr eaLnBrk="1" hangingPunct="1">
              <a:spcBef>
                <a:spcPct val="35000"/>
              </a:spcBef>
              <a:buFontTx/>
              <a:buNone/>
            </a:pPr>
            <a:r>
              <a:rPr lang="zh-CN" altLang="en-US" sz="2800"/>
              <a:t> 求：两极板间任意点的 </a:t>
            </a: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en-US" altLang="zh-CN" sz="2800"/>
              <a:t> </a:t>
            </a:r>
            <a:r>
              <a:rPr lang="zh-CN" altLang="en-US" sz="2800"/>
              <a:t>和 </a:t>
            </a:r>
            <a:r>
              <a:rPr lang="en-US" altLang="zh-CN" sz="2800" i="1"/>
              <a:t>B</a:t>
            </a:r>
            <a:r>
              <a:rPr lang="zh-CN" altLang="en-US" sz="2800"/>
              <a:t>？</a:t>
            </a:r>
            <a:r>
              <a:rPr lang="en-US" altLang="zh-CN" sz="2800"/>
              <a:t>(</a:t>
            </a:r>
            <a:r>
              <a:rPr lang="zh-CN" altLang="en-US" sz="2800"/>
              <a:t>忽略边缘效应</a:t>
            </a:r>
            <a:r>
              <a:rPr lang="en-US" altLang="zh-CN" sz="2800"/>
              <a:t>)</a:t>
            </a:r>
          </a:p>
        </p:txBody>
      </p:sp>
      <p:sp>
        <p:nvSpPr>
          <p:cNvPr id="101379" name="Text Box 3">
            <a:extLst>
              <a:ext uri="{FF2B5EF4-FFF2-40B4-BE49-F238E27FC236}">
                <a16:creationId xmlns:a16="http://schemas.microsoft.com/office/drawing/2014/main" id="{9E549EA2-1154-4FB7-BC98-F834A21A1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60625"/>
            <a:ext cx="2027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解：</a:t>
            </a:r>
          </a:p>
        </p:txBody>
      </p:sp>
      <p:graphicFrame>
        <p:nvGraphicFramePr>
          <p:cNvPr id="101380" name="Object 4">
            <a:extLst>
              <a:ext uri="{FF2B5EF4-FFF2-40B4-BE49-F238E27FC236}">
                <a16:creationId xmlns:a16="http://schemas.microsoft.com/office/drawing/2014/main" id="{01D6FDB3-7893-4D84-9B9E-444EE844AA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7113" y="4024313"/>
          <a:ext cx="12827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Equation" r:id="rId4" imgW="1282700" imgH="723900" progId="Equation.DSMT4">
                  <p:embed/>
                </p:oleObj>
              </mc:Choice>
              <mc:Fallback>
                <p:oleObj name="Equation" r:id="rId4" imgW="1282700" imgH="723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4024313"/>
                        <a:ext cx="12827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1" name="Text Box 5">
            <a:extLst>
              <a:ext uri="{FF2B5EF4-FFF2-40B4-BE49-F238E27FC236}">
                <a16:creationId xmlns:a16="http://schemas.microsoft.com/office/drawing/2014/main" id="{FE02E54C-C12E-482E-8EFF-55699FC3E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949575"/>
            <a:ext cx="530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平行板之间的电场为</a:t>
            </a:r>
          </a:p>
        </p:txBody>
      </p:sp>
      <p:sp>
        <p:nvSpPr>
          <p:cNvPr id="101382" name="Text Box 6">
            <a:extLst>
              <a:ext uri="{FF2B5EF4-FFF2-40B4-BE49-F238E27FC236}">
                <a16:creationId xmlns:a16="http://schemas.microsoft.com/office/drawing/2014/main" id="{FA6CE3F4-DE6C-4D94-898A-E900FE545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3465513"/>
            <a:ext cx="1444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D</a:t>
            </a:r>
          </a:p>
        </p:txBody>
      </p:sp>
      <p:graphicFrame>
        <p:nvGraphicFramePr>
          <p:cNvPr id="101383" name="Object 7">
            <a:extLst>
              <a:ext uri="{FF2B5EF4-FFF2-40B4-BE49-F238E27FC236}">
                <a16:creationId xmlns:a16="http://schemas.microsoft.com/office/drawing/2014/main" id="{299272A6-C341-4FD7-88EA-23E2FBEB7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587750"/>
          <a:ext cx="7858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name="Equation" r:id="rId6" imgW="787058" imgH="304668" progId="Equation.DSMT4">
                  <p:embed/>
                </p:oleObj>
              </mc:Choice>
              <mc:Fallback>
                <p:oleObj name="Equation" r:id="rId6" imgW="787058" imgH="30466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87750"/>
                        <a:ext cx="7858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4" name="Object 8">
            <a:extLst>
              <a:ext uri="{FF2B5EF4-FFF2-40B4-BE49-F238E27FC236}">
                <a16:creationId xmlns:a16="http://schemas.microsoft.com/office/drawing/2014/main" id="{2375CB5E-4BB9-4E07-BE9E-95FF295955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022725"/>
          <a:ext cx="1054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9" name="Equation" r:id="rId8" imgW="1054100" imgH="723900" progId="Equation.DSMT4">
                  <p:embed/>
                </p:oleObj>
              </mc:Choice>
              <mc:Fallback>
                <p:oleObj name="Equation" r:id="rId8" imgW="1054100" imgH="723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022725"/>
                        <a:ext cx="1054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6" name="Text Box 10">
            <a:extLst>
              <a:ext uri="{FF2B5EF4-FFF2-40B4-BE49-F238E27FC236}">
                <a16:creationId xmlns:a16="http://schemas.microsoft.com/office/drawing/2014/main" id="{58A7F765-6F5A-4A45-BC2D-1B025EF8C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850" y="5489575"/>
            <a:ext cx="41211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ea typeface="楷体_GB2312" pitchFamily="49" charset="-122"/>
              </a:rPr>
              <a:t>j</a:t>
            </a:r>
            <a:r>
              <a:rPr lang="en-US" altLang="zh-CN" sz="2800" i="1" baseline="-25000">
                <a:ea typeface="楷体_GB2312" pitchFamily="49" charset="-122"/>
              </a:rPr>
              <a:t>D</a:t>
            </a:r>
            <a:r>
              <a:rPr lang="zh-CN" altLang="en-US" sz="2800">
                <a:ea typeface="楷体_GB2312" pitchFamily="49" charset="-122"/>
              </a:rPr>
              <a:t>均匀分布在横截面上，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与传导电流同向。</a:t>
            </a:r>
          </a:p>
        </p:txBody>
      </p:sp>
      <p:sp>
        <p:nvSpPr>
          <p:cNvPr id="101395" name="Text Box 19">
            <a:extLst>
              <a:ext uri="{FF2B5EF4-FFF2-40B4-BE49-F238E27FC236}">
                <a16:creationId xmlns:a16="http://schemas.microsoft.com/office/drawing/2014/main" id="{1C8EE393-6F31-434D-8440-2C4A16378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436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6</a:t>
            </a:r>
          </a:p>
        </p:txBody>
      </p:sp>
      <p:sp>
        <p:nvSpPr>
          <p:cNvPr id="101396" name="Text Box 20">
            <a:extLst>
              <a:ext uri="{FF2B5EF4-FFF2-40B4-BE49-F238E27FC236}">
                <a16:creationId xmlns:a16="http://schemas.microsoft.com/office/drawing/2014/main" id="{C3868772-D53D-497D-89D4-9D8C82C9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409733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  <p:sp>
        <p:nvSpPr>
          <p:cNvPr id="101397" name="Text Box 21">
            <a:extLst>
              <a:ext uri="{FF2B5EF4-FFF2-40B4-BE49-F238E27FC236}">
                <a16:creationId xmlns:a16="http://schemas.microsoft.com/office/drawing/2014/main" id="{4F24B308-D5C7-4661-BC81-C6C37263E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482850"/>
            <a:ext cx="7129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忽略边缘效应</a:t>
            </a:r>
            <a:r>
              <a:rPr lang="en-US" altLang="zh-CN" sz="2800"/>
              <a:t>, </a:t>
            </a:r>
            <a:r>
              <a:rPr lang="zh-CN" altLang="en-US" sz="2800"/>
              <a:t>两极板间为均匀电场</a:t>
            </a:r>
            <a:r>
              <a:rPr lang="en-US" altLang="zh-CN" sz="2800"/>
              <a:t>.</a:t>
            </a: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3EE5257F-33F0-495F-825D-C93DCEBC3210}"/>
              </a:ext>
            </a:extLst>
          </p:cNvPr>
          <p:cNvGrpSpPr>
            <a:grpSpLocks/>
          </p:cNvGrpSpPr>
          <p:nvPr/>
        </p:nvGrpSpPr>
        <p:grpSpPr bwMode="auto">
          <a:xfrm>
            <a:off x="5972175" y="3260725"/>
            <a:ext cx="1917700" cy="2190750"/>
            <a:chOff x="1582" y="1392"/>
            <a:chExt cx="1208" cy="1581"/>
          </a:xfrm>
        </p:grpSpPr>
        <p:sp>
          <p:nvSpPr>
            <p:cNvPr id="11293" name="AutoShape 26">
              <a:extLst>
                <a:ext uri="{FF2B5EF4-FFF2-40B4-BE49-F238E27FC236}">
                  <a16:creationId xmlns:a16="http://schemas.microsoft.com/office/drawing/2014/main" id="{3FBD6728-AA77-4F5D-85EA-B2A4135E4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637"/>
              <a:ext cx="47" cy="336"/>
            </a:xfrm>
            <a:prstGeom prst="can">
              <a:avLst>
                <a:gd name="adj" fmla="val 76752"/>
              </a:avLst>
            </a:prstGeom>
            <a:gradFill rotWithShape="1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1294" name="Group 27">
              <a:extLst>
                <a:ext uri="{FF2B5EF4-FFF2-40B4-BE49-F238E27FC236}">
                  <a16:creationId xmlns:a16="http://schemas.microsoft.com/office/drawing/2014/main" id="{36936A85-DA21-44B5-997A-7F8C5E9C14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8" y="1512"/>
              <a:ext cx="1202" cy="520"/>
              <a:chOff x="1588" y="1512"/>
              <a:chExt cx="1202" cy="520"/>
            </a:xfrm>
          </p:grpSpPr>
          <p:sp>
            <p:nvSpPr>
              <p:cNvPr id="11301" name="Oval 28">
                <a:extLst>
                  <a:ext uri="{FF2B5EF4-FFF2-40B4-BE49-F238E27FC236}">
                    <a16:creationId xmlns:a16="http://schemas.microsoft.com/office/drawing/2014/main" id="{7124D93D-62BA-4AB2-996C-8BBAD3A99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621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1302" name="Oval 29">
                <a:extLst>
                  <a:ext uri="{FF2B5EF4-FFF2-40B4-BE49-F238E27FC236}">
                    <a16:creationId xmlns:a16="http://schemas.microsoft.com/office/drawing/2014/main" id="{C49222F4-0A81-4503-8FCA-EF98F34252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550"/>
                <a:ext cx="1200" cy="412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1303" name="Line 30">
                <a:extLst>
                  <a:ext uri="{FF2B5EF4-FFF2-40B4-BE49-F238E27FC236}">
                    <a16:creationId xmlns:a16="http://schemas.microsoft.com/office/drawing/2014/main" id="{2E963430-98C5-4682-A4BB-759F27B5C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2" y="1592"/>
                <a:ext cx="461" cy="1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4" name="Text Box 31">
                <a:extLst>
                  <a:ext uri="{FF2B5EF4-FFF2-40B4-BE49-F238E27FC236}">
                    <a16:creationId xmlns:a16="http://schemas.microsoft.com/office/drawing/2014/main" id="{AA89E295-D7BF-43FF-85B3-39D6CA8433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512"/>
                <a:ext cx="26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R</a:t>
                </a:r>
              </a:p>
            </p:txBody>
          </p:sp>
          <p:sp>
            <p:nvSpPr>
              <p:cNvPr id="11305" name="Line 32">
                <a:extLst>
                  <a:ext uri="{FF2B5EF4-FFF2-40B4-BE49-F238E27FC236}">
                    <a16:creationId xmlns:a16="http://schemas.microsoft.com/office/drawing/2014/main" id="{A712DBF3-6552-4C6D-A477-097FA71D45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9" y="1763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6" name="Line 33">
                <a:extLst>
                  <a:ext uri="{FF2B5EF4-FFF2-40B4-BE49-F238E27FC236}">
                    <a16:creationId xmlns:a16="http://schemas.microsoft.com/office/drawing/2014/main" id="{C12153CB-E014-4D16-8CFF-5C3A7B4F6A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0" y="1757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95" name="AutoShape 34">
              <a:extLst>
                <a:ext uri="{FF2B5EF4-FFF2-40B4-BE49-F238E27FC236}">
                  <a16:creationId xmlns:a16="http://schemas.microsoft.com/office/drawing/2014/main" id="{78C88634-C4D3-450C-BCED-3BAD56D9C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1392"/>
              <a:ext cx="55" cy="336"/>
            </a:xfrm>
            <a:prstGeom prst="can">
              <a:avLst>
                <a:gd name="adj" fmla="val 65588"/>
              </a:avLst>
            </a:prstGeom>
            <a:gradFill rotWithShape="1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1296" name="Group 35">
              <a:extLst>
                <a:ext uri="{FF2B5EF4-FFF2-40B4-BE49-F238E27FC236}">
                  <a16:creationId xmlns:a16="http://schemas.microsoft.com/office/drawing/2014/main" id="{73F14396-57BE-49E0-A637-63AF181B4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2" y="2210"/>
              <a:ext cx="1200" cy="482"/>
              <a:chOff x="1554" y="2231"/>
              <a:chExt cx="1200" cy="482"/>
            </a:xfrm>
          </p:grpSpPr>
          <p:sp>
            <p:nvSpPr>
              <p:cNvPr id="11297" name="Oval 36">
                <a:extLst>
                  <a:ext uri="{FF2B5EF4-FFF2-40B4-BE49-F238E27FC236}">
                    <a16:creationId xmlns:a16="http://schemas.microsoft.com/office/drawing/2014/main" id="{D6411B26-5BBA-4448-A92C-606085921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302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1298" name="Oval 37" descr="再生纸">
                <a:extLst>
                  <a:ext uri="{FF2B5EF4-FFF2-40B4-BE49-F238E27FC236}">
                    <a16:creationId xmlns:a16="http://schemas.microsoft.com/office/drawing/2014/main" id="{90966416-54F1-465F-B95B-C44717A06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231"/>
                <a:ext cx="1200" cy="41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1299" name="Line 38">
                <a:extLst>
                  <a:ext uri="{FF2B5EF4-FFF2-40B4-BE49-F238E27FC236}">
                    <a16:creationId xmlns:a16="http://schemas.microsoft.com/office/drawing/2014/main" id="{955EA016-8BC2-44FB-8D9D-03A123B36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5" y="2444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0" name="Line 39">
                <a:extLst>
                  <a:ext uri="{FF2B5EF4-FFF2-40B4-BE49-F238E27FC236}">
                    <a16:creationId xmlns:a16="http://schemas.microsoft.com/office/drawing/2014/main" id="{F8A6FD64-443B-4935-8572-576E10C1A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9" y="2458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01435" name="Object 59">
            <a:extLst>
              <a:ext uri="{FF2B5EF4-FFF2-40B4-BE49-F238E27FC236}">
                <a16:creationId xmlns:a16="http://schemas.microsoft.com/office/drawing/2014/main" id="{10154260-9DD3-4B35-9857-008C60D1E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5563" y="1196975"/>
          <a:ext cx="53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name="Equation" r:id="rId10" imgW="533169" imgH="723586" progId="Equation.DSMT4">
                  <p:embed/>
                </p:oleObj>
              </mc:Choice>
              <mc:Fallback>
                <p:oleObj name="Equation" r:id="rId10" imgW="533169" imgH="723586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1196975"/>
                        <a:ext cx="533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36" name="Rectangle 60">
            <a:extLst>
              <a:ext uri="{FF2B5EF4-FFF2-40B4-BE49-F238E27FC236}">
                <a16:creationId xmlns:a16="http://schemas.microsoft.com/office/drawing/2014/main" id="{14190261-9CC5-4CED-A5DB-C9328407D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4832350"/>
            <a:ext cx="2459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充电</a:t>
            </a:r>
          </a:p>
        </p:txBody>
      </p:sp>
      <p:sp>
        <p:nvSpPr>
          <p:cNvPr id="101437" name="Rectangle 61">
            <a:extLst>
              <a:ext uri="{FF2B5EF4-FFF2-40B4-BE49-F238E27FC236}">
                <a16:creationId xmlns:a16="http://schemas.microsoft.com/office/drawing/2014/main" id="{D5B3307D-384D-4C6B-A1A3-8E08DCB80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7800" y="5843588"/>
            <a:ext cx="1847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放电</a:t>
            </a:r>
          </a:p>
        </p:txBody>
      </p:sp>
      <p:sp>
        <p:nvSpPr>
          <p:cNvPr id="101440" name="Text Box 64">
            <a:extLst>
              <a:ext uri="{FF2B5EF4-FFF2-40B4-BE49-F238E27FC236}">
                <a16:creationId xmlns:a16="http://schemas.microsoft.com/office/drawing/2014/main" id="{CE42A60C-E119-489F-B349-266CF170D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138" y="4845050"/>
            <a:ext cx="2919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zh-CN" altLang="en-US" sz="2800">
                <a:ea typeface="楷体_GB2312" pitchFamily="49" charset="-122"/>
              </a:rPr>
              <a:t>方向</a:t>
            </a:r>
          </a:p>
        </p:txBody>
      </p:sp>
      <p:sp>
        <p:nvSpPr>
          <p:cNvPr id="101441" name="Line 65">
            <a:extLst>
              <a:ext uri="{FF2B5EF4-FFF2-40B4-BE49-F238E27FC236}">
                <a16:creationId xmlns:a16="http://schemas.microsoft.com/office/drawing/2014/main" id="{EFBB0ED2-EC52-4C87-9E72-7C1E48EF6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5725" y="4811713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1447" name="Object 71">
            <a:extLst>
              <a:ext uri="{FF2B5EF4-FFF2-40B4-BE49-F238E27FC236}">
                <a16:creationId xmlns:a16="http://schemas.microsoft.com/office/drawing/2014/main" id="{AA6E57FD-3AE7-4CA2-A32A-40BA46A14E0F}"/>
              </a:ext>
            </a:extLst>
          </p:cNvPr>
          <p:cNvGraphicFramePr>
            <a:graphicFrameLocks/>
          </p:cNvGraphicFramePr>
          <p:nvPr/>
        </p:nvGraphicFramePr>
        <p:xfrm>
          <a:off x="1446213" y="4808538"/>
          <a:ext cx="11890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1" name="Equation" r:id="rId12" imgW="914400" imgH="635000" progId="Equation.DSMT4">
                  <p:embed/>
                </p:oleObj>
              </mc:Choice>
              <mc:Fallback>
                <p:oleObj name="Equation" r:id="rId12" imgW="914400" imgH="635000" progId="Equation.DSMT4">
                  <p:embed/>
                  <p:pic>
                    <p:nvPicPr>
                      <p:cNvPr id="0" name="Object 7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4808538"/>
                        <a:ext cx="11890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52" name="Line 76">
            <a:extLst>
              <a:ext uri="{FF2B5EF4-FFF2-40B4-BE49-F238E27FC236}">
                <a16:creationId xmlns:a16="http://schemas.microsoft.com/office/drawing/2014/main" id="{5D18DBAC-AF1B-47D9-A913-B43E449CA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6100" y="2952750"/>
            <a:ext cx="0" cy="3190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1454" name="Object 78">
            <a:extLst>
              <a:ext uri="{FF2B5EF4-FFF2-40B4-BE49-F238E27FC236}">
                <a16:creationId xmlns:a16="http://schemas.microsoft.com/office/drawing/2014/main" id="{24AF2CCF-AC26-4EFF-87C6-47A128D295F0}"/>
              </a:ext>
            </a:extLst>
          </p:cNvPr>
          <p:cNvGraphicFramePr>
            <a:graphicFrameLocks/>
          </p:cNvGraphicFramePr>
          <p:nvPr/>
        </p:nvGraphicFramePr>
        <p:xfrm>
          <a:off x="1489075" y="5765800"/>
          <a:ext cx="11890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Equation" r:id="rId14" imgW="914400" imgH="635000" progId="Equation.DSMT4">
                  <p:embed/>
                </p:oleObj>
              </mc:Choice>
              <mc:Fallback>
                <p:oleObj name="Equation" r:id="rId14" imgW="914400" imgH="635000" progId="Equation.DSMT4">
                  <p:embed/>
                  <p:pic>
                    <p:nvPicPr>
                      <p:cNvPr id="0" name="Object 7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5765800"/>
                        <a:ext cx="11890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55" name="Text Box 79">
            <a:extLst>
              <a:ext uri="{FF2B5EF4-FFF2-40B4-BE49-F238E27FC236}">
                <a16:creationId xmlns:a16="http://schemas.microsoft.com/office/drawing/2014/main" id="{E7909ED9-4FCE-4164-8F2E-6A969229F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5848350"/>
            <a:ext cx="2919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zh-CN" altLang="en-US" sz="2800">
                <a:ea typeface="楷体_GB2312" pitchFamily="49" charset="-122"/>
              </a:rPr>
              <a:t>方向</a:t>
            </a:r>
          </a:p>
        </p:txBody>
      </p:sp>
      <p:sp>
        <p:nvSpPr>
          <p:cNvPr id="101456" name="Line 80">
            <a:extLst>
              <a:ext uri="{FF2B5EF4-FFF2-40B4-BE49-F238E27FC236}">
                <a16:creationId xmlns:a16="http://schemas.microsoft.com/office/drawing/2014/main" id="{0872FCB5-E994-407B-99A7-536B63BD6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0013" y="5837238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457" name="Line 81">
            <a:extLst>
              <a:ext uri="{FF2B5EF4-FFF2-40B4-BE49-F238E27FC236}">
                <a16:creationId xmlns:a16="http://schemas.microsoft.com/office/drawing/2014/main" id="{61F83372-EC74-43C9-8699-CA1EBF0E6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1700" y="3844925"/>
            <a:ext cx="0" cy="9032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58" name="Line 82">
            <a:extLst>
              <a:ext uri="{FF2B5EF4-FFF2-40B4-BE49-F238E27FC236}">
                <a16:creationId xmlns:a16="http://schemas.microsoft.com/office/drawing/2014/main" id="{2DD7E9D9-19C8-4585-A7E8-7C3DD0079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7175" y="3913188"/>
            <a:ext cx="0" cy="9032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62" name="Arc 86">
            <a:extLst>
              <a:ext uri="{FF2B5EF4-FFF2-40B4-BE49-F238E27FC236}">
                <a16:creationId xmlns:a16="http://schemas.microsoft.com/office/drawing/2014/main" id="{9CCB0A39-CE40-4316-BF16-D6A939300C42}"/>
              </a:ext>
            </a:extLst>
          </p:cNvPr>
          <p:cNvSpPr>
            <a:spLocks/>
          </p:cNvSpPr>
          <p:nvPr/>
        </p:nvSpPr>
        <p:spPr bwMode="auto">
          <a:xfrm>
            <a:off x="5972175" y="4625975"/>
            <a:ext cx="1919288" cy="346075"/>
          </a:xfrm>
          <a:custGeom>
            <a:avLst/>
            <a:gdLst>
              <a:gd name="T0" fmla="*/ 2147483646 w 43200"/>
              <a:gd name="T1" fmla="*/ 0 h 24157"/>
              <a:gd name="T2" fmla="*/ 2147483646 w 43200"/>
              <a:gd name="T3" fmla="*/ 2147483646 h 24157"/>
              <a:gd name="T4" fmla="*/ 2147483646 w 43200"/>
              <a:gd name="T5" fmla="*/ 2147483646 h 24157"/>
              <a:gd name="T6" fmla="*/ 0 60000 65536"/>
              <a:gd name="T7" fmla="*/ 0 60000 65536"/>
              <a:gd name="T8" fmla="*/ 0 60000 65536"/>
              <a:gd name="T9" fmla="*/ 0 w 43200"/>
              <a:gd name="T10" fmla="*/ 0 h 24157"/>
              <a:gd name="T11" fmla="*/ 43200 w 43200"/>
              <a:gd name="T12" fmla="*/ 24157 h 241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57" fill="none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</a:path>
              <a:path w="43200" h="24157" stroke="0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  <a:lnTo>
                  <a:pt x="21600" y="2557"/>
                </a:lnTo>
                <a:lnTo>
                  <a:pt x="43048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464" name="AutoShape 88">
            <a:extLst>
              <a:ext uri="{FF2B5EF4-FFF2-40B4-BE49-F238E27FC236}">
                <a16:creationId xmlns:a16="http://schemas.microsoft.com/office/drawing/2014/main" id="{7273339D-7958-4CF0-A244-A3FE0E316EE8}"/>
              </a:ext>
            </a:extLst>
          </p:cNvPr>
          <p:cNvSpPr>
            <a:spLocks/>
          </p:cNvSpPr>
          <p:nvPr/>
        </p:nvSpPr>
        <p:spPr bwMode="auto">
          <a:xfrm>
            <a:off x="4792663" y="5167313"/>
            <a:ext cx="220662" cy="979487"/>
          </a:xfrm>
          <a:prstGeom prst="rightBrace">
            <a:avLst>
              <a:gd name="adj1" fmla="val 36990"/>
              <a:gd name="adj2" fmla="val 65801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"/>
                                        <p:tgtEl>
                                          <p:spTgt spid="10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75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75"/>
                                        <p:tgtEl>
                                          <p:spTgt spid="10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5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1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1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0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500"/>
                                        <p:tgtEl>
                                          <p:spTgt spid="10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0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1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1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0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0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0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75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61" grpId="0" animBg="1"/>
      <p:bldP spid="101378" grpId="0" autoUpdateAnimBg="0"/>
      <p:bldP spid="101379" grpId="0" autoUpdateAnimBg="0"/>
      <p:bldP spid="101381" grpId="0" autoUpdateAnimBg="0"/>
      <p:bldP spid="101382" grpId="0" autoUpdateAnimBg="0"/>
      <p:bldP spid="101386" grpId="0" autoUpdateAnimBg="0"/>
      <p:bldP spid="101395" grpId="0" autoUpdateAnimBg="0"/>
      <p:bldP spid="101396" grpId="0" autoUpdateAnimBg="0"/>
      <p:bldP spid="101397" grpId="0"/>
      <p:bldP spid="101436" grpId="0" autoUpdateAnimBg="0"/>
      <p:bldP spid="101437" grpId="0" autoUpdateAnimBg="0"/>
      <p:bldP spid="101440" grpId="0"/>
      <p:bldP spid="101455" grpId="0"/>
      <p:bldP spid="1014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37" name="Rectangle 85" descr="再生纸">
            <a:extLst>
              <a:ext uri="{FF2B5EF4-FFF2-40B4-BE49-F238E27FC236}">
                <a16:creationId xmlns:a16="http://schemas.microsoft.com/office/drawing/2014/main" id="{48C2F316-45FD-4568-AF31-F5F5B1ADD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575" y="2203450"/>
            <a:ext cx="1895475" cy="98107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0354" name="Text Box 2">
            <a:extLst>
              <a:ext uri="{FF2B5EF4-FFF2-40B4-BE49-F238E27FC236}">
                <a16:creationId xmlns:a16="http://schemas.microsoft.com/office/drawing/2014/main" id="{B44DFDF4-6E19-4038-ACCB-6DB9EC027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51000"/>
            <a:ext cx="6084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        </a:t>
            </a:r>
            <a:r>
              <a:rPr lang="zh-CN" altLang="en-US" sz="2800"/>
              <a:t>根据电场的柱对称</a:t>
            </a:r>
            <a:r>
              <a:rPr lang="en-US" altLang="zh-CN" sz="2800"/>
              <a:t>, </a:t>
            </a:r>
            <a:r>
              <a:rPr lang="zh-CN" altLang="en-US" sz="2800"/>
              <a:t>在极板间取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半径为</a:t>
            </a:r>
            <a:r>
              <a:rPr lang="en-US" altLang="zh-CN" sz="2800" i="1"/>
              <a:t>r</a:t>
            </a:r>
            <a:r>
              <a:rPr lang="zh-CN" altLang="en-US" sz="2800"/>
              <a:t>的同心圆环为积分回路：</a:t>
            </a:r>
          </a:p>
        </p:txBody>
      </p:sp>
      <p:sp>
        <p:nvSpPr>
          <p:cNvPr id="100355" name="Oval 3">
            <a:extLst>
              <a:ext uri="{FF2B5EF4-FFF2-40B4-BE49-F238E27FC236}">
                <a16:creationId xmlns:a16="http://schemas.microsoft.com/office/drawing/2014/main" id="{12DE6E61-7B0F-4FF2-A29C-8F6C3D2FD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4265613"/>
            <a:ext cx="1828800" cy="182880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0356" name="Oval 4">
            <a:extLst>
              <a:ext uri="{FF2B5EF4-FFF2-40B4-BE49-F238E27FC236}">
                <a16:creationId xmlns:a16="http://schemas.microsoft.com/office/drawing/2014/main" id="{9735B3F3-136C-4BB6-B661-CA6D96F23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363" y="4646613"/>
            <a:ext cx="1066800" cy="1066800"/>
          </a:xfrm>
          <a:prstGeom prst="ellipse">
            <a:avLst/>
          </a:prstGeom>
          <a:noFill/>
          <a:ln w="38100">
            <a:solidFill>
              <a:srgbClr val="66003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0357" name="Line 5">
            <a:extLst>
              <a:ext uri="{FF2B5EF4-FFF2-40B4-BE49-F238E27FC236}">
                <a16:creationId xmlns:a16="http://schemas.microsoft.com/office/drawing/2014/main" id="{090D7116-B02C-4193-8AE9-4867288D24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0763" y="4799013"/>
            <a:ext cx="381000" cy="381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0358" name="Object 6">
            <a:extLst>
              <a:ext uri="{FF2B5EF4-FFF2-40B4-BE49-F238E27FC236}">
                <a16:creationId xmlns:a16="http://schemas.microsoft.com/office/drawing/2014/main" id="{351D6F98-2D71-4649-9FBB-6A6DD58AC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0" y="4799013"/>
          <a:ext cx="201613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6" name="公式" r:id="rId4" imgW="203112" imgH="228501" progId="Equation.3">
                  <p:embed/>
                </p:oleObj>
              </mc:Choice>
              <mc:Fallback>
                <p:oleObj name="公式" r:id="rId4" imgW="203112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4799013"/>
                        <a:ext cx="201613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9" name="Text Box 7">
            <a:extLst>
              <a:ext uri="{FF2B5EF4-FFF2-40B4-BE49-F238E27FC236}">
                <a16:creationId xmlns:a16="http://schemas.microsoft.com/office/drawing/2014/main" id="{F9EE9164-4290-4AE6-9591-100DA48E8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549525"/>
            <a:ext cx="3230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r</a:t>
            </a:r>
            <a:r>
              <a:rPr lang="en-US" altLang="zh-CN" sz="2800"/>
              <a:t> </a:t>
            </a:r>
            <a:r>
              <a:rPr lang="en-US" altLang="zh-CN" sz="2800">
                <a:sym typeface="Symbol" panose="05050102010706020507" pitchFamily="18" charset="2"/>
              </a:rPr>
              <a:t></a:t>
            </a:r>
            <a:r>
              <a:rPr lang="en-US" altLang="zh-CN" sz="2800"/>
              <a:t> </a:t>
            </a:r>
            <a:r>
              <a:rPr lang="en-US" altLang="zh-CN" sz="2800" i="1"/>
              <a:t>R</a:t>
            </a:r>
            <a:r>
              <a:rPr lang="zh-CN" altLang="en-US" sz="2800"/>
              <a:t>时</a:t>
            </a:r>
          </a:p>
        </p:txBody>
      </p:sp>
      <p:graphicFrame>
        <p:nvGraphicFramePr>
          <p:cNvPr id="100360" name="Object 8">
            <a:extLst>
              <a:ext uri="{FF2B5EF4-FFF2-40B4-BE49-F238E27FC236}">
                <a16:creationId xmlns:a16="http://schemas.microsoft.com/office/drawing/2014/main" id="{9B214D30-69C3-4229-B1B4-3BECECB53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3988" y="2916238"/>
          <a:ext cx="20796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7" name="Equation" r:id="rId6" imgW="2438400" imgH="571500" progId="Equation.DSMT4">
                  <p:embed/>
                </p:oleObj>
              </mc:Choice>
              <mc:Fallback>
                <p:oleObj name="Equation" r:id="rId6" imgW="2438400" imgH="571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2916238"/>
                        <a:ext cx="20796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1" name="Object 9">
            <a:extLst>
              <a:ext uri="{FF2B5EF4-FFF2-40B4-BE49-F238E27FC236}">
                <a16:creationId xmlns:a16="http://schemas.microsoft.com/office/drawing/2014/main" id="{BC7C1C3F-260B-4962-BEA9-8742DAFAA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5288" y="3527425"/>
          <a:ext cx="10128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8" name="Equation" r:id="rId8" imgW="1193800" imgH="571500" progId="Equation.DSMT4">
                  <p:embed/>
                </p:oleObj>
              </mc:Choice>
              <mc:Fallback>
                <p:oleObj name="Equation" r:id="rId8" imgW="1193800" imgH="571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3527425"/>
                        <a:ext cx="10128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2" name="Line 10">
            <a:extLst>
              <a:ext uri="{FF2B5EF4-FFF2-40B4-BE49-F238E27FC236}">
                <a16:creationId xmlns:a16="http://schemas.microsoft.com/office/drawing/2014/main" id="{58113353-8638-475A-8FCF-4BA42D495F5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54163" y="3536950"/>
            <a:ext cx="3048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3" name="Text Box 11">
            <a:extLst>
              <a:ext uri="{FF2B5EF4-FFF2-40B4-BE49-F238E27FC236}">
                <a16:creationId xmlns:a16="http://schemas.microsoft.com/office/drawing/2014/main" id="{8359322F-C9D4-4E58-94AC-685059EF8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3152775"/>
            <a:ext cx="333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</a:p>
        </p:txBody>
      </p:sp>
      <p:graphicFrame>
        <p:nvGraphicFramePr>
          <p:cNvPr id="100364" name="Object 12">
            <a:extLst>
              <a:ext uri="{FF2B5EF4-FFF2-40B4-BE49-F238E27FC236}">
                <a16:creationId xmlns:a16="http://schemas.microsoft.com/office/drawing/2014/main" id="{F1B7F869-EB7A-4A4C-8C02-3B936196B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6525" y="3465513"/>
          <a:ext cx="12001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9" name="公式" r:id="rId10" imgW="647700" imgH="241300" progId="Equation.3">
                  <p:embed/>
                </p:oleObj>
              </mc:Choice>
              <mc:Fallback>
                <p:oleObj name="公式" r:id="rId10" imgW="6477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3465513"/>
                        <a:ext cx="120015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5" name="AutoShape 13">
            <a:extLst>
              <a:ext uri="{FF2B5EF4-FFF2-40B4-BE49-F238E27FC236}">
                <a16:creationId xmlns:a16="http://schemas.microsoft.com/office/drawing/2014/main" id="{16CB5BF4-D456-40F0-BC40-4AA7F9EEBDE0}"/>
              </a:ext>
            </a:extLst>
          </p:cNvPr>
          <p:cNvSpPr>
            <a:spLocks/>
          </p:cNvSpPr>
          <p:nvPr/>
        </p:nvSpPr>
        <p:spPr bwMode="auto">
          <a:xfrm>
            <a:off x="5040313" y="3148013"/>
            <a:ext cx="195262" cy="714375"/>
          </a:xfrm>
          <a:prstGeom prst="rightBrace">
            <a:avLst>
              <a:gd name="adj1" fmla="val 3048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100366" name="Object 14">
            <a:extLst>
              <a:ext uri="{FF2B5EF4-FFF2-40B4-BE49-F238E27FC236}">
                <a16:creationId xmlns:a16="http://schemas.microsoft.com/office/drawing/2014/main" id="{04C37E4A-9965-479A-99A5-5433DF261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9225" y="3160713"/>
          <a:ext cx="11795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0" name="Equation" r:id="rId12" imgW="1282700" imgH="698500" progId="Equation.DSMT4">
                  <p:embed/>
                </p:oleObj>
              </mc:Choice>
              <mc:Fallback>
                <p:oleObj name="Equation" r:id="rId12" imgW="1282700" imgH="6985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9225" y="3160713"/>
                        <a:ext cx="11795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7" name="Object 15">
            <a:extLst>
              <a:ext uri="{FF2B5EF4-FFF2-40B4-BE49-F238E27FC236}">
                <a16:creationId xmlns:a16="http://schemas.microsoft.com/office/drawing/2014/main" id="{9AEECD6D-ADB0-4E02-93E0-D2372536DB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3475" y="4316413"/>
          <a:ext cx="11652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1" name="Equation" r:id="rId14" imgW="1054100" imgH="330200" progId="Equation.DSMT4">
                  <p:embed/>
                </p:oleObj>
              </mc:Choice>
              <mc:Fallback>
                <p:oleObj name="Equation" r:id="rId14" imgW="1054100" imgH="330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4316413"/>
                        <a:ext cx="11652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Object 16">
            <a:extLst>
              <a:ext uri="{FF2B5EF4-FFF2-40B4-BE49-F238E27FC236}">
                <a16:creationId xmlns:a16="http://schemas.microsoft.com/office/drawing/2014/main" id="{962FE59F-B1D9-4BDF-B279-C758EB528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7588" y="4133850"/>
          <a:ext cx="15843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2" name="Equation" r:id="rId16" imgW="1485900" imgH="711200" progId="Equation.DSMT4">
                  <p:embed/>
                </p:oleObj>
              </mc:Choice>
              <mc:Fallback>
                <p:oleObj name="Equation" r:id="rId16" imgW="1485900" imgH="711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588" y="4133850"/>
                        <a:ext cx="158432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9" name="Text Box 17">
            <a:extLst>
              <a:ext uri="{FF2B5EF4-FFF2-40B4-BE49-F238E27FC236}">
                <a16:creationId xmlns:a16="http://schemas.microsoft.com/office/drawing/2014/main" id="{8C8BB6B9-D52E-46C6-A189-C85A9BE8B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718050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r</a:t>
            </a:r>
            <a:r>
              <a:rPr lang="en-US" altLang="zh-CN" sz="2800"/>
              <a:t> </a:t>
            </a:r>
            <a:r>
              <a:rPr lang="en-US" altLang="zh-CN" sz="2800">
                <a:sym typeface="Symbol" panose="05050102010706020507" pitchFamily="18" charset="2"/>
              </a:rPr>
              <a:t></a:t>
            </a:r>
            <a:r>
              <a:rPr lang="en-US" altLang="zh-CN" sz="2800"/>
              <a:t> </a:t>
            </a:r>
            <a:r>
              <a:rPr lang="en-US" altLang="zh-CN" sz="2800" i="1"/>
              <a:t>R</a:t>
            </a:r>
            <a:r>
              <a:rPr lang="zh-CN" altLang="en-US" sz="2800"/>
              <a:t>时</a:t>
            </a:r>
          </a:p>
        </p:txBody>
      </p:sp>
      <p:graphicFrame>
        <p:nvGraphicFramePr>
          <p:cNvPr id="100370" name="Object 18">
            <a:extLst>
              <a:ext uri="{FF2B5EF4-FFF2-40B4-BE49-F238E27FC236}">
                <a16:creationId xmlns:a16="http://schemas.microsoft.com/office/drawing/2014/main" id="{BFCF1748-6F0F-42D2-877D-726144373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0588" y="5316538"/>
          <a:ext cx="11430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3" name="Equation" r:id="rId18" imgW="1257300" imgH="571500" progId="Equation.DSMT4">
                  <p:embed/>
                </p:oleObj>
              </mc:Choice>
              <mc:Fallback>
                <p:oleObj name="Equation" r:id="rId18" imgW="1257300" imgH="5715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8" y="5316538"/>
                        <a:ext cx="11430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1" name="Line 19">
            <a:extLst>
              <a:ext uri="{FF2B5EF4-FFF2-40B4-BE49-F238E27FC236}">
                <a16:creationId xmlns:a16="http://schemas.microsoft.com/office/drawing/2014/main" id="{ECABD04D-99E9-45EB-A4A3-E045A425A7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4688" y="5353050"/>
            <a:ext cx="431800" cy="4270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0372" name="Object 20">
            <a:extLst>
              <a:ext uri="{FF2B5EF4-FFF2-40B4-BE49-F238E27FC236}">
                <a16:creationId xmlns:a16="http://schemas.microsoft.com/office/drawing/2014/main" id="{4FA79BF1-A7A6-4093-9C35-C61118940F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5663" y="5283200"/>
          <a:ext cx="132873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Equation" r:id="rId20" imgW="1397000" imgH="482600" progId="Equation.DSMT4">
                  <p:embed/>
                </p:oleObj>
              </mc:Choice>
              <mc:Fallback>
                <p:oleObj name="Equation" r:id="rId20" imgW="1397000" imgH="482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5663" y="5283200"/>
                        <a:ext cx="132873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3" name="Oval 21">
            <a:extLst>
              <a:ext uri="{FF2B5EF4-FFF2-40B4-BE49-F238E27FC236}">
                <a16:creationId xmlns:a16="http://schemas.microsoft.com/office/drawing/2014/main" id="{D9923D54-3EA0-454D-BBA0-F0E370B28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037013"/>
            <a:ext cx="2286000" cy="228600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0374" name="Text Box 22">
            <a:extLst>
              <a:ext uri="{FF2B5EF4-FFF2-40B4-BE49-F238E27FC236}">
                <a16:creationId xmlns:a16="http://schemas.microsoft.com/office/drawing/2014/main" id="{69621E42-36F8-4465-B0F0-E810BCD69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013325"/>
            <a:ext cx="722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</a:p>
        </p:txBody>
      </p:sp>
      <p:graphicFrame>
        <p:nvGraphicFramePr>
          <p:cNvPr id="100375" name="Object 23">
            <a:extLst>
              <a:ext uri="{FF2B5EF4-FFF2-40B4-BE49-F238E27FC236}">
                <a16:creationId xmlns:a16="http://schemas.microsoft.com/office/drawing/2014/main" id="{8946DB0D-20C5-4D7B-9FC4-CB60CBDED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3400" y="5942013"/>
          <a:ext cx="1612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Equation" r:id="rId22" imgW="1612900" imgH="736600" progId="Equation.DSMT4">
                  <p:embed/>
                </p:oleObj>
              </mc:Choice>
              <mc:Fallback>
                <p:oleObj name="Equation" r:id="rId22" imgW="1612900" imgH="736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5942013"/>
                        <a:ext cx="1612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6" name="Object 24">
            <a:extLst>
              <a:ext uri="{FF2B5EF4-FFF2-40B4-BE49-F238E27FC236}">
                <a16:creationId xmlns:a16="http://schemas.microsoft.com/office/drawing/2014/main" id="{13ABF90D-68F4-4CD1-86CF-B3DB7F55FC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6663" y="5862638"/>
          <a:ext cx="22431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Equation" r:id="rId24" imgW="2044700" imgH="889000" progId="Equation.DSMT4">
                  <p:embed/>
                </p:oleObj>
              </mc:Choice>
              <mc:Fallback>
                <p:oleObj name="Equation" r:id="rId24" imgW="2044700" imgH="889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5862638"/>
                        <a:ext cx="224313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5" name="Text Box 33">
            <a:extLst>
              <a:ext uri="{FF2B5EF4-FFF2-40B4-BE49-F238E27FC236}">
                <a16:creationId xmlns:a16="http://schemas.microsoft.com/office/drawing/2014/main" id="{C2BB0E85-7692-43C8-99A6-782855C09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436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7</a:t>
            </a:r>
          </a:p>
        </p:txBody>
      </p:sp>
      <p:graphicFrame>
        <p:nvGraphicFramePr>
          <p:cNvPr id="100386" name="Object 34">
            <a:extLst>
              <a:ext uri="{FF2B5EF4-FFF2-40B4-BE49-F238E27FC236}">
                <a16:creationId xmlns:a16="http://schemas.microsoft.com/office/drawing/2014/main" id="{CDE7A08C-2FF8-46DE-9603-7BCCD83637EE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1071563" y="3584575"/>
          <a:ext cx="1879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7" name="Equation" r:id="rId26" imgW="1879600" imgH="673100" progId="Equation.DSMT4">
                  <p:embed/>
                </p:oleObj>
              </mc:Choice>
              <mc:Fallback>
                <p:oleObj name="Equation" r:id="rId26" imgW="18796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584575"/>
                        <a:ext cx="1879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87" name="Object 35">
            <a:extLst>
              <a:ext uri="{FF2B5EF4-FFF2-40B4-BE49-F238E27FC236}">
                <a16:creationId xmlns:a16="http://schemas.microsoft.com/office/drawing/2014/main" id="{0CBC9644-299C-455F-BB36-2982A86C7D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4325" y="5353050"/>
          <a:ext cx="182721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8" name="Equation" r:id="rId28" imgW="1916868" imgH="672808" progId="Equation.DSMT4">
                  <p:embed/>
                </p:oleObj>
              </mc:Choice>
              <mc:Fallback>
                <p:oleObj name="Equation" r:id="rId28" imgW="1916868" imgH="67280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353050"/>
                        <a:ext cx="182721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8" name="Oval 36">
            <a:extLst>
              <a:ext uri="{FF2B5EF4-FFF2-40B4-BE49-F238E27FC236}">
                <a16:creationId xmlns:a16="http://schemas.microsoft.com/office/drawing/2014/main" id="{3B91A54F-FE61-4BF7-80D7-735A3E349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31035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" name="Group 84">
            <a:extLst>
              <a:ext uri="{FF2B5EF4-FFF2-40B4-BE49-F238E27FC236}">
                <a16:creationId xmlns:a16="http://schemas.microsoft.com/office/drawing/2014/main" id="{6BBBB099-000B-4DBA-9635-4FED39725EEE}"/>
              </a:ext>
            </a:extLst>
          </p:cNvPr>
          <p:cNvGrpSpPr>
            <a:grpSpLocks/>
          </p:cNvGrpSpPr>
          <p:nvPr/>
        </p:nvGrpSpPr>
        <p:grpSpPr bwMode="auto">
          <a:xfrm>
            <a:off x="658813" y="344488"/>
            <a:ext cx="2554287" cy="790575"/>
            <a:chOff x="415" y="203"/>
            <a:chExt cx="1609" cy="498"/>
          </a:xfrm>
        </p:grpSpPr>
        <p:sp>
          <p:nvSpPr>
            <p:cNvPr id="12363" name="Rectangle 40">
              <a:extLst>
                <a:ext uri="{FF2B5EF4-FFF2-40B4-BE49-F238E27FC236}">
                  <a16:creationId xmlns:a16="http://schemas.microsoft.com/office/drawing/2014/main" id="{8619324D-5E0D-4518-9DD4-B299065BC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225"/>
              <a:ext cx="1185" cy="47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2364" name="Object 38">
              <a:extLst>
                <a:ext uri="{FF2B5EF4-FFF2-40B4-BE49-F238E27FC236}">
                  <a16:creationId xmlns:a16="http://schemas.microsoft.com/office/drawing/2014/main" id="{39DFC69F-85FF-482F-A7ED-4D008DBA07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8" y="210"/>
            <a:ext cx="994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9" name="Equation" r:id="rId30" imgW="1511300" imgH="723900" progId="Equation.DSMT4">
                    <p:embed/>
                  </p:oleObj>
                </mc:Choice>
                <mc:Fallback>
                  <p:oleObj name="Equation" r:id="rId30" imgW="1511300" imgH="7239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" y="210"/>
                          <a:ext cx="994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65" name="Object 39">
              <a:extLst>
                <a:ext uri="{FF2B5EF4-FFF2-40B4-BE49-F238E27FC236}">
                  <a16:creationId xmlns:a16="http://schemas.microsoft.com/office/drawing/2014/main" id="{A12D24BE-E0C6-49BC-915E-BD72C95F7B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" y="203"/>
            <a:ext cx="435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80" name="剪辑" r:id="rId32" imgW="3152722" imgH="2905200" progId="MS_ClipArt_Gallery.2">
                    <p:embed/>
                  </p:oleObj>
                </mc:Choice>
                <mc:Fallback>
                  <p:oleObj name="剪辑" r:id="rId32" imgW="3152722" imgH="2905200" progId="MS_ClipArt_Gallery.2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" y="203"/>
                          <a:ext cx="435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0393" name="Text Box 41">
            <a:extLst>
              <a:ext uri="{FF2B5EF4-FFF2-40B4-BE49-F238E27FC236}">
                <a16:creationId xmlns:a16="http://schemas.microsoft.com/office/drawing/2014/main" id="{85145295-3EBD-4F30-AF5A-9397BBEC6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46175"/>
            <a:ext cx="810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可见</a:t>
            </a:r>
            <a:r>
              <a:rPr lang="en-US" altLang="zh-CN" sz="2800"/>
              <a:t>:</a:t>
            </a:r>
            <a:r>
              <a:rPr lang="zh-CN" altLang="en-US" sz="2800"/>
              <a:t>位移电流均匀分布在极板间的横截面上</a:t>
            </a:r>
          </a:p>
        </p:txBody>
      </p:sp>
      <p:grpSp>
        <p:nvGrpSpPr>
          <p:cNvPr id="3" name="Group 42">
            <a:extLst>
              <a:ext uri="{FF2B5EF4-FFF2-40B4-BE49-F238E27FC236}">
                <a16:creationId xmlns:a16="http://schemas.microsoft.com/office/drawing/2014/main" id="{7185CFBA-482A-4545-9AD3-9EC1A8349F0C}"/>
              </a:ext>
            </a:extLst>
          </p:cNvPr>
          <p:cNvGrpSpPr>
            <a:grpSpLocks/>
          </p:cNvGrpSpPr>
          <p:nvPr/>
        </p:nvGrpSpPr>
        <p:grpSpPr bwMode="auto">
          <a:xfrm>
            <a:off x="4608513" y="368300"/>
            <a:ext cx="3887787" cy="747713"/>
            <a:chOff x="2903" y="232"/>
            <a:chExt cx="2449" cy="471"/>
          </a:xfrm>
        </p:grpSpPr>
        <p:graphicFrame>
          <p:nvGraphicFramePr>
            <p:cNvPr id="12359" name="Object 43">
              <a:extLst>
                <a:ext uri="{FF2B5EF4-FFF2-40B4-BE49-F238E27FC236}">
                  <a16:creationId xmlns:a16="http://schemas.microsoft.com/office/drawing/2014/main" id="{97BB9645-4B14-4397-BA3A-32A8DC8E47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36" y="255"/>
            <a:ext cx="1784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81" name="Equation" r:id="rId34" imgW="2882900" imgH="723900" progId="Equation.DSMT4">
                    <p:embed/>
                  </p:oleObj>
                </mc:Choice>
                <mc:Fallback>
                  <p:oleObj name="Equation" r:id="rId34" imgW="2882900" imgH="72390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6" y="255"/>
                          <a:ext cx="1784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60" name="Oval 44">
              <a:extLst>
                <a:ext uri="{FF2B5EF4-FFF2-40B4-BE49-F238E27FC236}">
                  <a16:creationId xmlns:a16="http://schemas.microsoft.com/office/drawing/2014/main" id="{AF17754C-EBAF-4ED5-B00F-EB5283C48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361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2361" name="Object 45">
              <a:extLst>
                <a:ext uri="{FF2B5EF4-FFF2-40B4-BE49-F238E27FC236}">
                  <a16:creationId xmlns:a16="http://schemas.microsoft.com/office/drawing/2014/main" id="{2B66FF55-1422-471F-A59A-9FFEADE9BC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3" y="300"/>
            <a:ext cx="40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82" name="位图图像" r:id="rId36" imgW="743054" imgH="657317" progId="Paint.Picture">
                    <p:embed/>
                  </p:oleObj>
                </mc:Choice>
                <mc:Fallback>
                  <p:oleObj name="位图图像" r:id="rId36" imgW="743054" imgH="657317" progId="Paint.Picture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3" y="300"/>
                          <a:ext cx="409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62" name="Rectangle 46">
              <a:extLst>
                <a:ext uri="{FF2B5EF4-FFF2-40B4-BE49-F238E27FC236}">
                  <a16:creationId xmlns:a16="http://schemas.microsoft.com/office/drawing/2014/main" id="{7CC865EB-D96C-4325-893B-394FD9877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232"/>
              <a:ext cx="2064" cy="459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4" name="Group 47">
            <a:extLst>
              <a:ext uri="{FF2B5EF4-FFF2-40B4-BE49-F238E27FC236}">
                <a16:creationId xmlns:a16="http://schemas.microsoft.com/office/drawing/2014/main" id="{53F2D5E6-3AC4-455A-BE3C-53657E8EF8E9}"/>
              </a:ext>
            </a:extLst>
          </p:cNvPr>
          <p:cNvGrpSpPr>
            <a:grpSpLocks/>
          </p:cNvGrpSpPr>
          <p:nvPr/>
        </p:nvGrpSpPr>
        <p:grpSpPr bwMode="auto">
          <a:xfrm>
            <a:off x="6381750" y="1663700"/>
            <a:ext cx="1917700" cy="2190750"/>
            <a:chOff x="1582" y="1392"/>
            <a:chExt cx="1208" cy="1581"/>
          </a:xfrm>
        </p:grpSpPr>
        <p:sp>
          <p:nvSpPr>
            <p:cNvPr id="12345" name="AutoShape 48">
              <a:extLst>
                <a:ext uri="{FF2B5EF4-FFF2-40B4-BE49-F238E27FC236}">
                  <a16:creationId xmlns:a16="http://schemas.microsoft.com/office/drawing/2014/main" id="{760BB3CA-F9C5-4A3C-9DDA-DBF2B5029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637"/>
              <a:ext cx="47" cy="336"/>
            </a:xfrm>
            <a:prstGeom prst="can">
              <a:avLst>
                <a:gd name="adj" fmla="val 76752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2346" name="Group 49">
              <a:extLst>
                <a:ext uri="{FF2B5EF4-FFF2-40B4-BE49-F238E27FC236}">
                  <a16:creationId xmlns:a16="http://schemas.microsoft.com/office/drawing/2014/main" id="{1CE1E5BB-0454-42D0-8CA3-90790659A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8" y="1512"/>
              <a:ext cx="1202" cy="520"/>
              <a:chOff x="1588" y="1512"/>
              <a:chExt cx="1202" cy="520"/>
            </a:xfrm>
          </p:grpSpPr>
          <p:sp>
            <p:nvSpPr>
              <p:cNvPr id="12353" name="Oval 50">
                <a:extLst>
                  <a:ext uri="{FF2B5EF4-FFF2-40B4-BE49-F238E27FC236}">
                    <a16:creationId xmlns:a16="http://schemas.microsoft.com/office/drawing/2014/main" id="{84F5E29C-DE34-4486-8304-2B2CC5745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621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2354" name="Oval 51">
                <a:extLst>
                  <a:ext uri="{FF2B5EF4-FFF2-40B4-BE49-F238E27FC236}">
                    <a16:creationId xmlns:a16="http://schemas.microsoft.com/office/drawing/2014/main" id="{07B5F7E1-AADD-41D4-8DD5-437E63C63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550"/>
                <a:ext cx="1200" cy="412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2355" name="Line 52">
                <a:extLst>
                  <a:ext uri="{FF2B5EF4-FFF2-40B4-BE49-F238E27FC236}">
                    <a16:creationId xmlns:a16="http://schemas.microsoft.com/office/drawing/2014/main" id="{43DDE74B-B805-4565-B561-160062C74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2" y="1592"/>
                <a:ext cx="461" cy="1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6" name="Text Box 53">
                <a:extLst>
                  <a:ext uri="{FF2B5EF4-FFF2-40B4-BE49-F238E27FC236}">
                    <a16:creationId xmlns:a16="http://schemas.microsoft.com/office/drawing/2014/main" id="{F0D8A5CC-44A9-4FA3-80F6-B871E71883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512"/>
                <a:ext cx="26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R</a:t>
                </a:r>
              </a:p>
            </p:txBody>
          </p:sp>
          <p:sp>
            <p:nvSpPr>
              <p:cNvPr id="12357" name="Line 54">
                <a:extLst>
                  <a:ext uri="{FF2B5EF4-FFF2-40B4-BE49-F238E27FC236}">
                    <a16:creationId xmlns:a16="http://schemas.microsoft.com/office/drawing/2014/main" id="{CCE29492-D68F-42A9-80AE-3BA40BA8D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9" y="1763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8" name="Line 55">
                <a:extLst>
                  <a:ext uri="{FF2B5EF4-FFF2-40B4-BE49-F238E27FC236}">
                    <a16:creationId xmlns:a16="http://schemas.microsoft.com/office/drawing/2014/main" id="{750D80B8-E2B9-415C-85B5-4F0B2C3D4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0" y="1757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47" name="AutoShape 56">
              <a:extLst>
                <a:ext uri="{FF2B5EF4-FFF2-40B4-BE49-F238E27FC236}">
                  <a16:creationId xmlns:a16="http://schemas.microsoft.com/office/drawing/2014/main" id="{84F66913-A52B-4564-9E9C-B6C73DE78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1392"/>
              <a:ext cx="55" cy="336"/>
            </a:xfrm>
            <a:prstGeom prst="can">
              <a:avLst>
                <a:gd name="adj" fmla="val 65588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2348" name="Group 57">
              <a:extLst>
                <a:ext uri="{FF2B5EF4-FFF2-40B4-BE49-F238E27FC236}">
                  <a16:creationId xmlns:a16="http://schemas.microsoft.com/office/drawing/2014/main" id="{C556E6C0-9D7A-4314-8761-9063D7E36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2" y="2210"/>
              <a:ext cx="1200" cy="482"/>
              <a:chOff x="1554" y="2231"/>
              <a:chExt cx="1200" cy="482"/>
            </a:xfrm>
          </p:grpSpPr>
          <p:sp>
            <p:nvSpPr>
              <p:cNvPr id="12349" name="Oval 58">
                <a:extLst>
                  <a:ext uri="{FF2B5EF4-FFF2-40B4-BE49-F238E27FC236}">
                    <a16:creationId xmlns:a16="http://schemas.microsoft.com/office/drawing/2014/main" id="{F4BEB8D3-F97D-4862-9B3E-5B761737F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302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2350" name="Oval 59" descr="再生纸">
                <a:extLst>
                  <a:ext uri="{FF2B5EF4-FFF2-40B4-BE49-F238E27FC236}">
                    <a16:creationId xmlns:a16="http://schemas.microsoft.com/office/drawing/2014/main" id="{23C37131-40ED-492B-9822-8C4737A3A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231"/>
                <a:ext cx="1200" cy="41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2351" name="Line 60">
                <a:extLst>
                  <a:ext uri="{FF2B5EF4-FFF2-40B4-BE49-F238E27FC236}">
                    <a16:creationId xmlns:a16="http://schemas.microsoft.com/office/drawing/2014/main" id="{F62B997F-1A7C-460E-B2A9-C2CACBF40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5" y="2444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2" name="Line 61">
                <a:extLst>
                  <a:ext uri="{FF2B5EF4-FFF2-40B4-BE49-F238E27FC236}">
                    <a16:creationId xmlns:a16="http://schemas.microsoft.com/office/drawing/2014/main" id="{34530DC3-EDBC-4D90-971C-C1CCFF952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9" y="2458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0414" name="Line 62">
            <a:extLst>
              <a:ext uri="{FF2B5EF4-FFF2-40B4-BE49-F238E27FC236}">
                <a16:creationId xmlns:a16="http://schemas.microsoft.com/office/drawing/2014/main" id="{7A481DCB-0083-4064-9512-B066F66E5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1275" y="2247900"/>
            <a:ext cx="0" cy="9032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415" name="Line 63">
            <a:extLst>
              <a:ext uri="{FF2B5EF4-FFF2-40B4-BE49-F238E27FC236}">
                <a16:creationId xmlns:a16="http://schemas.microsoft.com/office/drawing/2014/main" id="{560691F7-A657-4137-BE9A-1FD0ABF21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6750" y="2316163"/>
            <a:ext cx="0" cy="9032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416" name="Arc 64">
            <a:extLst>
              <a:ext uri="{FF2B5EF4-FFF2-40B4-BE49-F238E27FC236}">
                <a16:creationId xmlns:a16="http://schemas.microsoft.com/office/drawing/2014/main" id="{5520FC2C-40E0-4F7A-8E88-16F6E21D3AF1}"/>
              </a:ext>
            </a:extLst>
          </p:cNvPr>
          <p:cNvSpPr>
            <a:spLocks/>
          </p:cNvSpPr>
          <p:nvPr/>
        </p:nvSpPr>
        <p:spPr bwMode="auto">
          <a:xfrm>
            <a:off x="6559550" y="2574925"/>
            <a:ext cx="1646238" cy="315913"/>
          </a:xfrm>
          <a:custGeom>
            <a:avLst/>
            <a:gdLst>
              <a:gd name="T0" fmla="*/ 0 w 42978"/>
              <a:gd name="T1" fmla="*/ 2147483646 h 22896"/>
              <a:gd name="T2" fmla="*/ 2147483646 w 42978"/>
              <a:gd name="T3" fmla="*/ 2147483646 h 22896"/>
              <a:gd name="T4" fmla="*/ 2147483646 w 42978"/>
              <a:gd name="T5" fmla="*/ 2147483646 h 22896"/>
              <a:gd name="T6" fmla="*/ 0 60000 65536"/>
              <a:gd name="T7" fmla="*/ 0 60000 65536"/>
              <a:gd name="T8" fmla="*/ 0 60000 65536"/>
              <a:gd name="T9" fmla="*/ 0 w 42978"/>
              <a:gd name="T10" fmla="*/ 0 h 22896"/>
              <a:gd name="T11" fmla="*/ 42978 w 42978"/>
              <a:gd name="T12" fmla="*/ 22896 h 228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978" h="22896" fill="none" extrusionOk="0">
                <a:moveTo>
                  <a:pt x="-1" y="18511"/>
                </a:moveTo>
                <a:cubicBezTo>
                  <a:pt x="1534" y="7885"/>
                  <a:pt x="10641" y="-1"/>
                  <a:pt x="21378" y="0"/>
                </a:cubicBezTo>
                <a:cubicBezTo>
                  <a:pt x="33307" y="0"/>
                  <a:pt x="42978" y="9670"/>
                  <a:pt x="42978" y="21600"/>
                </a:cubicBezTo>
                <a:cubicBezTo>
                  <a:pt x="42978" y="22032"/>
                  <a:pt x="42965" y="22464"/>
                  <a:pt x="42939" y="22896"/>
                </a:cubicBezTo>
              </a:path>
              <a:path w="42978" h="22896" stroke="0" extrusionOk="0">
                <a:moveTo>
                  <a:pt x="-1" y="18511"/>
                </a:moveTo>
                <a:cubicBezTo>
                  <a:pt x="1534" y="7885"/>
                  <a:pt x="10641" y="-1"/>
                  <a:pt x="21378" y="0"/>
                </a:cubicBezTo>
                <a:cubicBezTo>
                  <a:pt x="33307" y="0"/>
                  <a:pt x="42978" y="9670"/>
                  <a:pt x="42978" y="21600"/>
                </a:cubicBezTo>
                <a:cubicBezTo>
                  <a:pt x="42978" y="22032"/>
                  <a:pt x="42965" y="22464"/>
                  <a:pt x="42939" y="22896"/>
                </a:cubicBezTo>
                <a:lnTo>
                  <a:pt x="21378" y="21600"/>
                </a:lnTo>
                <a:lnTo>
                  <a:pt x="-1" y="18511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66">
            <a:extLst>
              <a:ext uri="{FF2B5EF4-FFF2-40B4-BE49-F238E27FC236}">
                <a16:creationId xmlns:a16="http://schemas.microsoft.com/office/drawing/2014/main" id="{5197B510-2872-4C81-A697-1B9AB29BE945}"/>
              </a:ext>
            </a:extLst>
          </p:cNvPr>
          <p:cNvGrpSpPr>
            <a:grpSpLocks/>
          </p:cNvGrpSpPr>
          <p:nvPr/>
        </p:nvGrpSpPr>
        <p:grpSpPr bwMode="auto">
          <a:xfrm>
            <a:off x="6889750" y="2757488"/>
            <a:ext cx="958850" cy="223837"/>
            <a:chOff x="3757" y="3226"/>
            <a:chExt cx="604" cy="141"/>
          </a:xfrm>
        </p:grpSpPr>
        <p:sp>
          <p:nvSpPr>
            <p:cNvPr id="12343" name="Arc 67">
              <a:extLst>
                <a:ext uri="{FF2B5EF4-FFF2-40B4-BE49-F238E27FC236}">
                  <a16:creationId xmlns:a16="http://schemas.microsoft.com/office/drawing/2014/main" id="{B6422B53-A1E5-4675-95DD-C776B7E83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3226"/>
              <a:ext cx="604" cy="141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25422" y="42858"/>
                  </a:moveTo>
                  <a:cubicBezTo>
                    <a:pt x="24161" y="43085"/>
                    <a:pt x="22881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493"/>
                    <a:pt x="36479" y="40121"/>
                    <a:pt x="26886" y="42542"/>
                  </a:cubicBezTo>
                </a:path>
                <a:path w="43200" h="43200" stroke="0" extrusionOk="0">
                  <a:moveTo>
                    <a:pt x="25422" y="42858"/>
                  </a:moveTo>
                  <a:cubicBezTo>
                    <a:pt x="24161" y="43085"/>
                    <a:pt x="22881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493"/>
                    <a:pt x="36479" y="40121"/>
                    <a:pt x="26886" y="42542"/>
                  </a:cubicBezTo>
                  <a:lnTo>
                    <a:pt x="21600" y="21600"/>
                  </a:lnTo>
                  <a:lnTo>
                    <a:pt x="25422" y="42858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4" name="Line 68">
              <a:extLst>
                <a:ext uri="{FF2B5EF4-FFF2-40B4-BE49-F238E27FC236}">
                  <a16:creationId xmlns:a16="http://schemas.microsoft.com/office/drawing/2014/main" id="{830F9069-B9E0-4A1D-A357-942D84DFA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4" y="3359"/>
              <a:ext cx="83" cy="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69">
            <a:extLst>
              <a:ext uri="{FF2B5EF4-FFF2-40B4-BE49-F238E27FC236}">
                <a16:creationId xmlns:a16="http://schemas.microsoft.com/office/drawing/2014/main" id="{42A7CB4F-4981-4B6C-BBB9-97A93303150F}"/>
              </a:ext>
            </a:extLst>
          </p:cNvPr>
          <p:cNvGrpSpPr>
            <a:grpSpLocks/>
          </p:cNvGrpSpPr>
          <p:nvPr/>
        </p:nvGrpSpPr>
        <p:grpSpPr bwMode="auto">
          <a:xfrm>
            <a:off x="6253163" y="2533650"/>
            <a:ext cx="1819275" cy="717550"/>
            <a:chOff x="1475" y="2038"/>
            <a:chExt cx="1146" cy="486"/>
          </a:xfrm>
        </p:grpSpPr>
        <p:graphicFrame>
          <p:nvGraphicFramePr>
            <p:cNvPr id="12330" name="Object 70">
              <a:extLst>
                <a:ext uri="{FF2B5EF4-FFF2-40B4-BE49-F238E27FC236}">
                  <a16:creationId xmlns:a16="http://schemas.microsoft.com/office/drawing/2014/main" id="{64A94E7F-5C42-4EEB-82A6-E1A70B90F8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5" y="2038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83" name="公式" r:id="rId38" imgW="317362" imgH="368140" progId="Equation.3">
                    <p:embed/>
                  </p:oleObj>
                </mc:Choice>
                <mc:Fallback>
                  <p:oleObj name="公式" r:id="rId38" imgW="317362" imgH="36814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" y="2038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31" name="Group 71">
              <a:extLst>
                <a:ext uri="{FF2B5EF4-FFF2-40B4-BE49-F238E27FC236}">
                  <a16:creationId xmlns:a16="http://schemas.microsoft.com/office/drawing/2014/main" id="{145431B2-ADE7-49CF-B00C-A2B059740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" y="2051"/>
              <a:ext cx="858" cy="473"/>
              <a:chOff x="1763" y="2072"/>
              <a:chExt cx="858" cy="473"/>
            </a:xfrm>
          </p:grpSpPr>
          <p:grpSp>
            <p:nvGrpSpPr>
              <p:cNvPr id="12332" name="Group 72">
                <a:extLst>
                  <a:ext uri="{FF2B5EF4-FFF2-40B4-BE49-F238E27FC236}">
                    <a16:creationId xmlns:a16="http://schemas.microsoft.com/office/drawing/2014/main" id="{08CBA4CB-190A-453C-B405-1C9B5C2529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15" y="2113"/>
                <a:ext cx="576" cy="432"/>
                <a:chOff x="1008" y="672"/>
                <a:chExt cx="576" cy="432"/>
              </a:xfrm>
            </p:grpSpPr>
            <p:sp>
              <p:nvSpPr>
                <p:cNvPr id="12339" name="Line 73">
                  <a:extLst>
                    <a:ext uri="{FF2B5EF4-FFF2-40B4-BE49-F238E27FC236}">
                      <a16:creationId xmlns:a16="http://schemas.microsoft.com/office/drawing/2014/main" id="{418EFE1D-FEFE-47AD-913C-4A43EAE49F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672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40" name="Line 74">
                  <a:extLst>
                    <a:ext uri="{FF2B5EF4-FFF2-40B4-BE49-F238E27FC236}">
                      <a16:creationId xmlns:a16="http://schemas.microsoft.com/office/drawing/2014/main" id="{85FAE3D0-BA4F-47BC-8AD2-29598791BB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672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41" name="Line 75">
                  <a:extLst>
                    <a:ext uri="{FF2B5EF4-FFF2-40B4-BE49-F238E27FC236}">
                      <a16:creationId xmlns:a16="http://schemas.microsoft.com/office/drawing/2014/main" id="{3AE5CD61-9BB2-44EA-890B-FD2B8D8CC9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672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42" name="Line 76">
                  <a:extLst>
                    <a:ext uri="{FF2B5EF4-FFF2-40B4-BE49-F238E27FC236}">
                      <a16:creationId xmlns:a16="http://schemas.microsoft.com/office/drawing/2014/main" id="{768B6863-62C4-4F97-8923-441B513BA9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4" y="672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333" name="Group 77">
                <a:extLst>
                  <a:ext uri="{FF2B5EF4-FFF2-40B4-BE49-F238E27FC236}">
                    <a16:creationId xmlns:a16="http://schemas.microsoft.com/office/drawing/2014/main" id="{C2CC6E85-11C3-4B06-8901-4E60F5462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05" y="2072"/>
                <a:ext cx="390" cy="292"/>
                <a:chOff x="1104" y="576"/>
                <a:chExt cx="384" cy="192"/>
              </a:xfrm>
            </p:grpSpPr>
            <p:sp>
              <p:nvSpPr>
                <p:cNvPr id="12336" name="Line 78">
                  <a:extLst>
                    <a:ext uri="{FF2B5EF4-FFF2-40B4-BE49-F238E27FC236}">
                      <a16:creationId xmlns:a16="http://schemas.microsoft.com/office/drawing/2014/main" id="{277CB2FB-7A3A-4DCE-B8A1-CF81C85FD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04" y="57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37" name="Line 79">
                  <a:extLst>
                    <a:ext uri="{FF2B5EF4-FFF2-40B4-BE49-F238E27FC236}">
                      <a16:creationId xmlns:a16="http://schemas.microsoft.com/office/drawing/2014/main" id="{D4F69BAD-CB26-4E5E-BFC6-D1F133D934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96" y="57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38" name="Line 80">
                  <a:extLst>
                    <a:ext uri="{FF2B5EF4-FFF2-40B4-BE49-F238E27FC236}">
                      <a16:creationId xmlns:a16="http://schemas.microsoft.com/office/drawing/2014/main" id="{B76705CE-E097-4F03-99DB-C862C56A3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88" y="57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2334" name="Line 81">
                <a:extLst>
                  <a:ext uri="{FF2B5EF4-FFF2-40B4-BE49-F238E27FC236}">
                    <a16:creationId xmlns:a16="http://schemas.microsoft.com/office/drawing/2014/main" id="{0F385785-9EB8-4CCF-AE2A-5CDA70522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3" y="2114"/>
                <a:ext cx="0" cy="3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5" name="Line 82">
                <a:extLst>
                  <a:ext uri="{FF2B5EF4-FFF2-40B4-BE49-F238E27FC236}">
                    <a16:creationId xmlns:a16="http://schemas.microsoft.com/office/drawing/2014/main" id="{09A970C6-2036-43D4-8DFF-8055040DB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1" y="2100"/>
                <a:ext cx="0" cy="32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0435" name="Arc 83">
            <a:extLst>
              <a:ext uri="{FF2B5EF4-FFF2-40B4-BE49-F238E27FC236}">
                <a16:creationId xmlns:a16="http://schemas.microsoft.com/office/drawing/2014/main" id="{4696D22D-1051-4D07-AB73-7416887C029F}"/>
              </a:ext>
            </a:extLst>
          </p:cNvPr>
          <p:cNvSpPr>
            <a:spLocks/>
          </p:cNvSpPr>
          <p:nvPr/>
        </p:nvSpPr>
        <p:spPr bwMode="auto">
          <a:xfrm>
            <a:off x="6546850" y="2816225"/>
            <a:ext cx="1654175" cy="373063"/>
          </a:xfrm>
          <a:custGeom>
            <a:avLst/>
            <a:gdLst>
              <a:gd name="T0" fmla="*/ 2147483646 w 43200"/>
              <a:gd name="T1" fmla="*/ 2147483646 h 27048"/>
              <a:gd name="T2" fmla="*/ 2147483646 w 43200"/>
              <a:gd name="T3" fmla="*/ 0 h 27048"/>
              <a:gd name="T4" fmla="*/ 2147483646 w 43200"/>
              <a:gd name="T5" fmla="*/ 2147483646 h 27048"/>
              <a:gd name="T6" fmla="*/ 0 60000 65536"/>
              <a:gd name="T7" fmla="*/ 0 60000 65536"/>
              <a:gd name="T8" fmla="*/ 0 60000 65536"/>
              <a:gd name="T9" fmla="*/ 0 w 43200"/>
              <a:gd name="T10" fmla="*/ 0 h 27048"/>
              <a:gd name="T11" fmla="*/ 43200 w 43200"/>
              <a:gd name="T12" fmla="*/ 27048 h 270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7048" fill="none" extrusionOk="0">
                <a:moveTo>
                  <a:pt x="43178" y="4475"/>
                </a:moveTo>
                <a:cubicBezTo>
                  <a:pt x="43192" y="4799"/>
                  <a:pt x="43200" y="5123"/>
                  <a:pt x="43200" y="5448"/>
                </a:cubicBezTo>
                <a:cubicBezTo>
                  <a:pt x="43200" y="17377"/>
                  <a:pt x="33529" y="27048"/>
                  <a:pt x="21600" y="27048"/>
                </a:cubicBezTo>
                <a:cubicBezTo>
                  <a:pt x="9670" y="27048"/>
                  <a:pt x="0" y="17377"/>
                  <a:pt x="0" y="5448"/>
                </a:cubicBezTo>
                <a:cubicBezTo>
                  <a:pt x="-1" y="3609"/>
                  <a:pt x="234" y="1778"/>
                  <a:pt x="698" y="0"/>
                </a:cubicBezTo>
              </a:path>
              <a:path w="43200" h="27048" stroke="0" extrusionOk="0">
                <a:moveTo>
                  <a:pt x="43178" y="4475"/>
                </a:moveTo>
                <a:cubicBezTo>
                  <a:pt x="43192" y="4799"/>
                  <a:pt x="43200" y="5123"/>
                  <a:pt x="43200" y="5448"/>
                </a:cubicBezTo>
                <a:cubicBezTo>
                  <a:pt x="43200" y="17377"/>
                  <a:pt x="33529" y="27048"/>
                  <a:pt x="21600" y="27048"/>
                </a:cubicBezTo>
                <a:cubicBezTo>
                  <a:pt x="9670" y="27048"/>
                  <a:pt x="0" y="17377"/>
                  <a:pt x="0" y="5448"/>
                </a:cubicBezTo>
                <a:cubicBezTo>
                  <a:pt x="-1" y="3609"/>
                  <a:pt x="234" y="1778"/>
                  <a:pt x="698" y="0"/>
                </a:cubicBezTo>
                <a:lnTo>
                  <a:pt x="21600" y="5448"/>
                </a:lnTo>
                <a:lnTo>
                  <a:pt x="43178" y="4475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8" name="Arc 86">
            <a:extLst>
              <a:ext uri="{FF2B5EF4-FFF2-40B4-BE49-F238E27FC236}">
                <a16:creationId xmlns:a16="http://schemas.microsoft.com/office/drawing/2014/main" id="{551FEDA0-EA46-44C3-8E36-5B21B084E0B0}"/>
              </a:ext>
            </a:extLst>
          </p:cNvPr>
          <p:cNvSpPr>
            <a:spLocks/>
          </p:cNvSpPr>
          <p:nvPr/>
        </p:nvSpPr>
        <p:spPr bwMode="auto">
          <a:xfrm>
            <a:off x="6369050" y="3028950"/>
            <a:ext cx="1919288" cy="346075"/>
          </a:xfrm>
          <a:custGeom>
            <a:avLst/>
            <a:gdLst>
              <a:gd name="T0" fmla="*/ 2147483646 w 43200"/>
              <a:gd name="T1" fmla="*/ 0 h 24157"/>
              <a:gd name="T2" fmla="*/ 2147483646 w 43200"/>
              <a:gd name="T3" fmla="*/ 2147483646 h 24157"/>
              <a:gd name="T4" fmla="*/ 2147483646 w 43200"/>
              <a:gd name="T5" fmla="*/ 2147483646 h 24157"/>
              <a:gd name="T6" fmla="*/ 0 60000 65536"/>
              <a:gd name="T7" fmla="*/ 0 60000 65536"/>
              <a:gd name="T8" fmla="*/ 0 60000 65536"/>
              <a:gd name="T9" fmla="*/ 0 w 43200"/>
              <a:gd name="T10" fmla="*/ 0 h 24157"/>
              <a:gd name="T11" fmla="*/ 43200 w 43200"/>
              <a:gd name="T12" fmla="*/ 24157 h 241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57" fill="none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</a:path>
              <a:path w="43200" h="24157" stroke="0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  <a:lnTo>
                  <a:pt x="21600" y="2557"/>
                </a:lnTo>
                <a:lnTo>
                  <a:pt x="43048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7" name="Line 65">
            <a:extLst>
              <a:ext uri="{FF2B5EF4-FFF2-40B4-BE49-F238E27FC236}">
                <a16:creationId xmlns:a16="http://schemas.microsoft.com/office/drawing/2014/main" id="{832E33A6-9434-42FE-A09C-352F4A227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186113"/>
            <a:ext cx="171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8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3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4" dur="5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0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0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3" dur="500"/>
                                        <p:tgtEl>
                                          <p:spTgt spid="10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37" grpId="0" animBg="1"/>
      <p:bldP spid="100354" grpId="0" autoUpdateAnimBg="0"/>
      <p:bldP spid="100355" grpId="0" animBg="1"/>
      <p:bldP spid="100356" grpId="0" animBg="1"/>
      <p:bldP spid="100359" grpId="0" autoUpdateAnimBg="0"/>
      <p:bldP spid="100363" grpId="0" autoUpdateAnimBg="0"/>
      <p:bldP spid="100365" grpId="0" animBg="1"/>
      <p:bldP spid="100369" grpId="0" autoUpdateAnimBg="0"/>
      <p:bldP spid="100373" grpId="0" animBg="1"/>
      <p:bldP spid="100374" grpId="0" autoUpdateAnimBg="0"/>
      <p:bldP spid="100385" grpId="0" autoUpdateAnimBg="0"/>
      <p:bldP spid="100388" grpId="0" animBg="1"/>
      <p:bldP spid="10039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89" name="Rectangle 61" descr="再生纸">
            <a:extLst>
              <a:ext uri="{FF2B5EF4-FFF2-40B4-BE49-F238E27FC236}">
                <a16:creationId xmlns:a16="http://schemas.microsoft.com/office/drawing/2014/main" id="{E3A90261-15AA-4A27-B494-5522708E0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488" y="1222375"/>
            <a:ext cx="1895475" cy="98107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99338" name="Text Box 10">
            <a:extLst>
              <a:ext uri="{FF2B5EF4-FFF2-40B4-BE49-F238E27FC236}">
                <a16:creationId xmlns:a16="http://schemas.microsoft.com/office/drawing/2014/main" id="{3D63EED3-B753-4B22-BB7F-806C0BA70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146300"/>
            <a:ext cx="2319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FF0000"/>
                </a:solidFill>
              </a:rPr>
              <a:t>r </a:t>
            </a:r>
            <a:r>
              <a:rPr lang="en-US" altLang="zh-CN" sz="2800">
                <a:solidFill>
                  <a:srgbClr val="FF0000"/>
                </a:solidFill>
              </a:rPr>
              <a:t>=</a:t>
            </a:r>
            <a:r>
              <a:rPr lang="en-US" altLang="zh-CN" sz="2800" i="1">
                <a:solidFill>
                  <a:srgbClr val="FF0000"/>
                </a:solidFill>
              </a:rPr>
              <a:t>R</a:t>
            </a:r>
            <a:r>
              <a:rPr lang="zh-CN" altLang="en-US" sz="2800"/>
              <a:t>处</a:t>
            </a:r>
          </a:p>
        </p:txBody>
      </p:sp>
      <p:sp>
        <p:nvSpPr>
          <p:cNvPr id="99339" name="Line 11">
            <a:extLst>
              <a:ext uri="{FF2B5EF4-FFF2-40B4-BE49-F238E27FC236}">
                <a16:creationId xmlns:a16="http://schemas.microsoft.com/office/drawing/2014/main" id="{AFFF2937-26AC-46DB-90A1-583F6249F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1263" y="5000625"/>
            <a:ext cx="2514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0" name="Line 12">
            <a:extLst>
              <a:ext uri="{FF2B5EF4-FFF2-40B4-BE49-F238E27FC236}">
                <a16:creationId xmlns:a16="http://schemas.microsoft.com/office/drawing/2014/main" id="{73C0B4DC-82CF-40E0-81F4-043A929E0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3095625"/>
            <a:ext cx="0" cy="2057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1" name="Line 13">
            <a:extLst>
              <a:ext uri="{FF2B5EF4-FFF2-40B4-BE49-F238E27FC236}">
                <a16:creationId xmlns:a16="http://schemas.microsoft.com/office/drawing/2014/main" id="{D2C0A43C-8BEA-4F64-99A8-8C23C7B8A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2863" y="2486025"/>
            <a:ext cx="0" cy="25146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2" name="Line 14">
            <a:extLst>
              <a:ext uri="{FF2B5EF4-FFF2-40B4-BE49-F238E27FC236}">
                <a16:creationId xmlns:a16="http://schemas.microsoft.com/office/drawing/2014/main" id="{FB431CEC-7C22-48EC-B278-29E9E3EFA648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519863" y="3857625"/>
            <a:ext cx="1295400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9343" name="Object 15">
            <a:extLst>
              <a:ext uri="{FF2B5EF4-FFF2-40B4-BE49-F238E27FC236}">
                <a16:creationId xmlns:a16="http://schemas.microsoft.com/office/drawing/2014/main" id="{675B36ED-0413-4976-A609-5415AD485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7263" y="5076825"/>
          <a:ext cx="201612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公式" r:id="rId4" imgW="203112" imgH="228501" progId="Equation.3">
                  <p:embed/>
                </p:oleObj>
              </mc:Choice>
              <mc:Fallback>
                <p:oleObj name="公式" r:id="rId4" imgW="203112" imgH="22850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7263" y="5076825"/>
                        <a:ext cx="201612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4" name="Object 16">
            <a:extLst>
              <a:ext uri="{FF2B5EF4-FFF2-40B4-BE49-F238E27FC236}">
                <a16:creationId xmlns:a16="http://schemas.microsoft.com/office/drawing/2014/main" id="{5C74E944-1D75-4720-AE26-5249C5AC4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1263" y="3095625"/>
          <a:ext cx="290512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公式" r:id="rId6" imgW="291973" imgH="291973" progId="Equation.3">
                  <p:embed/>
                </p:oleObj>
              </mc:Choice>
              <mc:Fallback>
                <p:oleObj name="公式" r:id="rId6" imgW="291973" imgH="29197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63" y="3095625"/>
                        <a:ext cx="290512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5" name="Object 17">
            <a:extLst>
              <a:ext uri="{FF2B5EF4-FFF2-40B4-BE49-F238E27FC236}">
                <a16:creationId xmlns:a16="http://schemas.microsoft.com/office/drawing/2014/main" id="{BBDC1DB9-1F7F-4244-84EC-211E7CB61B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0" y="5064125"/>
          <a:ext cx="2667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Equation" r:id="rId8" imgW="266353" imgH="266353" progId="Equation.DSMT4">
                  <p:embed/>
                </p:oleObj>
              </mc:Choice>
              <mc:Fallback>
                <p:oleObj name="Equation" r:id="rId8" imgW="266353" imgH="26635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5064125"/>
                        <a:ext cx="2667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6" name="Object 18">
            <a:extLst>
              <a:ext uri="{FF2B5EF4-FFF2-40B4-BE49-F238E27FC236}">
                <a16:creationId xmlns:a16="http://schemas.microsoft.com/office/drawing/2014/main" id="{6EDB7A54-379F-482C-9672-298DF4F9B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7963" y="2032000"/>
          <a:ext cx="28368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" name="Equation" r:id="rId10" imgW="3009900" imgH="787400" progId="Equation.DSMT4">
                  <p:embed/>
                </p:oleObj>
              </mc:Choice>
              <mc:Fallback>
                <p:oleObj name="Equation" r:id="rId10" imgW="3009900" imgH="787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2032000"/>
                        <a:ext cx="28368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8" name="Text Box 20">
            <a:extLst>
              <a:ext uri="{FF2B5EF4-FFF2-40B4-BE49-F238E27FC236}">
                <a16:creationId xmlns:a16="http://schemas.microsoft.com/office/drawing/2014/main" id="{75334332-4BC5-41DF-B53B-5B58E7832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530600"/>
            <a:ext cx="6435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F0000"/>
                </a:solidFill>
              </a:rPr>
              <a:t>*</a:t>
            </a:r>
            <a:r>
              <a:rPr lang="zh-CN" altLang="en-US" sz="2800"/>
              <a:t>一般变化的电场产生的磁场很小。</a:t>
            </a:r>
          </a:p>
        </p:txBody>
      </p:sp>
      <p:sp>
        <p:nvSpPr>
          <p:cNvPr id="99349" name="Text Box 21">
            <a:extLst>
              <a:ext uri="{FF2B5EF4-FFF2-40B4-BE49-F238E27FC236}">
                <a16:creationId xmlns:a16="http://schemas.microsoft.com/office/drawing/2014/main" id="{F4F71D7A-724F-4CCB-995B-971156C73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314825"/>
            <a:ext cx="5319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例：</a:t>
            </a:r>
            <a:r>
              <a:rPr lang="en-US" altLang="zh-CN" sz="2800" i="1"/>
              <a:t>R </a:t>
            </a:r>
            <a:r>
              <a:rPr lang="en-US" altLang="zh-CN" sz="2800"/>
              <a:t>= 0.1m, </a:t>
            </a:r>
            <a:r>
              <a:rPr lang="en-US" altLang="zh-CN" sz="2800" i="1">
                <a:sym typeface="Symbol" panose="05050102010706020507" pitchFamily="18" charset="2"/>
              </a:rPr>
              <a:t>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 i="1">
                <a:sym typeface="Symbol" panose="05050102010706020507" pitchFamily="18" charset="2"/>
              </a:rPr>
              <a:t></a:t>
            </a:r>
            <a:r>
              <a:rPr lang="en-US" altLang="zh-CN" sz="2800" baseline="-25000">
                <a:sym typeface="Symbol" panose="05050102010706020507" pitchFamily="18" charset="2"/>
              </a:rPr>
              <a:t>0  </a:t>
            </a:r>
            <a:r>
              <a:rPr lang="en-US" altLang="zh-CN" sz="2800">
                <a:sym typeface="Symbol" panose="05050102010706020507" pitchFamily="18" charset="2"/>
              </a:rPr>
              <a:t>, </a:t>
            </a:r>
            <a:r>
              <a:rPr lang="en-US" altLang="zh-CN" sz="2800" i="1">
                <a:sym typeface="Symbol" panose="05050102010706020507" pitchFamily="18" charset="2"/>
              </a:rPr>
              <a:t>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 i="1">
                <a:sym typeface="Symbol" panose="05050102010706020507" pitchFamily="18" charset="2"/>
              </a:rPr>
              <a:t></a:t>
            </a:r>
            <a:r>
              <a:rPr lang="en-US" altLang="zh-CN" sz="2800" baseline="-25000">
                <a:sym typeface="Symbol" panose="05050102010706020507" pitchFamily="18" charset="2"/>
              </a:rPr>
              <a:t>0</a:t>
            </a:r>
            <a:endParaRPr lang="en-US" altLang="en-US" sz="2800" baseline="-25000">
              <a:sym typeface="Symbol" panose="05050102010706020507" pitchFamily="18" charset="2"/>
            </a:endParaRPr>
          </a:p>
        </p:txBody>
      </p:sp>
      <p:graphicFrame>
        <p:nvGraphicFramePr>
          <p:cNvPr id="99351" name="Object 23">
            <a:extLst>
              <a:ext uri="{FF2B5EF4-FFF2-40B4-BE49-F238E27FC236}">
                <a16:creationId xmlns:a16="http://schemas.microsoft.com/office/drawing/2014/main" id="{22A6564A-8474-433E-AD57-2E180B361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0275" y="4970463"/>
          <a:ext cx="280828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4" name="Equation" r:id="rId12" imgW="2552700" imgH="723900" progId="Equation.DSMT4">
                  <p:embed/>
                </p:oleObj>
              </mc:Choice>
              <mc:Fallback>
                <p:oleObj name="Equation" r:id="rId12" imgW="2552700" imgH="7239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4970463"/>
                        <a:ext cx="280828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52" name="Text Box 24">
            <a:extLst>
              <a:ext uri="{FF2B5EF4-FFF2-40B4-BE49-F238E27FC236}">
                <a16:creationId xmlns:a16="http://schemas.microsoft.com/office/drawing/2014/main" id="{9EFEABE5-96FF-4696-977A-893D5C7DD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325" y="5800725"/>
            <a:ext cx="403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B</a:t>
            </a:r>
            <a:r>
              <a:rPr lang="en-US" altLang="zh-CN" sz="2800" i="1" baseline="-25000"/>
              <a:t>max</a:t>
            </a:r>
            <a:r>
              <a:rPr lang="en-US" altLang="zh-CN" sz="2800"/>
              <a:t>=5.56×10</a:t>
            </a:r>
            <a:r>
              <a:rPr lang="en-US" altLang="zh-CN" sz="2800" baseline="30000"/>
              <a:t>-6 </a:t>
            </a:r>
            <a:r>
              <a:rPr lang="en-US" altLang="zh-CN" sz="2800"/>
              <a:t> T</a:t>
            </a:r>
          </a:p>
        </p:txBody>
      </p:sp>
      <p:sp>
        <p:nvSpPr>
          <p:cNvPr id="99353" name="Text Box 25">
            <a:extLst>
              <a:ext uri="{FF2B5EF4-FFF2-40B4-BE49-F238E27FC236}">
                <a16:creationId xmlns:a16="http://schemas.microsoft.com/office/drawing/2014/main" id="{1177CA87-455D-4A2C-B43A-074625315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25" y="5794375"/>
            <a:ext cx="3967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当时无法验证</a:t>
            </a:r>
          </a:p>
        </p:txBody>
      </p:sp>
      <p:sp>
        <p:nvSpPr>
          <p:cNvPr id="99354" name="Text Box 26">
            <a:extLst>
              <a:ext uri="{FF2B5EF4-FFF2-40B4-BE49-F238E27FC236}">
                <a16:creationId xmlns:a16="http://schemas.microsoft.com/office/drawing/2014/main" id="{28FDDF19-24F2-4235-B48D-E78328722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436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8</a:t>
            </a:r>
          </a:p>
        </p:txBody>
      </p:sp>
      <p:sp>
        <p:nvSpPr>
          <p:cNvPr id="99355" name="Arc 27">
            <a:extLst>
              <a:ext uri="{FF2B5EF4-FFF2-40B4-BE49-F238E27FC236}">
                <a16:creationId xmlns:a16="http://schemas.microsoft.com/office/drawing/2014/main" id="{D2EF10DE-4BE2-46ED-86B5-2BA24CFBEB8A}"/>
              </a:ext>
            </a:extLst>
          </p:cNvPr>
          <p:cNvSpPr>
            <a:spLocks/>
          </p:cNvSpPr>
          <p:nvPr/>
        </p:nvSpPr>
        <p:spPr bwMode="auto">
          <a:xfrm flipH="1" flipV="1">
            <a:off x="7654925" y="3186113"/>
            <a:ext cx="1116013" cy="1573212"/>
          </a:xfrm>
          <a:custGeom>
            <a:avLst/>
            <a:gdLst>
              <a:gd name="T0" fmla="*/ 2147483646 w 20396"/>
              <a:gd name="T1" fmla="*/ 0 h 21474"/>
              <a:gd name="T2" fmla="*/ 2147483646 w 20396"/>
              <a:gd name="T3" fmla="*/ 2147483646 h 21474"/>
              <a:gd name="T4" fmla="*/ 0 w 20396"/>
              <a:gd name="T5" fmla="*/ 2147483646 h 21474"/>
              <a:gd name="T6" fmla="*/ 0 60000 65536"/>
              <a:gd name="T7" fmla="*/ 0 60000 65536"/>
              <a:gd name="T8" fmla="*/ 0 60000 65536"/>
              <a:gd name="T9" fmla="*/ 0 w 20396"/>
              <a:gd name="T10" fmla="*/ 0 h 21474"/>
              <a:gd name="T11" fmla="*/ 20396 w 20396"/>
              <a:gd name="T12" fmla="*/ 21474 h 214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96" h="21474" fill="none" extrusionOk="0">
                <a:moveTo>
                  <a:pt x="2333" y="0"/>
                </a:moveTo>
                <a:cubicBezTo>
                  <a:pt x="10621" y="901"/>
                  <a:pt x="17651" y="6491"/>
                  <a:pt x="20395" y="14363"/>
                </a:cubicBezTo>
              </a:path>
              <a:path w="20396" h="21474" stroke="0" extrusionOk="0">
                <a:moveTo>
                  <a:pt x="2333" y="0"/>
                </a:moveTo>
                <a:cubicBezTo>
                  <a:pt x="10621" y="901"/>
                  <a:pt x="17651" y="6491"/>
                  <a:pt x="20395" y="14363"/>
                </a:cubicBezTo>
                <a:lnTo>
                  <a:pt x="0" y="21474"/>
                </a:lnTo>
                <a:lnTo>
                  <a:pt x="2333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6" name="Text Box 28">
            <a:extLst>
              <a:ext uri="{FF2B5EF4-FFF2-40B4-BE49-F238E27FC236}">
                <a16:creationId xmlns:a16="http://schemas.microsoft.com/office/drawing/2014/main" id="{4942115D-93C2-48C7-B248-C2680A24A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600" y="4995863"/>
            <a:ext cx="1544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若</a:t>
            </a:r>
          </a:p>
        </p:txBody>
      </p:sp>
      <p:sp>
        <p:nvSpPr>
          <p:cNvPr id="99357" name="AutoShape 29">
            <a:extLst>
              <a:ext uri="{FF2B5EF4-FFF2-40B4-BE49-F238E27FC236}">
                <a16:creationId xmlns:a16="http://schemas.microsoft.com/office/drawing/2014/main" id="{15BE88A8-BEDE-43F2-A892-2B3527F71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2901950"/>
            <a:ext cx="1584325" cy="609600"/>
          </a:xfrm>
          <a:prstGeom prst="cloudCallout">
            <a:avLst>
              <a:gd name="adj1" fmla="val -33569"/>
              <a:gd name="adj2" fmla="val 101042"/>
            </a:avLst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/>
          </a:p>
        </p:txBody>
      </p:sp>
      <p:sp>
        <p:nvSpPr>
          <p:cNvPr id="99358" name="Text Box 30">
            <a:extLst>
              <a:ext uri="{FF2B5EF4-FFF2-40B4-BE49-F238E27FC236}">
                <a16:creationId xmlns:a16="http://schemas.microsoft.com/office/drawing/2014/main" id="{D7CB22D4-D680-44C1-BB90-66AA43EB9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2809875"/>
            <a:ext cx="20272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solidFill>
                  <a:srgbClr val="FF0000"/>
                </a:solidFill>
                <a:ea typeface="隶书" panose="02010509060101010101" pitchFamily="49" charset="-122"/>
              </a:rPr>
              <a:t>注</a:t>
            </a:r>
          </a:p>
        </p:txBody>
      </p:sp>
      <p:sp>
        <p:nvSpPr>
          <p:cNvPr id="99368" name="Text Box 40">
            <a:extLst>
              <a:ext uri="{FF2B5EF4-FFF2-40B4-BE49-F238E27FC236}">
                <a16:creationId xmlns:a16="http://schemas.microsoft.com/office/drawing/2014/main" id="{F0586732-B286-40B4-8C80-74C982996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600" y="5788025"/>
            <a:ext cx="1544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  <p:grpSp>
        <p:nvGrpSpPr>
          <p:cNvPr id="2" name="Group 58">
            <a:extLst>
              <a:ext uri="{FF2B5EF4-FFF2-40B4-BE49-F238E27FC236}">
                <a16:creationId xmlns:a16="http://schemas.microsoft.com/office/drawing/2014/main" id="{C4FF4A74-7240-478C-AA4C-FE15BD91C6A8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407988"/>
            <a:ext cx="5456237" cy="1636712"/>
            <a:chOff x="405" y="257"/>
            <a:chExt cx="3437" cy="1031"/>
          </a:xfrm>
        </p:grpSpPr>
        <p:sp>
          <p:nvSpPr>
            <p:cNvPr id="13354" name="Text Box 34">
              <a:extLst>
                <a:ext uri="{FF2B5EF4-FFF2-40B4-BE49-F238E27FC236}">
                  <a16:creationId xmlns:a16="http://schemas.microsoft.com/office/drawing/2014/main" id="{578FCB72-386D-4B13-AD80-0C594A934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" y="292"/>
              <a:ext cx="14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( </a:t>
              </a:r>
              <a:r>
                <a:rPr lang="en-US" altLang="zh-CN" sz="2800" i="1"/>
                <a:t>r </a:t>
              </a:r>
              <a:r>
                <a:rPr lang="en-US" altLang="zh-CN" sz="2800">
                  <a:sym typeface="Symbol" panose="05050102010706020507" pitchFamily="18" charset="2"/>
                </a:rPr>
                <a:t></a:t>
              </a:r>
              <a:r>
                <a:rPr lang="en-US" altLang="zh-CN" sz="2800"/>
                <a:t> </a:t>
              </a:r>
              <a:r>
                <a:rPr lang="en-US" altLang="zh-CN" sz="2800" i="1"/>
                <a:t>R </a:t>
              </a:r>
              <a:r>
                <a:rPr lang="en-US" altLang="zh-CN" sz="2800"/>
                <a:t>)</a:t>
              </a:r>
            </a:p>
          </p:txBody>
        </p:sp>
        <p:sp>
          <p:nvSpPr>
            <p:cNvPr id="13355" name="Text Box 36">
              <a:extLst>
                <a:ext uri="{FF2B5EF4-FFF2-40B4-BE49-F238E27FC236}">
                  <a16:creationId xmlns:a16="http://schemas.microsoft.com/office/drawing/2014/main" id="{F420BDDA-6F42-4ACE-AAC6-505B6F41C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9" y="840"/>
              <a:ext cx="1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( </a:t>
              </a:r>
              <a:r>
                <a:rPr lang="en-US" altLang="zh-CN" sz="2800" i="1"/>
                <a:t>r </a:t>
              </a:r>
              <a:r>
                <a:rPr lang="en-US" altLang="zh-CN" sz="2800">
                  <a:sym typeface="Symbol" panose="05050102010706020507" pitchFamily="18" charset="2"/>
                </a:rPr>
                <a:t></a:t>
              </a:r>
              <a:r>
                <a:rPr lang="en-US" altLang="zh-CN" sz="2800"/>
                <a:t> </a:t>
              </a:r>
              <a:r>
                <a:rPr lang="en-US" altLang="zh-CN" sz="2800" i="1"/>
                <a:t>R </a:t>
              </a:r>
              <a:r>
                <a:rPr lang="en-US" altLang="zh-CN" sz="2800"/>
                <a:t>)</a:t>
              </a:r>
            </a:p>
          </p:txBody>
        </p:sp>
        <p:sp>
          <p:nvSpPr>
            <p:cNvPr id="13356" name="AutoShape 37">
              <a:extLst>
                <a:ext uri="{FF2B5EF4-FFF2-40B4-BE49-F238E27FC236}">
                  <a16:creationId xmlns:a16="http://schemas.microsoft.com/office/drawing/2014/main" id="{048AF813-7719-4BD6-B1D4-7A72838E1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483"/>
              <a:ext cx="190" cy="486"/>
            </a:xfrm>
            <a:prstGeom prst="leftBrace">
              <a:avLst>
                <a:gd name="adj1" fmla="val 21316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3357" name="Object 39">
              <a:extLst>
                <a:ext uri="{FF2B5EF4-FFF2-40B4-BE49-F238E27FC236}">
                  <a16:creationId xmlns:a16="http://schemas.microsoft.com/office/drawing/2014/main" id="{E5F51118-8077-4C0B-B711-A7AE4BC585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" y="561"/>
            <a:ext cx="480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65" name="剪辑" r:id="rId14" imgW="3152722" imgH="2905200" progId="MS_ClipArt_Gallery.2">
                    <p:embed/>
                  </p:oleObj>
                </mc:Choice>
                <mc:Fallback>
                  <p:oleObj name="剪辑" r:id="rId14" imgW="3152722" imgH="2905200" progId="MS_ClipArt_Gallery.2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" y="561"/>
                          <a:ext cx="480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8" name="Object 41">
              <a:extLst>
                <a:ext uri="{FF2B5EF4-FFF2-40B4-BE49-F238E27FC236}">
                  <a16:creationId xmlns:a16="http://schemas.microsoft.com/office/drawing/2014/main" id="{7BAD97AF-F901-4BF6-9506-7272336D1C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1" y="257"/>
            <a:ext cx="1228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66" name="Equation" r:id="rId16" imgW="1828800" imgH="711200" progId="Equation.DSMT4">
                    <p:embed/>
                  </p:oleObj>
                </mc:Choice>
                <mc:Fallback>
                  <p:oleObj name="Equation" r:id="rId16" imgW="1828800" imgH="7112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" y="257"/>
                          <a:ext cx="1228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9" name="Object 42">
              <a:extLst>
                <a:ext uri="{FF2B5EF4-FFF2-40B4-BE49-F238E27FC236}">
                  <a16:creationId xmlns:a16="http://schemas.microsoft.com/office/drawing/2014/main" id="{1984AEE0-4380-4DF5-9C5A-E11FECF970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5" y="716"/>
            <a:ext cx="1302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67" name="Equation" r:id="rId18" imgW="2044700" imgH="889000" progId="Equation.DSMT4">
                    <p:embed/>
                  </p:oleObj>
                </mc:Choice>
                <mc:Fallback>
                  <p:oleObj name="Equation" r:id="rId18" imgW="2044700" imgH="88900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5" y="716"/>
                          <a:ext cx="1302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3">
            <a:extLst>
              <a:ext uri="{FF2B5EF4-FFF2-40B4-BE49-F238E27FC236}">
                <a16:creationId xmlns:a16="http://schemas.microsoft.com/office/drawing/2014/main" id="{C0C85741-BB02-4603-89E0-789664EDA46F}"/>
              </a:ext>
            </a:extLst>
          </p:cNvPr>
          <p:cNvGrpSpPr>
            <a:grpSpLocks/>
          </p:cNvGrpSpPr>
          <p:nvPr/>
        </p:nvGrpSpPr>
        <p:grpSpPr bwMode="auto">
          <a:xfrm>
            <a:off x="5786438" y="681038"/>
            <a:ext cx="1917700" cy="2190750"/>
            <a:chOff x="1582" y="1392"/>
            <a:chExt cx="1208" cy="1581"/>
          </a:xfrm>
        </p:grpSpPr>
        <p:sp>
          <p:nvSpPr>
            <p:cNvPr id="13340" name="AutoShape 44">
              <a:extLst>
                <a:ext uri="{FF2B5EF4-FFF2-40B4-BE49-F238E27FC236}">
                  <a16:creationId xmlns:a16="http://schemas.microsoft.com/office/drawing/2014/main" id="{BC467D62-9C93-4199-9185-E581E0FCB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637"/>
              <a:ext cx="47" cy="336"/>
            </a:xfrm>
            <a:prstGeom prst="can">
              <a:avLst>
                <a:gd name="adj" fmla="val 76752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3341" name="Group 45">
              <a:extLst>
                <a:ext uri="{FF2B5EF4-FFF2-40B4-BE49-F238E27FC236}">
                  <a16:creationId xmlns:a16="http://schemas.microsoft.com/office/drawing/2014/main" id="{A27EFF37-5857-4A92-848C-D84BB54EB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8" y="1512"/>
              <a:ext cx="1202" cy="520"/>
              <a:chOff x="1588" y="1512"/>
              <a:chExt cx="1202" cy="520"/>
            </a:xfrm>
          </p:grpSpPr>
          <p:sp>
            <p:nvSpPr>
              <p:cNvPr id="13348" name="Oval 46">
                <a:extLst>
                  <a:ext uri="{FF2B5EF4-FFF2-40B4-BE49-F238E27FC236}">
                    <a16:creationId xmlns:a16="http://schemas.microsoft.com/office/drawing/2014/main" id="{84F4AF59-ABC2-4E1B-9459-AC312C113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621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49" name="Oval 47">
                <a:extLst>
                  <a:ext uri="{FF2B5EF4-FFF2-40B4-BE49-F238E27FC236}">
                    <a16:creationId xmlns:a16="http://schemas.microsoft.com/office/drawing/2014/main" id="{ECB02EE7-3123-4146-BCDA-0B20753F6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550"/>
                <a:ext cx="1200" cy="412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50" name="Line 48">
                <a:extLst>
                  <a:ext uri="{FF2B5EF4-FFF2-40B4-BE49-F238E27FC236}">
                    <a16:creationId xmlns:a16="http://schemas.microsoft.com/office/drawing/2014/main" id="{CDAC1C34-FD8D-4291-ABCC-E24B829E1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2" y="1592"/>
                <a:ext cx="461" cy="1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1" name="Text Box 49">
                <a:extLst>
                  <a:ext uri="{FF2B5EF4-FFF2-40B4-BE49-F238E27FC236}">
                    <a16:creationId xmlns:a16="http://schemas.microsoft.com/office/drawing/2014/main" id="{7A0C78FE-264F-4992-84B5-0CE8DBBC93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512"/>
                <a:ext cx="26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R</a:t>
                </a:r>
              </a:p>
            </p:txBody>
          </p:sp>
          <p:sp>
            <p:nvSpPr>
              <p:cNvPr id="13352" name="Line 50">
                <a:extLst>
                  <a:ext uri="{FF2B5EF4-FFF2-40B4-BE49-F238E27FC236}">
                    <a16:creationId xmlns:a16="http://schemas.microsoft.com/office/drawing/2014/main" id="{DB1E0AFF-A27E-4D03-BECF-33732D615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9" y="1763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" name="Line 51">
                <a:extLst>
                  <a:ext uri="{FF2B5EF4-FFF2-40B4-BE49-F238E27FC236}">
                    <a16:creationId xmlns:a16="http://schemas.microsoft.com/office/drawing/2014/main" id="{DBFF274D-FB35-40B6-ABE5-4D8C45B1D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0" y="1757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42" name="AutoShape 52">
              <a:extLst>
                <a:ext uri="{FF2B5EF4-FFF2-40B4-BE49-F238E27FC236}">
                  <a16:creationId xmlns:a16="http://schemas.microsoft.com/office/drawing/2014/main" id="{24C523DD-9F4E-44D7-B544-C95977AB9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1392"/>
              <a:ext cx="55" cy="336"/>
            </a:xfrm>
            <a:prstGeom prst="can">
              <a:avLst>
                <a:gd name="adj" fmla="val 65588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3343" name="Group 53">
              <a:extLst>
                <a:ext uri="{FF2B5EF4-FFF2-40B4-BE49-F238E27FC236}">
                  <a16:creationId xmlns:a16="http://schemas.microsoft.com/office/drawing/2014/main" id="{39827598-4773-4284-ACE1-5F08F72116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2" y="2210"/>
              <a:ext cx="1200" cy="482"/>
              <a:chOff x="1554" y="2231"/>
              <a:chExt cx="1200" cy="482"/>
            </a:xfrm>
          </p:grpSpPr>
          <p:sp>
            <p:nvSpPr>
              <p:cNvPr id="13344" name="Oval 54">
                <a:extLst>
                  <a:ext uri="{FF2B5EF4-FFF2-40B4-BE49-F238E27FC236}">
                    <a16:creationId xmlns:a16="http://schemas.microsoft.com/office/drawing/2014/main" id="{9232CE66-66AB-45A9-A24A-712AA174F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302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45" name="Oval 55" descr="再生纸">
                <a:extLst>
                  <a:ext uri="{FF2B5EF4-FFF2-40B4-BE49-F238E27FC236}">
                    <a16:creationId xmlns:a16="http://schemas.microsoft.com/office/drawing/2014/main" id="{687B3C2D-0EA8-484D-9B8C-62F8B29D6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231"/>
                <a:ext cx="1200" cy="41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46" name="Line 56">
                <a:extLst>
                  <a:ext uri="{FF2B5EF4-FFF2-40B4-BE49-F238E27FC236}">
                    <a16:creationId xmlns:a16="http://schemas.microsoft.com/office/drawing/2014/main" id="{84A568A3-FD21-48DD-8F16-8AE6B520E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5" y="2444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" name="Line 57">
                <a:extLst>
                  <a:ext uri="{FF2B5EF4-FFF2-40B4-BE49-F238E27FC236}">
                    <a16:creationId xmlns:a16="http://schemas.microsoft.com/office/drawing/2014/main" id="{11C30E0F-8E55-4D83-9F9F-BE0FEF308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9" y="2458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9387" name="Line 59">
            <a:extLst>
              <a:ext uri="{FF2B5EF4-FFF2-40B4-BE49-F238E27FC236}">
                <a16:creationId xmlns:a16="http://schemas.microsoft.com/office/drawing/2014/main" id="{49E764B7-68FA-4DCB-9A3C-F19F21F07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1322388"/>
            <a:ext cx="0" cy="9032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88" name="Line 60">
            <a:extLst>
              <a:ext uri="{FF2B5EF4-FFF2-40B4-BE49-F238E27FC236}">
                <a16:creationId xmlns:a16="http://schemas.microsoft.com/office/drawing/2014/main" id="{7A4123F5-AE5D-4D1A-99DD-6E72BB2F9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1438" y="1390650"/>
            <a:ext cx="0" cy="9032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90" name="Arc 62">
            <a:extLst>
              <a:ext uri="{FF2B5EF4-FFF2-40B4-BE49-F238E27FC236}">
                <a16:creationId xmlns:a16="http://schemas.microsoft.com/office/drawing/2014/main" id="{7DF77F65-9E4C-41EC-825A-026AEFBC6E2A}"/>
              </a:ext>
            </a:extLst>
          </p:cNvPr>
          <p:cNvSpPr>
            <a:spLocks/>
          </p:cNvSpPr>
          <p:nvPr/>
        </p:nvSpPr>
        <p:spPr bwMode="auto">
          <a:xfrm>
            <a:off x="5773738" y="2047875"/>
            <a:ext cx="1919287" cy="346075"/>
          </a:xfrm>
          <a:custGeom>
            <a:avLst/>
            <a:gdLst>
              <a:gd name="T0" fmla="*/ 2147483646 w 43200"/>
              <a:gd name="T1" fmla="*/ 0 h 24157"/>
              <a:gd name="T2" fmla="*/ 2147483646 w 43200"/>
              <a:gd name="T3" fmla="*/ 2147483646 h 24157"/>
              <a:gd name="T4" fmla="*/ 2147483646 w 43200"/>
              <a:gd name="T5" fmla="*/ 2147483646 h 24157"/>
              <a:gd name="T6" fmla="*/ 0 60000 65536"/>
              <a:gd name="T7" fmla="*/ 0 60000 65536"/>
              <a:gd name="T8" fmla="*/ 0 60000 65536"/>
              <a:gd name="T9" fmla="*/ 0 w 43200"/>
              <a:gd name="T10" fmla="*/ 0 h 24157"/>
              <a:gd name="T11" fmla="*/ 43200 w 43200"/>
              <a:gd name="T12" fmla="*/ 24157 h 241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57" fill="none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</a:path>
              <a:path w="43200" h="24157" stroke="0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  <a:lnTo>
                  <a:pt x="21600" y="2557"/>
                </a:lnTo>
                <a:lnTo>
                  <a:pt x="43048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9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9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9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9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89" grpId="0" animBg="1"/>
      <p:bldP spid="99338" grpId="0" autoUpdateAnimBg="0"/>
      <p:bldP spid="99348" grpId="0" autoUpdateAnimBg="0"/>
      <p:bldP spid="99349" grpId="0"/>
      <p:bldP spid="99352" grpId="0" autoUpdateAnimBg="0"/>
      <p:bldP spid="99353" grpId="0" autoUpdateAnimBg="0"/>
      <p:bldP spid="99354" grpId="0" autoUpdateAnimBg="0"/>
      <p:bldP spid="99356" grpId="0"/>
      <p:bldP spid="99357" grpId="0" animBg="1"/>
      <p:bldP spid="99358" grpId="0" autoUpdateAnimBg="0"/>
      <p:bldP spid="993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Text Box 5">
            <a:extLst>
              <a:ext uri="{FF2B5EF4-FFF2-40B4-BE49-F238E27FC236}">
                <a16:creationId xmlns:a16="http://schemas.microsoft.com/office/drawing/2014/main" id="{2BC185CA-3675-4F3E-B1D0-F946116B8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93713"/>
            <a:ext cx="8797925" cy="88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FF0000"/>
                </a:solidFill>
              </a:rPr>
              <a:t>例</a:t>
            </a:r>
            <a:r>
              <a:rPr lang="en-US" altLang="zh-CN" sz="2585">
                <a:solidFill>
                  <a:srgbClr val="FF0000"/>
                </a:solidFill>
              </a:rPr>
              <a:t>:</a:t>
            </a:r>
            <a:r>
              <a:rPr lang="en-US" altLang="zh-CN" sz="2585"/>
              <a:t>  </a:t>
            </a:r>
            <a:r>
              <a:rPr lang="zh-CN" altLang="en-US" sz="2585"/>
              <a:t>如图，平行板电容器（忽略边缘效应）充电时，沿环路</a:t>
            </a:r>
          </a:p>
          <a:p>
            <a:pPr eaLnBrk="1" hangingPunct="1">
              <a:defRPr/>
            </a:pPr>
            <a:r>
              <a:rPr lang="zh-CN" altLang="en-US" sz="2585"/>
              <a:t>       </a:t>
            </a:r>
            <a:r>
              <a:rPr lang="en-US" altLang="zh-CN" sz="2585" i="1"/>
              <a:t>L</a:t>
            </a:r>
            <a:r>
              <a:rPr lang="en-US" altLang="zh-CN" sz="2585" baseline="-25000"/>
              <a:t>1</a:t>
            </a:r>
            <a:r>
              <a:rPr lang="zh-CN" altLang="en-US" sz="2585"/>
              <a:t>、</a:t>
            </a:r>
            <a:r>
              <a:rPr lang="en-US" altLang="zh-CN" sz="2585" i="1"/>
              <a:t>L</a:t>
            </a:r>
            <a:r>
              <a:rPr lang="en-US" altLang="zh-CN" sz="2585" baseline="-25000"/>
              <a:t>2</a:t>
            </a:r>
            <a:r>
              <a:rPr lang="zh-CN" altLang="en-US" sz="2585"/>
              <a:t>的磁场强度的环流中，正确的是（       ）。</a:t>
            </a:r>
          </a:p>
        </p:txBody>
      </p:sp>
      <p:grpSp>
        <p:nvGrpSpPr>
          <p:cNvPr id="14339" name="Group 6">
            <a:extLst>
              <a:ext uri="{FF2B5EF4-FFF2-40B4-BE49-F238E27FC236}">
                <a16:creationId xmlns:a16="http://schemas.microsoft.com/office/drawing/2014/main" id="{7F097AB2-CBC1-44B9-A71F-65A4A009649A}"/>
              </a:ext>
            </a:extLst>
          </p:cNvPr>
          <p:cNvGrpSpPr>
            <a:grpSpLocks/>
          </p:cNvGrpSpPr>
          <p:nvPr/>
        </p:nvGrpSpPr>
        <p:grpSpPr bwMode="auto">
          <a:xfrm>
            <a:off x="5624513" y="1701800"/>
            <a:ext cx="3278187" cy="2657475"/>
            <a:chOff x="3732" y="1389"/>
            <a:chExt cx="2237" cy="1814"/>
          </a:xfrm>
        </p:grpSpPr>
        <p:sp>
          <p:nvSpPr>
            <p:cNvPr id="31758" name="Oval 7">
              <a:extLst>
                <a:ext uri="{FF2B5EF4-FFF2-40B4-BE49-F238E27FC236}">
                  <a16:creationId xmlns:a16="http://schemas.microsoft.com/office/drawing/2014/main" id="{36E766C2-CB48-47D4-B0BF-A4771569B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1480"/>
              <a:ext cx="362" cy="108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59" name="Oval 8">
              <a:extLst>
                <a:ext uri="{FF2B5EF4-FFF2-40B4-BE49-F238E27FC236}">
                  <a16:creationId xmlns:a16="http://schemas.microsoft.com/office/drawing/2014/main" id="{31754C36-0011-48C1-B297-6C5503450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1480"/>
              <a:ext cx="362" cy="108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60" name="Oval 9">
              <a:extLst>
                <a:ext uri="{FF2B5EF4-FFF2-40B4-BE49-F238E27FC236}">
                  <a16:creationId xmlns:a16="http://schemas.microsoft.com/office/drawing/2014/main" id="{68CA4599-A532-44F0-8348-CC5530D49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6" y="1707"/>
              <a:ext cx="272" cy="635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61" name="Line 10">
              <a:extLst>
                <a:ext uri="{FF2B5EF4-FFF2-40B4-BE49-F238E27FC236}">
                  <a16:creationId xmlns:a16="http://schemas.microsoft.com/office/drawing/2014/main" id="{0C911B5D-8C6A-4B03-A135-4F4E5585F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2" y="2047"/>
              <a:ext cx="34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2" name="Line 11">
              <a:extLst>
                <a:ext uri="{FF2B5EF4-FFF2-40B4-BE49-F238E27FC236}">
                  <a16:creationId xmlns:a16="http://schemas.microsoft.com/office/drawing/2014/main" id="{A24139F8-DFDE-430F-9D17-E93958645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3" y="2024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3" name="Line 12">
              <a:extLst>
                <a:ext uri="{FF2B5EF4-FFF2-40B4-BE49-F238E27FC236}">
                  <a16:creationId xmlns:a16="http://schemas.microsoft.com/office/drawing/2014/main" id="{838DBCD7-651D-4AE6-8C3F-5321CDAC2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2" y="3066"/>
              <a:ext cx="4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4" name="Line 13">
              <a:extLst>
                <a:ext uri="{FF2B5EF4-FFF2-40B4-BE49-F238E27FC236}">
                  <a16:creationId xmlns:a16="http://schemas.microsoft.com/office/drawing/2014/main" id="{96067864-964D-4A99-8254-D90362ACB4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0" y="3022"/>
              <a:ext cx="297" cy="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5" name="Line 14">
              <a:extLst>
                <a:ext uri="{FF2B5EF4-FFF2-40B4-BE49-F238E27FC236}">
                  <a16:creationId xmlns:a16="http://schemas.microsoft.com/office/drawing/2014/main" id="{0B4CF3FC-B103-4C61-A724-19E28F627D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09" y="2931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6" name="Line 15">
              <a:extLst>
                <a:ext uri="{FF2B5EF4-FFF2-40B4-BE49-F238E27FC236}">
                  <a16:creationId xmlns:a16="http://schemas.microsoft.com/office/drawing/2014/main" id="{1C8437AA-4D33-43A5-B467-DF5568D619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9" y="2977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7" name="Line 16">
              <a:extLst>
                <a:ext uri="{FF2B5EF4-FFF2-40B4-BE49-F238E27FC236}">
                  <a16:creationId xmlns:a16="http://schemas.microsoft.com/office/drawing/2014/main" id="{A32EA12F-B736-4038-8640-20060131A3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2" y="2047"/>
              <a:ext cx="0" cy="10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8" name="Line 17">
              <a:extLst>
                <a:ext uri="{FF2B5EF4-FFF2-40B4-BE49-F238E27FC236}">
                  <a16:creationId xmlns:a16="http://schemas.microsoft.com/office/drawing/2014/main" id="{48340269-01CE-471E-930A-618445231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9" y="3066"/>
              <a:ext cx="4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9" name="Line 18">
              <a:extLst>
                <a:ext uri="{FF2B5EF4-FFF2-40B4-BE49-F238E27FC236}">
                  <a16:creationId xmlns:a16="http://schemas.microsoft.com/office/drawing/2014/main" id="{7E993654-CDC9-4EE1-8CA2-41794929E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7" y="3066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0" name="Oval 19">
              <a:extLst>
                <a:ext uri="{FF2B5EF4-FFF2-40B4-BE49-F238E27FC236}">
                  <a16:creationId xmlns:a16="http://schemas.microsoft.com/office/drawing/2014/main" id="{D7976E4D-3FB0-46ED-884A-1ADC1CABE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3022"/>
              <a:ext cx="67" cy="6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71" name="Oval 20">
              <a:extLst>
                <a:ext uri="{FF2B5EF4-FFF2-40B4-BE49-F238E27FC236}">
                  <a16:creationId xmlns:a16="http://schemas.microsoft.com/office/drawing/2014/main" id="{5FD041EC-8307-4401-81EE-77BA547E6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4" y="3022"/>
              <a:ext cx="66" cy="6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72" name="Line 21">
              <a:extLst>
                <a:ext uri="{FF2B5EF4-FFF2-40B4-BE49-F238E27FC236}">
                  <a16:creationId xmlns:a16="http://schemas.microsoft.com/office/drawing/2014/main" id="{6A8A6098-8FCA-473C-82CB-237188858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5" y="2047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3" name="Line 22">
              <a:extLst>
                <a:ext uri="{FF2B5EF4-FFF2-40B4-BE49-F238E27FC236}">
                  <a16:creationId xmlns:a16="http://schemas.microsoft.com/office/drawing/2014/main" id="{658E5BE1-79F8-426F-8715-5461EAF68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92" y="2584"/>
              <a:ext cx="0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4" name="Arc 23">
              <a:extLst>
                <a:ext uri="{FF2B5EF4-FFF2-40B4-BE49-F238E27FC236}">
                  <a16:creationId xmlns:a16="http://schemas.microsoft.com/office/drawing/2014/main" id="{1C7B4D4A-5370-4C61-A15F-E2EF940C66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26" y="2047"/>
              <a:ext cx="23" cy="51"/>
            </a:xfrm>
            <a:custGeom>
              <a:avLst/>
              <a:gdLst>
                <a:gd name="T0" fmla="*/ 22 w 21600"/>
                <a:gd name="T1" fmla="*/ 0 h 4842"/>
                <a:gd name="T2" fmla="*/ 23 w 21600"/>
                <a:gd name="T3" fmla="*/ 51 h 4842"/>
                <a:gd name="T4" fmla="*/ 0 w 21600"/>
                <a:gd name="T5" fmla="*/ 51 h 48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842" fill="none" extrusionOk="0">
                  <a:moveTo>
                    <a:pt x="21050" y="-1"/>
                  </a:moveTo>
                  <a:cubicBezTo>
                    <a:pt x="21415" y="1588"/>
                    <a:pt x="21600" y="3212"/>
                    <a:pt x="21600" y="4842"/>
                  </a:cubicBezTo>
                </a:path>
                <a:path w="21600" h="4842" stroke="0" extrusionOk="0">
                  <a:moveTo>
                    <a:pt x="21050" y="-1"/>
                  </a:moveTo>
                  <a:cubicBezTo>
                    <a:pt x="21415" y="1588"/>
                    <a:pt x="21600" y="3212"/>
                    <a:pt x="21600" y="4842"/>
                  </a:cubicBezTo>
                  <a:lnTo>
                    <a:pt x="0" y="4842"/>
                  </a:lnTo>
                  <a:lnTo>
                    <a:pt x="21050" y="-1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5" name="Oval 24">
              <a:extLst>
                <a:ext uri="{FF2B5EF4-FFF2-40B4-BE49-F238E27FC236}">
                  <a16:creationId xmlns:a16="http://schemas.microsoft.com/office/drawing/2014/main" id="{C25D2D5A-C0DC-44A2-B20D-C0583D35F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" y="2342"/>
              <a:ext cx="430" cy="24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76" name="Arc 25">
              <a:extLst>
                <a:ext uri="{FF2B5EF4-FFF2-40B4-BE49-F238E27FC236}">
                  <a16:creationId xmlns:a16="http://schemas.microsoft.com/office/drawing/2014/main" id="{4ADBF1A0-598E-4616-AD04-9E72020B653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07" y="2467"/>
              <a:ext cx="26" cy="51"/>
            </a:xfrm>
            <a:custGeom>
              <a:avLst/>
              <a:gdLst>
                <a:gd name="T0" fmla="*/ 22 w 21600"/>
                <a:gd name="T1" fmla="*/ 0 h 4842"/>
                <a:gd name="T2" fmla="*/ 23 w 21600"/>
                <a:gd name="T3" fmla="*/ 51 h 4842"/>
                <a:gd name="T4" fmla="*/ 0 w 21600"/>
                <a:gd name="T5" fmla="*/ 51 h 48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842" fill="none" extrusionOk="0">
                  <a:moveTo>
                    <a:pt x="21050" y="-1"/>
                  </a:moveTo>
                  <a:cubicBezTo>
                    <a:pt x="21415" y="1588"/>
                    <a:pt x="21600" y="3212"/>
                    <a:pt x="21600" y="4842"/>
                  </a:cubicBezTo>
                </a:path>
                <a:path w="21600" h="4842" stroke="0" extrusionOk="0">
                  <a:moveTo>
                    <a:pt x="21050" y="-1"/>
                  </a:moveTo>
                  <a:cubicBezTo>
                    <a:pt x="21415" y="1588"/>
                    <a:pt x="21600" y="3212"/>
                    <a:pt x="21600" y="4842"/>
                  </a:cubicBezTo>
                  <a:lnTo>
                    <a:pt x="0" y="4842"/>
                  </a:lnTo>
                  <a:lnTo>
                    <a:pt x="21050" y="-1"/>
                  </a:lnTo>
                  <a:close/>
                </a:path>
              </a:pathLst>
            </a:custGeom>
            <a:noFill/>
            <a:ln w="9525">
              <a:solidFill>
                <a:srgbClr val="CC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7" name="Line 26">
              <a:extLst>
                <a:ext uri="{FF2B5EF4-FFF2-40B4-BE49-F238E27FC236}">
                  <a16:creationId xmlns:a16="http://schemas.microsoft.com/office/drawing/2014/main" id="{1FDF198F-4883-4072-ABBC-59BE550EE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92" y="2024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graphicFrame>
          <p:nvGraphicFramePr>
            <p:cNvPr id="14366" name="Object 27">
              <a:extLst>
                <a:ext uri="{FF2B5EF4-FFF2-40B4-BE49-F238E27FC236}">
                  <a16:creationId xmlns:a16="http://schemas.microsoft.com/office/drawing/2014/main" id="{8F87FDC2-5D5A-4401-933B-DECFCBB4B3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90" y="2047"/>
            <a:ext cx="27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8" name="公式" r:id="rId3" imgW="133446" imgH="162000" progId="Equation.3">
                    <p:embed/>
                  </p:oleObj>
                </mc:Choice>
                <mc:Fallback>
                  <p:oleObj name="公式" r:id="rId3" imgW="133446" imgH="1620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0" y="2047"/>
                          <a:ext cx="27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7" name="Object 28">
              <a:extLst>
                <a:ext uri="{FF2B5EF4-FFF2-40B4-BE49-F238E27FC236}">
                  <a16:creationId xmlns:a16="http://schemas.microsoft.com/office/drawing/2014/main" id="{FF7AF984-F359-4DDA-9A14-2322C435AD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8" y="1389"/>
            <a:ext cx="26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9" name="公式" r:id="rId5" imgW="123721" imgH="162000" progId="Equation.3">
                    <p:embed/>
                  </p:oleObj>
                </mc:Choice>
                <mc:Fallback>
                  <p:oleObj name="公式" r:id="rId5" imgW="123721" imgH="1620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8" y="1389"/>
                          <a:ext cx="26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0" name="Object 29">
            <a:extLst>
              <a:ext uri="{FF2B5EF4-FFF2-40B4-BE49-F238E27FC236}">
                <a16:creationId xmlns:a16="http://schemas.microsoft.com/office/drawing/2014/main" id="{F74E0BF1-6767-493C-AC63-329DEDA65C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25" y="1701800"/>
          <a:ext cx="32861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公式" r:id="rId7" imgW="1117115" imgH="317362" progId="Equation.3">
                  <p:embed/>
                </p:oleObj>
              </mc:Choice>
              <mc:Fallback>
                <p:oleObj name="公式" r:id="rId7" imgW="1117115" imgH="317362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1701800"/>
                        <a:ext cx="32861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30">
            <a:extLst>
              <a:ext uri="{FF2B5EF4-FFF2-40B4-BE49-F238E27FC236}">
                <a16:creationId xmlns:a16="http://schemas.microsoft.com/office/drawing/2014/main" id="{530CBF34-7E0B-467F-9BB6-B26C805426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25" y="2659063"/>
          <a:ext cx="32861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公式" r:id="rId9" imgW="1117115" imgH="317362" progId="Equation.3">
                  <p:embed/>
                </p:oleObj>
              </mc:Choice>
              <mc:Fallback>
                <p:oleObj name="公式" r:id="rId9" imgW="1117115" imgH="31736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2659063"/>
                        <a:ext cx="32861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31">
            <a:extLst>
              <a:ext uri="{FF2B5EF4-FFF2-40B4-BE49-F238E27FC236}">
                <a16:creationId xmlns:a16="http://schemas.microsoft.com/office/drawing/2014/main" id="{C3B855FA-986B-4FBA-AFA9-E8515F3966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25" y="3692525"/>
          <a:ext cx="32861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公式" r:id="rId11" imgW="1117115" imgH="317362" progId="Equation.3">
                  <p:embed/>
                </p:oleObj>
              </mc:Choice>
              <mc:Fallback>
                <p:oleObj name="公式" r:id="rId11" imgW="1117115" imgH="317362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3692525"/>
                        <a:ext cx="32861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32">
            <a:extLst>
              <a:ext uri="{FF2B5EF4-FFF2-40B4-BE49-F238E27FC236}">
                <a16:creationId xmlns:a16="http://schemas.microsoft.com/office/drawing/2014/main" id="{C78E998D-ED73-4CC5-92FB-114F6327D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3788" y="4625975"/>
          <a:ext cx="23542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公式" r:id="rId13" imgW="799753" imgH="317362" progId="Equation.3">
                  <p:embed/>
                </p:oleObj>
              </mc:Choice>
              <mc:Fallback>
                <p:oleObj name="公式" r:id="rId13" imgW="799753" imgH="317362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4625975"/>
                        <a:ext cx="235426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45" name="Object 33">
            <a:extLst>
              <a:ext uri="{FF2B5EF4-FFF2-40B4-BE49-F238E27FC236}">
                <a16:creationId xmlns:a16="http://schemas.microsoft.com/office/drawing/2014/main" id="{D9D8B73E-90B9-4071-B08D-A4B0C2DCA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9425" y="850900"/>
          <a:ext cx="4492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公式" r:id="rId15" imgW="95357" imgH="123930" progId="Equation.3">
                  <p:embed/>
                </p:oleObj>
              </mc:Choice>
              <mc:Fallback>
                <p:oleObj name="公式" r:id="rId15" imgW="95357" imgH="12393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5" y="850900"/>
                        <a:ext cx="4492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Rectangle 34">
            <a:hlinkClick r:id="" action="ppaction://macro?name=TimerOnOff"/>
            <a:extLst>
              <a:ext uri="{FF2B5EF4-FFF2-40B4-BE49-F238E27FC236}">
                <a16:creationId xmlns:a16="http://schemas.microsoft.com/office/drawing/2014/main" id="{361900AD-D3B7-4D53-BCAF-C8E413A3B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6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6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69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CCDF2747-99FB-4DA0-BE53-F4D8B2C2F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1320800"/>
            <a:ext cx="7507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一、麦克斯韦方程组</a:t>
            </a:r>
          </a:p>
        </p:txBody>
      </p:sp>
      <p:sp>
        <p:nvSpPr>
          <p:cNvPr id="20483" name="AutoShape 3">
            <a:extLst>
              <a:ext uri="{FF2B5EF4-FFF2-40B4-BE49-F238E27FC236}">
                <a16:creationId xmlns:a16="http://schemas.microsoft.com/office/drawing/2014/main" id="{51F64697-5746-48E8-9706-30C2B628EC57}"/>
              </a:ext>
            </a:extLst>
          </p:cNvPr>
          <p:cNvSpPr>
            <a:spLocks/>
          </p:cNvSpPr>
          <p:nvPr/>
        </p:nvSpPr>
        <p:spPr bwMode="auto">
          <a:xfrm>
            <a:off x="1060450" y="3338513"/>
            <a:ext cx="304800" cy="2209800"/>
          </a:xfrm>
          <a:prstGeom prst="leftBrace">
            <a:avLst>
              <a:gd name="adj1" fmla="val 6041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20485" name="Object 5">
            <a:extLst>
              <a:ext uri="{FF2B5EF4-FFF2-40B4-BE49-F238E27FC236}">
                <a16:creationId xmlns:a16="http://schemas.microsoft.com/office/drawing/2014/main" id="{4FDA8081-B6C5-4F53-927A-00D27EB43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3808413"/>
          <a:ext cx="15938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Equation" r:id="rId3" imgW="1701800" imgH="571500" progId="Equation.DSMT4">
                  <p:embed/>
                </p:oleObj>
              </mc:Choice>
              <mc:Fallback>
                <p:oleObj name="Equation" r:id="rId3" imgW="1701800" imgH="571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3808413"/>
                        <a:ext cx="15938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>
            <a:extLst>
              <a:ext uri="{FF2B5EF4-FFF2-40B4-BE49-F238E27FC236}">
                <a16:creationId xmlns:a16="http://schemas.microsoft.com/office/drawing/2014/main" id="{7B815B8A-30D0-4651-B24C-7E94618E8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3105150"/>
          <a:ext cx="18383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Equation" r:id="rId5" imgW="2184400" imgH="787400" progId="Equation.DSMT4">
                  <p:embed/>
                </p:oleObj>
              </mc:Choice>
              <mc:Fallback>
                <p:oleObj name="Equation" r:id="rId5" imgW="2184400" imgH="787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3105150"/>
                        <a:ext cx="18383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>
            <a:extLst>
              <a:ext uri="{FF2B5EF4-FFF2-40B4-BE49-F238E27FC236}">
                <a16:creationId xmlns:a16="http://schemas.microsoft.com/office/drawing/2014/main" id="{3283A271-F4E1-4653-812B-5074AD953F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4570413"/>
          <a:ext cx="15049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" name="Equation" r:id="rId7" imgW="1727200" imgH="571500" progId="Equation.DSMT4">
                  <p:embed/>
                </p:oleObj>
              </mc:Choice>
              <mc:Fallback>
                <p:oleObj name="Equation" r:id="rId7" imgW="1727200" imgH="571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4570413"/>
                        <a:ext cx="15049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>
            <a:extLst>
              <a:ext uri="{FF2B5EF4-FFF2-40B4-BE49-F238E27FC236}">
                <a16:creationId xmlns:a16="http://schemas.microsoft.com/office/drawing/2014/main" id="{814485AD-25BC-4921-8E5A-DD87F0F0B0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5311775"/>
          <a:ext cx="17208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Equation" r:id="rId9" imgW="2235200" imgH="723900" progId="Equation.DSMT4">
                  <p:embed/>
                </p:oleObj>
              </mc:Choice>
              <mc:Fallback>
                <p:oleObj name="Equation" r:id="rId9" imgW="2235200" imgH="723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5311775"/>
                        <a:ext cx="17208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4" name="Text Box 24">
            <a:extLst>
              <a:ext uri="{FF2B5EF4-FFF2-40B4-BE49-F238E27FC236}">
                <a16:creationId xmlns:a16="http://schemas.microsoft.com/office/drawing/2014/main" id="{BF0C213C-A5CB-42AC-B4BD-D7AB0B97E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2460625"/>
            <a:ext cx="4535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稳恒情况</a:t>
            </a:r>
          </a:p>
        </p:txBody>
      </p:sp>
      <p:sp>
        <p:nvSpPr>
          <p:cNvPr id="20505" name="Text Box 25">
            <a:extLst>
              <a:ext uri="{FF2B5EF4-FFF2-40B4-BE49-F238E27FC236}">
                <a16:creationId xmlns:a16="http://schemas.microsoft.com/office/drawing/2014/main" id="{682FEF47-9ACB-437B-A744-4161F3D17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1917700"/>
            <a:ext cx="3543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积分形式</a:t>
            </a:r>
          </a:p>
        </p:txBody>
      </p:sp>
      <p:sp>
        <p:nvSpPr>
          <p:cNvPr id="20568" name="Text Box 88">
            <a:extLst>
              <a:ext uri="{FF2B5EF4-FFF2-40B4-BE49-F238E27FC236}">
                <a16:creationId xmlns:a16="http://schemas.microsoft.com/office/drawing/2014/main" id="{584E87FF-D9C3-4495-B9BB-A4EACE0BD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225" y="833438"/>
            <a:ext cx="61198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Maxwell’s  Equations</a:t>
            </a:r>
          </a:p>
        </p:txBody>
      </p:sp>
      <p:sp>
        <p:nvSpPr>
          <p:cNvPr id="20569" name="Text Box 89">
            <a:extLst>
              <a:ext uri="{FF2B5EF4-FFF2-40B4-BE49-F238E27FC236}">
                <a16:creationId xmlns:a16="http://schemas.microsoft.com/office/drawing/2014/main" id="{5676BC42-442C-4066-BC22-B20C73D8E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436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10</a:t>
            </a:r>
          </a:p>
        </p:txBody>
      </p:sp>
      <p:sp>
        <p:nvSpPr>
          <p:cNvPr id="20570" name="Text Box 90">
            <a:extLst>
              <a:ext uri="{FF2B5EF4-FFF2-40B4-BE49-F238E27FC236}">
                <a16:creationId xmlns:a16="http://schemas.microsoft.com/office/drawing/2014/main" id="{CBBBCDC0-E459-4A87-AF6B-AB035EF07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3536950"/>
            <a:ext cx="414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/>
              <a:t>内</a:t>
            </a:r>
          </a:p>
        </p:txBody>
      </p:sp>
      <p:sp>
        <p:nvSpPr>
          <p:cNvPr id="20573" name="Oval 93">
            <a:extLst>
              <a:ext uri="{FF2B5EF4-FFF2-40B4-BE49-F238E27FC236}">
                <a16:creationId xmlns:a16="http://schemas.microsoft.com/office/drawing/2014/main" id="{42EB41E0-D420-4BE1-AB45-A7753DB44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2940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574" name="Oval 94">
            <a:extLst>
              <a:ext uri="{FF2B5EF4-FFF2-40B4-BE49-F238E27FC236}">
                <a16:creationId xmlns:a16="http://schemas.microsoft.com/office/drawing/2014/main" id="{E22E148B-AE3C-4F35-8418-47225A07B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3997325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575" name="Oval 95">
            <a:extLst>
              <a:ext uri="{FF2B5EF4-FFF2-40B4-BE49-F238E27FC236}">
                <a16:creationId xmlns:a16="http://schemas.microsoft.com/office/drawing/2014/main" id="{1C9FF988-0DD9-4422-B932-EE8F85212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475615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576" name="Oval 96">
            <a:extLst>
              <a:ext uri="{FF2B5EF4-FFF2-40B4-BE49-F238E27FC236}">
                <a16:creationId xmlns:a16="http://schemas.microsoft.com/office/drawing/2014/main" id="{6001EB2B-E46A-4728-B52A-BCA3948FA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54784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582" name="Text Box 102">
            <a:extLst>
              <a:ext uri="{FF2B5EF4-FFF2-40B4-BE49-F238E27FC236}">
                <a16:creationId xmlns:a16="http://schemas.microsoft.com/office/drawing/2014/main" id="{288FE9ED-5607-4EFB-9B5F-B4A28A6E1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9100"/>
            <a:ext cx="883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节  麦克斯韦方程组</a:t>
            </a:r>
          </a:p>
        </p:txBody>
      </p:sp>
      <p:grpSp>
        <p:nvGrpSpPr>
          <p:cNvPr id="2" name="Group 111">
            <a:extLst>
              <a:ext uri="{FF2B5EF4-FFF2-40B4-BE49-F238E27FC236}">
                <a16:creationId xmlns:a16="http://schemas.microsoft.com/office/drawing/2014/main" id="{7C561E6D-C11E-469A-B5BC-A733F9E53DA5}"/>
              </a:ext>
            </a:extLst>
          </p:cNvPr>
          <p:cNvGrpSpPr>
            <a:grpSpLocks/>
          </p:cNvGrpSpPr>
          <p:nvPr/>
        </p:nvGrpSpPr>
        <p:grpSpPr bwMode="auto">
          <a:xfrm>
            <a:off x="4019550" y="3046413"/>
            <a:ext cx="2446338" cy="581025"/>
            <a:chOff x="2660" y="1960"/>
            <a:chExt cx="1881" cy="366"/>
          </a:xfrm>
        </p:grpSpPr>
        <p:graphicFrame>
          <p:nvGraphicFramePr>
            <p:cNvPr id="15394" name="Object 104">
              <a:extLst>
                <a:ext uri="{FF2B5EF4-FFF2-40B4-BE49-F238E27FC236}">
                  <a16:creationId xmlns:a16="http://schemas.microsoft.com/office/drawing/2014/main" id="{D35912D2-7A3E-4A5A-9D5B-E0759E5393B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60" y="1960"/>
            <a:ext cx="1515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1" name="Equation" r:id="rId11" imgW="1587500" imgH="431800" progId="Equation.DSMT4">
                    <p:embed/>
                  </p:oleObj>
                </mc:Choice>
                <mc:Fallback>
                  <p:oleObj name="Equation" r:id="rId11" imgW="1587500" imgH="431800" progId="Equation.DSMT4">
                    <p:embed/>
                    <p:pic>
                      <p:nvPicPr>
                        <p:cNvPr id="0" name="Object 10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0" y="1960"/>
                          <a:ext cx="1515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5" name="Text Box 109">
              <a:extLst>
                <a:ext uri="{FF2B5EF4-FFF2-40B4-BE49-F238E27FC236}">
                  <a16:creationId xmlns:a16="http://schemas.microsoft.com/office/drawing/2014/main" id="{59EC2724-56AA-47EB-B9B0-91D1EEFD4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114"/>
              <a:ext cx="5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感应</a:t>
              </a:r>
            </a:p>
          </p:txBody>
        </p:sp>
        <p:sp>
          <p:nvSpPr>
            <p:cNvPr id="15396" name="Text Box 110">
              <a:extLst>
                <a:ext uri="{FF2B5EF4-FFF2-40B4-BE49-F238E27FC236}">
                  <a16:creationId xmlns:a16="http://schemas.microsoft.com/office/drawing/2014/main" id="{DE608072-209C-49A4-859B-F0BF586D7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2114"/>
              <a:ext cx="7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静电</a:t>
              </a:r>
            </a:p>
          </p:txBody>
        </p:sp>
      </p:grpSp>
      <p:sp>
        <p:nvSpPr>
          <p:cNvPr id="20596" name="Text Box 116">
            <a:extLst>
              <a:ext uri="{FF2B5EF4-FFF2-40B4-BE49-F238E27FC236}">
                <a16:creationId xmlns:a16="http://schemas.microsoft.com/office/drawing/2014/main" id="{3BE2EF40-9F49-44D2-A27B-043D74EA4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9550" y="2505075"/>
            <a:ext cx="4535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非稳恒情况</a:t>
            </a:r>
          </a:p>
        </p:txBody>
      </p:sp>
      <p:sp>
        <p:nvSpPr>
          <p:cNvPr id="20603" name="Line 123">
            <a:extLst>
              <a:ext uri="{FF2B5EF4-FFF2-40B4-BE49-F238E27FC236}">
                <a16:creationId xmlns:a16="http://schemas.microsoft.com/office/drawing/2014/main" id="{70BAF1A8-BF5D-4E75-A658-1C43E4073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3" y="4100513"/>
            <a:ext cx="1277937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604" name="Object 124">
            <a:extLst>
              <a:ext uri="{FF2B5EF4-FFF2-40B4-BE49-F238E27FC236}">
                <a16:creationId xmlns:a16="http://schemas.microsoft.com/office/drawing/2014/main" id="{164423F7-0D76-4524-A2AC-D26C415C05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763" y="3711575"/>
          <a:ext cx="28289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Equation" r:id="rId13" imgW="2908300" imgH="774700" progId="Equation.DSMT4">
                  <p:embed/>
                </p:oleObj>
              </mc:Choice>
              <mc:Fallback>
                <p:oleObj name="Equation" r:id="rId13" imgW="2908300" imgH="774700" progId="Equation.DSMT4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3763" y="3711575"/>
                        <a:ext cx="28289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05" name="Oval 125">
            <a:extLst>
              <a:ext uri="{FF2B5EF4-FFF2-40B4-BE49-F238E27FC236}">
                <a16:creationId xmlns:a16="http://schemas.microsoft.com/office/drawing/2014/main" id="{2E56B6AD-E955-45BA-BF70-3190C9C10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4035425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" name="Group 126">
            <a:extLst>
              <a:ext uri="{FF2B5EF4-FFF2-40B4-BE49-F238E27FC236}">
                <a16:creationId xmlns:a16="http://schemas.microsoft.com/office/drawing/2014/main" id="{9BA20308-6699-41D0-98E7-5E1130561314}"/>
              </a:ext>
            </a:extLst>
          </p:cNvPr>
          <p:cNvGrpSpPr>
            <a:grpSpLocks/>
          </p:cNvGrpSpPr>
          <p:nvPr/>
        </p:nvGrpSpPr>
        <p:grpSpPr bwMode="auto">
          <a:xfrm>
            <a:off x="4019550" y="4711700"/>
            <a:ext cx="2532063" cy="581025"/>
            <a:chOff x="2594" y="1960"/>
            <a:chExt cx="1947" cy="366"/>
          </a:xfrm>
        </p:grpSpPr>
        <p:graphicFrame>
          <p:nvGraphicFramePr>
            <p:cNvPr id="15391" name="Object 127">
              <a:extLst>
                <a:ext uri="{FF2B5EF4-FFF2-40B4-BE49-F238E27FC236}">
                  <a16:creationId xmlns:a16="http://schemas.microsoft.com/office/drawing/2014/main" id="{C2153027-C444-4937-B124-A7309B05012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94" y="1960"/>
            <a:ext cx="164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3" name="Equation" r:id="rId15" imgW="1727200" imgH="431800" progId="Equation.DSMT4">
                    <p:embed/>
                  </p:oleObj>
                </mc:Choice>
                <mc:Fallback>
                  <p:oleObj name="Equation" r:id="rId15" imgW="1727200" imgH="431800" progId="Equation.DSMT4">
                    <p:embed/>
                    <p:pic>
                      <p:nvPicPr>
                        <p:cNvPr id="0" name="Object 1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4" y="1960"/>
                          <a:ext cx="1648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2" name="Text Box 128">
              <a:extLst>
                <a:ext uri="{FF2B5EF4-FFF2-40B4-BE49-F238E27FC236}">
                  <a16:creationId xmlns:a16="http://schemas.microsoft.com/office/drawing/2014/main" id="{76CEF573-A6FF-4E9A-80D9-755009143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114"/>
              <a:ext cx="5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位移</a:t>
              </a:r>
            </a:p>
          </p:txBody>
        </p:sp>
        <p:sp>
          <p:nvSpPr>
            <p:cNvPr id="15393" name="Text Box 129">
              <a:extLst>
                <a:ext uri="{FF2B5EF4-FFF2-40B4-BE49-F238E27FC236}">
                  <a16:creationId xmlns:a16="http://schemas.microsoft.com/office/drawing/2014/main" id="{4DE73BC0-AE8C-498B-BC38-3E58EF1EE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2114"/>
              <a:ext cx="7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sp>
        <p:nvSpPr>
          <p:cNvPr id="20610" name="Line 130">
            <a:extLst>
              <a:ext uri="{FF2B5EF4-FFF2-40B4-BE49-F238E27FC236}">
                <a16:creationId xmlns:a16="http://schemas.microsoft.com/office/drawing/2014/main" id="{942F64BB-AF7C-4806-8F7B-62C77CB57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3" y="5661025"/>
            <a:ext cx="12620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36">
            <a:extLst>
              <a:ext uri="{FF2B5EF4-FFF2-40B4-BE49-F238E27FC236}">
                <a16:creationId xmlns:a16="http://schemas.microsoft.com/office/drawing/2014/main" id="{C254F792-9147-4AAA-B8B9-BD06A9F23F8E}"/>
              </a:ext>
            </a:extLst>
          </p:cNvPr>
          <p:cNvGrpSpPr>
            <a:grpSpLocks/>
          </p:cNvGrpSpPr>
          <p:nvPr/>
        </p:nvGrpSpPr>
        <p:grpSpPr bwMode="auto">
          <a:xfrm>
            <a:off x="4703763" y="5227638"/>
            <a:ext cx="3273425" cy="779462"/>
            <a:chOff x="3236" y="3293"/>
            <a:chExt cx="2062" cy="491"/>
          </a:xfrm>
        </p:grpSpPr>
        <p:graphicFrame>
          <p:nvGraphicFramePr>
            <p:cNvPr id="15388" name="Object 133">
              <a:extLst>
                <a:ext uri="{FF2B5EF4-FFF2-40B4-BE49-F238E27FC236}">
                  <a16:creationId xmlns:a16="http://schemas.microsoft.com/office/drawing/2014/main" id="{B9F7850D-6792-452A-8A2A-935677FE16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6" y="3293"/>
            <a:ext cx="206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4" name="Equation" r:id="rId17" imgW="3594100" imgH="774700" progId="Equation.DSMT4">
                    <p:embed/>
                  </p:oleObj>
                </mc:Choice>
                <mc:Fallback>
                  <p:oleObj name="Equation" r:id="rId17" imgW="3594100" imgH="774700" progId="Equation.DSMT4">
                    <p:embed/>
                    <p:pic>
                      <p:nvPicPr>
                        <p:cNvPr id="0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6" y="3293"/>
                          <a:ext cx="206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9" name="Oval 134">
              <a:extLst>
                <a:ext uri="{FF2B5EF4-FFF2-40B4-BE49-F238E27FC236}">
                  <a16:creationId xmlns:a16="http://schemas.microsoft.com/office/drawing/2014/main" id="{9B2CE07D-CADF-4542-88E0-91AF95A33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" y="349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5390" name="Text Box 135">
              <a:extLst>
                <a:ext uri="{FF2B5EF4-FFF2-40B4-BE49-F238E27FC236}">
                  <a16:creationId xmlns:a16="http://schemas.microsoft.com/office/drawing/2014/main" id="{341DABDB-D051-4269-B978-44229A29E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572"/>
              <a:ext cx="6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pic>
        <p:nvPicPr>
          <p:cNvPr id="15386" name="图片 4">
            <a:extLst>
              <a:ext uri="{FF2B5EF4-FFF2-40B4-BE49-F238E27FC236}">
                <a16:creationId xmlns:a16="http://schemas.microsoft.com/office/drawing/2014/main" id="{49CA9340-2BFB-401E-A7A1-B1CD6DD877A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275" y="82550"/>
            <a:ext cx="2073275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FE637A7-6676-4903-9EE8-C962A1BC6DF7}"/>
              </a:ext>
            </a:extLst>
          </p:cNvPr>
          <p:cNvSpPr/>
          <p:nvPr/>
        </p:nvSpPr>
        <p:spPr>
          <a:xfrm>
            <a:off x="7186613" y="2762250"/>
            <a:ext cx="1751012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800" dirty="0">
                <a:solidFill>
                  <a:srgbClr val="333333"/>
                </a:solidFill>
                <a:latin typeface="+mn-lt"/>
              </a:rPr>
              <a:t>J. C. Maxwell</a:t>
            </a:r>
          </a:p>
          <a:p>
            <a:pPr algn="ctr">
              <a:defRPr/>
            </a:pPr>
            <a:r>
              <a:rPr lang="en-US" altLang="zh-CN" sz="1800" dirty="0">
                <a:solidFill>
                  <a:srgbClr val="333333"/>
                </a:solidFill>
                <a:latin typeface="+mn-lt"/>
              </a:rPr>
              <a:t>(1831〜1879)</a:t>
            </a:r>
            <a:endParaRPr lang="zh-CN" altLang="en-US" sz="1800" dirty="0">
              <a:latin typeface="+mn-lt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0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nimBg="1"/>
      <p:bldP spid="20504" grpId="0" autoUpdateAnimBg="0"/>
      <p:bldP spid="20505" grpId="0" autoUpdateAnimBg="0"/>
      <p:bldP spid="20568" grpId="0"/>
      <p:bldP spid="20569" grpId="0" autoUpdateAnimBg="0"/>
      <p:bldP spid="20570" grpId="0"/>
      <p:bldP spid="20573" grpId="0" animBg="1"/>
      <p:bldP spid="20574" grpId="0" animBg="1"/>
      <p:bldP spid="20575" grpId="0" animBg="1"/>
      <p:bldP spid="20576" grpId="0" animBg="1"/>
      <p:bldP spid="20582" grpId="0"/>
      <p:bldP spid="20596" grpId="0" autoUpdateAnimBg="0"/>
      <p:bldP spid="2060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56243F91-1E69-460D-9A72-5F94E55C77EE}"/>
              </a:ext>
            </a:extLst>
          </p:cNvPr>
          <p:cNvGrpSpPr>
            <a:grpSpLocks/>
          </p:cNvGrpSpPr>
          <p:nvPr/>
        </p:nvGrpSpPr>
        <p:grpSpPr bwMode="auto">
          <a:xfrm>
            <a:off x="1878013" y="939800"/>
            <a:ext cx="2466975" cy="581025"/>
            <a:chOff x="2660" y="1960"/>
            <a:chExt cx="1881" cy="366"/>
          </a:xfrm>
        </p:grpSpPr>
        <p:graphicFrame>
          <p:nvGraphicFramePr>
            <p:cNvPr id="16420" name="Object 25">
              <a:extLst>
                <a:ext uri="{FF2B5EF4-FFF2-40B4-BE49-F238E27FC236}">
                  <a16:creationId xmlns:a16="http://schemas.microsoft.com/office/drawing/2014/main" id="{68F3530C-DF89-42A8-BC5D-879E37EFD38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60" y="1960"/>
            <a:ext cx="1515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3" name="Equation" r:id="rId3" imgW="1587500" imgH="431800" progId="Equation.DSMT4">
                    <p:embed/>
                  </p:oleObj>
                </mc:Choice>
                <mc:Fallback>
                  <p:oleObj name="Equation" r:id="rId3" imgW="1587500" imgH="431800" progId="Equation.DSMT4">
                    <p:embed/>
                    <p:pic>
                      <p:nvPicPr>
                        <p:cNvPr id="0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0" y="1960"/>
                          <a:ext cx="1515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1" name="Text Box 26">
              <a:extLst>
                <a:ext uri="{FF2B5EF4-FFF2-40B4-BE49-F238E27FC236}">
                  <a16:creationId xmlns:a16="http://schemas.microsoft.com/office/drawing/2014/main" id="{B8F5DC8A-8F37-49C0-9B05-A25CF2607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114"/>
              <a:ext cx="5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感应</a:t>
              </a:r>
            </a:p>
          </p:txBody>
        </p:sp>
        <p:sp>
          <p:nvSpPr>
            <p:cNvPr id="16422" name="Text Box 27">
              <a:extLst>
                <a:ext uri="{FF2B5EF4-FFF2-40B4-BE49-F238E27FC236}">
                  <a16:creationId xmlns:a16="http://schemas.microsoft.com/office/drawing/2014/main" id="{86ECC8F0-93C2-4539-A2F9-4538A6D11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2114"/>
              <a:ext cx="7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静电</a:t>
              </a:r>
            </a:p>
          </p:txBody>
        </p:sp>
      </p:grpSp>
      <p:sp>
        <p:nvSpPr>
          <p:cNvPr id="103452" name="Text Box 28">
            <a:extLst>
              <a:ext uri="{FF2B5EF4-FFF2-40B4-BE49-F238E27FC236}">
                <a16:creationId xmlns:a16="http://schemas.microsoft.com/office/drawing/2014/main" id="{B27C693B-AC00-472A-AA0C-D1AAEDAC0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77825"/>
            <a:ext cx="4535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同理在非稳恒情况中</a:t>
            </a:r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845CBD4A-8EFC-4376-AED0-361C7D3474CA}"/>
              </a:ext>
            </a:extLst>
          </p:cNvPr>
          <p:cNvGrpSpPr>
            <a:grpSpLocks/>
          </p:cNvGrpSpPr>
          <p:nvPr/>
        </p:nvGrpSpPr>
        <p:grpSpPr bwMode="auto">
          <a:xfrm>
            <a:off x="4687888" y="930275"/>
            <a:ext cx="2439987" cy="581025"/>
            <a:chOff x="2690" y="1960"/>
            <a:chExt cx="1851" cy="366"/>
          </a:xfrm>
        </p:grpSpPr>
        <p:graphicFrame>
          <p:nvGraphicFramePr>
            <p:cNvPr id="16417" name="Object 34">
              <a:extLst>
                <a:ext uri="{FF2B5EF4-FFF2-40B4-BE49-F238E27FC236}">
                  <a16:creationId xmlns:a16="http://schemas.microsoft.com/office/drawing/2014/main" id="{E521B0AD-8DEE-4935-91C0-5A0F9EFC57D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90" y="1960"/>
            <a:ext cx="1454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4" name="Equation" r:id="rId5" imgW="1524000" imgH="431800" progId="Equation.DSMT4">
                    <p:embed/>
                  </p:oleObj>
                </mc:Choice>
                <mc:Fallback>
                  <p:oleObj name="Equation" r:id="rId5" imgW="1524000" imgH="431800" progId="Equation.DSMT4">
                    <p:embed/>
                    <p:pic>
                      <p:nvPicPr>
                        <p:cNvPr id="0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0" y="1960"/>
                          <a:ext cx="1454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8" name="Text Box 35">
              <a:extLst>
                <a:ext uri="{FF2B5EF4-FFF2-40B4-BE49-F238E27FC236}">
                  <a16:creationId xmlns:a16="http://schemas.microsoft.com/office/drawing/2014/main" id="{FB0656CD-A188-4E9F-81DD-FFCDEE671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114"/>
              <a:ext cx="5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位移</a:t>
              </a:r>
            </a:p>
          </p:txBody>
        </p:sp>
        <p:sp>
          <p:nvSpPr>
            <p:cNvPr id="16419" name="Text Box 36">
              <a:extLst>
                <a:ext uri="{FF2B5EF4-FFF2-40B4-BE49-F238E27FC236}">
                  <a16:creationId xmlns:a16="http://schemas.microsoft.com/office/drawing/2014/main" id="{FF0EA750-D591-4186-9AF6-C70CE9CFC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2114"/>
              <a:ext cx="7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sp>
        <p:nvSpPr>
          <p:cNvPr id="103461" name="Text Box 37">
            <a:extLst>
              <a:ext uri="{FF2B5EF4-FFF2-40B4-BE49-F238E27FC236}">
                <a16:creationId xmlns:a16="http://schemas.microsoft.com/office/drawing/2014/main" id="{10DD5286-3DEF-49A9-AF52-C3826071B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1563688"/>
            <a:ext cx="6637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电场、磁场的通量也推广到一般</a:t>
            </a:r>
          </a:p>
        </p:txBody>
      </p:sp>
      <p:graphicFrame>
        <p:nvGraphicFramePr>
          <p:cNvPr id="103462" name="Object 38">
            <a:extLst>
              <a:ext uri="{FF2B5EF4-FFF2-40B4-BE49-F238E27FC236}">
                <a16:creationId xmlns:a16="http://schemas.microsoft.com/office/drawing/2014/main" id="{9BA7F025-2322-424C-8DA8-09BD790299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0888" y="2135188"/>
          <a:ext cx="23145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" name="Equation" r:id="rId7" imgW="2616200" imgH="571500" progId="Equation.DSMT4">
                  <p:embed/>
                </p:oleObj>
              </mc:Choice>
              <mc:Fallback>
                <p:oleObj name="Equation" r:id="rId7" imgW="2616200" imgH="5715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2135188"/>
                        <a:ext cx="23145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64" name="Object 40">
            <a:extLst>
              <a:ext uri="{FF2B5EF4-FFF2-40B4-BE49-F238E27FC236}">
                <a16:creationId xmlns:a16="http://schemas.microsoft.com/office/drawing/2014/main" id="{7A10F4AC-253C-4860-A3C3-60F42F7232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0888" y="2782888"/>
          <a:ext cx="1625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Equation" r:id="rId9" imgW="1727200" imgH="571500" progId="Equation.DSMT4">
                  <p:embed/>
                </p:oleObj>
              </mc:Choice>
              <mc:Fallback>
                <p:oleObj name="Equation" r:id="rId9" imgW="1727200" imgH="5715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2782888"/>
                        <a:ext cx="1625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65" name="Oval 41">
            <a:extLst>
              <a:ext uri="{FF2B5EF4-FFF2-40B4-BE49-F238E27FC236}">
                <a16:creationId xmlns:a16="http://schemas.microsoft.com/office/drawing/2014/main" id="{2DF3017A-E511-4333-BF50-37CA62A39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2305050"/>
            <a:ext cx="141288" cy="1539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66" name="Oval 42">
            <a:extLst>
              <a:ext uri="{FF2B5EF4-FFF2-40B4-BE49-F238E27FC236}">
                <a16:creationId xmlns:a16="http://schemas.microsoft.com/office/drawing/2014/main" id="{E18EDB6F-E05E-4A5F-B7A1-915FE071B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296545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67" name="AutoShape 43">
            <a:extLst>
              <a:ext uri="{FF2B5EF4-FFF2-40B4-BE49-F238E27FC236}">
                <a16:creationId xmlns:a16="http://schemas.microsoft.com/office/drawing/2014/main" id="{CA94B6BC-8265-457E-A18F-AD15F3E143E7}"/>
              </a:ext>
            </a:extLst>
          </p:cNvPr>
          <p:cNvSpPr>
            <a:spLocks/>
          </p:cNvSpPr>
          <p:nvPr/>
        </p:nvSpPr>
        <p:spPr bwMode="auto">
          <a:xfrm>
            <a:off x="2921000" y="2289175"/>
            <a:ext cx="261938" cy="811213"/>
          </a:xfrm>
          <a:prstGeom prst="leftBrace">
            <a:avLst>
              <a:gd name="adj1" fmla="val 2580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68" name="AutoShape 44">
            <a:extLst>
              <a:ext uri="{FF2B5EF4-FFF2-40B4-BE49-F238E27FC236}">
                <a16:creationId xmlns:a16="http://schemas.microsoft.com/office/drawing/2014/main" id="{74000923-6CBE-4A43-9D8C-E44D4C2EA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3489325"/>
            <a:ext cx="4032250" cy="3024188"/>
          </a:xfrm>
          <a:prstGeom prst="rightArrowCallout">
            <a:avLst>
              <a:gd name="adj1" fmla="val 9083"/>
              <a:gd name="adj2" fmla="val 14157"/>
              <a:gd name="adj3" fmla="val 9617"/>
              <a:gd name="adj4" fmla="val 88449"/>
            </a:avLst>
          </a:prstGeom>
          <a:solidFill>
            <a:srgbClr val="FFFF99"/>
          </a:soli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103469" name="Object 45">
            <a:extLst>
              <a:ext uri="{FF2B5EF4-FFF2-40B4-BE49-F238E27FC236}">
                <a16:creationId xmlns:a16="http://schemas.microsoft.com/office/drawing/2014/main" id="{A0BFB414-9538-4C3B-B9DE-4D62E9FA18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5662613"/>
          <a:ext cx="32670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Equation" r:id="rId11" imgW="3581400" imgH="774700" progId="Equation.DSMT4">
                  <p:embed/>
                </p:oleObj>
              </mc:Choice>
              <mc:Fallback>
                <p:oleObj name="Equation" r:id="rId11" imgW="3581400" imgH="7747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5662613"/>
                        <a:ext cx="326707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70" name="Object 46">
            <a:extLst>
              <a:ext uri="{FF2B5EF4-FFF2-40B4-BE49-F238E27FC236}">
                <a16:creationId xmlns:a16="http://schemas.microsoft.com/office/drawing/2014/main" id="{10AD856E-78D3-45AA-87C4-48175DCAF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4203700"/>
          <a:ext cx="28289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" name="Equation" r:id="rId13" imgW="2882900" imgH="774700" progId="Equation.DSMT4">
                  <p:embed/>
                </p:oleObj>
              </mc:Choice>
              <mc:Fallback>
                <p:oleObj name="Equation" r:id="rId13" imgW="2882900" imgH="7747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4203700"/>
                        <a:ext cx="28289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71" name="Text Box 47">
            <a:extLst>
              <a:ext uri="{FF2B5EF4-FFF2-40B4-BE49-F238E27FC236}">
                <a16:creationId xmlns:a16="http://schemas.microsoft.com/office/drawing/2014/main" id="{A4C9132C-0CEC-4F0A-B7E8-65925B7C9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613" y="3541713"/>
            <a:ext cx="611187" cy="2809875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bg1"/>
                </a:solidFill>
              </a:rPr>
              <a:t>麦克斯韦方程组</a:t>
            </a:r>
          </a:p>
        </p:txBody>
      </p:sp>
      <p:graphicFrame>
        <p:nvGraphicFramePr>
          <p:cNvPr id="103472" name="Object 48">
            <a:extLst>
              <a:ext uri="{FF2B5EF4-FFF2-40B4-BE49-F238E27FC236}">
                <a16:creationId xmlns:a16="http://schemas.microsoft.com/office/drawing/2014/main" id="{7EFBD1CD-D8EA-43B8-95FB-E238EF928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3573463"/>
          <a:ext cx="22463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" name="Equation" r:id="rId15" imgW="2667000" imgH="571500" progId="Equation.DSMT4">
                  <p:embed/>
                </p:oleObj>
              </mc:Choice>
              <mc:Fallback>
                <p:oleObj name="Equation" r:id="rId15" imgW="2667000" imgH="5715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3573463"/>
                        <a:ext cx="22463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73" name="Text Box 49">
            <a:extLst>
              <a:ext uri="{FF2B5EF4-FFF2-40B4-BE49-F238E27FC236}">
                <a16:creationId xmlns:a16="http://schemas.microsoft.com/office/drawing/2014/main" id="{A7D760FE-663B-4779-8B7D-41B2A7585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3975100"/>
            <a:ext cx="274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任意电场</a:t>
            </a:r>
          </a:p>
        </p:txBody>
      </p:sp>
      <p:sp>
        <p:nvSpPr>
          <p:cNvPr id="103474" name="Text Box 50">
            <a:extLst>
              <a:ext uri="{FF2B5EF4-FFF2-40B4-BE49-F238E27FC236}">
                <a16:creationId xmlns:a16="http://schemas.microsoft.com/office/drawing/2014/main" id="{17F2D9A6-5DAF-4A1F-985B-657514777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5414963"/>
            <a:ext cx="2740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任意磁场</a:t>
            </a:r>
          </a:p>
        </p:txBody>
      </p:sp>
      <p:grpSp>
        <p:nvGrpSpPr>
          <p:cNvPr id="4" name="Group 51">
            <a:extLst>
              <a:ext uri="{FF2B5EF4-FFF2-40B4-BE49-F238E27FC236}">
                <a16:creationId xmlns:a16="http://schemas.microsoft.com/office/drawing/2014/main" id="{2574213F-2AA5-4CEC-93EF-CA836589AAF1}"/>
              </a:ext>
            </a:extLst>
          </p:cNvPr>
          <p:cNvGrpSpPr>
            <a:grpSpLocks/>
          </p:cNvGrpSpPr>
          <p:nvPr/>
        </p:nvGrpSpPr>
        <p:grpSpPr bwMode="auto">
          <a:xfrm>
            <a:off x="2570163" y="3902075"/>
            <a:ext cx="720725" cy="647700"/>
            <a:chOff x="1292" y="2432"/>
            <a:chExt cx="454" cy="408"/>
          </a:xfrm>
        </p:grpSpPr>
        <p:sp>
          <p:nvSpPr>
            <p:cNvPr id="16414" name="Line 52">
              <a:extLst>
                <a:ext uri="{FF2B5EF4-FFF2-40B4-BE49-F238E27FC236}">
                  <a16:creationId xmlns:a16="http://schemas.microsoft.com/office/drawing/2014/main" id="{101AB070-DE1E-4E69-B450-5B7A864B4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65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Line 53">
              <a:extLst>
                <a:ext uri="{FF2B5EF4-FFF2-40B4-BE49-F238E27FC236}">
                  <a16:creationId xmlns:a16="http://schemas.microsoft.com/office/drawing/2014/main" id="{73208BCB-4C4E-44F4-A8F5-6D9E8AEF4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2432"/>
              <a:ext cx="227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Line 54">
              <a:extLst>
                <a:ext uri="{FF2B5EF4-FFF2-40B4-BE49-F238E27FC236}">
                  <a16:creationId xmlns:a16="http://schemas.microsoft.com/office/drawing/2014/main" id="{4CF73884-5525-4015-B657-6E3EF6564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659"/>
              <a:ext cx="226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55">
            <a:extLst>
              <a:ext uri="{FF2B5EF4-FFF2-40B4-BE49-F238E27FC236}">
                <a16:creationId xmlns:a16="http://schemas.microsoft.com/office/drawing/2014/main" id="{D2A7FE9F-4680-41AC-8521-C9DC33908A85}"/>
              </a:ext>
            </a:extLst>
          </p:cNvPr>
          <p:cNvGrpSpPr>
            <a:grpSpLocks/>
          </p:cNvGrpSpPr>
          <p:nvPr/>
        </p:nvGrpSpPr>
        <p:grpSpPr bwMode="auto">
          <a:xfrm>
            <a:off x="2570163" y="5343525"/>
            <a:ext cx="720725" cy="647700"/>
            <a:chOff x="1292" y="2432"/>
            <a:chExt cx="454" cy="408"/>
          </a:xfrm>
        </p:grpSpPr>
        <p:sp>
          <p:nvSpPr>
            <p:cNvPr id="16411" name="Line 56">
              <a:extLst>
                <a:ext uri="{FF2B5EF4-FFF2-40B4-BE49-F238E27FC236}">
                  <a16:creationId xmlns:a16="http://schemas.microsoft.com/office/drawing/2014/main" id="{5AD9C5C5-10C5-4C3D-88D1-4937CFE95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65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Line 57">
              <a:extLst>
                <a:ext uri="{FF2B5EF4-FFF2-40B4-BE49-F238E27FC236}">
                  <a16:creationId xmlns:a16="http://schemas.microsoft.com/office/drawing/2014/main" id="{23235E4A-00A1-45A9-AF3A-50C506B49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2432"/>
              <a:ext cx="227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Line 58">
              <a:extLst>
                <a:ext uri="{FF2B5EF4-FFF2-40B4-BE49-F238E27FC236}">
                  <a16:creationId xmlns:a16="http://schemas.microsoft.com/office/drawing/2014/main" id="{8B8AE828-3908-45CA-805C-A3B474811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659"/>
              <a:ext cx="226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3483" name="Object 59">
            <a:extLst>
              <a:ext uri="{FF2B5EF4-FFF2-40B4-BE49-F238E27FC236}">
                <a16:creationId xmlns:a16="http://schemas.microsoft.com/office/drawing/2014/main" id="{D60EECBF-D0C8-4BC5-8F5F-7B02730DB5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5064125"/>
          <a:ext cx="16906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0" name="Equation" r:id="rId17" imgW="1727200" imgH="571500" progId="Equation.DSMT4">
                  <p:embed/>
                </p:oleObj>
              </mc:Choice>
              <mc:Fallback>
                <p:oleObj name="Equation" r:id="rId17" imgW="1727200" imgH="5715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5064125"/>
                        <a:ext cx="16906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85" name="Oval 61">
            <a:extLst>
              <a:ext uri="{FF2B5EF4-FFF2-40B4-BE49-F238E27FC236}">
                <a16:creationId xmlns:a16="http://schemas.microsoft.com/office/drawing/2014/main" id="{2585C679-E54E-4A5E-B4D9-3731A0157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825" y="372745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86" name="Oval 62">
            <a:extLst>
              <a:ext uri="{FF2B5EF4-FFF2-40B4-BE49-F238E27FC236}">
                <a16:creationId xmlns:a16="http://schemas.microsoft.com/office/drawing/2014/main" id="{BCAF210A-3548-4297-A919-55EB03F8D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9175" y="452913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87" name="Oval 63">
            <a:extLst>
              <a:ext uri="{FF2B5EF4-FFF2-40B4-BE49-F238E27FC236}">
                <a16:creationId xmlns:a16="http://schemas.microsoft.com/office/drawing/2014/main" id="{5191A276-B5FB-4B8C-B934-9BD0A73ED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524192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88" name="Oval 64">
            <a:extLst>
              <a:ext uri="{FF2B5EF4-FFF2-40B4-BE49-F238E27FC236}">
                <a16:creationId xmlns:a16="http://schemas.microsoft.com/office/drawing/2014/main" id="{35E94E50-0F71-42C8-8C4C-921CEFAAB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63" y="597852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89" name="Text Box 65">
            <a:extLst>
              <a:ext uri="{FF2B5EF4-FFF2-40B4-BE49-F238E27FC236}">
                <a16:creationId xmlns:a16="http://schemas.microsoft.com/office/drawing/2014/main" id="{B3A69BA0-9B9C-462B-A7ED-9201387FC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436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11</a:t>
            </a:r>
          </a:p>
        </p:txBody>
      </p:sp>
      <p:sp>
        <p:nvSpPr>
          <p:cNvPr id="103490" name="Text Box 66">
            <a:extLst>
              <a:ext uri="{FF2B5EF4-FFF2-40B4-BE49-F238E27FC236}">
                <a16:creationId xmlns:a16="http://schemas.microsoft.com/office/drawing/2014/main" id="{91114058-4A23-460A-A4E0-21A486A0F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538" y="6103938"/>
            <a:ext cx="11191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传导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300"/>
                                        <p:tgtEl>
                                          <p:spTgt spid="1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0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" fill="hold"/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52" grpId="0" autoUpdateAnimBg="0"/>
      <p:bldP spid="103461" grpId="0" autoUpdateAnimBg="0"/>
      <p:bldP spid="103465" grpId="0" animBg="1"/>
      <p:bldP spid="103466" grpId="0" animBg="1"/>
      <p:bldP spid="103467" grpId="0" animBg="1"/>
      <p:bldP spid="103468" grpId="0" animBg="1"/>
      <p:bldP spid="103471" grpId="0" animBg="1" autoUpdateAnimBg="0"/>
      <p:bldP spid="103473" grpId="0" autoUpdateAnimBg="0"/>
      <p:bldP spid="103474" grpId="0" autoUpdateAnimBg="0"/>
      <p:bldP spid="103485" grpId="0" animBg="1"/>
      <p:bldP spid="103486" grpId="0" animBg="1"/>
      <p:bldP spid="103487" grpId="0" animBg="1"/>
      <p:bldP spid="103488" grpId="0" animBg="1"/>
      <p:bldP spid="103489" grpId="0" autoUpdateAnimBg="0"/>
      <p:bldP spid="1034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77" name="AutoShape 45">
            <a:extLst>
              <a:ext uri="{FF2B5EF4-FFF2-40B4-BE49-F238E27FC236}">
                <a16:creationId xmlns:a16="http://schemas.microsoft.com/office/drawing/2014/main" id="{A9F4C05C-7023-4463-B81A-C018E6C3D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781300"/>
            <a:ext cx="1547813" cy="1008063"/>
          </a:xfrm>
          <a:prstGeom prst="irregularSeal1">
            <a:avLst/>
          </a:prstGeom>
          <a:solidFill>
            <a:srgbClr val="FFFF66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9634" name="Text Box 2">
            <a:extLst>
              <a:ext uri="{FF2B5EF4-FFF2-40B4-BE49-F238E27FC236}">
                <a16:creationId xmlns:a16="http://schemas.microsoft.com/office/drawing/2014/main" id="{CCFFD14B-CD63-4708-87FC-D4849F250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388938"/>
            <a:ext cx="5651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2.</a:t>
            </a:r>
            <a:r>
              <a:rPr lang="zh-CN" altLang="en-US" sz="2800"/>
              <a:t>麦克斯韦方程组的物理意义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817E1ECC-4D1B-401B-8634-568E5D702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9652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有源场</a:t>
            </a:r>
          </a:p>
        </p:txBody>
      </p:sp>
      <p:sp>
        <p:nvSpPr>
          <p:cNvPr id="69637" name="Text Box 5">
            <a:extLst>
              <a:ext uri="{FF2B5EF4-FFF2-40B4-BE49-F238E27FC236}">
                <a16:creationId xmlns:a16="http://schemas.microsoft.com/office/drawing/2014/main" id="{F5021B96-058E-45CD-A006-6A9B0CDBB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5188"/>
            <a:ext cx="2897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无源场</a:t>
            </a:r>
          </a:p>
        </p:txBody>
      </p:sp>
      <p:sp>
        <p:nvSpPr>
          <p:cNvPr id="69638" name="Text Box 6">
            <a:extLst>
              <a:ext uri="{FF2B5EF4-FFF2-40B4-BE49-F238E27FC236}">
                <a16:creationId xmlns:a16="http://schemas.microsoft.com/office/drawing/2014/main" id="{70BA41FE-A3D5-4378-A7AC-AF3A55D12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3" y="1517650"/>
            <a:ext cx="2970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有旋场</a:t>
            </a:r>
          </a:p>
        </p:txBody>
      </p:sp>
      <p:sp>
        <p:nvSpPr>
          <p:cNvPr id="69639" name="Text Box 7">
            <a:extLst>
              <a:ext uri="{FF2B5EF4-FFF2-40B4-BE49-F238E27FC236}">
                <a16:creationId xmlns:a16="http://schemas.microsoft.com/office/drawing/2014/main" id="{3C55082D-9034-47F7-AA75-503541CA9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765425"/>
            <a:ext cx="295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有旋场</a:t>
            </a:r>
          </a:p>
        </p:txBody>
      </p:sp>
      <p:sp>
        <p:nvSpPr>
          <p:cNvPr id="69640" name="Text Box 8">
            <a:extLst>
              <a:ext uri="{FF2B5EF4-FFF2-40B4-BE49-F238E27FC236}">
                <a16:creationId xmlns:a16="http://schemas.microsoft.com/office/drawing/2014/main" id="{28E1E3F9-7DCA-4D4B-9871-3C10FDDE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516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12</a:t>
            </a:r>
          </a:p>
        </p:txBody>
      </p:sp>
      <p:sp>
        <p:nvSpPr>
          <p:cNvPr id="69661" name="Text Box 29">
            <a:extLst>
              <a:ext uri="{FF2B5EF4-FFF2-40B4-BE49-F238E27FC236}">
                <a16:creationId xmlns:a16="http://schemas.microsoft.com/office/drawing/2014/main" id="{79509A36-5B20-43C8-B636-B9A5F4B68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2860675"/>
            <a:ext cx="2057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solidFill>
                  <a:srgbClr val="FF3300"/>
                </a:solidFill>
                <a:ea typeface="隶书" panose="02010509060101010101" pitchFamily="49" charset="-122"/>
              </a:rPr>
              <a:t>注：</a:t>
            </a:r>
            <a:endParaRPr lang="zh-CN" altLang="en-US" sz="3600" b="0">
              <a:ea typeface="隶书" panose="02010509060101010101" pitchFamily="49" charset="-122"/>
            </a:endParaRPr>
          </a:p>
        </p:txBody>
      </p:sp>
      <p:sp>
        <p:nvSpPr>
          <p:cNvPr id="69662" name="Text Box 30">
            <a:extLst>
              <a:ext uri="{FF2B5EF4-FFF2-40B4-BE49-F238E27FC236}">
                <a16:creationId xmlns:a16="http://schemas.microsoft.com/office/drawing/2014/main" id="{4DB39C72-F379-47BC-905D-894244A2B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494213"/>
            <a:ext cx="8215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/>
              <a:t>2º </a:t>
            </a:r>
            <a:r>
              <a:rPr lang="zh-CN" altLang="en-US" sz="2800"/>
              <a:t>麦氏电磁理论是物理学史上的一次重大突破</a:t>
            </a:r>
          </a:p>
        </p:txBody>
      </p:sp>
      <p:graphicFrame>
        <p:nvGraphicFramePr>
          <p:cNvPr id="69663" name="Object 31">
            <a:extLst>
              <a:ext uri="{FF2B5EF4-FFF2-40B4-BE49-F238E27FC236}">
                <a16:creationId xmlns:a16="http://schemas.microsoft.com/office/drawing/2014/main" id="{E53317E2-7DEE-4677-B4AE-69E2C1492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6475" y="3500438"/>
          <a:ext cx="2362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公式" r:id="rId3" imgW="1879600" imgH="330200" progId="Equation.3">
                  <p:embed/>
                </p:oleObj>
              </mc:Choice>
              <mc:Fallback>
                <p:oleObj name="公式" r:id="rId3" imgW="1879600" imgH="330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3500438"/>
                        <a:ext cx="2362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65" name="Rectangle 33">
            <a:extLst>
              <a:ext uri="{FF2B5EF4-FFF2-40B4-BE49-F238E27FC236}">
                <a16:creationId xmlns:a16="http://schemas.microsoft.com/office/drawing/2014/main" id="{1961DA21-B797-4548-A811-31AA74E17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88" y="3917950"/>
            <a:ext cx="7907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不仅是空间函数而且是时间的函数</a:t>
            </a:r>
            <a:r>
              <a:rPr lang="en-US" altLang="zh-CN" sz="2800"/>
              <a:t>,</a:t>
            </a:r>
            <a:r>
              <a:rPr lang="zh-CN" altLang="en-US" sz="2800"/>
              <a:t>内容丰富</a:t>
            </a:r>
            <a:r>
              <a:rPr lang="zh-CN" altLang="en-US" sz="2400" b="0"/>
              <a:t>。</a:t>
            </a:r>
          </a:p>
        </p:txBody>
      </p:sp>
      <p:sp>
        <p:nvSpPr>
          <p:cNvPr id="69666" name="Rectangle 34">
            <a:extLst>
              <a:ext uri="{FF2B5EF4-FFF2-40B4-BE49-F238E27FC236}">
                <a16:creationId xmlns:a16="http://schemas.microsoft.com/office/drawing/2014/main" id="{8D9753A7-A751-4AD9-945B-CEA36DAA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6019800"/>
            <a:ext cx="624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*</a:t>
            </a:r>
            <a:r>
              <a:rPr lang="zh-CN" altLang="en-US" sz="2800">
                <a:solidFill>
                  <a:srgbClr val="FF0000"/>
                </a:solidFill>
              </a:rPr>
              <a:t>指出</a:t>
            </a:r>
            <a:r>
              <a:rPr lang="zh-CN" altLang="en-US" sz="2800">
                <a:solidFill>
                  <a:srgbClr val="FF3300"/>
                </a:solidFill>
              </a:rPr>
              <a:t>  </a:t>
            </a:r>
            <a:r>
              <a:rPr lang="zh-CN" altLang="en-US" sz="2800"/>
              <a:t>光波就是电磁波。</a:t>
            </a:r>
          </a:p>
        </p:txBody>
      </p:sp>
      <p:sp>
        <p:nvSpPr>
          <p:cNvPr id="69667" name="Rectangle 35">
            <a:extLst>
              <a:ext uri="{FF2B5EF4-FFF2-40B4-BE49-F238E27FC236}">
                <a16:creationId xmlns:a16="http://schemas.microsoft.com/office/drawing/2014/main" id="{0686F75C-BC96-4D37-991C-ED0CDE081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3460750"/>
            <a:ext cx="577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/>
              <a:t>1º</a:t>
            </a:r>
            <a:r>
              <a:rPr lang="en-US" altLang="zh-CN" sz="2800" baseline="30000">
                <a:solidFill>
                  <a:schemeClr val="accent2"/>
                </a:solidFill>
              </a:rPr>
              <a:t> </a:t>
            </a:r>
            <a:r>
              <a:rPr lang="zh-CN" altLang="en-US" sz="2800"/>
              <a:t>麦克斯韦方程组中的</a:t>
            </a:r>
            <a:r>
              <a:rPr lang="en-US" altLang="zh-CN" sz="2800"/>
              <a:t>:</a:t>
            </a:r>
          </a:p>
        </p:txBody>
      </p:sp>
      <p:sp>
        <p:nvSpPr>
          <p:cNvPr id="69668" name="Rectangle 36">
            <a:extLst>
              <a:ext uri="{FF2B5EF4-FFF2-40B4-BE49-F238E27FC236}">
                <a16:creationId xmlns:a16="http://schemas.microsoft.com/office/drawing/2014/main" id="{FB7CDD1D-3754-471C-8309-867F1FF94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4937125"/>
            <a:ext cx="6181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*</a:t>
            </a:r>
            <a:r>
              <a:rPr lang="zh-CN" altLang="en-US" sz="2800">
                <a:solidFill>
                  <a:srgbClr val="FF0000"/>
                </a:solidFill>
              </a:rPr>
              <a:t>解释</a:t>
            </a:r>
            <a:r>
              <a:rPr lang="zh-CN" altLang="en-US" sz="2800">
                <a:solidFill>
                  <a:srgbClr val="FF3300"/>
                </a:solidFill>
              </a:rPr>
              <a:t>  </a:t>
            </a:r>
            <a:r>
              <a:rPr lang="zh-CN" altLang="en-US" sz="2800"/>
              <a:t>一切宏观的电磁现象；</a:t>
            </a:r>
          </a:p>
        </p:txBody>
      </p:sp>
      <p:sp>
        <p:nvSpPr>
          <p:cNvPr id="69669" name="Rectangle 37">
            <a:extLst>
              <a:ext uri="{FF2B5EF4-FFF2-40B4-BE49-F238E27FC236}">
                <a16:creationId xmlns:a16="http://schemas.microsoft.com/office/drawing/2014/main" id="{89E6B82D-941D-4DCE-8CDB-C7A30B647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5486400"/>
            <a:ext cx="480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*</a:t>
            </a:r>
            <a:r>
              <a:rPr lang="zh-CN" altLang="en-US" sz="2800">
                <a:solidFill>
                  <a:srgbClr val="FF0000"/>
                </a:solidFill>
              </a:rPr>
              <a:t>预言</a:t>
            </a:r>
            <a:r>
              <a:rPr lang="zh-CN" altLang="en-US" sz="2800">
                <a:solidFill>
                  <a:srgbClr val="FF3300"/>
                </a:solidFill>
              </a:rPr>
              <a:t>  </a:t>
            </a:r>
            <a:r>
              <a:rPr lang="zh-CN" altLang="en-US" sz="2800"/>
              <a:t>电磁波的存在；</a:t>
            </a:r>
          </a:p>
        </p:txBody>
      </p:sp>
      <p:sp>
        <p:nvSpPr>
          <p:cNvPr id="69670" name="AutoShape 38">
            <a:extLst>
              <a:ext uri="{FF2B5EF4-FFF2-40B4-BE49-F238E27FC236}">
                <a16:creationId xmlns:a16="http://schemas.microsoft.com/office/drawing/2014/main" id="{CC2A5D4B-CF06-4B59-85EA-A48237876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919663"/>
            <a:ext cx="4019550" cy="1828800"/>
          </a:xfrm>
          <a:prstGeom prst="cloudCallout">
            <a:avLst>
              <a:gd name="adj1" fmla="val 42931"/>
              <a:gd name="adj2" fmla="val -37671"/>
            </a:avLst>
          </a:prstGeom>
          <a:gradFill rotWithShape="0">
            <a:gsLst>
              <a:gs pos="0">
                <a:srgbClr val="FFFFFF"/>
              </a:gs>
              <a:gs pos="100000">
                <a:srgbClr val="FFCCCC"/>
              </a:gs>
            </a:gsLst>
            <a:path path="rect">
              <a:fillToRect l="50000" t="50000" r="50000" b="50000"/>
            </a:path>
          </a:gra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麦方程并非完全对称，你是否想作修改</a:t>
            </a:r>
            <a:endParaRPr lang="zh-CN" altLang="en-US" sz="2400" b="0">
              <a:ea typeface="楷体_GB2312" pitchFamily="49" charset="-122"/>
            </a:endParaRPr>
          </a:p>
        </p:txBody>
      </p:sp>
      <p:sp>
        <p:nvSpPr>
          <p:cNvPr id="69671" name="Text Box 39">
            <a:extLst>
              <a:ext uri="{FF2B5EF4-FFF2-40B4-BE49-F238E27FC236}">
                <a16:creationId xmlns:a16="http://schemas.microsoft.com/office/drawing/2014/main" id="{8B2CFB3A-AC64-442D-AC45-7E4DEF42B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200650"/>
            <a:ext cx="10826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8000">
                <a:solidFill>
                  <a:srgbClr val="FF0000"/>
                </a:solidFill>
              </a:rPr>
              <a:t>？</a:t>
            </a:r>
            <a:endParaRPr lang="zh-CN" altLang="en-US" sz="7200">
              <a:solidFill>
                <a:srgbClr val="FF0000"/>
              </a:solidFill>
            </a:endParaRPr>
          </a:p>
        </p:txBody>
      </p:sp>
      <p:grpSp>
        <p:nvGrpSpPr>
          <p:cNvPr id="2" name="Group 80">
            <a:extLst>
              <a:ext uri="{FF2B5EF4-FFF2-40B4-BE49-F238E27FC236}">
                <a16:creationId xmlns:a16="http://schemas.microsoft.com/office/drawing/2014/main" id="{BC419D51-8871-400E-8686-07DD8C2A1BD3}"/>
              </a:ext>
            </a:extLst>
          </p:cNvPr>
          <p:cNvGrpSpPr>
            <a:grpSpLocks/>
          </p:cNvGrpSpPr>
          <p:nvPr/>
        </p:nvGrpSpPr>
        <p:grpSpPr bwMode="auto">
          <a:xfrm>
            <a:off x="1001713" y="900113"/>
            <a:ext cx="4467225" cy="2508250"/>
            <a:chOff x="631" y="567"/>
            <a:chExt cx="2814" cy="1580"/>
          </a:xfrm>
        </p:grpSpPr>
        <p:sp>
          <p:nvSpPr>
            <p:cNvPr id="17428" name="AutoShape 68">
              <a:extLst>
                <a:ext uri="{FF2B5EF4-FFF2-40B4-BE49-F238E27FC236}">
                  <a16:creationId xmlns:a16="http://schemas.microsoft.com/office/drawing/2014/main" id="{E1DE732C-2EA8-4E38-ABE1-F8E83432A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716"/>
              <a:ext cx="200" cy="1209"/>
            </a:xfrm>
            <a:prstGeom prst="leftBrace">
              <a:avLst>
                <a:gd name="adj1" fmla="val 50375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7429" name="Object 69">
              <a:extLst>
                <a:ext uri="{FF2B5EF4-FFF2-40B4-BE49-F238E27FC236}">
                  <a16:creationId xmlns:a16="http://schemas.microsoft.com/office/drawing/2014/main" id="{F2724525-9E98-4A35-9857-B60EF30DD1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1" y="1153"/>
            <a:ext cx="528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0" name="剪辑" r:id="rId5" imgW="3152722" imgH="2905200" progId="MS_ClipArt_Gallery.2">
                    <p:embed/>
                  </p:oleObj>
                </mc:Choice>
                <mc:Fallback>
                  <p:oleObj name="剪辑" r:id="rId5" imgW="3152722" imgH="2905200" progId="MS_ClipArt_Gallery.2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" y="1153"/>
                          <a:ext cx="528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Object 70">
              <a:extLst>
                <a:ext uri="{FF2B5EF4-FFF2-40B4-BE49-F238E27FC236}">
                  <a16:creationId xmlns:a16="http://schemas.microsoft.com/office/drawing/2014/main" id="{BCE2A112-D414-4BE1-BDBE-C5DBEFD67D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659"/>
            <a:ext cx="205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1" name="Equation" r:id="rId7" imgW="3581400" imgH="774700" progId="Equation.DSMT4">
                    <p:embed/>
                  </p:oleObj>
                </mc:Choice>
                <mc:Fallback>
                  <p:oleObj name="Equation" r:id="rId7" imgW="3581400" imgH="774700" progId="Equation.DSMT4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659"/>
                          <a:ext cx="205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1" name="Object 71">
              <a:extLst>
                <a:ext uri="{FF2B5EF4-FFF2-40B4-BE49-F238E27FC236}">
                  <a16:creationId xmlns:a16="http://schemas.microsoft.com/office/drawing/2014/main" id="{0DA81874-987E-4666-8130-F67784A77B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887"/>
            <a:ext cx="178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2" name="Equation" r:id="rId9" imgW="2882900" imgH="774700" progId="Equation.DSMT4">
                    <p:embed/>
                  </p:oleObj>
                </mc:Choice>
                <mc:Fallback>
                  <p:oleObj name="Equation" r:id="rId9" imgW="2882900" imgH="7747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887"/>
                          <a:ext cx="178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2" name="Object 72">
              <a:extLst>
                <a:ext uri="{FF2B5EF4-FFF2-40B4-BE49-F238E27FC236}">
                  <a16:creationId xmlns:a16="http://schemas.microsoft.com/office/drawing/2014/main" id="{72C91DAC-98D9-49D4-9995-B9A41EB33E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567"/>
            <a:ext cx="141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3" name="Equation" r:id="rId11" imgW="2667000" imgH="571500" progId="Equation.DSMT4">
                    <p:embed/>
                  </p:oleObj>
                </mc:Choice>
                <mc:Fallback>
                  <p:oleObj name="Equation" r:id="rId11" imgW="2667000" imgH="57150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567"/>
                          <a:ext cx="141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73">
              <a:extLst>
                <a:ext uri="{FF2B5EF4-FFF2-40B4-BE49-F238E27FC236}">
                  <a16:creationId xmlns:a16="http://schemas.microsoft.com/office/drawing/2014/main" id="{6C93D8D5-ADAF-426B-8762-590D3F8533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380"/>
            <a:ext cx="106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4" name="Equation" r:id="rId13" imgW="1727200" imgH="571500" progId="Equation.DSMT4">
                    <p:embed/>
                  </p:oleObj>
                </mc:Choice>
                <mc:Fallback>
                  <p:oleObj name="Equation" r:id="rId13" imgW="1727200" imgH="571500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380"/>
                          <a:ext cx="106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4" name="Oval 74">
              <a:extLst>
                <a:ext uri="{FF2B5EF4-FFF2-40B4-BE49-F238E27FC236}">
                  <a16:creationId xmlns:a16="http://schemas.microsoft.com/office/drawing/2014/main" id="{3917263F-7914-47D9-A167-3F9431E35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" y="671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435" name="Oval 75">
              <a:extLst>
                <a:ext uri="{FF2B5EF4-FFF2-40B4-BE49-F238E27FC236}">
                  <a16:creationId xmlns:a16="http://schemas.microsoft.com/office/drawing/2014/main" id="{08FEDF59-5517-468F-9903-34A2AC756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1092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436" name="Oval 76">
              <a:extLst>
                <a:ext uri="{FF2B5EF4-FFF2-40B4-BE49-F238E27FC236}">
                  <a16:creationId xmlns:a16="http://schemas.microsoft.com/office/drawing/2014/main" id="{8765ABC6-3A40-4D20-9B37-BC6A34BB3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" y="149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437" name="Oval 77">
              <a:extLst>
                <a:ext uri="{FF2B5EF4-FFF2-40B4-BE49-F238E27FC236}">
                  <a16:creationId xmlns:a16="http://schemas.microsoft.com/office/drawing/2014/main" id="{62B9F5F7-3793-4A93-983F-AC24CCE55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86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438" name="Text Box 78">
              <a:extLst>
                <a:ext uri="{FF2B5EF4-FFF2-40B4-BE49-F238E27FC236}">
                  <a16:creationId xmlns:a16="http://schemas.microsoft.com/office/drawing/2014/main" id="{95313A7A-AAB4-45FB-B446-DF492B31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1930"/>
              <a:ext cx="7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75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9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9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6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9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9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9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9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0" fill="hold"/>
                                        <p:tgtEl>
                                          <p:spTgt spid="69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0" fill="hold"/>
                                        <p:tgtEl>
                                          <p:spTgt spid="69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77" grpId="0" animBg="1"/>
      <p:bldP spid="69634" grpId="0" autoUpdateAnimBg="0"/>
      <p:bldP spid="69636" grpId="0" autoUpdateAnimBg="0"/>
      <p:bldP spid="69637" grpId="0" autoUpdateAnimBg="0"/>
      <p:bldP spid="69638" grpId="0" autoUpdateAnimBg="0"/>
      <p:bldP spid="69639" grpId="0" autoUpdateAnimBg="0"/>
      <p:bldP spid="69640" grpId="0" autoUpdateAnimBg="0"/>
      <p:bldP spid="69661" grpId="0" autoUpdateAnimBg="0"/>
      <p:bldP spid="69662" grpId="0" autoUpdateAnimBg="0"/>
      <p:bldP spid="69665" grpId="0" autoUpdateAnimBg="0"/>
      <p:bldP spid="69666" grpId="0" autoUpdateAnimBg="0"/>
      <p:bldP spid="69667" grpId="0" autoUpdateAnimBg="0"/>
      <p:bldP spid="69668" grpId="0" autoUpdateAnimBg="0"/>
      <p:bldP spid="69669" grpId="0" autoUpdateAnimBg="0"/>
      <p:bldP spid="69670" grpId="0" animBg="1"/>
      <p:bldP spid="6967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3">
            <a:extLst>
              <a:ext uri="{FF2B5EF4-FFF2-40B4-BE49-F238E27FC236}">
                <a16:creationId xmlns:a16="http://schemas.microsoft.com/office/drawing/2014/main" id="{FFE5328A-7DDB-421C-8385-E265A63CDC88}"/>
              </a:ext>
            </a:extLst>
          </p:cNvPr>
          <p:cNvGrpSpPr>
            <a:grpSpLocks/>
          </p:cNvGrpSpPr>
          <p:nvPr/>
        </p:nvGrpSpPr>
        <p:grpSpPr bwMode="auto">
          <a:xfrm>
            <a:off x="315913" y="436563"/>
            <a:ext cx="4411662" cy="2497137"/>
            <a:chOff x="631" y="567"/>
            <a:chExt cx="2814" cy="1580"/>
          </a:xfrm>
        </p:grpSpPr>
        <p:sp>
          <p:nvSpPr>
            <p:cNvPr id="18460" name="AutoShape 134">
              <a:extLst>
                <a:ext uri="{FF2B5EF4-FFF2-40B4-BE49-F238E27FC236}">
                  <a16:creationId xmlns:a16="http://schemas.microsoft.com/office/drawing/2014/main" id="{780A07D6-7D0F-4A26-8420-08645B44C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716"/>
              <a:ext cx="200" cy="1209"/>
            </a:xfrm>
            <a:prstGeom prst="leftBrace">
              <a:avLst>
                <a:gd name="adj1" fmla="val 50375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61" name="Object 135">
              <a:extLst>
                <a:ext uri="{FF2B5EF4-FFF2-40B4-BE49-F238E27FC236}">
                  <a16:creationId xmlns:a16="http://schemas.microsoft.com/office/drawing/2014/main" id="{98CFC88A-D5E0-4EA6-A90B-9B856EECD8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1" y="1153"/>
            <a:ext cx="528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1" name="剪辑" r:id="rId3" imgW="3152722" imgH="2905200" progId="MS_ClipArt_Gallery.2">
                    <p:embed/>
                  </p:oleObj>
                </mc:Choice>
                <mc:Fallback>
                  <p:oleObj name="剪辑" r:id="rId3" imgW="3152722" imgH="2905200" progId="MS_ClipArt_Gallery.2">
                    <p:embed/>
                    <p:pic>
                      <p:nvPicPr>
                        <p:cNvPr id="0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" y="1153"/>
                          <a:ext cx="528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2" name="Object 136">
              <a:extLst>
                <a:ext uri="{FF2B5EF4-FFF2-40B4-BE49-F238E27FC236}">
                  <a16:creationId xmlns:a16="http://schemas.microsoft.com/office/drawing/2014/main" id="{A607BC0D-3B9A-41D5-82CD-48EF92B584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659"/>
            <a:ext cx="205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" name="Equation" r:id="rId5" imgW="3581400" imgH="774700" progId="Equation.DSMT4">
                    <p:embed/>
                  </p:oleObj>
                </mc:Choice>
                <mc:Fallback>
                  <p:oleObj name="Equation" r:id="rId5" imgW="3581400" imgH="774700" progId="Equation.DSMT4">
                    <p:embed/>
                    <p:pic>
                      <p:nvPicPr>
                        <p:cNvPr id="0" name="Object 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659"/>
                          <a:ext cx="205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3" name="Object 137">
              <a:extLst>
                <a:ext uri="{FF2B5EF4-FFF2-40B4-BE49-F238E27FC236}">
                  <a16:creationId xmlns:a16="http://schemas.microsoft.com/office/drawing/2014/main" id="{AAA2E02D-9C32-4EA5-A640-9AE068D2D0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887"/>
            <a:ext cx="178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3" name="Equation" r:id="rId7" imgW="2882900" imgH="774700" progId="Equation.DSMT4">
                    <p:embed/>
                  </p:oleObj>
                </mc:Choice>
                <mc:Fallback>
                  <p:oleObj name="Equation" r:id="rId7" imgW="2882900" imgH="774700" progId="Equation.DSMT4">
                    <p:embed/>
                    <p:pic>
                      <p:nvPicPr>
                        <p:cNvPr id="0" name="Object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887"/>
                          <a:ext cx="178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4" name="Object 138">
              <a:extLst>
                <a:ext uri="{FF2B5EF4-FFF2-40B4-BE49-F238E27FC236}">
                  <a16:creationId xmlns:a16="http://schemas.microsoft.com/office/drawing/2014/main" id="{2CB96F2D-C722-4EC3-801A-143A89C9AD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567"/>
            <a:ext cx="141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4" name="Equation" r:id="rId9" imgW="2667000" imgH="571500" progId="Equation.DSMT4">
                    <p:embed/>
                  </p:oleObj>
                </mc:Choice>
                <mc:Fallback>
                  <p:oleObj name="Equation" r:id="rId9" imgW="2667000" imgH="571500" progId="Equation.DSMT4">
                    <p:embed/>
                    <p:pic>
                      <p:nvPicPr>
                        <p:cNvPr id="0" name="Object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567"/>
                          <a:ext cx="141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5" name="Object 139">
              <a:extLst>
                <a:ext uri="{FF2B5EF4-FFF2-40B4-BE49-F238E27FC236}">
                  <a16:creationId xmlns:a16="http://schemas.microsoft.com/office/drawing/2014/main" id="{EDD960CE-9598-4D95-AA91-7D00BE1F15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380"/>
            <a:ext cx="106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5" name="Equation" r:id="rId11" imgW="1727200" imgH="571500" progId="Equation.DSMT4">
                    <p:embed/>
                  </p:oleObj>
                </mc:Choice>
                <mc:Fallback>
                  <p:oleObj name="Equation" r:id="rId11" imgW="1727200" imgH="571500" progId="Equation.DSMT4">
                    <p:embed/>
                    <p:pic>
                      <p:nvPicPr>
                        <p:cNvPr id="0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380"/>
                          <a:ext cx="106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6" name="Oval 140">
              <a:extLst>
                <a:ext uri="{FF2B5EF4-FFF2-40B4-BE49-F238E27FC236}">
                  <a16:creationId xmlns:a16="http://schemas.microsoft.com/office/drawing/2014/main" id="{17FA1A97-F038-40D7-A2BA-CD26F58B3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" y="671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67" name="Oval 141">
              <a:extLst>
                <a:ext uri="{FF2B5EF4-FFF2-40B4-BE49-F238E27FC236}">
                  <a16:creationId xmlns:a16="http://schemas.microsoft.com/office/drawing/2014/main" id="{19D641B8-55B1-455F-A6A0-33F75DC55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1092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68" name="Oval 142">
              <a:extLst>
                <a:ext uri="{FF2B5EF4-FFF2-40B4-BE49-F238E27FC236}">
                  <a16:creationId xmlns:a16="http://schemas.microsoft.com/office/drawing/2014/main" id="{FECE0134-2E6B-42F8-A671-CE9859A3E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" y="149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69" name="Oval 143">
              <a:extLst>
                <a:ext uri="{FF2B5EF4-FFF2-40B4-BE49-F238E27FC236}">
                  <a16:creationId xmlns:a16="http://schemas.microsoft.com/office/drawing/2014/main" id="{DC17E0AB-C0B2-4B39-B0B8-646B7A47D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86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70" name="Text Box 144">
              <a:extLst>
                <a:ext uri="{FF2B5EF4-FFF2-40B4-BE49-F238E27FC236}">
                  <a16:creationId xmlns:a16="http://schemas.microsoft.com/office/drawing/2014/main" id="{2779EFF6-17E8-40C3-985D-D82C8C630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1930"/>
              <a:ext cx="7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sp>
        <p:nvSpPr>
          <p:cNvPr id="70788" name="AutoShape 132">
            <a:extLst>
              <a:ext uri="{FF2B5EF4-FFF2-40B4-BE49-F238E27FC236}">
                <a16:creationId xmlns:a16="http://schemas.microsoft.com/office/drawing/2014/main" id="{A3DB04F9-A923-4FF2-83CB-EA3445B3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4157663"/>
            <a:ext cx="1547812" cy="1008062"/>
          </a:xfrm>
          <a:prstGeom prst="irregularSeal1">
            <a:avLst/>
          </a:prstGeom>
          <a:solidFill>
            <a:srgbClr val="FFFF66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70677" name="Text Box 21">
            <a:extLst>
              <a:ext uri="{FF2B5EF4-FFF2-40B4-BE49-F238E27FC236}">
                <a16:creationId xmlns:a16="http://schemas.microsoft.com/office/drawing/2014/main" id="{46636913-8B75-4D5B-AD92-7B01DB37A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4268788"/>
            <a:ext cx="16271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FF0000"/>
                </a:solidFill>
                <a:ea typeface="隶书" panose="02010509060101010101" pitchFamily="49" charset="-122"/>
              </a:rPr>
              <a:t>注：</a:t>
            </a:r>
          </a:p>
        </p:txBody>
      </p:sp>
      <p:sp>
        <p:nvSpPr>
          <p:cNvPr id="70678" name="Text Box 22">
            <a:extLst>
              <a:ext uri="{FF2B5EF4-FFF2-40B4-BE49-F238E27FC236}">
                <a16:creationId xmlns:a16="http://schemas.microsoft.com/office/drawing/2014/main" id="{D530F33F-FF8E-427A-AF27-E7927705F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4852988"/>
            <a:ext cx="82835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无论是否有自由磁荷、磁流存在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麦克斯韦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方程组不受影响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它是电磁运动普遍规律的精髓、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电磁场理论的基石，并经受了实践的检验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已成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为现代电子学、无线电学等学科的理论基础。</a:t>
            </a:r>
          </a:p>
        </p:txBody>
      </p:sp>
      <p:sp>
        <p:nvSpPr>
          <p:cNvPr id="70679" name="Text Box 23">
            <a:extLst>
              <a:ext uri="{FF2B5EF4-FFF2-40B4-BE49-F238E27FC236}">
                <a16:creationId xmlns:a16="http://schemas.microsoft.com/office/drawing/2014/main" id="{CAC1B465-B1F0-4460-BDDE-8EC862FEF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346450"/>
            <a:ext cx="4608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1931</a:t>
            </a:r>
            <a:r>
              <a:rPr lang="zh-CN" altLang="en-US" sz="2800"/>
              <a:t>年狄拉克预言：</a:t>
            </a:r>
          </a:p>
        </p:txBody>
      </p:sp>
      <p:graphicFrame>
        <p:nvGraphicFramePr>
          <p:cNvPr id="70680" name="Object 24">
            <a:extLst>
              <a:ext uri="{FF2B5EF4-FFF2-40B4-BE49-F238E27FC236}">
                <a16:creationId xmlns:a16="http://schemas.microsoft.com/office/drawing/2014/main" id="{AB81C71B-0F3F-43CF-B9A4-5041E811C0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0675" y="3151188"/>
          <a:ext cx="163036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6" name="Equation" r:id="rId13" imgW="1752600" imgH="774700" progId="Equation.DSMT4">
                  <p:embed/>
                </p:oleObj>
              </mc:Choice>
              <mc:Fallback>
                <p:oleObj name="Equation" r:id="rId13" imgW="1752600" imgH="7747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3151188"/>
                        <a:ext cx="163036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81" name="Text Box 25">
            <a:extLst>
              <a:ext uri="{FF2B5EF4-FFF2-40B4-BE49-F238E27FC236}">
                <a16:creationId xmlns:a16="http://schemas.microsoft.com/office/drawing/2014/main" id="{0DE5D79B-9E50-4450-963E-111130096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3941763"/>
            <a:ext cx="1885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n =</a:t>
            </a:r>
            <a:r>
              <a:rPr lang="en-US" altLang="zh-CN" sz="2800"/>
              <a:t>1</a:t>
            </a:r>
          </a:p>
        </p:txBody>
      </p:sp>
      <p:graphicFrame>
        <p:nvGraphicFramePr>
          <p:cNvPr id="70682" name="Object 26">
            <a:extLst>
              <a:ext uri="{FF2B5EF4-FFF2-40B4-BE49-F238E27FC236}">
                <a16:creationId xmlns:a16="http://schemas.microsoft.com/office/drawing/2014/main" id="{7DB01A14-D60F-4CA6-BE60-B8AE27D065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6388" y="3981450"/>
          <a:ext cx="14605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7" name="Equation" r:id="rId15" imgW="1497950" imgH="431613" progId="Equation.DSMT4">
                  <p:embed/>
                </p:oleObj>
              </mc:Choice>
              <mc:Fallback>
                <p:oleObj name="Equation" r:id="rId15" imgW="1497950" imgH="431613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388" y="3981450"/>
                        <a:ext cx="14605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99" name="Text Box 43">
            <a:extLst>
              <a:ext uri="{FF2B5EF4-FFF2-40B4-BE49-F238E27FC236}">
                <a16:creationId xmlns:a16="http://schemas.microsoft.com/office/drawing/2014/main" id="{6167290F-9430-4ED0-9CB1-558E84EFB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547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13</a:t>
            </a:r>
          </a:p>
        </p:txBody>
      </p:sp>
      <p:sp>
        <p:nvSpPr>
          <p:cNvPr id="70700" name="Text Box 44">
            <a:extLst>
              <a:ext uri="{FF2B5EF4-FFF2-40B4-BE49-F238E27FC236}">
                <a16:creationId xmlns:a16="http://schemas.microsoft.com/office/drawing/2014/main" id="{799B2741-F018-473E-AA58-D38D007CB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2851150"/>
            <a:ext cx="311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3.</a:t>
            </a:r>
            <a:r>
              <a:rPr lang="zh-CN" altLang="en-US" sz="2800"/>
              <a:t>磁单极</a:t>
            </a:r>
          </a:p>
        </p:txBody>
      </p:sp>
      <p:graphicFrame>
        <p:nvGraphicFramePr>
          <p:cNvPr id="70701" name="Object 45">
            <a:extLst>
              <a:ext uri="{FF2B5EF4-FFF2-40B4-BE49-F238E27FC236}">
                <a16:creationId xmlns:a16="http://schemas.microsoft.com/office/drawing/2014/main" id="{BFC8DFED-3AD7-41CF-9911-F22B407C1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7975" y="4405313"/>
          <a:ext cx="22193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Equation" r:id="rId17" imgW="2311400" imgH="482600" progId="Equation.DSMT4">
                  <p:embed/>
                </p:oleObj>
              </mc:Choice>
              <mc:Fallback>
                <p:oleObj name="Equation" r:id="rId17" imgW="2311400" imgH="4826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4405313"/>
                        <a:ext cx="22193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40" name="Object 84">
            <a:extLst>
              <a:ext uri="{FF2B5EF4-FFF2-40B4-BE49-F238E27FC236}">
                <a16:creationId xmlns:a16="http://schemas.microsoft.com/office/drawing/2014/main" id="{6166D3E4-3BBC-415A-9D71-E0909FB89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4763" y="1716088"/>
          <a:ext cx="11811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9" name="Equation" r:id="rId19" imgW="1152657" imgH="428760" progId="Equation.DSMT4">
                  <p:embed/>
                </p:oleObj>
              </mc:Choice>
              <mc:Fallback>
                <p:oleObj name="Equation" r:id="rId19" imgW="1152657" imgH="428760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1716088"/>
                        <a:ext cx="11811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41" name="Object 85">
            <a:extLst>
              <a:ext uri="{FF2B5EF4-FFF2-40B4-BE49-F238E27FC236}">
                <a16:creationId xmlns:a16="http://schemas.microsoft.com/office/drawing/2014/main" id="{B049A948-1211-42BA-BBA1-0F9DFB5B19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5113" y="1109663"/>
          <a:ext cx="3476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Equation" r:id="rId21" imgW="276346" imgH="362070" progId="Equation.DSMT4">
                  <p:embed/>
                </p:oleObj>
              </mc:Choice>
              <mc:Fallback>
                <p:oleObj name="Equation" r:id="rId21" imgW="276346" imgH="36207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113" y="1109663"/>
                        <a:ext cx="3476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53" name="Text Box 97">
            <a:extLst>
              <a:ext uri="{FF2B5EF4-FFF2-40B4-BE49-F238E27FC236}">
                <a16:creationId xmlns:a16="http://schemas.microsoft.com/office/drawing/2014/main" id="{FC184079-AB03-463E-8BFA-94E058324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3" y="3933825"/>
            <a:ext cx="122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(C)</a:t>
            </a:r>
          </a:p>
        </p:txBody>
      </p:sp>
      <p:sp>
        <p:nvSpPr>
          <p:cNvPr id="70698" name="AutoShape 42">
            <a:extLst>
              <a:ext uri="{FF2B5EF4-FFF2-40B4-BE49-F238E27FC236}">
                <a16:creationId xmlns:a16="http://schemas.microsoft.com/office/drawing/2014/main" id="{D8238979-8310-472C-B3C4-D2B0F4278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988" y="44450"/>
            <a:ext cx="2438400" cy="1371600"/>
          </a:xfrm>
          <a:prstGeom prst="cloudCallout">
            <a:avLst>
              <a:gd name="adj1" fmla="val 63477"/>
              <a:gd name="adj2" fmla="val 65856"/>
            </a:avLst>
          </a:prstGeom>
          <a:gradFill rotWithShape="0">
            <a:gsLst>
              <a:gs pos="0">
                <a:schemeClr val="bg1"/>
              </a:gs>
              <a:gs pos="100000">
                <a:srgbClr val="66FFFF"/>
              </a:gs>
            </a:gsLst>
            <a:path path="rect">
              <a:fillToRect l="50000" t="50000" r="50000" b="50000"/>
            </a:path>
          </a:gradFill>
          <a:ln w="28575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磁单极是否存在</a:t>
            </a: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?</a:t>
            </a:r>
          </a:p>
        </p:txBody>
      </p:sp>
      <p:grpSp>
        <p:nvGrpSpPr>
          <p:cNvPr id="3" name="Group 145">
            <a:extLst>
              <a:ext uri="{FF2B5EF4-FFF2-40B4-BE49-F238E27FC236}">
                <a16:creationId xmlns:a16="http://schemas.microsoft.com/office/drawing/2014/main" id="{439EB181-EE6D-4204-A47B-375F17B7CB6F}"/>
              </a:ext>
            </a:extLst>
          </p:cNvPr>
          <p:cNvGrpSpPr>
            <a:grpSpLocks/>
          </p:cNvGrpSpPr>
          <p:nvPr/>
        </p:nvGrpSpPr>
        <p:grpSpPr bwMode="auto">
          <a:xfrm>
            <a:off x="4667250" y="465138"/>
            <a:ext cx="3644900" cy="2439987"/>
            <a:chOff x="2940" y="293"/>
            <a:chExt cx="2296" cy="1537"/>
          </a:xfrm>
        </p:grpSpPr>
        <p:sp>
          <p:nvSpPr>
            <p:cNvPr id="18450" name="AutoShape 76">
              <a:extLst>
                <a:ext uri="{FF2B5EF4-FFF2-40B4-BE49-F238E27FC236}">
                  <a16:creationId xmlns:a16="http://schemas.microsoft.com/office/drawing/2014/main" id="{8927FB57-2105-41EE-B497-77383C27E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409"/>
              <a:ext cx="183" cy="1216"/>
            </a:xfrm>
            <a:prstGeom prst="leftBrace">
              <a:avLst>
                <a:gd name="adj1" fmla="val 55373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51" name="Object 80">
              <a:extLst>
                <a:ext uri="{FF2B5EF4-FFF2-40B4-BE49-F238E27FC236}">
                  <a16:creationId xmlns:a16="http://schemas.microsoft.com/office/drawing/2014/main" id="{783A6C7A-684C-420D-8AC3-B7E2E355D7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9" y="293"/>
            <a:ext cx="1309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1" name="Equation" r:id="rId23" imgW="2654300" imgH="571500" progId="Equation.DSMT4">
                    <p:embed/>
                  </p:oleObj>
                </mc:Choice>
                <mc:Fallback>
                  <p:oleObj name="Equation" r:id="rId23" imgW="2654300" imgH="571500" progId="Equation.DSMT4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293"/>
                          <a:ext cx="1309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2" name="Oval 93">
              <a:extLst>
                <a:ext uri="{FF2B5EF4-FFF2-40B4-BE49-F238E27FC236}">
                  <a16:creationId xmlns:a16="http://schemas.microsoft.com/office/drawing/2014/main" id="{C84A57BE-4AD8-4A2A-9925-87EAB463E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392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53" name="Object 81">
              <a:extLst>
                <a:ext uri="{FF2B5EF4-FFF2-40B4-BE49-F238E27FC236}">
                  <a16:creationId xmlns:a16="http://schemas.microsoft.com/office/drawing/2014/main" id="{F40BC3AF-1851-4E33-84EA-63633EB466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9" y="1078"/>
            <a:ext cx="807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2" name="Equation" r:id="rId25" imgW="1473200" imgH="571500" progId="Equation.DSMT4">
                    <p:embed/>
                  </p:oleObj>
                </mc:Choice>
                <mc:Fallback>
                  <p:oleObj name="Equation" r:id="rId25" imgW="1473200" imgH="571500" progId="Equation.DSMT4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1078"/>
                          <a:ext cx="807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4" name="Oval 94">
              <a:extLst>
                <a:ext uri="{FF2B5EF4-FFF2-40B4-BE49-F238E27FC236}">
                  <a16:creationId xmlns:a16="http://schemas.microsoft.com/office/drawing/2014/main" id="{269479B4-B229-441E-966D-4576FB7D3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18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55" name="Object 79">
              <a:extLst>
                <a:ext uri="{FF2B5EF4-FFF2-40B4-BE49-F238E27FC236}">
                  <a16:creationId xmlns:a16="http://schemas.microsoft.com/office/drawing/2014/main" id="{123CA4A0-82A4-45D9-9640-26A84C961E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9" y="599"/>
            <a:ext cx="2060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3" name="Equation" r:id="rId27" imgW="3517900" imgH="774700" progId="Equation.DSMT4">
                    <p:embed/>
                  </p:oleObj>
                </mc:Choice>
                <mc:Fallback>
                  <p:oleObj name="Equation" r:id="rId27" imgW="3517900" imgH="774700" progId="Equation.DSMT4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599"/>
                          <a:ext cx="2060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6" name="Oval 95">
              <a:extLst>
                <a:ext uri="{FF2B5EF4-FFF2-40B4-BE49-F238E27FC236}">
                  <a16:creationId xmlns:a16="http://schemas.microsoft.com/office/drawing/2014/main" id="{7027D3F7-C2E1-4DB6-ACBB-24F3ACE0A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9" y="818"/>
              <a:ext cx="87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57" name="Object 124">
              <a:extLst>
                <a:ext uri="{FF2B5EF4-FFF2-40B4-BE49-F238E27FC236}">
                  <a16:creationId xmlns:a16="http://schemas.microsoft.com/office/drawing/2014/main" id="{CD962AB6-EE69-4345-BC53-1203653A5F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9" y="1340"/>
            <a:ext cx="2077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4" name="Equation" r:id="rId29" imgW="3581400" imgH="774700" progId="Equation.DSMT4">
                    <p:embed/>
                  </p:oleObj>
                </mc:Choice>
                <mc:Fallback>
                  <p:oleObj name="Equation" r:id="rId29" imgW="3581400" imgH="774700" progId="Equation.DSMT4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1340"/>
                          <a:ext cx="2077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8" name="Oval 125">
              <a:extLst>
                <a:ext uri="{FF2B5EF4-FFF2-40B4-BE49-F238E27FC236}">
                  <a16:creationId xmlns:a16="http://schemas.microsoft.com/office/drawing/2014/main" id="{DC45C88E-7F1D-45A0-BC04-6D0C6FBC6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1553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59" name="Text Box 126">
              <a:extLst>
                <a:ext uri="{FF2B5EF4-FFF2-40B4-BE49-F238E27FC236}">
                  <a16:creationId xmlns:a16="http://schemas.microsoft.com/office/drawing/2014/main" id="{BAFF70F4-EA3F-4CAF-BD7A-01AAFCB01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9" y="1618"/>
              <a:ext cx="7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7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70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0" fill="hold"/>
                                        <p:tgtEl>
                                          <p:spTgt spid="70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7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 tmFilter="0,0; .5, 1; 1, 1"/>
                                        <p:tgtEl>
                                          <p:spTgt spid="7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0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0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0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0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88" grpId="0" animBg="1"/>
      <p:bldP spid="70677" grpId="0" autoUpdateAnimBg="0"/>
      <p:bldP spid="70678" grpId="0" autoUpdateAnimBg="0"/>
      <p:bldP spid="70679" grpId="0" autoUpdateAnimBg="0"/>
      <p:bldP spid="70681" grpId="0" autoUpdateAnimBg="0"/>
      <p:bldP spid="70699" grpId="0" autoUpdateAnimBg="0"/>
      <p:bldP spid="70700" grpId="0"/>
      <p:bldP spid="70753" grpId="0"/>
      <p:bldP spid="7069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97" name="AutoShape 49">
            <a:extLst>
              <a:ext uri="{FF2B5EF4-FFF2-40B4-BE49-F238E27FC236}">
                <a16:creationId xmlns:a16="http://schemas.microsoft.com/office/drawing/2014/main" id="{4CB11BCF-0973-489C-A677-371C139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3357563"/>
            <a:ext cx="2863850" cy="2881312"/>
          </a:xfrm>
          <a:prstGeom prst="rightArrowCallout">
            <a:avLst>
              <a:gd name="adj1" fmla="val 13806"/>
              <a:gd name="adj2" fmla="val 14244"/>
              <a:gd name="adj3" fmla="val 8370"/>
              <a:gd name="adj4" fmla="val 82704"/>
            </a:avLst>
          </a:prstGeom>
          <a:solidFill>
            <a:srgbClr val="EAEAEA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4498" name="Text Box 50">
            <a:extLst>
              <a:ext uri="{FF2B5EF4-FFF2-40B4-BE49-F238E27FC236}">
                <a16:creationId xmlns:a16="http://schemas.microsoft.com/office/drawing/2014/main" id="{DF5381BE-8720-46BC-B716-6F8155B12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8938" y="3413125"/>
            <a:ext cx="639762" cy="2743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微分形式</a:t>
            </a:r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DD580E84-B991-4740-B0A2-8618D4BB1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371475"/>
            <a:ext cx="6373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4.</a:t>
            </a:r>
            <a:r>
              <a:rPr lang="zh-CN" altLang="en-US" sz="2800">
                <a:solidFill>
                  <a:schemeClr val="tx2"/>
                </a:solidFill>
              </a:rPr>
              <a:t>麦克斯韦方程组的微分形式</a:t>
            </a:r>
          </a:p>
        </p:txBody>
      </p:sp>
      <p:sp>
        <p:nvSpPr>
          <p:cNvPr id="104452" name="Rectangle 4">
            <a:extLst>
              <a:ext uri="{FF2B5EF4-FFF2-40B4-BE49-F238E27FC236}">
                <a16:creationId xmlns:a16="http://schemas.microsoft.com/office/drawing/2014/main" id="{8583C3BA-918E-4439-8FD4-04C45A662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8" y="1509713"/>
            <a:ext cx="3221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Gauss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定理</a:t>
            </a:r>
          </a:p>
        </p:txBody>
      </p:sp>
      <p:sp>
        <p:nvSpPr>
          <p:cNvPr id="104455" name="Rectangle 7">
            <a:extLst>
              <a:ext uri="{FF2B5EF4-FFF2-40B4-BE49-F238E27FC236}">
                <a16:creationId xmlns:a16="http://schemas.microsoft.com/office/drawing/2014/main" id="{2CD8419E-920B-4A9E-ADA5-812423D13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8" y="2195513"/>
            <a:ext cx="3287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Stokes</a:t>
            </a:r>
            <a:r>
              <a:rPr lang="zh-CN" altLang="en-US" sz="2800">
                <a:solidFill>
                  <a:schemeClr val="tx2"/>
                </a:solidFill>
              </a:rPr>
              <a:t>定理</a:t>
            </a:r>
          </a:p>
        </p:txBody>
      </p:sp>
      <p:sp>
        <p:nvSpPr>
          <p:cNvPr id="104465" name="Rectangle 17">
            <a:extLst>
              <a:ext uri="{FF2B5EF4-FFF2-40B4-BE49-F238E27FC236}">
                <a16:creationId xmlns:a16="http://schemas.microsoft.com/office/drawing/2014/main" id="{57834B5D-DF7F-481A-9422-8BC23ECC9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97790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数学定理</a:t>
            </a:r>
          </a:p>
        </p:txBody>
      </p:sp>
      <p:grpSp>
        <p:nvGrpSpPr>
          <p:cNvPr id="2" name="Group 52">
            <a:extLst>
              <a:ext uri="{FF2B5EF4-FFF2-40B4-BE49-F238E27FC236}">
                <a16:creationId xmlns:a16="http://schemas.microsoft.com/office/drawing/2014/main" id="{C99F44C6-8AF7-4990-84B4-923914C40363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493838"/>
            <a:ext cx="3276600" cy="604837"/>
            <a:chOff x="2508" y="941"/>
            <a:chExt cx="2064" cy="381"/>
          </a:xfrm>
        </p:grpSpPr>
        <p:graphicFrame>
          <p:nvGraphicFramePr>
            <p:cNvPr id="19486" name="Object 5">
              <a:extLst>
                <a:ext uri="{FF2B5EF4-FFF2-40B4-BE49-F238E27FC236}">
                  <a16:creationId xmlns:a16="http://schemas.microsoft.com/office/drawing/2014/main" id="{B085AA35-4ABF-4684-91FB-85ECCF22316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08" y="941"/>
            <a:ext cx="2064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8" name="Equation" r:id="rId3" imgW="3327400" imgH="571500" progId="Equation.DSMT4">
                    <p:embed/>
                  </p:oleObj>
                </mc:Choice>
                <mc:Fallback>
                  <p:oleObj name="Equation" r:id="rId3" imgW="3327400" imgH="571500" progId="Equation.DSMT4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8" y="941"/>
                          <a:ext cx="2064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7" name="Oval 18">
              <a:extLst>
                <a:ext uri="{FF2B5EF4-FFF2-40B4-BE49-F238E27FC236}">
                  <a16:creationId xmlns:a16="http://schemas.microsoft.com/office/drawing/2014/main" id="{763DA441-6D93-49FC-9F0B-B07D2974D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" y="1077"/>
              <a:ext cx="93" cy="100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aphicFrame>
        <p:nvGraphicFramePr>
          <p:cNvPr id="104472" name="Object 24">
            <a:extLst>
              <a:ext uri="{FF2B5EF4-FFF2-40B4-BE49-F238E27FC236}">
                <a16:creationId xmlns:a16="http://schemas.microsoft.com/office/drawing/2014/main" id="{C1DFAEA7-7095-44A9-978E-C514E3163A6C}"/>
              </a:ext>
            </a:extLst>
          </p:cNvPr>
          <p:cNvGraphicFramePr>
            <a:graphicFrameLocks/>
          </p:cNvGraphicFramePr>
          <p:nvPr/>
        </p:nvGraphicFramePr>
        <p:xfrm>
          <a:off x="5297488" y="3898900"/>
          <a:ext cx="1798637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Equation" r:id="rId5" imgW="1981200" imgH="914400" progId="Equation.DSMT4">
                  <p:embed/>
                </p:oleObj>
              </mc:Choice>
              <mc:Fallback>
                <p:oleObj name="Equation" r:id="rId5" imgW="1981200" imgH="914400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3898900"/>
                        <a:ext cx="1798637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3" name="Object 25">
            <a:extLst>
              <a:ext uri="{FF2B5EF4-FFF2-40B4-BE49-F238E27FC236}">
                <a16:creationId xmlns:a16="http://schemas.microsoft.com/office/drawing/2014/main" id="{0ABC6CC7-F158-4AF3-BC7F-5DC920E406FF}"/>
              </a:ext>
            </a:extLst>
          </p:cNvPr>
          <p:cNvGraphicFramePr>
            <a:graphicFrameLocks/>
          </p:cNvGraphicFramePr>
          <p:nvPr/>
        </p:nvGraphicFramePr>
        <p:xfrm>
          <a:off x="5297488" y="4854575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Equation" r:id="rId7" imgW="1256755" imgH="406224" progId="Equation.DSMT4">
                  <p:embed/>
                </p:oleObj>
              </mc:Choice>
              <mc:Fallback>
                <p:oleObj name="Equation" r:id="rId7" imgW="1256755" imgH="406224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4854575"/>
                        <a:ext cx="1308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4" name="Object 26">
            <a:extLst>
              <a:ext uri="{FF2B5EF4-FFF2-40B4-BE49-F238E27FC236}">
                <a16:creationId xmlns:a16="http://schemas.microsoft.com/office/drawing/2014/main" id="{34C96FAD-8A59-41BC-92F1-2AB33F0E8E03}"/>
              </a:ext>
            </a:extLst>
          </p:cNvPr>
          <p:cNvGraphicFramePr>
            <a:graphicFrameLocks/>
          </p:cNvGraphicFramePr>
          <p:nvPr/>
        </p:nvGraphicFramePr>
        <p:xfrm>
          <a:off x="5286375" y="3402013"/>
          <a:ext cx="12573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1" name="Equation" r:id="rId9" imgW="1409088" imgH="482391" progId="Equation.DSMT4">
                  <p:embed/>
                </p:oleObj>
              </mc:Choice>
              <mc:Fallback>
                <p:oleObj name="Equation" r:id="rId9" imgW="1409088" imgH="482391" progId="Equation.DSMT4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3402013"/>
                        <a:ext cx="12573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5" name="Object 27">
            <a:extLst>
              <a:ext uri="{FF2B5EF4-FFF2-40B4-BE49-F238E27FC236}">
                <a16:creationId xmlns:a16="http://schemas.microsoft.com/office/drawing/2014/main" id="{051C888F-BA7D-476D-95A6-D2D0E308860A}"/>
              </a:ext>
            </a:extLst>
          </p:cNvPr>
          <p:cNvGraphicFramePr>
            <a:graphicFrameLocks/>
          </p:cNvGraphicFramePr>
          <p:nvPr/>
        </p:nvGraphicFramePr>
        <p:xfrm>
          <a:off x="5310188" y="5346700"/>
          <a:ext cx="19907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Equation" r:id="rId11" imgW="2349500" imgH="914400" progId="Equation.DSMT4">
                  <p:embed/>
                </p:oleObj>
              </mc:Choice>
              <mc:Fallback>
                <p:oleObj name="Equation" r:id="rId11" imgW="2349500" imgH="914400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5346700"/>
                        <a:ext cx="1990725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82" name="Text Box 34">
            <a:extLst>
              <a:ext uri="{FF2B5EF4-FFF2-40B4-BE49-F238E27FC236}">
                <a16:creationId xmlns:a16="http://schemas.microsoft.com/office/drawing/2014/main" id="{532FDC1D-4A20-452D-BD46-EA7227C2C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2832100"/>
            <a:ext cx="508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</a:rPr>
              <a:t>麦克斯韦方程组</a:t>
            </a:r>
            <a:r>
              <a:rPr lang="zh-CN" altLang="en-US" sz="2800"/>
              <a:t>积分形式</a:t>
            </a:r>
          </a:p>
        </p:txBody>
      </p:sp>
      <p:grpSp>
        <p:nvGrpSpPr>
          <p:cNvPr id="3" name="Group 48">
            <a:extLst>
              <a:ext uri="{FF2B5EF4-FFF2-40B4-BE49-F238E27FC236}">
                <a16:creationId xmlns:a16="http://schemas.microsoft.com/office/drawing/2014/main" id="{6EFCF770-4ADC-42B3-BF2B-382E682C7AE9}"/>
              </a:ext>
            </a:extLst>
          </p:cNvPr>
          <p:cNvGrpSpPr>
            <a:grpSpLocks/>
          </p:cNvGrpSpPr>
          <p:nvPr/>
        </p:nvGrpSpPr>
        <p:grpSpPr bwMode="auto">
          <a:xfrm>
            <a:off x="495300" y="3463925"/>
            <a:ext cx="4478338" cy="2719388"/>
            <a:chOff x="298" y="2154"/>
            <a:chExt cx="2821" cy="1713"/>
          </a:xfrm>
        </p:grpSpPr>
        <p:sp>
          <p:nvSpPr>
            <p:cNvPr id="19475" name="AutoShape 37">
              <a:extLst>
                <a:ext uri="{FF2B5EF4-FFF2-40B4-BE49-F238E27FC236}">
                  <a16:creationId xmlns:a16="http://schemas.microsoft.com/office/drawing/2014/main" id="{4F1A82C6-72EC-446E-9847-78B50BCAD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" y="2284"/>
              <a:ext cx="234" cy="1382"/>
            </a:xfrm>
            <a:prstGeom prst="leftBrace">
              <a:avLst>
                <a:gd name="adj1" fmla="val 49217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9476" name="Object 38">
              <a:extLst>
                <a:ext uri="{FF2B5EF4-FFF2-40B4-BE49-F238E27FC236}">
                  <a16:creationId xmlns:a16="http://schemas.microsoft.com/office/drawing/2014/main" id="{8D5D39A1-3B47-4D7C-9025-BF5B2123E5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" y="2796"/>
            <a:ext cx="528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3" name="剪辑" r:id="rId13" imgW="3152722" imgH="2905200" progId="MS_ClipArt_Gallery.2">
                    <p:embed/>
                  </p:oleObj>
                </mc:Choice>
                <mc:Fallback>
                  <p:oleObj name="剪辑" r:id="rId13" imgW="3152722" imgH="2905200" progId="MS_ClipArt_Gallery.2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" y="2796"/>
                          <a:ext cx="528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39">
              <a:extLst>
                <a:ext uri="{FF2B5EF4-FFF2-40B4-BE49-F238E27FC236}">
                  <a16:creationId xmlns:a16="http://schemas.microsoft.com/office/drawing/2014/main" id="{B596A5CC-5223-4C9B-AC0B-1809926EF0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1" y="3379"/>
            <a:ext cx="205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4" name="Equation" r:id="rId15" imgW="3581400" imgH="774700" progId="Equation.DSMT4">
                    <p:embed/>
                  </p:oleObj>
                </mc:Choice>
                <mc:Fallback>
                  <p:oleObj name="Equation" r:id="rId15" imgW="3581400" imgH="7747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1" y="3379"/>
                          <a:ext cx="205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8" name="Object 40">
              <a:extLst>
                <a:ext uri="{FF2B5EF4-FFF2-40B4-BE49-F238E27FC236}">
                  <a16:creationId xmlns:a16="http://schemas.microsoft.com/office/drawing/2014/main" id="{5CCFB0BF-4E77-4AD5-BB12-3F8CB3700D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5" y="2523"/>
            <a:ext cx="178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5" name="Equation" r:id="rId17" imgW="2882900" imgH="774700" progId="Equation.DSMT4">
                    <p:embed/>
                  </p:oleObj>
                </mc:Choice>
                <mc:Fallback>
                  <p:oleObj name="Equation" r:id="rId17" imgW="2882900" imgH="7747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" y="2523"/>
                          <a:ext cx="178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9" name="Object 41">
              <a:extLst>
                <a:ext uri="{FF2B5EF4-FFF2-40B4-BE49-F238E27FC236}">
                  <a16:creationId xmlns:a16="http://schemas.microsoft.com/office/drawing/2014/main" id="{594F3E33-AE52-4BF5-866D-42D44B1D23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3" y="2154"/>
            <a:ext cx="141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6" name="Equation" r:id="rId19" imgW="2667000" imgH="571500" progId="Equation.DSMT4">
                    <p:embed/>
                  </p:oleObj>
                </mc:Choice>
                <mc:Fallback>
                  <p:oleObj name="Equation" r:id="rId19" imgW="2667000" imgH="5715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3" y="2154"/>
                          <a:ext cx="141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42">
              <a:extLst>
                <a:ext uri="{FF2B5EF4-FFF2-40B4-BE49-F238E27FC236}">
                  <a16:creationId xmlns:a16="http://schemas.microsoft.com/office/drawing/2014/main" id="{C0791EA1-ACA7-4208-ABAA-7EE34C9353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8" y="3072"/>
            <a:ext cx="106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7" name="Equation" r:id="rId21" imgW="1727200" imgH="571500" progId="Equation.DSMT4">
                    <p:embed/>
                  </p:oleObj>
                </mc:Choice>
                <mc:Fallback>
                  <p:oleObj name="Equation" r:id="rId21" imgW="1727200" imgH="57150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8" y="3072"/>
                          <a:ext cx="106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1" name="Oval 43">
              <a:extLst>
                <a:ext uri="{FF2B5EF4-FFF2-40B4-BE49-F238E27FC236}">
                  <a16:creationId xmlns:a16="http://schemas.microsoft.com/office/drawing/2014/main" id="{D57FBF36-202A-4DCF-A6C4-7D157E062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" y="2258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9482" name="Oval 44">
              <a:extLst>
                <a:ext uri="{FF2B5EF4-FFF2-40B4-BE49-F238E27FC236}">
                  <a16:creationId xmlns:a16="http://schemas.microsoft.com/office/drawing/2014/main" id="{DECDB8E1-F6A5-42EF-98FD-DD03DCD31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2728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9483" name="Oval 45">
              <a:extLst>
                <a:ext uri="{FF2B5EF4-FFF2-40B4-BE49-F238E27FC236}">
                  <a16:creationId xmlns:a16="http://schemas.microsoft.com/office/drawing/2014/main" id="{FE420D49-A9AA-45C4-A646-4370C9F8F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3191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9484" name="Oval 46">
              <a:extLst>
                <a:ext uri="{FF2B5EF4-FFF2-40B4-BE49-F238E27FC236}">
                  <a16:creationId xmlns:a16="http://schemas.microsoft.com/office/drawing/2014/main" id="{969AACC6-11FC-411F-89F5-C471EF596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358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9485" name="Text Box 47">
              <a:extLst>
                <a:ext uri="{FF2B5EF4-FFF2-40B4-BE49-F238E27FC236}">
                  <a16:creationId xmlns:a16="http://schemas.microsoft.com/office/drawing/2014/main" id="{D45E7BB8-1824-487F-A77B-459F78404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3650"/>
              <a:ext cx="7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grpSp>
        <p:nvGrpSpPr>
          <p:cNvPr id="4" name="Group 53">
            <a:extLst>
              <a:ext uri="{FF2B5EF4-FFF2-40B4-BE49-F238E27FC236}">
                <a16:creationId xmlns:a16="http://schemas.microsoft.com/office/drawing/2014/main" id="{428C4E93-7758-4260-9A46-98037532CBA8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220913"/>
            <a:ext cx="3379788" cy="550862"/>
            <a:chOff x="2496" y="1399"/>
            <a:chExt cx="2129" cy="347"/>
          </a:xfrm>
        </p:grpSpPr>
        <p:graphicFrame>
          <p:nvGraphicFramePr>
            <p:cNvPr id="19473" name="Object 21">
              <a:extLst>
                <a:ext uri="{FF2B5EF4-FFF2-40B4-BE49-F238E27FC236}">
                  <a16:creationId xmlns:a16="http://schemas.microsoft.com/office/drawing/2014/main" id="{583EAA7B-C5E3-4DBD-AF5F-89203D0AAD5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96" y="1399"/>
            <a:ext cx="2129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8" name="Equation" r:id="rId23" imgW="3505200" imgH="571500" progId="Equation.DSMT4">
                    <p:embed/>
                  </p:oleObj>
                </mc:Choice>
                <mc:Fallback>
                  <p:oleObj name="Equation" r:id="rId23" imgW="3505200" imgH="571500" progId="Equation.DSMT4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399"/>
                          <a:ext cx="2129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4" name="Oval 51">
              <a:extLst>
                <a:ext uri="{FF2B5EF4-FFF2-40B4-BE49-F238E27FC236}">
                  <a16:creationId xmlns:a16="http://schemas.microsoft.com/office/drawing/2014/main" id="{C10E7D62-E11D-42A4-9510-73D64A81B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1" y="1508"/>
              <a:ext cx="93" cy="100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104502" name="Text Box 54">
            <a:extLst>
              <a:ext uri="{FF2B5EF4-FFF2-40B4-BE49-F238E27FC236}">
                <a16:creationId xmlns:a16="http://schemas.microsoft.com/office/drawing/2014/main" id="{C209BFCE-2F7D-4383-8FB9-CC9C72037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436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14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4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97" grpId="0" animBg="1"/>
      <p:bldP spid="104498" grpId="0" animBg="1" autoUpdateAnimBg="0"/>
      <p:bldP spid="104450" grpId="0" build="p" autoUpdateAnimBg="0"/>
      <p:bldP spid="104452" grpId="0"/>
      <p:bldP spid="104455" grpId="0"/>
      <p:bldP spid="104465" grpId="0" build="p" autoUpdateAnimBg="0"/>
      <p:bldP spid="104482" grpId="0"/>
      <p:bldP spid="10450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089F28C-0559-4560-8DCE-8B42949B3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396875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二、宏观的电磁场理论</a:t>
            </a:r>
          </a:p>
        </p:txBody>
      </p:sp>
      <p:sp>
        <p:nvSpPr>
          <p:cNvPr id="107526" name="Rectangle 6">
            <a:extLst>
              <a:ext uri="{FF2B5EF4-FFF2-40B4-BE49-F238E27FC236}">
                <a16:creationId xmlns:a16="http://schemas.microsoft.com/office/drawing/2014/main" id="{1EADB0A2-8AE1-4039-8935-0B8E2113C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895475"/>
            <a:ext cx="7734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麦克斯韦方程组在任何惯性系中形式相同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即在洛仑兹变换下形式不变。</a:t>
            </a:r>
          </a:p>
        </p:txBody>
      </p:sp>
      <p:graphicFrame>
        <p:nvGraphicFramePr>
          <p:cNvPr id="107531" name="Object 11">
            <a:extLst>
              <a:ext uri="{FF2B5EF4-FFF2-40B4-BE49-F238E27FC236}">
                <a16:creationId xmlns:a16="http://schemas.microsoft.com/office/drawing/2014/main" id="{C4799F8E-12DC-4513-BF35-8E31A45A5C9E}"/>
              </a:ext>
            </a:extLst>
          </p:cNvPr>
          <p:cNvGraphicFramePr>
            <a:graphicFrameLocks/>
          </p:cNvGraphicFramePr>
          <p:nvPr/>
        </p:nvGraphicFramePr>
        <p:xfrm>
          <a:off x="2378075" y="5476875"/>
          <a:ext cx="26479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Equation" r:id="rId3" imgW="2336800" imgH="482600" progId="Equation.DSMT4">
                  <p:embed/>
                </p:oleObj>
              </mc:Choice>
              <mc:Fallback>
                <p:oleObj name="Equation" r:id="rId3" imgW="2336800" imgH="4826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5476875"/>
                        <a:ext cx="26479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2" name="Text Box 12">
            <a:extLst>
              <a:ext uri="{FF2B5EF4-FFF2-40B4-BE49-F238E27FC236}">
                <a16:creationId xmlns:a16="http://schemas.microsoft.com/office/drawing/2014/main" id="{2D0DE868-4822-409E-90FF-4D22ED4C1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4940300"/>
            <a:ext cx="8186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3.</a:t>
            </a:r>
            <a:r>
              <a:rPr lang="zh-CN" altLang="en-US" sz="2800">
                <a:solidFill>
                  <a:schemeClr val="tx2"/>
                </a:solidFill>
              </a:rPr>
              <a:t>洛仑兹力反映了</a:t>
            </a:r>
            <a:r>
              <a:rPr lang="zh-CN" altLang="en-US" sz="2800"/>
              <a:t>电磁场对电荷有作用力的规律</a:t>
            </a:r>
          </a:p>
        </p:txBody>
      </p:sp>
      <p:sp>
        <p:nvSpPr>
          <p:cNvPr id="107534" name="Text Box 14">
            <a:extLst>
              <a:ext uri="{FF2B5EF4-FFF2-40B4-BE49-F238E27FC236}">
                <a16:creationId xmlns:a16="http://schemas.microsoft.com/office/drawing/2014/main" id="{FB1B55C0-3E14-425B-B85E-8F342129F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989263"/>
            <a:ext cx="3222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2.</a:t>
            </a:r>
            <a:r>
              <a:rPr lang="zh-CN" altLang="en-US" sz="2800">
                <a:solidFill>
                  <a:schemeClr val="tx2"/>
                </a:solidFill>
              </a:rPr>
              <a:t>介质方程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C09DF9E3-783D-4D59-A35A-B24F8E246017}"/>
              </a:ext>
            </a:extLst>
          </p:cNvPr>
          <p:cNvGrpSpPr>
            <a:grpSpLocks/>
          </p:cNvGrpSpPr>
          <p:nvPr/>
        </p:nvGrpSpPr>
        <p:grpSpPr bwMode="auto">
          <a:xfrm>
            <a:off x="3209925" y="3170238"/>
            <a:ext cx="1735138" cy="1643062"/>
            <a:chOff x="1390" y="2149"/>
            <a:chExt cx="1093" cy="1035"/>
          </a:xfrm>
        </p:grpSpPr>
        <p:graphicFrame>
          <p:nvGraphicFramePr>
            <p:cNvPr id="20491" name="Object 3">
              <a:extLst>
                <a:ext uri="{FF2B5EF4-FFF2-40B4-BE49-F238E27FC236}">
                  <a16:creationId xmlns:a16="http://schemas.microsoft.com/office/drawing/2014/main" id="{0A3DF2BE-6157-4D89-B007-51ACEFF2650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31" y="2149"/>
            <a:ext cx="729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6" name="Equation" r:id="rId5" imgW="1143000" imgH="406400" progId="Equation.DSMT4">
                    <p:embed/>
                  </p:oleObj>
                </mc:Choice>
                <mc:Fallback>
                  <p:oleObj name="Equation" r:id="rId5" imgW="1143000" imgH="406400" progId="Equation.DSMT4">
                    <p:embed/>
                    <p:pic>
                      <p:nvPicPr>
                        <p:cNvPr id="0" name="Object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1" y="2149"/>
                          <a:ext cx="729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00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2" name="Object 4">
              <a:extLst>
                <a:ext uri="{FF2B5EF4-FFF2-40B4-BE49-F238E27FC236}">
                  <a16:creationId xmlns:a16="http://schemas.microsoft.com/office/drawing/2014/main" id="{48477EC0-953D-407B-92BD-BE32F6B4528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59" y="2501"/>
            <a:ext cx="82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7" name="Equation" r:id="rId7" imgW="1219200" imgH="469900" progId="Equation.DSMT4">
                    <p:embed/>
                  </p:oleObj>
                </mc:Choice>
                <mc:Fallback>
                  <p:oleObj name="Equation" r:id="rId7" imgW="1219200" imgH="469900" progId="Equation.DSMT4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9" y="2501"/>
                          <a:ext cx="824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00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3" name="Object 5">
              <a:extLst>
                <a:ext uri="{FF2B5EF4-FFF2-40B4-BE49-F238E27FC236}">
                  <a16:creationId xmlns:a16="http://schemas.microsoft.com/office/drawing/2014/main" id="{22957B9E-5C0B-4966-8014-597A4FE828D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77" y="2840"/>
            <a:ext cx="75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8" name="Equation" r:id="rId9" imgW="1117115" imgH="482391" progId="Equation.DSMT4">
                    <p:embed/>
                  </p:oleObj>
                </mc:Choice>
                <mc:Fallback>
                  <p:oleObj name="Equation" r:id="rId9" imgW="1117115" imgH="482391" progId="Equation.DSMT4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7" y="2840"/>
                          <a:ext cx="750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00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4" name="AutoShape 15">
              <a:extLst>
                <a:ext uri="{FF2B5EF4-FFF2-40B4-BE49-F238E27FC236}">
                  <a16:creationId xmlns:a16="http://schemas.microsoft.com/office/drawing/2014/main" id="{52F9DF6B-FEC9-4085-8F79-D3D123DE4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2308"/>
              <a:ext cx="210" cy="732"/>
            </a:xfrm>
            <a:prstGeom prst="leftBrace">
              <a:avLst>
                <a:gd name="adj1" fmla="val 29048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107539" name="Text Box 19">
            <a:extLst>
              <a:ext uri="{FF2B5EF4-FFF2-40B4-BE49-F238E27FC236}">
                <a16:creationId xmlns:a16="http://schemas.microsoft.com/office/drawing/2014/main" id="{13D216FE-0A33-40FD-96CA-4C4B963E7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968375"/>
            <a:ext cx="81835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麦克斯韦方程组反映了电荷激发电磁场及电磁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   场内部运动的规律</a:t>
            </a:r>
          </a:p>
        </p:txBody>
      </p:sp>
      <p:sp>
        <p:nvSpPr>
          <p:cNvPr id="107541" name="Text Box 21">
            <a:extLst>
              <a:ext uri="{FF2B5EF4-FFF2-40B4-BE49-F238E27FC236}">
                <a16:creationId xmlns:a16="http://schemas.microsoft.com/office/drawing/2014/main" id="{A15A01CB-5B5A-4339-925D-E294B0BBB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6072188"/>
            <a:ext cx="6945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对任何运动状态的带电粒子都成立！</a:t>
            </a:r>
          </a:p>
        </p:txBody>
      </p:sp>
      <p:sp>
        <p:nvSpPr>
          <p:cNvPr id="107543" name="Text Box 23">
            <a:extLst>
              <a:ext uri="{FF2B5EF4-FFF2-40B4-BE49-F238E27FC236}">
                <a16:creationId xmlns:a16="http://schemas.microsoft.com/office/drawing/2014/main" id="{7EA3FAAA-B010-4DF9-999B-C7B44C5E1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436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15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" fill="hold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7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75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2" grpId="0" build="p" autoUpdateAnimBg="0"/>
      <p:bldP spid="107526" grpId="0" build="p" autoUpdateAnimBg="0"/>
      <p:bldP spid="107532" grpId="0"/>
      <p:bldP spid="107534" grpId="0"/>
      <p:bldP spid="107539" grpId="0" autoUpdateAnimBg="0"/>
      <p:bldP spid="107541" grpId="0" autoUpdateAnimBg="0"/>
      <p:bldP spid="10754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2B4E6803-B0D0-4454-ABB8-1F5504938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388938"/>
            <a:ext cx="579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三、电磁场的物质性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89F1E128-BA22-457F-BB40-E85B1F934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1597025"/>
            <a:ext cx="3941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电磁场的物质性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2A23F7B6-FBE3-43D7-BD99-664305A7E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2135188"/>
            <a:ext cx="3551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）能量密度</a:t>
            </a:r>
          </a:p>
        </p:txBody>
      </p:sp>
      <p:sp>
        <p:nvSpPr>
          <p:cNvPr id="23564" name="Text Box 12">
            <a:extLst>
              <a:ext uri="{FF2B5EF4-FFF2-40B4-BE49-F238E27FC236}">
                <a16:creationId xmlns:a16="http://schemas.microsoft.com/office/drawing/2014/main" id="{B8BCA8C1-BA83-4671-8374-2AF78D03D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2592388"/>
            <a:ext cx="7500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变化的电磁场同时具有电场能和磁场能</a:t>
            </a:r>
          </a:p>
        </p:txBody>
      </p:sp>
      <p:graphicFrame>
        <p:nvGraphicFramePr>
          <p:cNvPr id="23565" name="Object 13">
            <a:extLst>
              <a:ext uri="{FF2B5EF4-FFF2-40B4-BE49-F238E27FC236}">
                <a16:creationId xmlns:a16="http://schemas.microsoft.com/office/drawing/2014/main" id="{7A1A48FA-C88C-4860-B323-86CD3B7A9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0575" y="3098800"/>
          <a:ext cx="464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Equation" r:id="rId3" imgW="4648200" imgH="698500" progId="Equation.DSMT4">
                  <p:embed/>
                </p:oleObj>
              </mc:Choice>
              <mc:Fallback>
                <p:oleObj name="Equation" r:id="rId3" imgW="4648200" imgH="698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3098800"/>
                        <a:ext cx="464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Text Box 15">
            <a:extLst>
              <a:ext uri="{FF2B5EF4-FFF2-40B4-BE49-F238E27FC236}">
                <a16:creationId xmlns:a16="http://schemas.microsoft.com/office/drawing/2014/main" id="{41D52F3B-4DDA-41F0-8B8A-B732E6E2D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3709988"/>
            <a:ext cx="299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一般地：</a:t>
            </a:r>
          </a:p>
        </p:txBody>
      </p:sp>
      <p:graphicFrame>
        <p:nvGraphicFramePr>
          <p:cNvPr id="23568" name="Object 16">
            <a:extLst>
              <a:ext uri="{FF2B5EF4-FFF2-40B4-BE49-F238E27FC236}">
                <a16:creationId xmlns:a16="http://schemas.microsoft.com/office/drawing/2014/main" id="{9CF8D1C7-EE0B-42D5-A112-7036B6553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8150" y="3825875"/>
          <a:ext cx="2057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公式" r:id="rId5" imgW="2057400" imgH="393700" progId="Equation.3">
                  <p:embed/>
                </p:oleObj>
              </mc:Choice>
              <mc:Fallback>
                <p:oleObj name="公式" r:id="rId5" imgW="2057400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3825875"/>
                        <a:ext cx="2057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7" name="Text Box 25">
            <a:extLst>
              <a:ext uri="{FF2B5EF4-FFF2-40B4-BE49-F238E27FC236}">
                <a16:creationId xmlns:a16="http://schemas.microsoft.com/office/drawing/2014/main" id="{9A55E0A3-48BD-4129-B2A1-6EA46941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547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16</a:t>
            </a:r>
          </a:p>
        </p:txBody>
      </p:sp>
      <p:sp>
        <p:nvSpPr>
          <p:cNvPr id="23579" name="Rectangle 27">
            <a:extLst>
              <a:ext uri="{FF2B5EF4-FFF2-40B4-BE49-F238E27FC236}">
                <a16:creationId xmlns:a16="http://schemas.microsoft.com/office/drawing/2014/main" id="{92B7BA0A-2A9B-445F-9229-4D56D1FBE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998538"/>
            <a:ext cx="7370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自然界物质存在有</a:t>
            </a:r>
            <a:r>
              <a:rPr lang="zh-CN" altLang="en-US" sz="2800"/>
              <a:t>两种基本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的形式：</a:t>
            </a:r>
          </a:p>
        </p:txBody>
      </p:sp>
      <p:sp>
        <p:nvSpPr>
          <p:cNvPr id="23580" name="Rectangle 28">
            <a:extLst>
              <a:ext uri="{FF2B5EF4-FFF2-40B4-BE49-F238E27FC236}">
                <a16:creationId xmlns:a16="http://schemas.microsoft.com/office/drawing/2014/main" id="{27F476B3-B8CE-499E-97A8-359419AE0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1016000"/>
            <a:ext cx="2216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实物和场</a:t>
            </a:r>
          </a:p>
        </p:txBody>
      </p:sp>
      <p:sp>
        <p:nvSpPr>
          <p:cNvPr id="23582" name="Text Box 30">
            <a:extLst>
              <a:ext uri="{FF2B5EF4-FFF2-40B4-BE49-F238E27FC236}">
                <a16:creationId xmlns:a16="http://schemas.microsoft.com/office/drawing/2014/main" id="{7866FD1C-E1BE-4A75-806B-24FBDC288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4310063"/>
            <a:ext cx="3998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）质量密度</a:t>
            </a:r>
          </a:p>
        </p:txBody>
      </p:sp>
      <p:sp>
        <p:nvSpPr>
          <p:cNvPr id="23586" name="Text Box 34">
            <a:extLst>
              <a:ext uri="{FF2B5EF4-FFF2-40B4-BE49-F238E27FC236}">
                <a16:creationId xmlns:a16="http://schemas.microsoft.com/office/drawing/2014/main" id="{A4183FF8-B24A-4D46-9BFB-32E659779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4818063"/>
            <a:ext cx="7662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        </a:t>
            </a:r>
            <a:r>
              <a:rPr lang="zh-CN" altLang="en-US" sz="2800"/>
              <a:t>设单位体积中</a:t>
            </a:r>
            <a:r>
              <a:rPr lang="en-US" altLang="zh-CN" sz="2800"/>
              <a:t>,</a:t>
            </a:r>
            <a:r>
              <a:rPr lang="zh-CN" altLang="en-US" sz="2800"/>
              <a:t>电磁场质量为</a:t>
            </a:r>
            <a:r>
              <a:rPr lang="en-US" altLang="zh-CN" sz="2800" i="1"/>
              <a:t>m</a:t>
            </a:r>
            <a:r>
              <a:rPr lang="en-US" altLang="zh-CN" sz="2800"/>
              <a:t>,</a:t>
            </a:r>
            <a:r>
              <a:rPr lang="zh-CN" altLang="en-US" sz="2800"/>
              <a:t>由相对论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质能关系其能量为</a:t>
            </a:r>
          </a:p>
        </p:txBody>
      </p:sp>
      <p:sp>
        <p:nvSpPr>
          <p:cNvPr id="23587" name="Text Box 35">
            <a:extLst>
              <a:ext uri="{FF2B5EF4-FFF2-40B4-BE49-F238E27FC236}">
                <a16:creationId xmlns:a16="http://schemas.microsoft.com/office/drawing/2014/main" id="{B1C6BBDC-9FDC-460A-9ACA-80EDB72CE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813" y="5246688"/>
            <a:ext cx="2217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w =mC</a:t>
            </a:r>
            <a:r>
              <a:rPr lang="en-US" altLang="zh-CN" sz="2800" i="1" baseline="30000"/>
              <a:t>2</a:t>
            </a:r>
            <a:endParaRPr lang="en-US" altLang="zh-CN" sz="2800" i="1"/>
          </a:p>
        </p:txBody>
      </p:sp>
      <p:graphicFrame>
        <p:nvGraphicFramePr>
          <p:cNvPr id="23588" name="Object 36">
            <a:extLst>
              <a:ext uri="{FF2B5EF4-FFF2-40B4-BE49-F238E27FC236}">
                <a16:creationId xmlns:a16="http://schemas.microsoft.com/office/drawing/2014/main" id="{AF0E8740-F295-4A2B-A684-F0681C4B4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1850" y="5808663"/>
          <a:ext cx="1166813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Equation" r:id="rId7" imgW="1167893" imgH="761669" progId="Equation.DSMT4">
                  <p:embed/>
                </p:oleObj>
              </mc:Choice>
              <mc:Fallback>
                <p:oleObj name="Equation" r:id="rId7" imgW="1167893" imgH="761669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5808663"/>
                        <a:ext cx="1166813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9" name="Object 37">
            <a:extLst>
              <a:ext uri="{FF2B5EF4-FFF2-40B4-BE49-F238E27FC236}">
                <a16:creationId xmlns:a16="http://schemas.microsoft.com/office/drawing/2014/main" id="{98D85567-8AD7-421E-9EB4-A9E386A7B5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9463" y="5813425"/>
          <a:ext cx="2849562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6" name="Equation" r:id="rId9" imgW="2997200" imgH="749300" progId="Equation.DSMT4">
                  <p:embed/>
                </p:oleObj>
              </mc:Choice>
              <mc:Fallback>
                <p:oleObj name="Equation" r:id="rId9" imgW="2997200" imgH="7493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5813425"/>
                        <a:ext cx="2849562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0" name="Text Box 38">
            <a:extLst>
              <a:ext uri="{FF2B5EF4-FFF2-40B4-BE49-F238E27FC236}">
                <a16:creationId xmlns:a16="http://schemas.microsoft.com/office/drawing/2014/main" id="{3E98A98D-35C2-4BCF-B758-61C9694D8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850" y="5875338"/>
            <a:ext cx="297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质量</a:t>
            </a:r>
            <a:r>
              <a:rPr lang="zh-CN" altLang="zh-CN" sz="2800">
                <a:solidFill>
                  <a:srgbClr val="FF0000"/>
                </a:solidFill>
                <a:ea typeface="楷体_GB2312" pitchFamily="49" charset="-122"/>
              </a:rPr>
              <a:t>密度</a:t>
            </a:r>
            <a:endParaRPr lang="zh-CN" altLang="en-US" sz="28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3591" name="Text Box 39">
            <a:extLst>
              <a:ext uri="{FF2B5EF4-FFF2-40B4-BE49-F238E27FC236}">
                <a16:creationId xmlns:a16="http://schemas.microsoft.com/office/drawing/2014/main" id="{C1DA1060-6CC3-4287-8CEE-192EC0BC9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663" y="5878513"/>
            <a:ext cx="1379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3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3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75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75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4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8" grpId="0" autoUpdateAnimBg="0"/>
      <p:bldP spid="23559" grpId="0" autoUpdateAnimBg="0"/>
      <p:bldP spid="23564" grpId="0" autoUpdateAnimBg="0"/>
      <p:bldP spid="23567" grpId="0" autoUpdateAnimBg="0"/>
      <p:bldP spid="23577" grpId="0" autoUpdateAnimBg="0"/>
      <p:bldP spid="23579" grpId="0" build="p" autoUpdateAnimBg="0"/>
      <p:bldP spid="23580" grpId="0" build="p" autoUpdateAnimBg="0"/>
      <p:bldP spid="23582" grpId="0" autoUpdateAnimBg="0"/>
      <p:bldP spid="23586" grpId="0" autoUpdateAnimBg="0"/>
      <p:bldP spid="23587" grpId="0" autoUpdateAnimBg="0"/>
      <p:bldP spid="23590" grpId="0" autoUpdateAnimBg="0"/>
      <p:bldP spid="2359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1" name="Text Box 11">
            <a:extLst>
              <a:ext uri="{FF2B5EF4-FFF2-40B4-BE49-F238E27FC236}">
                <a16:creationId xmlns:a16="http://schemas.microsoft.com/office/drawing/2014/main" id="{8F6CABAE-2C42-49DE-B235-C89B3225E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3557588"/>
            <a:ext cx="5637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2.</a:t>
            </a:r>
            <a:r>
              <a:rPr lang="zh-CN" altLang="en-US" sz="2800"/>
              <a:t>电磁场物质性的特点</a:t>
            </a:r>
          </a:p>
        </p:txBody>
      </p:sp>
      <p:sp>
        <p:nvSpPr>
          <p:cNvPr id="25612" name="Text Box 12">
            <a:extLst>
              <a:ext uri="{FF2B5EF4-FFF2-40B4-BE49-F238E27FC236}">
                <a16:creationId xmlns:a16="http://schemas.microsoft.com/office/drawing/2014/main" id="{761F1522-0675-4601-9ACC-F79A02204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4030663"/>
            <a:ext cx="5011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没有静止质量</a:t>
            </a:r>
            <a:endParaRPr lang="zh-CN" altLang="en-US" sz="2800"/>
          </a:p>
        </p:txBody>
      </p:sp>
      <p:sp>
        <p:nvSpPr>
          <p:cNvPr id="25613" name="Text Box 13">
            <a:extLst>
              <a:ext uri="{FF2B5EF4-FFF2-40B4-BE49-F238E27FC236}">
                <a16:creationId xmlns:a16="http://schemas.microsoft.com/office/drawing/2014/main" id="{F02DDBB0-E8FC-48CF-A80B-00BF902DD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2450" y="3995738"/>
            <a:ext cx="154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FF0000"/>
                </a:solidFill>
              </a:rPr>
              <a:t>m</a:t>
            </a:r>
            <a:r>
              <a:rPr lang="en-US" altLang="zh-CN" sz="2800" baseline="-25000">
                <a:solidFill>
                  <a:srgbClr val="FF0000"/>
                </a:solidFill>
              </a:rPr>
              <a:t>0</a:t>
            </a:r>
            <a:r>
              <a:rPr lang="en-US" altLang="zh-CN" sz="2800">
                <a:solidFill>
                  <a:srgbClr val="FF0000"/>
                </a:solidFill>
              </a:rPr>
              <a:t>=0</a:t>
            </a:r>
          </a:p>
        </p:txBody>
      </p:sp>
      <p:sp>
        <p:nvSpPr>
          <p:cNvPr id="25615" name="Text Box 15">
            <a:extLst>
              <a:ext uri="{FF2B5EF4-FFF2-40B4-BE49-F238E27FC236}">
                <a16:creationId xmlns:a16="http://schemas.microsoft.com/office/drawing/2014/main" id="{BDA8371D-8E48-4848-87F4-D278F2B34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4570413"/>
            <a:ext cx="75834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电磁场以波的形式传播，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         以粒子的形式与实物相互作用</a:t>
            </a:r>
            <a:r>
              <a:rPr lang="zh-CN" altLang="en-US" sz="2800"/>
              <a:t>；</a:t>
            </a:r>
          </a:p>
        </p:txBody>
      </p:sp>
      <p:sp>
        <p:nvSpPr>
          <p:cNvPr id="25616" name="Text Box 16">
            <a:extLst>
              <a:ext uri="{FF2B5EF4-FFF2-40B4-BE49-F238E27FC236}">
                <a16:creationId xmlns:a16="http://schemas.microsoft.com/office/drawing/2014/main" id="{86473923-F2C0-4C97-8AD1-D955A02E1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5524500"/>
            <a:ext cx="8154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电磁场可相互迭加，同时占具同一空间</a:t>
            </a:r>
            <a:r>
              <a:rPr lang="zh-CN" altLang="en-US" sz="2800"/>
              <a:t>；</a:t>
            </a:r>
          </a:p>
        </p:txBody>
      </p:sp>
      <p:sp>
        <p:nvSpPr>
          <p:cNvPr id="25617" name="Text Box 17">
            <a:extLst>
              <a:ext uri="{FF2B5EF4-FFF2-40B4-BE49-F238E27FC236}">
                <a16:creationId xmlns:a16="http://schemas.microsoft.com/office/drawing/2014/main" id="{66AD4D2C-3428-4206-B863-2E0002174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6078538"/>
            <a:ext cx="7143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4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电磁波的波速与参考系无关</a:t>
            </a:r>
            <a:r>
              <a:rPr lang="zh-CN" altLang="en-US" sz="2800"/>
              <a:t>。</a:t>
            </a:r>
          </a:p>
        </p:txBody>
      </p:sp>
      <p:sp>
        <p:nvSpPr>
          <p:cNvPr id="25618" name="Text Box 18">
            <a:extLst>
              <a:ext uri="{FF2B5EF4-FFF2-40B4-BE49-F238E27FC236}">
                <a16:creationId xmlns:a16="http://schemas.microsoft.com/office/drawing/2014/main" id="{E573A011-C7CC-4C99-822E-084536D1D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7913" y="64547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17</a:t>
            </a:r>
          </a:p>
        </p:txBody>
      </p:sp>
      <p:graphicFrame>
        <p:nvGraphicFramePr>
          <p:cNvPr id="25620" name="Object 20">
            <a:extLst>
              <a:ext uri="{FF2B5EF4-FFF2-40B4-BE49-F238E27FC236}">
                <a16:creationId xmlns:a16="http://schemas.microsoft.com/office/drawing/2014/main" id="{6FF3BCA4-2D86-465B-AEF2-208253552044}"/>
              </a:ext>
            </a:extLst>
          </p:cNvPr>
          <p:cNvGraphicFramePr>
            <a:graphicFrameLocks/>
          </p:cNvGraphicFramePr>
          <p:nvPr/>
        </p:nvGraphicFramePr>
        <p:xfrm>
          <a:off x="1743075" y="1862138"/>
          <a:ext cx="466248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6" name="Equation" r:id="rId3" imgW="4864100" imgH="711200" progId="Equation.DSMT4">
                  <p:embed/>
                </p:oleObj>
              </mc:Choice>
              <mc:Fallback>
                <p:oleObj name="Equation" r:id="rId3" imgW="4864100" imgH="711200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1862138"/>
                        <a:ext cx="4662488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1" name="Text Box 21">
            <a:extLst>
              <a:ext uri="{FF2B5EF4-FFF2-40B4-BE49-F238E27FC236}">
                <a16:creationId xmlns:a16="http://schemas.microsoft.com/office/drawing/2014/main" id="{BBD4FC2F-F142-4126-927E-F712D4114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393700"/>
            <a:ext cx="4151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）动量密度</a:t>
            </a:r>
          </a:p>
        </p:txBody>
      </p:sp>
      <p:sp>
        <p:nvSpPr>
          <p:cNvPr id="25622" name="Text Box 22">
            <a:extLst>
              <a:ext uri="{FF2B5EF4-FFF2-40B4-BE49-F238E27FC236}">
                <a16:creationId xmlns:a16="http://schemas.microsoft.com/office/drawing/2014/main" id="{AC6EE062-988B-4AE7-96E3-C94A6C751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914400"/>
            <a:ext cx="561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电磁场中</a:t>
            </a:r>
            <a:r>
              <a:rPr lang="en-US" altLang="zh-CN" sz="2800"/>
              <a:t>, </a:t>
            </a:r>
            <a:r>
              <a:rPr lang="zh-CN" altLang="en-US" sz="2800"/>
              <a:t>单位体积的质量为</a:t>
            </a:r>
          </a:p>
        </p:txBody>
      </p:sp>
      <p:graphicFrame>
        <p:nvGraphicFramePr>
          <p:cNvPr id="25623" name="Object 23">
            <a:extLst>
              <a:ext uri="{FF2B5EF4-FFF2-40B4-BE49-F238E27FC236}">
                <a16:creationId xmlns:a16="http://schemas.microsoft.com/office/drawing/2014/main" id="{7183E66C-CBF0-4C94-9F63-0A2A517D9A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1225" y="828675"/>
          <a:ext cx="1166813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7" name="Equation" r:id="rId5" imgW="1167893" imgH="761669" progId="Equation.DSMT4">
                  <p:embed/>
                </p:oleObj>
              </mc:Choice>
              <mc:Fallback>
                <p:oleObj name="Equation" r:id="rId5" imgW="1167893" imgH="76166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828675"/>
                        <a:ext cx="1166813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4" name="Text Box 24">
            <a:extLst>
              <a:ext uri="{FF2B5EF4-FFF2-40B4-BE49-F238E27FC236}">
                <a16:creationId xmlns:a16="http://schemas.microsoft.com/office/drawing/2014/main" id="{1EF2E723-DF00-4813-872B-CB649902C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1447800"/>
            <a:ext cx="4151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/>
              <a:t>其动量为</a:t>
            </a:r>
          </a:p>
        </p:txBody>
      </p:sp>
      <p:sp>
        <p:nvSpPr>
          <p:cNvPr id="25625" name="Text Box 25">
            <a:extLst>
              <a:ext uri="{FF2B5EF4-FFF2-40B4-BE49-F238E27FC236}">
                <a16:creationId xmlns:a16="http://schemas.microsoft.com/office/drawing/2014/main" id="{158F608C-49C9-4511-9C01-612A4F92C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1941513"/>
            <a:ext cx="2759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动量</a:t>
            </a:r>
            <a:r>
              <a:rPr lang="zh-CN" altLang="zh-CN" sz="2800">
                <a:solidFill>
                  <a:srgbClr val="FF0000"/>
                </a:solidFill>
                <a:ea typeface="楷体_GB2312" pitchFamily="49" charset="-122"/>
              </a:rPr>
              <a:t>密度</a:t>
            </a:r>
            <a:endParaRPr lang="zh-CN" altLang="en-US" sz="28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5626" name="Rectangle 26">
            <a:extLst>
              <a:ext uri="{FF2B5EF4-FFF2-40B4-BE49-F238E27FC236}">
                <a16:creationId xmlns:a16="http://schemas.microsoft.com/office/drawing/2014/main" id="{2238DADA-4160-463A-8373-008CAEAC2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2527300"/>
            <a:ext cx="731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实验事实证明电磁场有：质量和动量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sym typeface="Monotype Sorts" pitchFamily="2" charset="2"/>
              </a:rPr>
              <a:t>  </a:t>
            </a:r>
            <a:endParaRPr lang="zh-CN" altLang="en-US" sz="28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5632" name="Rectangle 32">
            <a:extLst>
              <a:ext uri="{FF2B5EF4-FFF2-40B4-BE49-F238E27FC236}">
                <a16:creationId xmlns:a16="http://schemas.microsoft.com/office/drawing/2014/main" id="{617EF0FA-A25B-4847-84CC-38D9379AB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2990850"/>
            <a:ext cx="5408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例：引力红移、光压等</a:t>
            </a:r>
            <a:r>
              <a:rPr lang="zh-CN" altLang="en-US" sz="28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  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" name="Text Box 17">
            <a:hlinkClick r:id="rId7"/>
            <a:extLst>
              <a:ext uri="{FF2B5EF4-FFF2-40B4-BE49-F238E27FC236}">
                <a16:creationId xmlns:a16="http://schemas.microsoft.com/office/drawing/2014/main" id="{5E8DF9F0-936D-4C86-ABA2-81946A43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6137275"/>
            <a:ext cx="2163763" cy="401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u="sng">
                <a:solidFill>
                  <a:srgbClr val="FF0000"/>
                </a:solidFill>
              </a:rPr>
              <a:t>麦克斯韦方程组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75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75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1" grpId="0" autoUpdateAnimBg="0"/>
      <p:bldP spid="25612" grpId="0" autoUpdateAnimBg="0"/>
      <p:bldP spid="25613" grpId="0" autoUpdateAnimBg="0"/>
      <p:bldP spid="25615" grpId="0" autoUpdateAnimBg="0"/>
      <p:bldP spid="25616" grpId="0" autoUpdateAnimBg="0"/>
      <p:bldP spid="25617" grpId="0" autoUpdateAnimBg="0"/>
      <p:bldP spid="25618" grpId="0" autoUpdateAnimBg="0"/>
      <p:bldP spid="25621" grpId="0" autoUpdateAnimBg="0"/>
      <p:bldP spid="25622" grpId="0" autoUpdateAnimBg="0"/>
      <p:bldP spid="25624" grpId="0" autoUpdateAnimBg="0"/>
      <p:bldP spid="25625" grpId="0" autoUpdateAnimBg="0"/>
      <p:bldP spid="25626" grpId="0" build="p" autoUpdateAnimBg="0"/>
      <p:bldP spid="25632" grpId="0" build="p" autoUpdateAnimBg="0"/>
      <p:bldP spid="17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BF815B33-2F30-4216-96A1-5EBBA58EB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23555" name="Text Box 4">
            <a:extLst>
              <a:ext uri="{FF2B5EF4-FFF2-40B4-BE49-F238E27FC236}">
                <a16:creationId xmlns:a16="http://schemas.microsoft.com/office/drawing/2014/main" id="{68887782-7A6A-44DA-AAE3-FEE4BA5C6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638175"/>
            <a:ext cx="2636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FF"/>
                </a:solidFill>
                <a:ea typeface="黑体" panose="02010609060101010101" pitchFamily="49" charset="-122"/>
              </a:rPr>
              <a:t>磁场的能量</a:t>
            </a:r>
          </a:p>
        </p:txBody>
      </p:sp>
      <p:grpSp>
        <p:nvGrpSpPr>
          <p:cNvPr id="23556" name="Group 26">
            <a:extLst>
              <a:ext uri="{FF2B5EF4-FFF2-40B4-BE49-F238E27FC236}">
                <a16:creationId xmlns:a16="http://schemas.microsoft.com/office/drawing/2014/main" id="{540B09AE-6189-4A14-B6CF-94C57303FD48}"/>
              </a:ext>
            </a:extLst>
          </p:cNvPr>
          <p:cNvGrpSpPr>
            <a:grpSpLocks/>
          </p:cNvGrpSpPr>
          <p:nvPr/>
        </p:nvGrpSpPr>
        <p:grpSpPr bwMode="auto">
          <a:xfrm>
            <a:off x="6561138" y="104775"/>
            <a:ext cx="2281237" cy="2181225"/>
            <a:chOff x="2018" y="300"/>
            <a:chExt cx="1557" cy="1488"/>
          </a:xfrm>
        </p:grpSpPr>
        <p:sp>
          <p:nvSpPr>
            <p:cNvPr id="23583" name="Line 27">
              <a:extLst>
                <a:ext uri="{FF2B5EF4-FFF2-40B4-BE49-F238E27FC236}">
                  <a16:creationId xmlns:a16="http://schemas.microsoft.com/office/drawing/2014/main" id="{8DD4BE1B-F554-4388-9B16-24B2E9259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3" y="1260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28">
              <a:extLst>
                <a:ext uri="{FF2B5EF4-FFF2-40B4-BE49-F238E27FC236}">
                  <a16:creationId xmlns:a16="http://schemas.microsoft.com/office/drawing/2014/main" id="{ECC50730-08F7-471B-871D-574ADB530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3" y="684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85" name="Group 29">
              <a:extLst>
                <a:ext uri="{FF2B5EF4-FFF2-40B4-BE49-F238E27FC236}">
                  <a16:creationId xmlns:a16="http://schemas.microsoft.com/office/drawing/2014/main" id="{9F8641DE-DCCB-415C-A787-C39FB0EE64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6" y="1207"/>
              <a:ext cx="254" cy="45"/>
              <a:chOff x="1056" y="3552"/>
              <a:chExt cx="192" cy="48"/>
            </a:xfrm>
          </p:grpSpPr>
          <p:sp>
            <p:nvSpPr>
              <p:cNvPr id="23610" name="Line 30">
                <a:extLst>
                  <a:ext uri="{FF2B5EF4-FFF2-40B4-BE49-F238E27FC236}">
                    <a16:creationId xmlns:a16="http://schemas.microsoft.com/office/drawing/2014/main" id="{064BE2AE-8959-43F0-9370-5E17ABE92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1" name="Line 31">
                <a:extLst>
                  <a:ext uri="{FF2B5EF4-FFF2-40B4-BE49-F238E27FC236}">
                    <a16:creationId xmlns:a16="http://schemas.microsoft.com/office/drawing/2014/main" id="{F8A8D759-7464-4723-98A0-D65C1D7DE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60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86" name="Line 32">
              <a:extLst>
                <a:ext uri="{FF2B5EF4-FFF2-40B4-BE49-F238E27FC236}">
                  <a16:creationId xmlns:a16="http://schemas.microsoft.com/office/drawing/2014/main" id="{5BD5CF02-8011-476E-9873-43C97E28B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3" y="1788"/>
              <a:ext cx="1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33">
              <a:extLst>
                <a:ext uri="{FF2B5EF4-FFF2-40B4-BE49-F238E27FC236}">
                  <a16:creationId xmlns:a16="http://schemas.microsoft.com/office/drawing/2014/main" id="{49B28CF8-2BBB-4CC6-B574-D78956E1D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5" y="684"/>
              <a:ext cx="0" cy="10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34">
              <a:extLst>
                <a:ext uri="{FF2B5EF4-FFF2-40B4-BE49-F238E27FC236}">
                  <a16:creationId xmlns:a16="http://schemas.microsoft.com/office/drawing/2014/main" id="{D98A2AAB-EF6A-419D-A94B-69635CBB6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3" y="684"/>
              <a:ext cx="4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35">
              <a:extLst>
                <a:ext uri="{FF2B5EF4-FFF2-40B4-BE49-F238E27FC236}">
                  <a16:creationId xmlns:a16="http://schemas.microsoft.com/office/drawing/2014/main" id="{A67F32C8-1695-48B7-9A3E-13B78FB69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684"/>
              <a:ext cx="4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36">
              <a:extLst>
                <a:ext uri="{FF2B5EF4-FFF2-40B4-BE49-F238E27FC236}">
                  <a16:creationId xmlns:a16="http://schemas.microsoft.com/office/drawing/2014/main" id="{9CA369ED-EC3F-4748-84FF-2BC6ED60E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1692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37">
              <a:extLst>
                <a:ext uri="{FF2B5EF4-FFF2-40B4-BE49-F238E27FC236}">
                  <a16:creationId xmlns:a16="http://schemas.microsoft.com/office/drawing/2014/main" id="{96FFD1E3-0469-4831-808E-BBCDA5E9A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1404"/>
              <a:ext cx="104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23592" name="Line 38">
              <a:extLst>
                <a:ext uri="{FF2B5EF4-FFF2-40B4-BE49-F238E27FC236}">
                  <a16:creationId xmlns:a16="http://schemas.microsoft.com/office/drawing/2014/main" id="{88BEB8AD-3EC8-40BC-9D27-EC84096F6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924"/>
              <a:ext cx="0" cy="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39">
              <a:extLst>
                <a:ext uri="{FF2B5EF4-FFF2-40B4-BE49-F238E27FC236}">
                  <a16:creationId xmlns:a16="http://schemas.microsoft.com/office/drawing/2014/main" id="{DCED0D24-A6B2-4739-A3EB-DBAA07E4D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636"/>
              <a:ext cx="52" cy="5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585" b="0"/>
            </a:p>
          </p:txBody>
        </p:sp>
        <p:sp>
          <p:nvSpPr>
            <p:cNvPr id="31" name="Oval 40">
              <a:extLst>
                <a:ext uri="{FF2B5EF4-FFF2-40B4-BE49-F238E27FC236}">
                  <a16:creationId xmlns:a16="http://schemas.microsoft.com/office/drawing/2014/main" id="{7D34BFB4-58CD-4239-99AE-78072AF09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664"/>
              <a:ext cx="52" cy="4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585" b="0"/>
            </a:p>
          </p:txBody>
        </p:sp>
        <p:sp>
          <p:nvSpPr>
            <p:cNvPr id="23595" name="Line 41">
              <a:extLst>
                <a:ext uri="{FF2B5EF4-FFF2-40B4-BE49-F238E27FC236}">
                  <a16:creationId xmlns:a16="http://schemas.microsoft.com/office/drawing/2014/main" id="{EBDCB4F2-F3F4-4F3A-AE26-F7B4B76E1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4" y="1117"/>
              <a:ext cx="2" cy="2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96" name="Object 42">
              <a:extLst>
                <a:ext uri="{FF2B5EF4-FFF2-40B4-BE49-F238E27FC236}">
                  <a16:creationId xmlns:a16="http://schemas.microsoft.com/office/drawing/2014/main" id="{D42C65E8-DFFB-465C-81A1-BF985838C6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9" y="1491"/>
            <a:ext cx="25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2" name="公式" r:id="rId3" imgW="164885" imgH="164885" progId="Equation.3">
                    <p:embed/>
                  </p:oleObj>
                </mc:Choice>
                <mc:Fallback>
                  <p:oleObj name="公式" r:id="rId3" imgW="164885" imgH="16488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9" y="1491"/>
                          <a:ext cx="25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7" name="Object 43">
              <a:extLst>
                <a:ext uri="{FF2B5EF4-FFF2-40B4-BE49-F238E27FC236}">
                  <a16:creationId xmlns:a16="http://schemas.microsoft.com/office/drawing/2014/main" id="{36B266F5-8F2B-4B42-90DA-12DF1106E1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0" y="1059"/>
            <a:ext cx="230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3" name="公式" r:id="rId5" imgW="152268" imgH="164957" progId="Equation.3">
                    <p:embed/>
                  </p:oleObj>
                </mc:Choice>
                <mc:Fallback>
                  <p:oleObj name="公式" r:id="rId5" imgW="152268" imgH="164957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0" y="1059"/>
                          <a:ext cx="230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8" name="Object 44">
              <a:extLst>
                <a:ext uri="{FF2B5EF4-FFF2-40B4-BE49-F238E27FC236}">
                  <a16:creationId xmlns:a16="http://schemas.microsoft.com/office/drawing/2014/main" id="{17059214-2358-4DE3-8224-0496860959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83" y="532"/>
            <a:ext cx="19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4" name="公式" r:id="rId7" imgW="126835" imgH="139518" progId="Equation.3">
                    <p:embed/>
                  </p:oleObj>
                </mc:Choice>
                <mc:Fallback>
                  <p:oleObj name="公式" r:id="rId7" imgW="126835" imgH="139518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3" y="532"/>
                          <a:ext cx="195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9" name="Object 45">
              <a:extLst>
                <a:ext uri="{FF2B5EF4-FFF2-40B4-BE49-F238E27FC236}">
                  <a16:creationId xmlns:a16="http://schemas.microsoft.com/office/drawing/2014/main" id="{5A5B604C-3844-4428-97B3-5EE6821B84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7" y="444"/>
            <a:ext cx="19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5" name="公式" r:id="rId9" imgW="126725" imgH="177415" progId="Equation.3">
                    <p:embed/>
                  </p:oleObj>
                </mc:Choice>
                <mc:Fallback>
                  <p:oleObj name="公式" r:id="rId9" imgW="126725" imgH="177415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444"/>
                          <a:ext cx="19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0" name="Object 46">
              <a:extLst>
                <a:ext uri="{FF2B5EF4-FFF2-40B4-BE49-F238E27FC236}">
                  <a16:creationId xmlns:a16="http://schemas.microsoft.com/office/drawing/2014/main" id="{612A010A-8A54-4C59-92B4-FDBAD0C29A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8" y="1275"/>
            <a:ext cx="175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6" name="公式" r:id="rId11" imgW="114201" imgH="139579" progId="Equation.3">
                    <p:embed/>
                  </p:oleObj>
                </mc:Choice>
                <mc:Fallback>
                  <p:oleObj name="公式" r:id="rId11" imgW="114201" imgH="139579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275"/>
                          <a:ext cx="175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47">
              <a:extLst>
                <a:ext uri="{FF2B5EF4-FFF2-40B4-BE49-F238E27FC236}">
                  <a16:creationId xmlns:a16="http://schemas.microsoft.com/office/drawing/2014/main" id="{3AD3071C-F73F-45FC-B97C-DE143B963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7" y="300"/>
              <a:ext cx="277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i="1"/>
                <a:t>K</a:t>
              </a:r>
            </a:p>
          </p:txBody>
        </p:sp>
        <p:sp>
          <p:nvSpPr>
            <p:cNvPr id="23602" name="Line 48">
              <a:extLst>
                <a:ext uri="{FF2B5EF4-FFF2-40B4-BE49-F238E27FC236}">
                  <a16:creationId xmlns:a16="http://schemas.microsoft.com/office/drawing/2014/main" id="{8CD6167E-A6EA-4CDD-AD0E-F1C57E1020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495612" flipV="1">
              <a:off x="2731" y="647"/>
              <a:ext cx="149" cy="27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3" name="Line 49">
              <a:extLst>
                <a:ext uri="{FF2B5EF4-FFF2-40B4-BE49-F238E27FC236}">
                  <a16:creationId xmlns:a16="http://schemas.microsoft.com/office/drawing/2014/main" id="{9297DD52-1B5A-47FC-9B1B-68B24E337B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3" y="972"/>
              <a:ext cx="0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Text Box 50">
              <a:extLst>
                <a:ext uri="{FF2B5EF4-FFF2-40B4-BE49-F238E27FC236}">
                  <a16:creationId xmlns:a16="http://schemas.microsoft.com/office/drawing/2014/main" id="{0FE4C555-0FF9-4253-B9FF-34131CD28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" y="940"/>
              <a:ext cx="31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>
                  <a:sym typeface="Symbol" panose="05050102010706020507" pitchFamily="18" charset="2"/>
                </a:rPr>
                <a:t></a:t>
              </a:r>
              <a:r>
                <a:rPr lang="en-US" altLang="zh-CN" sz="2585" i="1" baseline="-25000">
                  <a:sym typeface="Symbol" panose="05050102010706020507" pitchFamily="18" charset="2"/>
                </a:rPr>
                <a:t>L</a:t>
              </a:r>
              <a:endParaRPr lang="en-US" altLang="zh-CN" sz="2215" i="1" baseline="-25000">
                <a:sym typeface="Symbol" panose="05050102010706020507" pitchFamily="18" charset="2"/>
              </a:endParaRPr>
            </a:p>
          </p:txBody>
        </p:sp>
        <p:grpSp>
          <p:nvGrpSpPr>
            <p:cNvPr id="23605" name="Group 51">
              <a:extLst>
                <a:ext uri="{FF2B5EF4-FFF2-40B4-BE49-F238E27FC236}">
                  <a16:creationId xmlns:a16="http://schemas.microsoft.com/office/drawing/2014/main" id="{37AC918C-B7E9-469C-B6A8-C20DD08AD6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1072"/>
              <a:ext cx="159" cy="226"/>
              <a:chOff x="4059" y="2932"/>
              <a:chExt cx="228" cy="226"/>
            </a:xfrm>
          </p:grpSpPr>
          <p:sp>
            <p:nvSpPr>
              <p:cNvPr id="23607" name="Arc 52">
                <a:extLst>
                  <a:ext uri="{FF2B5EF4-FFF2-40B4-BE49-F238E27FC236}">
                    <a16:creationId xmlns:a16="http://schemas.microsoft.com/office/drawing/2014/main" id="{B93F1B84-62C2-4BDE-8062-765DCD71D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2932"/>
                <a:ext cx="227" cy="94"/>
              </a:xfrm>
              <a:custGeom>
                <a:avLst/>
                <a:gdLst>
                  <a:gd name="T0" fmla="*/ 0 w 38071"/>
                  <a:gd name="T1" fmla="*/ 0 h 43078"/>
                  <a:gd name="T2" fmla="*/ 0 w 38071"/>
                  <a:gd name="T3" fmla="*/ 0 h 43078"/>
                  <a:gd name="T4" fmla="*/ 0 w 38071"/>
                  <a:gd name="T5" fmla="*/ 0 h 430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071" h="43078" fill="none" extrusionOk="0">
                    <a:moveTo>
                      <a:pt x="18763" y="-1"/>
                    </a:moveTo>
                    <a:cubicBezTo>
                      <a:pt x="29742" y="1171"/>
                      <a:pt x="38071" y="10435"/>
                      <a:pt x="38071" y="21478"/>
                    </a:cubicBezTo>
                    <a:cubicBezTo>
                      <a:pt x="38071" y="33407"/>
                      <a:pt x="28400" y="43078"/>
                      <a:pt x="16471" y="43078"/>
                    </a:cubicBezTo>
                    <a:cubicBezTo>
                      <a:pt x="10127" y="43078"/>
                      <a:pt x="4104" y="40289"/>
                      <a:pt x="0" y="35451"/>
                    </a:cubicBezTo>
                  </a:path>
                  <a:path w="38071" h="43078" stroke="0" extrusionOk="0">
                    <a:moveTo>
                      <a:pt x="18763" y="-1"/>
                    </a:moveTo>
                    <a:cubicBezTo>
                      <a:pt x="29742" y="1171"/>
                      <a:pt x="38071" y="10435"/>
                      <a:pt x="38071" y="21478"/>
                    </a:cubicBezTo>
                    <a:cubicBezTo>
                      <a:pt x="38071" y="33407"/>
                      <a:pt x="28400" y="43078"/>
                      <a:pt x="16471" y="43078"/>
                    </a:cubicBezTo>
                    <a:cubicBezTo>
                      <a:pt x="10127" y="43078"/>
                      <a:pt x="4104" y="40289"/>
                      <a:pt x="0" y="35451"/>
                    </a:cubicBezTo>
                    <a:lnTo>
                      <a:pt x="16471" y="21478"/>
                    </a:lnTo>
                    <a:lnTo>
                      <a:pt x="18763" y="-1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8" name="Arc 53">
                <a:extLst>
                  <a:ext uri="{FF2B5EF4-FFF2-40B4-BE49-F238E27FC236}">
                    <a16:creationId xmlns:a16="http://schemas.microsoft.com/office/drawing/2014/main" id="{33FD1FDC-9FF5-4CF3-863D-402525487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2996"/>
                <a:ext cx="227" cy="94"/>
              </a:xfrm>
              <a:custGeom>
                <a:avLst/>
                <a:gdLst>
                  <a:gd name="T0" fmla="*/ 0 w 38071"/>
                  <a:gd name="T1" fmla="*/ 0 h 43200"/>
                  <a:gd name="T2" fmla="*/ 0 w 38071"/>
                  <a:gd name="T3" fmla="*/ 0 h 43200"/>
                  <a:gd name="T4" fmla="*/ 0 w 3807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071" h="43200" fill="none" extrusionOk="0">
                    <a:moveTo>
                      <a:pt x="66" y="7547"/>
                    </a:moveTo>
                    <a:cubicBezTo>
                      <a:pt x="4170" y="2757"/>
                      <a:pt x="10163" y="-1"/>
                      <a:pt x="16471" y="0"/>
                    </a:cubicBezTo>
                    <a:cubicBezTo>
                      <a:pt x="28400" y="0"/>
                      <a:pt x="38071" y="9670"/>
                      <a:pt x="38071" y="21600"/>
                    </a:cubicBezTo>
                    <a:cubicBezTo>
                      <a:pt x="38071" y="33529"/>
                      <a:pt x="28400" y="43200"/>
                      <a:pt x="16471" y="43200"/>
                    </a:cubicBezTo>
                    <a:cubicBezTo>
                      <a:pt x="10127" y="43200"/>
                      <a:pt x="4104" y="40411"/>
                      <a:pt x="0" y="35573"/>
                    </a:cubicBezTo>
                  </a:path>
                  <a:path w="38071" h="43200" stroke="0" extrusionOk="0">
                    <a:moveTo>
                      <a:pt x="66" y="7547"/>
                    </a:moveTo>
                    <a:cubicBezTo>
                      <a:pt x="4170" y="2757"/>
                      <a:pt x="10163" y="-1"/>
                      <a:pt x="16471" y="0"/>
                    </a:cubicBezTo>
                    <a:cubicBezTo>
                      <a:pt x="28400" y="0"/>
                      <a:pt x="38071" y="9670"/>
                      <a:pt x="38071" y="21600"/>
                    </a:cubicBezTo>
                    <a:cubicBezTo>
                      <a:pt x="38071" y="33529"/>
                      <a:pt x="28400" y="43200"/>
                      <a:pt x="16471" y="43200"/>
                    </a:cubicBezTo>
                    <a:cubicBezTo>
                      <a:pt x="10127" y="43200"/>
                      <a:pt x="4104" y="40411"/>
                      <a:pt x="0" y="35573"/>
                    </a:cubicBezTo>
                    <a:lnTo>
                      <a:pt x="16471" y="21600"/>
                    </a:lnTo>
                    <a:lnTo>
                      <a:pt x="66" y="7547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9" name="Arc 54">
                <a:extLst>
                  <a:ext uri="{FF2B5EF4-FFF2-40B4-BE49-F238E27FC236}">
                    <a16:creationId xmlns:a16="http://schemas.microsoft.com/office/drawing/2014/main" id="{27367B2C-2B53-411C-87EB-0428E65D7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3064"/>
                <a:ext cx="227" cy="94"/>
              </a:xfrm>
              <a:custGeom>
                <a:avLst/>
                <a:gdLst>
                  <a:gd name="T0" fmla="*/ 0 w 38004"/>
                  <a:gd name="T1" fmla="*/ 0 h 43066"/>
                  <a:gd name="T2" fmla="*/ 0 w 38004"/>
                  <a:gd name="T3" fmla="*/ 0 h 43066"/>
                  <a:gd name="T4" fmla="*/ 0 w 38004"/>
                  <a:gd name="T5" fmla="*/ 0 h 430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004" h="43066" fill="none" extrusionOk="0">
                    <a:moveTo>
                      <a:pt x="-1" y="7547"/>
                    </a:moveTo>
                    <a:cubicBezTo>
                      <a:pt x="4103" y="2757"/>
                      <a:pt x="10096" y="-1"/>
                      <a:pt x="16404" y="0"/>
                    </a:cubicBezTo>
                    <a:cubicBezTo>
                      <a:pt x="28333" y="0"/>
                      <a:pt x="38004" y="9670"/>
                      <a:pt x="38004" y="21600"/>
                    </a:cubicBezTo>
                    <a:cubicBezTo>
                      <a:pt x="38004" y="32600"/>
                      <a:pt x="29737" y="41843"/>
                      <a:pt x="18805" y="43066"/>
                    </a:cubicBezTo>
                  </a:path>
                  <a:path w="38004" h="43066" stroke="0" extrusionOk="0">
                    <a:moveTo>
                      <a:pt x="-1" y="7547"/>
                    </a:moveTo>
                    <a:cubicBezTo>
                      <a:pt x="4103" y="2757"/>
                      <a:pt x="10096" y="-1"/>
                      <a:pt x="16404" y="0"/>
                    </a:cubicBezTo>
                    <a:cubicBezTo>
                      <a:pt x="28333" y="0"/>
                      <a:pt x="38004" y="9670"/>
                      <a:pt x="38004" y="21600"/>
                    </a:cubicBezTo>
                    <a:cubicBezTo>
                      <a:pt x="38004" y="32600"/>
                      <a:pt x="29737" y="41843"/>
                      <a:pt x="18805" y="43066"/>
                    </a:cubicBezTo>
                    <a:lnTo>
                      <a:pt x="16404" y="21600"/>
                    </a:lnTo>
                    <a:lnTo>
                      <a:pt x="-1" y="7547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606" name="Line 55">
              <a:extLst>
                <a:ext uri="{FF2B5EF4-FFF2-40B4-BE49-F238E27FC236}">
                  <a16:creationId xmlns:a16="http://schemas.microsoft.com/office/drawing/2014/main" id="{4F2C5A90-EC9E-4D34-90FB-CB27EF616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3" y="1288"/>
              <a:ext cx="0" cy="1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2AF7D2A1-06B4-40CE-BDD9-D3C5A09BD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1147763"/>
            <a:ext cx="3860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电源克服</a:t>
            </a:r>
            <a:r>
              <a:rPr lang="zh-CN" altLang="en-US" sz="2800">
                <a:sym typeface="Symbol" panose="05050102010706020507" pitchFamily="18" charset="2"/>
              </a:rPr>
              <a:t></a:t>
            </a:r>
            <a:r>
              <a:rPr lang="en-US" altLang="zh-CN" sz="2800" i="1" baseline="-25000">
                <a:sym typeface="Symbol" panose="05050102010706020507" pitchFamily="18" charset="2"/>
              </a:rPr>
              <a:t>L</a:t>
            </a:r>
            <a:r>
              <a:rPr lang="zh-CN" altLang="en-US" sz="2800"/>
              <a:t>做功为</a:t>
            </a:r>
            <a:r>
              <a:rPr lang="en-US" altLang="zh-CN" sz="2800" b="0"/>
              <a:t>d</a:t>
            </a:r>
            <a:r>
              <a:rPr lang="en-US" altLang="zh-CN" sz="2800" i="1"/>
              <a:t>A </a:t>
            </a:r>
            <a:r>
              <a:rPr lang="zh-CN" altLang="en-US" sz="2800"/>
              <a:t>：</a:t>
            </a:r>
          </a:p>
        </p:txBody>
      </p:sp>
      <p:sp>
        <p:nvSpPr>
          <p:cNvPr id="50" name="Text Box 9">
            <a:extLst>
              <a:ext uri="{FF2B5EF4-FFF2-40B4-BE49-F238E27FC236}">
                <a16:creationId xmlns:a16="http://schemas.microsoft.com/office/drawing/2014/main" id="{DA2BB604-BBF3-41F2-B09C-CC30FE53E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063" y="1166813"/>
            <a:ext cx="15176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2400" i="1"/>
              <a:t>A</a:t>
            </a:r>
            <a:r>
              <a:rPr lang="en-US" altLang="zh-CN" sz="2400"/>
              <a:t>= –</a:t>
            </a:r>
            <a:r>
              <a:rPr lang="en-US" altLang="zh-CN" sz="2400">
                <a:sym typeface="Symbol" panose="05050102010706020507" pitchFamily="18" charset="2"/>
              </a:rPr>
              <a:t></a:t>
            </a:r>
            <a:r>
              <a:rPr lang="en-US" altLang="zh-CN" sz="2400" i="1" baseline="-25000">
                <a:sym typeface="Symbol" panose="05050102010706020507" pitchFamily="18" charset="2"/>
              </a:rPr>
              <a:t>L</a:t>
            </a:r>
            <a:r>
              <a:rPr lang="en-US" altLang="zh-CN" sz="2400" b="0">
                <a:sym typeface="Symbol" panose="05050102010706020507" pitchFamily="18" charset="2"/>
              </a:rPr>
              <a:t>d</a:t>
            </a:r>
            <a:r>
              <a:rPr lang="en-US" altLang="zh-CN" sz="2400" i="1">
                <a:sym typeface="Symbol" panose="05050102010706020507" pitchFamily="18" charset="2"/>
              </a:rPr>
              <a:t>q</a:t>
            </a:r>
            <a:endParaRPr lang="en-US" altLang="zh-CN" sz="2400" baseline="-25000">
              <a:sym typeface="Symbol" panose="05050102010706020507" pitchFamily="18" charset="2"/>
            </a:endParaRPr>
          </a:p>
        </p:txBody>
      </p:sp>
      <p:sp>
        <p:nvSpPr>
          <p:cNvPr id="51" name="Text Box 10">
            <a:extLst>
              <a:ext uri="{FF2B5EF4-FFF2-40B4-BE49-F238E27FC236}">
                <a16:creationId xmlns:a16="http://schemas.microsoft.com/office/drawing/2014/main" id="{519DEBA6-6082-4072-A7BD-BAD039DB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700" y="1185863"/>
            <a:ext cx="11747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ym typeface="Symbol" panose="05050102010706020507" pitchFamily="18" charset="2"/>
              </a:rPr>
              <a:t>=</a:t>
            </a:r>
            <a:r>
              <a:rPr lang="en-US" altLang="zh-CN" sz="2400"/>
              <a:t> –</a:t>
            </a:r>
            <a:r>
              <a:rPr lang="en-US" altLang="zh-CN" sz="2400">
                <a:sym typeface="Symbol" panose="05050102010706020507" pitchFamily="18" charset="2"/>
              </a:rPr>
              <a:t></a:t>
            </a:r>
            <a:r>
              <a:rPr lang="en-US" altLang="zh-CN" sz="2400" i="1" baseline="-25000">
                <a:sym typeface="Symbol" panose="05050102010706020507" pitchFamily="18" charset="2"/>
              </a:rPr>
              <a:t>L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 b="0">
                <a:sym typeface="Symbol" panose="05050102010706020507" pitchFamily="18" charset="2"/>
              </a:rPr>
              <a:t>d</a:t>
            </a:r>
            <a:r>
              <a:rPr lang="en-US" altLang="zh-CN" sz="2400" i="1">
                <a:sym typeface="Symbol" panose="05050102010706020507" pitchFamily="18" charset="2"/>
              </a:rPr>
              <a:t>t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84DB62F-F118-47F9-A387-F036EB9315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0163" y="1601788"/>
          <a:ext cx="14478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7" name="Equation" r:id="rId13" imgW="1447913" imgH="638280" progId="Equation.DSMT4">
                  <p:embed/>
                </p:oleObj>
              </mc:Choice>
              <mc:Fallback>
                <p:oleObj name="Equation" r:id="rId13" imgW="1447913" imgH="6382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163" y="1601788"/>
                        <a:ext cx="144780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2">
            <a:extLst>
              <a:ext uri="{FF2B5EF4-FFF2-40B4-BE49-F238E27FC236}">
                <a16:creationId xmlns:a16="http://schemas.microsoft.com/office/drawing/2014/main" id="{F756A78D-2EDC-467D-B072-DEC67C834F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9338" y="2271713"/>
          <a:ext cx="12255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8" name="公式" r:id="rId15" imgW="482391" imgH="291973" progId="Equation.3">
                  <p:embed/>
                </p:oleObj>
              </mc:Choice>
              <mc:Fallback>
                <p:oleObj name="公式" r:id="rId15" imgW="482391" imgH="29197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2271713"/>
                        <a:ext cx="122555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5">
            <a:extLst>
              <a:ext uri="{FF2B5EF4-FFF2-40B4-BE49-F238E27FC236}">
                <a16:creationId xmlns:a16="http://schemas.microsoft.com/office/drawing/2014/main" id="{7135560B-7615-4E52-B6A4-28EE99328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9325" y="2233613"/>
          <a:ext cx="1068388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9" name="公式" r:id="rId17" imgW="520474" imgH="342751" progId="Equation.3">
                  <p:embed/>
                </p:oleObj>
              </mc:Choice>
              <mc:Fallback>
                <p:oleObj name="公式" r:id="rId17" imgW="520474" imgH="34275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2233613"/>
                        <a:ext cx="1068388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6">
            <a:extLst>
              <a:ext uri="{FF2B5EF4-FFF2-40B4-BE49-F238E27FC236}">
                <a16:creationId xmlns:a16="http://schemas.microsoft.com/office/drawing/2014/main" id="{E181679C-BB7C-467C-9D74-DC5C169A6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2206625"/>
          <a:ext cx="147796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0" name="公式" r:id="rId19" imgW="698197" imgH="342751" progId="Equation.3">
                  <p:embed/>
                </p:oleObj>
              </mc:Choice>
              <mc:Fallback>
                <p:oleObj name="公式" r:id="rId19" imgW="698197" imgH="34275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2206625"/>
                        <a:ext cx="1477963" cy="725488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AutoShape 17">
            <a:extLst>
              <a:ext uri="{FF2B5EF4-FFF2-40B4-BE49-F238E27FC236}">
                <a16:creationId xmlns:a16="http://schemas.microsoft.com/office/drawing/2014/main" id="{0AAD376B-790C-4931-87E6-D857D04E1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2528888"/>
            <a:ext cx="990600" cy="141287"/>
          </a:xfrm>
          <a:prstGeom prst="rightArrow">
            <a:avLst>
              <a:gd name="adj1" fmla="val 50000"/>
              <a:gd name="adj2" fmla="val 1760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57" name="Text Box 18">
            <a:extLst>
              <a:ext uri="{FF2B5EF4-FFF2-40B4-BE49-F238E27FC236}">
                <a16:creationId xmlns:a16="http://schemas.microsoft.com/office/drawing/2014/main" id="{31A57A04-6450-474B-8103-74F3B3D7F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3" y="2165350"/>
            <a:ext cx="93980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/>
              <a:t>储存</a:t>
            </a:r>
          </a:p>
        </p:txBody>
      </p:sp>
      <p:graphicFrame>
        <p:nvGraphicFramePr>
          <p:cNvPr id="58" name="Object 25">
            <a:extLst>
              <a:ext uri="{FF2B5EF4-FFF2-40B4-BE49-F238E27FC236}">
                <a16:creationId xmlns:a16="http://schemas.microsoft.com/office/drawing/2014/main" id="{1DBF1277-5C4A-4995-859A-5360A17CD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750" y="2328863"/>
          <a:ext cx="9302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1" name="公式" r:id="rId21" imgW="482391" imgH="291973" progId="Equation.3">
                  <p:embed/>
                </p:oleObj>
              </mc:Choice>
              <mc:Fallback>
                <p:oleObj name="公式" r:id="rId21" imgW="482391" imgH="29197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2328863"/>
                        <a:ext cx="9302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6">
            <a:extLst>
              <a:ext uri="{FF2B5EF4-FFF2-40B4-BE49-F238E27FC236}">
                <a16:creationId xmlns:a16="http://schemas.microsoft.com/office/drawing/2014/main" id="{855E8CEC-259B-48D8-9AB5-573713FF2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2867025"/>
            <a:ext cx="568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磁能也应储存在磁场中！</a:t>
            </a:r>
          </a:p>
        </p:txBody>
      </p:sp>
      <p:sp>
        <p:nvSpPr>
          <p:cNvPr id="60" name="Text Box 17">
            <a:extLst>
              <a:ext uri="{FF2B5EF4-FFF2-40B4-BE49-F238E27FC236}">
                <a16:creationId xmlns:a16="http://schemas.microsoft.com/office/drawing/2014/main" id="{D2FCA27F-C008-44FC-93B4-D584FCE19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2876550"/>
            <a:ext cx="446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/>
              <a:t>W</a:t>
            </a:r>
            <a:r>
              <a:rPr lang="en-US" altLang="zh-CN" sz="2800" i="1" baseline="-25000"/>
              <a:t>m</a:t>
            </a:r>
            <a:r>
              <a:rPr lang="en-US" altLang="zh-CN" sz="2800"/>
              <a:t>→</a:t>
            </a:r>
            <a:r>
              <a:rPr lang="zh-CN" altLang="en-US" sz="2800"/>
              <a:t>磁场</a:t>
            </a:r>
            <a:r>
              <a:rPr lang="en-US" altLang="zh-CN" sz="2800"/>
              <a:t>(</a:t>
            </a:r>
            <a:r>
              <a:rPr lang="en-US" altLang="zh-CN" sz="2800" i="1"/>
              <a:t>B</a:t>
            </a:r>
            <a:r>
              <a:rPr lang="zh-CN" altLang="en-US" sz="2400"/>
              <a:t>、</a:t>
            </a:r>
            <a:r>
              <a:rPr lang="en-US" altLang="zh-CN" sz="2800" i="1"/>
              <a:t>H</a:t>
            </a:r>
            <a:r>
              <a:rPr lang="en-US" altLang="zh-CN" sz="2800"/>
              <a:t>)</a:t>
            </a:r>
            <a:r>
              <a:rPr lang="zh-CN" altLang="en-US" sz="2800"/>
              <a:t>关系？</a:t>
            </a:r>
          </a:p>
        </p:txBody>
      </p:sp>
      <p:sp>
        <p:nvSpPr>
          <p:cNvPr id="61" name="Text Box 3">
            <a:extLst>
              <a:ext uri="{FF2B5EF4-FFF2-40B4-BE49-F238E27FC236}">
                <a16:creationId xmlns:a16="http://schemas.microsoft.com/office/drawing/2014/main" id="{89584812-669C-498F-9786-6E0127063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3" y="3460750"/>
            <a:ext cx="3155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 dirty="0">
                <a:solidFill>
                  <a:schemeClr val="tx2"/>
                </a:solidFill>
                <a:latin typeface="+mn-ea"/>
                <a:ea typeface="+mn-ea"/>
              </a:rPr>
              <a:t>以长直螺线管为例，</a:t>
            </a:r>
          </a:p>
        </p:txBody>
      </p:sp>
      <p:graphicFrame>
        <p:nvGraphicFramePr>
          <p:cNvPr id="62" name="Object 8">
            <a:extLst>
              <a:ext uri="{FF2B5EF4-FFF2-40B4-BE49-F238E27FC236}">
                <a16:creationId xmlns:a16="http://schemas.microsoft.com/office/drawing/2014/main" id="{20AE5832-679F-412B-A51A-655253715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8" y="3932238"/>
          <a:ext cx="17653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2" name="Equation" r:id="rId23" imgW="787058" imgH="342751" progId="Equation.DSMT4">
                  <p:embed/>
                </p:oleObj>
              </mc:Choice>
              <mc:Fallback>
                <p:oleObj name="Equation" r:id="rId23" imgW="787058" imgH="34275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8" y="3932238"/>
                        <a:ext cx="176530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9">
            <a:extLst>
              <a:ext uri="{FF2B5EF4-FFF2-40B4-BE49-F238E27FC236}">
                <a16:creationId xmlns:a16="http://schemas.microsoft.com/office/drawing/2014/main" id="{4412E743-65F4-4D4B-8000-00B0771B9B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2638" y="3994150"/>
          <a:ext cx="1814512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3" name="Equation" r:id="rId25" imgW="2120900" imgH="698500" progId="Equation.DSMT4">
                  <p:embed/>
                </p:oleObj>
              </mc:Choice>
              <mc:Fallback>
                <p:oleObj name="Equation" r:id="rId25" imgW="2120900" imgH="698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3994150"/>
                        <a:ext cx="1814512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0">
            <a:extLst>
              <a:ext uri="{FF2B5EF4-FFF2-40B4-BE49-F238E27FC236}">
                <a16:creationId xmlns:a16="http://schemas.microsoft.com/office/drawing/2014/main" id="{433E41B7-E10F-4C22-9749-B5ABFAD12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8900" y="3944938"/>
          <a:ext cx="1249363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4" name="Equation" r:id="rId27" imgW="1269449" imgH="812447" progId="Equation.DSMT4">
                  <p:embed/>
                </p:oleObj>
              </mc:Choice>
              <mc:Fallback>
                <p:oleObj name="Equation" r:id="rId27" imgW="1269449" imgH="81244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3944938"/>
                        <a:ext cx="1249363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12">
            <a:extLst>
              <a:ext uri="{FF2B5EF4-FFF2-40B4-BE49-F238E27FC236}">
                <a16:creationId xmlns:a16="http://schemas.microsoft.com/office/drawing/2014/main" id="{A0A69649-A432-42DB-B01E-A17807DBE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8075" y="4794250"/>
          <a:ext cx="12160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5" name="Equation" r:id="rId29" imgW="1308100" imgH="381000" progId="Equation.DSMT4">
                  <p:embed/>
                </p:oleObj>
              </mc:Choice>
              <mc:Fallback>
                <p:oleObj name="Equation" r:id="rId29" imgW="1308100" imgH="381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794250"/>
                        <a:ext cx="12160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14">
            <a:extLst>
              <a:ext uri="{FF2B5EF4-FFF2-40B4-BE49-F238E27FC236}">
                <a16:creationId xmlns:a16="http://schemas.microsoft.com/office/drawing/2014/main" id="{3804BB8F-BB0C-47F6-843D-54A32A96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3470275"/>
            <a:ext cx="593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当通有电流 </a:t>
            </a:r>
            <a:r>
              <a:rPr lang="en-US" altLang="zh-CN" sz="2800" i="1"/>
              <a:t>I </a:t>
            </a:r>
            <a:r>
              <a:rPr lang="zh-CN" altLang="en-US" sz="2800"/>
              <a:t>时，其中存储的磁能为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27AAF51-19AD-4E6E-B054-4CE3D6ECC0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6975" y="4198938"/>
          <a:ext cx="16986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6" name="Equation" r:id="rId31" imgW="1914432" imgH="857250" progId="Equation.DSMT4">
                  <p:embed/>
                </p:oleObj>
              </mc:Choice>
              <mc:Fallback>
                <p:oleObj name="Equation" r:id="rId31" imgW="1914432" imgH="85725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4198938"/>
                        <a:ext cx="16986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">
            <a:extLst>
              <a:ext uri="{FF2B5EF4-FFF2-40B4-BE49-F238E27FC236}">
                <a16:creationId xmlns:a16="http://schemas.microsoft.com/office/drawing/2014/main" id="{6558E05B-FC0A-4BD1-967F-814F8C2AD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9925" y="5270500"/>
          <a:ext cx="13827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7" name="Equation" r:id="rId33" imgW="1447172" imgH="774364" progId="Equation.DSMT4">
                  <p:embed/>
                </p:oleObj>
              </mc:Choice>
              <mc:Fallback>
                <p:oleObj name="Equation" r:id="rId33" imgW="1447172" imgH="77436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5270500"/>
                        <a:ext cx="13827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12">
            <a:extLst>
              <a:ext uri="{FF2B5EF4-FFF2-40B4-BE49-F238E27FC236}">
                <a16:creationId xmlns:a16="http://schemas.microsoft.com/office/drawing/2014/main" id="{4C39CE3A-BC06-4A92-8E73-431265E56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1700" y="5272088"/>
          <a:ext cx="77628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8" name="Equation" r:id="rId35" imgW="799753" imgH="812447" progId="Equation.DSMT4">
                  <p:embed/>
                </p:oleObj>
              </mc:Choice>
              <mc:Fallback>
                <p:oleObj name="Equation" r:id="rId35" imgW="799753" imgH="81244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272088"/>
                        <a:ext cx="776288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14">
            <a:extLst>
              <a:ext uri="{FF2B5EF4-FFF2-40B4-BE49-F238E27FC236}">
                <a16:creationId xmlns:a16="http://schemas.microsoft.com/office/drawing/2014/main" id="{53CD8CA2-30E2-4DF9-93FA-DE7001B5A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5364163"/>
            <a:ext cx="1971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磁能密度</a:t>
            </a:r>
          </a:p>
        </p:txBody>
      </p:sp>
      <p:graphicFrame>
        <p:nvGraphicFramePr>
          <p:cNvPr id="72" name="Object 17">
            <a:extLst>
              <a:ext uri="{FF2B5EF4-FFF2-40B4-BE49-F238E27FC236}">
                <a16:creationId xmlns:a16="http://schemas.microsoft.com/office/drawing/2014/main" id="{AAD9E363-489A-4C7B-AD77-82161FD313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7850" y="5318125"/>
          <a:ext cx="133191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9" name="Equation" r:id="rId37" imgW="1384300" imgH="698500" progId="Equation.DSMT4">
                  <p:embed/>
                </p:oleObj>
              </mc:Choice>
              <mc:Fallback>
                <p:oleObj name="Equation" r:id="rId37" imgW="1384300" imgH="6985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5318125"/>
                        <a:ext cx="133191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2152C36-CF88-4D91-A97A-AFEFB175A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3" y="6069013"/>
            <a:ext cx="23479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非均匀磁场：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9835643-2496-4314-9649-F7CE34622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3000" y="5999163"/>
          <a:ext cx="42481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0" name="Equation" r:id="rId39" imgW="4248111" imgH="743040" progId="Equation.DSMT4">
                  <p:embed/>
                </p:oleObj>
              </mc:Choice>
              <mc:Fallback>
                <p:oleObj name="Equation" r:id="rId39" imgW="4248111" imgH="7430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5999163"/>
                        <a:ext cx="42481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AutoShape 17">
            <a:extLst>
              <a:ext uri="{FF2B5EF4-FFF2-40B4-BE49-F238E27FC236}">
                <a16:creationId xmlns:a16="http://schemas.microsoft.com/office/drawing/2014/main" id="{753CDC6C-7D63-4950-B2F1-C1AA5936C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88" y="4589463"/>
            <a:ext cx="720725" cy="220662"/>
          </a:xfrm>
          <a:prstGeom prst="rightArrow">
            <a:avLst>
              <a:gd name="adj1" fmla="val 50000"/>
              <a:gd name="adj2" fmla="val 1760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/>
      <p:bldP spid="51" grpId="0"/>
      <p:bldP spid="56" grpId="0" animBg="1"/>
      <p:bldP spid="57" grpId="0"/>
      <p:bldP spid="59" grpId="0"/>
      <p:bldP spid="60" grpId="0"/>
      <p:bldP spid="61" grpId="0"/>
      <p:bldP spid="66" grpId="0"/>
      <p:bldP spid="71" grpId="0"/>
      <p:bldP spid="5" grpId="0"/>
      <p:bldP spid="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E73F3BA2-4A9C-4D69-A30A-7E897D27E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黑体" panose="02010609060101010101" pitchFamily="49" charset="-122"/>
              </a:rPr>
              <a:t>内容回顾</a:t>
            </a:r>
          </a:p>
        </p:txBody>
      </p:sp>
      <p:pic>
        <p:nvPicPr>
          <p:cNvPr id="24579" name="图片 2">
            <a:extLst>
              <a:ext uri="{FF2B5EF4-FFF2-40B4-BE49-F238E27FC236}">
                <a16:creationId xmlns:a16="http://schemas.microsoft.com/office/drawing/2014/main" id="{EFF313E2-2060-45A8-998A-1312E7DC0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54000"/>
            <a:ext cx="3151188" cy="139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199">
            <a:extLst>
              <a:ext uri="{FF2B5EF4-FFF2-40B4-BE49-F238E27FC236}">
                <a16:creationId xmlns:a16="http://schemas.microsoft.com/office/drawing/2014/main" id="{B985E3C5-82C9-4E6B-AC2B-6A907B4CEA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088" y="1204913"/>
          <a:ext cx="179863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Equation" r:id="rId4" imgW="2070100" imgH="571500" progId="Equation.DSMT4">
                  <p:embed/>
                </p:oleObj>
              </mc:Choice>
              <mc:Fallback>
                <p:oleObj name="Equation" r:id="rId4" imgW="2070100" imgH="571500" progId="Equation.DSMT4">
                  <p:embed/>
                  <p:pic>
                    <p:nvPicPr>
                      <p:cNvPr id="0" name="Object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1204913"/>
                        <a:ext cx="1798637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00">
            <a:extLst>
              <a:ext uri="{FF2B5EF4-FFF2-40B4-BE49-F238E27FC236}">
                <a16:creationId xmlns:a16="http://schemas.microsoft.com/office/drawing/2014/main" id="{747B14B4-28CB-4D4B-A1B1-0E8C60845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0925" y="1160463"/>
          <a:ext cx="251936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3" name="Equation" r:id="rId6" imgW="3200400" imgH="635000" progId="Equation.DSMT4">
                  <p:embed/>
                </p:oleObj>
              </mc:Choice>
              <mc:Fallback>
                <p:oleObj name="Equation" r:id="rId6" imgW="3200400" imgH="635000" progId="Equation.DSMT4">
                  <p:embed/>
                  <p:pic>
                    <p:nvPicPr>
                      <p:cNvPr id="0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925" y="1160463"/>
                        <a:ext cx="251936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01">
            <a:extLst>
              <a:ext uri="{FF2B5EF4-FFF2-40B4-BE49-F238E27FC236}">
                <a16:creationId xmlns:a16="http://schemas.microsoft.com/office/drawing/2014/main" id="{B36768E5-6B8F-4D96-AD7C-519ED3BD24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7188" y="1136650"/>
            <a:ext cx="64770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202">
            <a:extLst>
              <a:ext uri="{FF2B5EF4-FFF2-40B4-BE49-F238E27FC236}">
                <a16:creationId xmlns:a16="http://schemas.microsoft.com/office/drawing/2014/main" id="{2F475C26-7E1C-48D2-A8C8-0F0551C04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82232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</a:p>
        </p:txBody>
      </p:sp>
      <p:graphicFrame>
        <p:nvGraphicFramePr>
          <p:cNvPr id="9" name="Object 203">
            <a:extLst>
              <a:ext uri="{FF2B5EF4-FFF2-40B4-BE49-F238E27FC236}">
                <a16:creationId xmlns:a16="http://schemas.microsoft.com/office/drawing/2014/main" id="{DF556508-CF3B-4112-8A69-7A39CA13AE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9988" y="1181100"/>
          <a:ext cx="8667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4" name="Equation" r:id="rId8" imgW="1002865" imgH="495085" progId="Equation.DSMT4">
                  <p:embed/>
                </p:oleObj>
              </mc:Choice>
              <mc:Fallback>
                <p:oleObj name="Equation" r:id="rId8" imgW="1002865" imgH="495085" progId="Equation.DSMT4">
                  <p:embed/>
                  <p:pic>
                    <p:nvPicPr>
                      <p:cNvPr id="0" name="Object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88" y="1181100"/>
                        <a:ext cx="8667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04">
            <a:extLst>
              <a:ext uri="{FF2B5EF4-FFF2-40B4-BE49-F238E27FC236}">
                <a16:creationId xmlns:a16="http://schemas.microsoft.com/office/drawing/2014/main" id="{9573FDBD-0343-450C-9112-5A04932A3D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5325" y="1144588"/>
          <a:ext cx="8636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公式" r:id="rId10" imgW="812447" imgH="431613" progId="Equation.3">
                  <p:embed/>
                </p:oleObj>
              </mc:Choice>
              <mc:Fallback>
                <p:oleObj name="公式" r:id="rId10" imgW="812447" imgH="431613" progId="Equation.3">
                  <p:embed/>
                  <p:pic>
                    <p:nvPicPr>
                      <p:cNvPr id="0" name="Object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325" y="1144588"/>
                        <a:ext cx="8636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05">
            <a:extLst>
              <a:ext uri="{FF2B5EF4-FFF2-40B4-BE49-F238E27FC236}">
                <a16:creationId xmlns:a16="http://schemas.microsoft.com/office/drawing/2014/main" id="{EDF51F6E-EC31-488E-978B-6548ADBC2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1874838"/>
            <a:ext cx="2417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穿过</a:t>
            </a: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的电流</a:t>
            </a:r>
          </a:p>
        </p:txBody>
      </p:sp>
      <p:graphicFrame>
        <p:nvGraphicFramePr>
          <p:cNvPr id="12" name="Object 206">
            <a:extLst>
              <a:ext uri="{FF2B5EF4-FFF2-40B4-BE49-F238E27FC236}">
                <a16:creationId xmlns:a16="http://schemas.microsoft.com/office/drawing/2014/main" id="{B215425E-41EB-4B53-81D8-2FFDDD704F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0513" y="1731963"/>
          <a:ext cx="966787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6" name="Equation" r:id="rId12" imgW="1117600" imgH="850900" progId="Equation.DSMT4">
                  <p:embed/>
                </p:oleObj>
              </mc:Choice>
              <mc:Fallback>
                <p:oleObj name="Equation" r:id="rId12" imgW="1117600" imgH="850900" progId="Equation.DSMT4">
                  <p:embed/>
                  <p:pic>
                    <p:nvPicPr>
                      <p:cNvPr id="0" name="Object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1731963"/>
                        <a:ext cx="966787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07">
            <a:extLst>
              <a:ext uri="{FF2B5EF4-FFF2-40B4-BE49-F238E27FC236}">
                <a16:creationId xmlns:a16="http://schemas.microsoft.com/office/drawing/2014/main" id="{C125F23A-453E-4486-96B9-E3F46CC952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2388" y="1727200"/>
          <a:ext cx="7858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7" name="Equation" r:id="rId14" imgW="875920" imgH="863225" progId="Equation.DSMT4">
                  <p:embed/>
                </p:oleObj>
              </mc:Choice>
              <mc:Fallback>
                <p:oleObj name="Equation" r:id="rId14" imgW="875920" imgH="863225" progId="Equation.DSMT4">
                  <p:embed/>
                  <p:pic>
                    <p:nvPicPr>
                      <p:cNvPr id="0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1727200"/>
                        <a:ext cx="78581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09">
            <a:extLst>
              <a:ext uri="{FF2B5EF4-FFF2-40B4-BE49-F238E27FC236}">
                <a16:creationId xmlns:a16="http://schemas.microsoft.com/office/drawing/2014/main" id="{CD884A4F-58ED-4B54-AB71-ACD4A3DCEE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4925" y="2500313"/>
          <a:ext cx="20304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8" name="Equation" r:id="rId16" imgW="2209800" imgH="711200" progId="Equation.DSMT4">
                  <p:embed/>
                </p:oleObj>
              </mc:Choice>
              <mc:Fallback>
                <p:oleObj name="Equation" r:id="rId16" imgW="2209800" imgH="711200" progId="Equation.DSMT4">
                  <p:embed/>
                  <p:pic>
                    <p:nvPicPr>
                      <p:cNvPr id="0" name="Object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5" y="2500313"/>
                        <a:ext cx="203041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9">
            <a:extLst>
              <a:ext uri="{FF2B5EF4-FFF2-40B4-BE49-F238E27FC236}">
                <a16:creationId xmlns:a16="http://schemas.microsoft.com/office/drawing/2014/main" id="{0994B7BC-5AEC-4AD9-A9E1-B3B87CBE6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9963" y="1768475"/>
          <a:ext cx="99536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9" name="Equation" r:id="rId18" imgW="1054100" imgH="787400" progId="Equation.DSMT4">
                  <p:embed/>
                </p:oleObj>
              </mc:Choice>
              <mc:Fallback>
                <p:oleObj name="Equation" r:id="rId18" imgW="1054100" imgH="787400" progId="Equation.DSMT4">
                  <p:embed/>
                  <p:pic>
                    <p:nvPicPr>
                      <p:cNvPr id="0" name="Object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963" y="1768475"/>
                        <a:ext cx="99536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0">
            <a:extLst>
              <a:ext uri="{FF2B5EF4-FFF2-40B4-BE49-F238E27FC236}">
                <a16:creationId xmlns:a16="http://schemas.microsoft.com/office/drawing/2014/main" id="{330E57D2-836F-454D-9034-7B152628A4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1768475"/>
          <a:ext cx="6048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0" name="Equation" r:id="rId20" imgW="581056" imgH="362070" progId="Equation.DSMT4">
                  <p:embed/>
                </p:oleObj>
              </mc:Choice>
              <mc:Fallback>
                <p:oleObj name="Equation" r:id="rId20" imgW="581056" imgH="362070" progId="Equation.DSMT4">
                  <p:embed/>
                  <p:pic>
                    <p:nvPicPr>
                      <p:cNvPr id="0" name="Object 2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1768475"/>
                        <a:ext cx="60483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42">
            <a:extLst>
              <a:ext uri="{FF2B5EF4-FFF2-40B4-BE49-F238E27FC236}">
                <a16:creationId xmlns:a16="http://schemas.microsoft.com/office/drawing/2014/main" id="{86B2E7DD-C55A-41BA-89A3-E91EB043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5" y="1876425"/>
            <a:ext cx="1100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极板</a:t>
            </a:r>
          </a:p>
        </p:txBody>
      </p:sp>
      <p:sp>
        <p:nvSpPr>
          <p:cNvPr id="24593" name="Oval 245">
            <a:extLst>
              <a:ext uri="{FF2B5EF4-FFF2-40B4-BE49-F238E27FC236}">
                <a16:creationId xmlns:a16="http://schemas.microsoft.com/office/drawing/2014/main" id="{8D814189-3382-4B91-9C09-53DE7BF6C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138588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24" name="Object 247">
            <a:extLst>
              <a:ext uri="{FF2B5EF4-FFF2-40B4-BE49-F238E27FC236}">
                <a16:creationId xmlns:a16="http://schemas.microsoft.com/office/drawing/2014/main" id="{01F417FB-D990-492D-B473-B3DC00492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2411413"/>
          <a:ext cx="177323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1" name="Equation" r:id="rId22" imgW="1790700" imgH="774700" progId="Equation.DSMT4">
                  <p:embed/>
                </p:oleObj>
              </mc:Choice>
              <mc:Fallback>
                <p:oleObj name="Equation" r:id="rId22" imgW="1790700" imgH="774700" progId="Equation.DSMT4">
                  <p:embed/>
                  <p:pic>
                    <p:nvPicPr>
                      <p:cNvPr id="0" name="Object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411413"/>
                        <a:ext cx="1773238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07">
            <a:extLst>
              <a:ext uri="{FF2B5EF4-FFF2-40B4-BE49-F238E27FC236}">
                <a16:creationId xmlns:a16="http://schemas.microsoft.com/office/drawing/2014/main" id="{33CC1DB7-BB00-4CEC-A1B6-15C82DA52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3663" y="2555875"/>
            <a:ext cx="757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= </a:t>
            </a:r>
            <a:r>
              <a:rPr lang="en-US" altLang="zh-CN" sz="2800" i="1"/>
              <a:t>I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343BBE1B-E72F-4354-B96A-7FE543CE5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3306763"/>
            <a:ext cx="113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定义：</a:t>
            </a:r>
            <a:endParaRPr lang="zh-CN" altLang="en-US" sz="2800"/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58856665-0D4D-40CA-892D-F70B46BF7A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2250" y="3190875"/>
          <a:ext cx="12842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2" name="Equation" r:id="rId24" imgW="1600200" imgH="838200" progId="Equation.DSMT4">
                  <p:embed/>
                </p:oleObj>
              </mc:Choice>
              <mc:Fallback>
                <p:oleObj name="Equation" r:id="rId24" imgW="1600200" imgH="838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3190875"/>
                        <a:ext cx="12842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0C92443E-9A28-4403-9D54-9A984B0FF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5275" y="3171825"/>
          <a:ext cx="1897063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3" name="Equation" r:id="rId26" imgW="1701800" imgH="774700" progId="Equation.DSMT4">
                  <p:embed/>
                </p:oleObj>
              </mc:Choice>
              <mc:Fallback>
                <p:oleObj name="Equation" r:id="rId26" imgW="1701800" imgH="774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3171825"/>
                        <a:ext cx="1897063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28">
            <a:extLst>
              <a:ext uri="{FF2B5EF4-FFF2-40B4-BE49-F238E27FC236}">
                <a16:creationId xmlns:a16="http://schemas.microsoft.com/office/drawing/2014/main" id="{E6E1A3CF-8EF5-44E4-BDFA-8F4E51E36700}"/>
              </a:ext>
            </a:extLst>
          </p:cNvPr>
          <p:cNvSpPr>
            <a:spLocks/>
          </p:cNvSpPr>
          <p:nvPr/>
        </p:nvSpPr>
        <p:spPr bwMode="auto">
          <a:xfrm>
            <a:off x="4945063" y="3360738"/>
            <a:ext cx="1701800" cy="557212"/>
          </a:xfrm>
          <a:prstGeom prst="borderCallout1">
            <a:avLst>
              <a:gd name="adj1" fmla="val 113676"/>
              <a:gd name="adj2" fmla="val 93282"/>
              <a:gd name="adj3" fmla="val 113676"/>
              <a:gd name="adj4" fmla="val -199162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/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179F5599-5E06-4081-AA6F-1C1E59422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4157663"/>
            <a:ext cx="2347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位移电流密度</a:t>
            </a: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204803EF-C17E-4CC3-BF1F-23565B690B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8113" y="4038600"/>
          <a:ext cx="1198562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4" name="Equation" r:id="rId28" imgW="1231366" imgH="774364" progId="Equation.DSMT4">
                  <p:embed/>
                </p:oleObj>
              </mc:Choice>
              <mc:Fallback>
                <p:oleObj name="Equation" r:id="rId28" imgW="1231366" imgH="77436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4038600"/>
                        <a:ext cx="1198562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1B6B99DC-2C6A-4644-922E-E68D5ECE9B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4775" y="4027488"/>
          <a:ext cx="13731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Equation" r:id="rId30" imgW="1371600" imgH="774700" progId="Equation.DSMT4">
                  <p:embed/>
                </p:oleObj>
              </mc:Choice>
              <mc:Fallback>
                <p:oleObj name="Equation" r:id="rId30" imgW="1371600" imgH="7747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4027488"/>
                        <a:ext cx="13731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5" name="Text Box 61">
            <a:extLst>
              <a:ext uri="{FF2B5EF4-FFF2-40B4-BE49-F238E27FC236}">
                <a16:creationId xmlns:a16="http://schemas.microsoft.com/office/drawing/2014/main" id="{271738D1-6F1C-49CF-876B-AE78EE5C2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3363913"/>
            <a:ext cx="1684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位移电流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FDCC5B5-1AB6-4F0A-99C9-FCA5E190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4722813"/>
            <a:ext cx="33829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800" baseline="-25000">
                <a:solidFill>
                  <a:srgbClr val="FF0000"/>
                </a:solidFill>
                <a:ea typeface="楷体_GB2312" pitchFamily="49" charset="-122"/>
              </a:rPr>
              <a:t>D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的实质是变化电场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35" name="Rectangle 43">
            <a:extLst>
              <a:ext uri="{FF2B5EF4-FFF2-40B4-BE49-F238E27FC236}">
                <a16:creationId xmlns:a16="http://schemas.microsoft.com/office/drawing/2014/main" id="{30D9D240-EC2A-41DF-8251-16868028F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5832475"/>
            <a:ext cx="3257550" cy="85248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6" name="Text Box 39">
            <a:extLst>
              <a:ext uri="{FF2B5EF4-FFF2-40B4-BE49-F238E27FC236}">
                <a16:creationId xmlns:a16="http://schemas.microsoft.com/office/drawing/2014/main" id="{5F7F5DD1-4F77-448B-9F45-1378BAC36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5260975"/>
            <a:ext cx="4806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一般情况下的安培环路定律</a:t>
            </a:r>
          </a:p>
        </p:txBody>
      </p:sp>
      <p:graphicFrame>
        <p:nvGraphicFramePr>
          <p:cNvPr id="37" name="Object 41">
            <a:extLst>
              <a:ext uri="{FF2B5EF4-FFF2-40B4-BE49-F238E27FC236}">
                <a16:creationId xmlns:a16="http://schemas.microsoft.com/office/drawing/2014/main" id="{9F6B7332-9A6F-4052-A105-29B3A86493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875" y="5824538"/>
          <a:ext cx="31019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6" name="Equation" r:id="rId32" imgW="3505200" imgH="863600" progId="Equation.DSMT4">
                  <p:embed/>
                </p:oleObj>
              </mc:Choice>
              <mc:Fallback>
                <p:oleObj name="Equation" r:id="rId32" imgW="3505200" imgH="863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5824538"/>
                        <a:ext cx="310197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AutoShape 44">
            <a:extLst>
              <a:ext uri="{FF2B5EF4-FFF2-40B4-BE49-F238E27FC236}">
                <a16:creationId xmlns:a16="http://schemas.microsoft.com/office/drawing/2014/main" id="{EA6133FC-848F-4C4E-9867-22B83DE6A53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207669" y="5909469"/>
            <a:ext cx="228600" cy="693738"/>
          </a:xfrm>
          <a:prstGeom prst="downArrow">
            <a:avLst>
              <a:gd name="adj1" fmla="val 50000"/>
              <a:gd name="adj2" fmla="val 75868"/>
            </a:avLst>
          </a:prstGeom>
          <a:solidFill>
            <a:srgbClr val="FF00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9" name="Text Box 45">
            <a:extLst>
              <a:ext uri="{FF2B5EF4-FFF2-40B4-BE49-F238E27FC236}">
                <a16:creationId xmlns:a16="http://schemas.microsoft.com/office/drawing/2014/main" id="{7F668803-C823-421C-AD1D-F5F1AAF5F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5965825"/>
            <a:ext cx="2170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全电流定理</a:t>
            </a:r>
          </a:p>
        </p:txBody>
      </p:sp>
      <p:sp>
        <p:nvSpPr>
          <p:cNvPr id="40" name="Oval 170">
            <a:extLst>
              <a:ext uri="{FF2B5EF4-FFF2-40B4-BE49-F238E27FC236}">
                <a16:creationId xmlns:a16="http://schemas.microsoft.com/office/drawing/2014/main" id="{D373117C-70E5-4B8C-95AE-3773350F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88" y="6170613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4611" name="Text Box 4">
            <a:extLst>
              <a:ext uri="{FF2B5EF4-FFF2-40B4-BE49-F238E27FC236}">
                <a16:creationId xmlns:a16="http://schemas.microsoft.com/office/drawing/2014/main" id="{51E4A153-76AE-4DC6-9DF4-885A6C996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595313"/>
            <a:ext cx="2636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FF"/>
                </a:solidFill>
                <a:ea typeface="黑体" panose="02010609060101010101" pitchFamily="49" charset="-122"/>
              </a:rPr>
              <a:t>位移电流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9" grpId="0"/>
      <p:bldP spid="25" grpId="0"/>
      <p:bldP spid="26" grpId="0"/>
      <p:bldP spid="29" grpId="0" animBg="1"/>
      <p:bldP spid="30" grpId="0"/>
      <p:bldP spid="12315" grpId="0"/>
      <p:bldP spid="34" grpId="0"/>
      <p:bldP spid="35" grpId="0" animBg="1"/>
      <p:bldP spid="36" grpId="0"/>
      <p:bldP spid="38" grpId="0" animBg="1"/>
      <p:bldP spid="39" grpId="0"/>
      <p:bldP spid="4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|1.7|0.5|0|0.4|0|0.6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4542</TotalTime>
  <Words>1290</Words>
  <Application>Microsoft Office PowerPoint</Application>
  <PresentationFormat>全屏显示(4:3)</PresentationFormat>
  <Paragraphs>328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Times New Roman</vt:lpstr>
      <vt:lpstr>宋体</vt:lpstr>
      <vt:lpstr>Arial</vt:lpstr>
      <vt:lpstr>隶书</vt:lpstr>
      <vt:lpstr>楷体_GB2312</vt:lpstr>
      <vt:lpstr>Symbol</vt:lpstr>
      <vt:lpstr>Monotype Sorts</vt:lpstr>
      <vt:lpstr>黑体</vt:lpstr>
      <vt:lpstr>Wingdings</vt:lpstr>
      <vt:lpstr>默认设计模板</vt:lpstr>
      <vt:lpstr>Microsoft 公式 3.0</vt:lpstr>
      <vt:lpstr>MathType 5.0 Equation</vt:lpstr>
      <vt:lpstr>MathType 7.0 Equation</vt:lpstr>
      <vt:lpstr>Microsoft Equation 3.0</vt:lpstr>
      <vt:lpstr>位图图像</vt:lpstr>
      <vt:lpstr>Microsoft Clip Gallery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junluo</dc:creator>
  <cp:lastModifiedBy>Liuwei</cp:lastModifiedBy>
  <cp:revision>164</cp:revision>
  <dcterms:created xsi:type="dcterms:W3CDTF">2001-10-15T02:35:40Z</dcterms:created>
  <dcterms:modified xsi:type="dcterms:W3CDTF">2024-09-24T15:20:14Z</dcterms:modified>
</cp:coreProperties>
</file>