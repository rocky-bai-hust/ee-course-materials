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7" r:id="rId2"/>
    <p:sldId id="280" r:id="rId3"/>
    <p:sldId id="281" r:id="rId4"/>
    <p:sldId id="289" r:id="rId5"/>
    <p:sldId id="290" r:id="rId6"/>
    <p:sldId id="283" r:id="rId7"/>
    <p:sldId id="278" r:id="rId8"/>
    <p:sldId id="279" r:id="rId9"/>
    <p:sldId id="282" r:id="rId10"/>
    <p:sldId id="288" r:id="rId11"/>
    <p:sldId id="284" r:id="rId12"/>
    <p:sldId id="285" r:id="rId13"/>
    <p:sldId id="286" r:id="rId14"/>
    <p:sldId id="287" r:id="rId1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5050"/>
    <a:srgbClr val="FF9933"/>
    <a:srgbClr val="660066"/>
    <a:srgbClr val="FF0000"/>
    <a:srgbClr val="000099"/>
    <a:srgbClr val="FFFF6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9" autoAdjust="0"/>
    <p:restoredTop sz="94545" autoAdjust="0"/>
  </p:normalViewPr>
  <p:slideViewPr>
    <p:cSldViewPr>
      <p:cViewPr varScale="1">
        <p:scale>
          <a:sx n="107" d="100"/>
          <a:sy n="107" d="100"/>
        </p:scale>
        <p:origin x="172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31.emf"/><Relationship Id="rId18" Type="http://schemas.openxmlformats.org/officeDocument/2006/relationships/image" Target="../media/image36.wmf"/><Relationship Id="rId3" Type="http://schemas.openxmlformats.org/officeDocument/2006/relationships/image" Target="../media/image21.wmf"/><Relationship Id="rId7" Type="http://schemas.openxmlformats.org/officeDocument/2006/relationships/image" Target="../media/image25.emf"/><Relationship Id="rId12" Type="http://schemas.openxmlformats.org/officeDocument/2006/relationships/image" Target="../media/image30.wmf"/><Relationship Id="rId17" Type="http://schemas.openxmlformats.org/officeDocument/2006/relationships/image" Target="../media/image35.wmf"/><Relationship Id="rId2" Type="http://schemas.openxmlformats.org/officeDocument/2006/relationships/image" Target="../media/image20.wmf"/><Relationship Id="rId16" Type="http://schemas.openxmlformats.org/officeDocument/2006/relationships/image" Target="../media/image34.wmf"/><Relationship Id="rId20" Type="http://schemas.openxmlformats.org/officeDocument/2006/relationships/image" Target="../media/image38.wmf"/><Relationship Id="rId1" Type="http://schemas.openxmlformats.org/officeDocument/2006/relationships/image" Target="../media/image19.wmf"/><Relationship Id="rId6" Type="http://schemas.openxmlformats.org/officeDocument/2006/relationships/image" Target="../media/image24.emf"/><Relationship Id="rId11" Type="http://schemas.openxmlformats.org/officeDocument/2006/relationships/image" Target="../media/image29.wmf"/><Relationship Id="rId5" Type="http://schemas.openxmlformats.org/officeDocument/2006/relationships/image" Target="../media/image23.emf"/><Relationship Id="rId15" Type="http://schemas.openxmlformats.org/officeDocument/2006/relationships/image" Target="../media/image33.wmf"/><Relationship Id="rId10" Type="http://schemas.openxmlformats.org/officeDocument/2006/relationships/image" Target="../media/image28.wmf"/><Relationship Id="rId19" Type="http://schemas.openxmlformats.org/officeDocument/2006/relationships/image" Target="../media/image37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Relationship Id="rId14" Type="http://schemas.openxmlformats.org/officeDocument/2006/relationships/image" Target="../media/image32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47.wmf"/><Relationship Id="rId18" Type="http://schemas.openxmlformats.org/officeDocument/2006/relationships/image" Target="../media/image52.wmf"/><Relationship Id="rId3" Type="http://schemas.openxmlformats.org/officeDocument/2006/relationships/image" Target="../media/image21.wmf"/><Relationship Id="rId7" Type="http://schemas.openxmlformats.org/officeDocument/2006/relationships/image" Target="../media/image41.emf"/><Relationship Id="rId12" Type="http://schemas.openxmlformats.org/officeDocument/2006/relationships/image" Target="../media/image46.wmf"/><Relationship Id="rId17" Type="http://schemas.openxmlformats.org/officeDocument/2006/relationships/image" Target="../media/image51.emf"/><Relationship Id="rId2" Type="http://schemas.openxmlformats.org/officeDocument/2006/relationships/image" Target="../media/image20.wmf"/><Relationship Id="rId16" Type="http://schemas.openxmlformats.org/officeDocument/2006/relationships/image" Target="../media/image50.emf"/><Relationship Id="rId1" Type="http://schemas.openxmlformats.org/officeDocument/2006/relationships/image" Target="../media/image19.wmf"/><Relationship Id="rId6" Type="http://schemas.openxmlformats.org/officeDocument/2006/relationships/image" Target="../media/image40.emf"/><Relationship Id="rId11" Type="http://schemas.openxmlformats.org/officeDocument/2006/relationships/image" Target="../media/image45.wmf"/><Relationship Id="rId5" Type="http://schemas.openxmlformats.org/officeDocument/2006/relationships/image" Target="../media/image39.wmf"/><Relationship Id="rId15" Type="http://schemas.openxmlformats.org/officeDocument/2006/relationships/image" Target="../media/image49.emf"/><Relationship Id="rId10" Type="http://schemas.openxmlformats.org/officeDocument/2006/relationships/image" Target="../media/image44.wmf"/><Relationship Id="rId19" Type="http://schemas.openxmlformats.org/officeDocument/2006/relationships/image" Target="../media/image53.emf"/><Relationship Id="rId4" Type="http://schemas.openxmlformats.org/officeDocument/2006/relationships/image" Target="../media/image22.wmf"/><Relationship Id="rId9" Type="http://schemas.openxmlformats.org/officeDocument/2006/relationships/image" Target="../media/image43.wmf"/><Relationship Id="rId14" Type="http://schemas.openxmlformats.org/officeDocument/2006/relationships/image" Target="../media/image4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image" Target="../media/image54.wmf"/><Relationship Id="rId1" Type="http://schemas.openxmlformats.org/officeDocument/2006/relationships/image" Target="../media/image38.wmf"/><Relationship Id="rId6" Type="http://schemas.openxmlformats.org/officeDocument/2006/relationships/image" Target="../media/image58.wmf"/><Relationship Id="rId11" Type="http://schemas.openxmlformats.org/officeDocument/2006/relationships/image" Target="../media/image63.emf"/><Relationship Id="rId5" Type="http://schemas.openxmlformats.org/officeDocument/2006/relationships/image" Target="../media/image5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38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11" Type="http://schemas.openxmlformats.org/officeDocument/2006/relationships/image" Target="../media/image81.emf"/><Relationship Id="rId5" Type="http://schemas.openxmlformats.org/officeDocument/2006/relationships/image" Target="../media/image75.wmf"/><Relationship Id="rId10" Type="http://schemas.openxmlformats.org/officeDocument/2006/relationships/image" Target="../media/image80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image" Target="../media/image93.wmf"/><Relationship Id="rId3" Type="http://schemas.openxmlformats.org/officeDocument/2006/relationships/image" Target="../media/image84.wmf"/><Relationship Id="rId7" Type="http://schemas.openxmlformats.org/officeDocument/2006/relationships/image" Target="../media/image88.emf"/><Relationship Id="rId12" Type="http://schemas.openxmlformats.org/officeDocument/2006/relationships/image" Target="../media/image92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11" Type="http://schemas.openxmlformats.org/officeDocument/2006/relationships/image" Target="../media/image91.wmf"/><Relationship Id="rId5" Type="http://schemas.openxmlformats.org/officeDocument/2006/relationships/image" Target="../media/image86.wmf"/><Relationship Id="rId10" Type="http://schemas.openxmlformats.org/officeDocument/2006/relationships/image" Target="../media/image72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image" Target="../media/image93.wmf"/><Relationship Id="rId3" Type="http://schemas.openxmlformats.org/officeDocument/2006/relationships/image" Target="../media/image84.wmf"/><Relationship Id="rId7" Type="http://schemas.openxmlformats.org/officeDocument/2006/relationships/image" Target="../media/image91.wmf"/><Relationship Id="rId12" Type="http://schemas.openxmlformats.org/officeDocument/2006/relationships/image" Target="../media/image99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94.emf"/><Relationship Id="rId11" Type="http://schemas.openxmlformats.org/officeDocument/2006/relationships/image" Target="../media/image98.wmf"/><Relationship Id="rId5" Type="http://schemas.openxmlformats.org/officeDocument/2006/relationships/image" Target="../media/image86.wmf"/><Relationship Id="rId10" Type="http://schemas.openxmlformats.org/officeDocument/2006/relationships/image" Target="../media/image97.wmf"/><Relationship Id="rId4" Type="http://schemas.openxmlformats.org/officeDocument/2006/relationships/image" Target="../media/image85.wmf"/><Relationship Id="rId9" Type="http://schemas.openxmlformats.org/officeDocument/2006/relationships/image" Target="../media/image9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112.wmf"/><Relationship Id="rId18" Type="http://schemas.openxmlformats.org/officeDocument/2006/relationships/image" Target="../media/image117.wmf"/><Relationship Id="rId3" Type="http://schemas.openxmlformats.org/officeDocument/2006/relationships/image" Target="../media/image105.wmf"/><Relationship Id="rId7" Type="http://schemas.openxmlformats.org/officeDocument/2006/relationships/image" Target="../media/image76.wmf"/><Relationship Id="rId12" Type="http://schemas.openxmlformats.org/officeDocument/2006/relationships/image" Target="../media/image111.wmf"/><Relationship Id="rId17" Type="http://schemas.openxmlformats.org/officeDocument/2006/relationships/image" Target="../media/image116.wmf"/><Relationship Id="rId2" Type="http://schemas.openxmlformats.org/officeDocument/2006/relationships/image" Target="../media/image104.wmf"/><Relationship Id="rId16" Type="http://schemas.openxmlformats.org/officeDocument/2006/relationships/image" Target="../media/image115.wmf"/><Relationship Id="rId1" Type="http://schemas.openxmlformats.org/officeDocument/2006/relationships/image" Target="../media/image103.wmf"/><Relationship Id="rId6" Type="http://schemas.openxmlformats.org/officeDocument/2006/relationships/image" Target="../media/image71.wmf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5" Type="http://schemas.openxmlformats.org/officeDocument/2006/relationships/image" Target="../media/image114.wmf"/><Relationship Id="rId10" Type="http://schemas.openxmlformats.org/officeDocument/2006/relationships/image" Target="../media/image109.wmf"/><Relationship Id="rId19" Type="http://schemas.openxmlformats.org/officeDocument/2006/relationships/image" Target="../media/image118.emf"/><Relationship Id="rId4" Type="http://schemas.openxmlformats.org/officeDocument/2006/relationships/image" Target="../media/image106.wmf"/><Relationship Id="rId9" Type="http://schemas.openxmlformats.org/officeDocument/2006/relationships/image" Target="../media/image108.wmf"/><Relationship Id="rId14" Type="http://schemas.openxmlformats.org/officeDocument/2006/relationships/image" Target="../media/image11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emf"/><Relationship Id="rId13" Type="http://schemas.openxmlformats.org/officeDocument/2006/relationships/image" Target="../media/image132.emf"/><Relationship Id="rId18" Type="http://schemas.openxmlformats.org/officeDocument/2006/relationships/image" Target="../media/image137.wmf"/><Relationship Id="rId3" Type="http://schemas.openxmlformats.org/officeDocument/2006/relationships/image" Target="../media/image122.emf"/><Relationship Id="rId7" Type="http://schemas.openxmlformats.org/officeDocument/2006/relationships/image" Target="../media/image126.emf"/><Relationship Id="rId12" Type="http://schemas.openxmlformats.org/officeDocument/2006/relationships/image" Target="../media/image131.emf"/><Relationship Id="rId17" Type="http://schemas.openxmlformats.org/officeDocument/2006/relationships/image" Target="../media/image136.wmf"/><Relationship Id="rId2" Type="http://schemas.openxmlformats.org/officeDocument/2006/relationships/image" Target="../media/image121.emf"/><Relationship Id="rId16" Type="http://schemas.openxmlformats.org/officeDocument/2006/relationships/image" Target="../media/image135.wmf"/><Relationship Id="rId20" Type="http://schemas.openxmlformats.org/officeDocument/2006/relationships/image" Target="../media/image139.emf"/><Relationship Id="rId1" Type="http://schemas.openxmlformats.org/officeDocument/2006/relationships/image" Target="../media/image120.emf"/><Relationship Id="rId6" Type="http://schemas.openxmlformats.org/officeDocument/2006/relationships/image" Target="../media/image125.emf"/><Relationship Id="rId11" Type="http://schemas.openxmlformats.org/officeDocument/2006/relationships/image" Target="../media/image130.emf"/><Relationship Id="rId5" Type="http://schemas.openxmlformats.org/officeDocument/2006/relationships/image" Target="../media/image124.emf"/><Relationship Id="rId15" Type="http://schemas.openxmlformats.org/officeDocument/2006/relationships/image" Target="../media/image134.wmf"/><Relationship Id="rId10" Type="http://schemas.openxmlformats.org/officeDocument/2006/relationships/image" Target="../media/image129.emf"/><Relationship Id="rId19" Type="http://schemas.openxmlformats.org/officeDocument/2006/relationships/image" Target="../media/image138.wmf"/><Relationship Id="rId4" Type="http://schemas.openxmlformats.org/officeDocument/2006/relationships/image" Target="../media/image123.emf"/><Relationship Id="rId9" Type="http://schemas.openxmlformats.org/officeDocument/2006/relationships/image" Target="../media/image128.wmf"/><Relationship Id="rId14" Type="http://schemas.openxmlformats.org/officeDocument/2006/relationships/image" Target="../media/image13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image" Target="../media/image153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12" Type="http://schemas.openxmlformats.org/officeDocument/2006/relationships/image" Target="../media/image152.wmf"/><Relationship Id="rId17" Type="http://schemas.openxmlformats.org/officeDocument/2006/relationships/image" Target="../media/image157.wmf"/><Relationship Id="rId2" Type="http://schemas.openxmlformats.org/officeDocument/2006/relationships/image" Target="../media/image142.wmf"/><Relationship Id="rId16" Type="http://schemas.openxmlformats.org/officeDocument/2006/relationships/image" Target="../media/image156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11" Type="http://schemas.openxmlformats.org/officeDocument/2006/relationships/image" Target="../media/image151.wmf"/><Relationship Id="rId5" Type="http://schemas.openxmlformats.org/officeDocument/2006/relationships/image" Target="../media/image145.wmf"/><Relationship Id="rId15" Type="http://schemas.openxmlformats.org/officeDocument/2006/relationships/image" Target="../media/image155.wmf"/><Relationship Id="rId10" Type="http://schemas.openxmlformats.org/officeDocument/2006/relationships/image" Target="../media/image150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Relationship Id="rId14" Type="http://schemas.openxmlformats.org/officeDocument/2006/relationships/image" Target="../media/image15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image" Target="../media/image160.wmf"/><Relationship Id="rId7" Type="http://schemas.openxmlformats.org/officeDocument/2006/relationships/image" Target="../media/image163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10" Type="http://schemas.openxmlformats.org/officeDocument/2006/relationships/image" Target="../media/image166.wmf"/><Relationship Id="rId4" Type="http://schemas.openxmlformats.org/officeDocument/2006/relationships/image" Target="../media/image145.wmf"/><Relationship Id="rId9" Type="http://schemas.openxmlformats.org/officeDocument/2006/relationships/image" Target="../media/image16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B4E3C67-39AA-4373-BDD3-EC2A88C7E3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25537D3-20FC-4DAC-B8D6-6582CA6DB0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DCD9321-80A9-43C7-9BC1-626EF35E595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A7F11F3E-77D3-48BE-93CB-B5183FFD623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D114AE1E-D977-44CA-BC39-9D4E4D3D7F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17A97B49-7719-4D2D-8821-D5D29D7C0D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FE4B360D-ACAE-45C0-9435-45BEACB8CE2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E15AD5-474D-44D1-8A08-F678758F6B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C0559D-57EF-485D-837C-9433732B7D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BD5026-8586-4F0A-828C-1039993436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C3650-CCEB-4CE1-ABB9-93B4083FBF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394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9CA920-94F0-4300-8C54-5BA13DAADE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9ABC56-0D4B-4E54-A3BB-1095D1D767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50C52A-6565-4DCF-A9D4-6F33F35E40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21139-80B1-4D72-AEF3-6D9FC49550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44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F1FF8B-961C-41F8-BE2D-FF23EBE929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BAE97A-2A72-4FBE-B3B1-65282DA9A9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E2FD78-CDDE-4682-9F25-15275AF2CA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D4E9FF-B1BC-4BB4-A4C2-C6A5C7E22C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3905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45A45-FB2B-45C4-B5B9-5350FF7264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BD7673-D693-4141-B780-E7A9AD36AD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0C81F9-55D8-4779-BA9E-D844D416F7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8D762C-F567-4A93-B063-A959DA34FF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205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BA11FB-D80E-4FBB-B3CF-09A00DDCFE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61DBAA6-D5E9-4C89-A6E7-8620F102CD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BF997E8-48F4-4293-A5B3-714C834E39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3FB2B3-1CDC-48C3-BA3D-7AD3BFB4B2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5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CB8C8D7-7EB8-4952-911E-01AD8AA71E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A3C1863-FFFF-4A81-904A-E7833907BB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0C63F5-B71D-4A05-BE20-2FA49A0749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A341AB-A893-48D7-8D5B-30EF03F654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63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2984A66-6792-4E18-9B03-6FE1C99EF0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7CBD8D4-0DA6-42AF-AFBD-E6B0774F6B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FDD12F0-ED7D-492D-985E-106E4747E7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28D521-DE6F-467C-9A52-E9373C70A2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21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063DC6-2E0D-422E-93CB-04B7AF5EC0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B3EB4E-5702-457B-A499-A5E4973322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A33110-A63B-4F36-963E-94DC61CCF8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40E527-9457-4137-B481-FA6331AE97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049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0BB9B9-86A3-4D17-A832-C26FCB0753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F1D22F-6168-46BC-A08B-9B1ADA2B3C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17E555-C357-4F75-A34B-64CA8EBC2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737C82-8D9D-45F6-BFA4-ABE335A83E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096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A7FBA-B710-40D0-8075-83C3F6EA53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9F105E-F666-4D3D-9C4E-9BD34B8586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74A9E5-C02D-4B17-8AAB-005ED09028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FF78A-32DF-4E7E-B873-ACF160CFB7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78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BDD980-9F6D-4B14-95C0-C13659DA05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53D7A7-16AF-4E42-9640-376545374C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00D179-35CB-48B8-8D16-2765D0F5A7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D6F226-6FCA-4456-9AD5-8937BA95D3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36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CC99"/>
            </a:gs>
            <a:gs pos="50000">
              <a:schemeClr val="bg1"/>
            </a:gs>
            <a:gs pos="100000">
              <a:srgbClr val="00CC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1728007-10FE-4E90-8693-101B05C5B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A4BDD1-968A-4255-81BE-A3E4B6BD4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5CC1068-9E79-468E-BE40-4AEDE7D2C33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8B07104-DEF8-46E2-BE22-4141BFFA3E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81C153-1476-4F87-9366-0D80B7D2C0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fld id="{03150118-0C73-425A-8BB9-8A7CA99F6E3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e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2.bin"/><Relationship Id="rId39" Type="http://schemas.openxmlformats.org/officeDocument/2006/relationships/oleObject" Target="../embeddings/oleObject39.bin"/><Relationship Id="rId21" Type="http://schemas.openxmlformats.org/officeDocument/2006/relationships/image" Target="../media/image27.wmf"/><Relationship Id="rId34" Type="http://schemas.openxmlformats.org/officeDocument/2006/relationships/image" Target="../media/image32.emf"/><Relationship Id="rId42" Type="http://schemas.openxmlformats.org/officeDocument/2006/relationships/image" Target="../media/image36.wmf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6.bin"/><Relationship Id="rId29" Type="http://schemas.openxmlformats.org/officeDocument/2006/relationships/image" Target="../media/image30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2.wmf"/><Relationship Id="rId24" Type="http://schemas.openxmlformats.org/officeDocument/2006/relationships/oleObject" Target="../embeddings/oleObject31.bin"/><Relationship Id="rId32" Type="http://schemas.openxmlformats.org/officeDocument/2006/relationships/oleObject" Target="../embeddings/oleObject35.bin"/><Relationship Id="rId37" Type="http://schemas.openxmlformats.org/officeDocument/2006/relationships/oleObject" Target="../embeddings/oleObject38.bin"/><Relationship Id="rId40" Type="http://schemas.openxmlformats.org/officeDocument/2006/relationships/image" Target="../media/image35.wmf"/><Relationship Id="rId45" Type="http://schemas.openxmlformats.org/officeDocument/2006/relationships/oleObject" Target="../embeddings/oleObject42.bin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24.emf"/><Relationship Id="rId23" Type="http://schemas.openxmlformats.org/officeDocument/2006/relationships/oleObject" Target="../embeddings/oleObject30.bin"/><Relationship Id="rId28" Type="http://schemas.openxmlformats.org/officeDocument/2006/relationships/oleObject" Target="../embeddings/oleObject33.bin"/><Relationship Id="rId36" Type="http://schemas.openxmlformats.org/officeDocument/2006/relationships/image" Target="../media/image33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6.wmf"/><Relationship Id="rId31" Type="http://schemas.openxmlformats.org/officeDocument/2006/relationships/image" Target="../media/image31.emf"/><Relationship Id="rId44" Type="http://schemas.openxmlformats.org/officeDocument/2006/relationships/image" Target="../media/image37.wmf"/><Relationship Id="rId4" Type="http://schemas.openxmlformats.org/officeDocument/2006/relationships/image" Target="../media/image19.wmf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29.wmf"/><Relationship Id="rId30" Type="http://schemas.openxmlformats.org/officeDocument/2006/relationships/oleObject" Target="../embeddings/oleObject34.bin"/><Relationship Id="rId35" Type="http://schemas.openxmlformats.org/officeDocument/2006/relationships/oleObject" Target="../embeddings/oleObject37.bin"/><Relationship Id="rId43" Type="http://schemas.openxmlformats.org/officeDocument/2006/relationships/oleObject" Target="../embeddings/oleObject41.bin"/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9.bin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5.emf"/><Relationship Id="rId25" Type="http://schemas.openxmlformats.org/officeDocument/2006/relationships/image" Target="../media/image28.wmf"/><Relationship Id="rId33" Type="http://schemas.openxmlformats.org/officeDocument/2006/relationships/oleObject" Target="../embeddings/oleObject36.bin"/><Relationship Id="rId38" Type="http://schemas.openxmlformats.org/officeDocument/2006/relationships/image" Target="../media/image34.wmf"/><Relationship Id="rId46" Type="http://schemas.openxmlformats.org/officeDocument/2006/relationships/image" Target="../media/image38.wmf"/><Relationship Id="rId20" Type="http://schemas.openxmlformats.org/officeDocument/2006/relationships/oleObject" Target="../embeddings/oleObject28.bin"/><Relationship Id="rId41" Type="http://schemas.openxmlformats.org/officeDocument/2006/relationships/oleObject" Target="../embeddings/oleObject40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9" Type="http://schemas.openxmlformats.org/officeDocument/2006/relationships/image" Target="../media/image52.wmf"/><Relationship Id="rId21" Type="http://schemas.openxmlformats.org/officeDocument/2006/relationships/image" Target="../media/image43.wmf"/><Relationship Id="rId34" Type="http://schemas.openxmlformats.org/officeDocument/2006/relationships/oleObject" Target="../embeddings/oleObject59.bin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47.wmf"/><Relationship Id="rId41" Type="http://schemas.openxmlformats.org/officeDocument/2006/relationships/image" Target="../media/image53.e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22.wmf"/><Relationship Id="rId24" Type="http://schemas.openxmlformats.org/officeDocument/2006/relationships/oleObject" Target="../embeddings/oleObject54.bin"/><Relationship Id="rId32" Type="http://schemas.openxmlformats.org/officeDocument/2006/relationships/oleObject" Target="../embeddings/oleObject58.bin"/><Relationship Id="rId37" Type="http://schemas.openxmlformats.org/officeDocument/2006/relationships/image" Target="../media/image51.emf"/><Relationship Id="rId40" Type="http://schemas.openxmlformats.org/officeDocument/2006/relationships/oleObject" Target="../embeddings/oleObject62.bin"/><Relationship Id="rId5" Type="http://schemas.openxmlformats.org/officeDocument/2006/relationships/oleObject" Target="../embeddings/oleObject44.bin"/><Relationship Id="rId15" Type="http://schemas.openxmlformats.org/officeDocument/2006/relationships/image" Target="../media/image40.emf"/><Relationship Id="rId23" Type="http://schemas.openxmlformats.org/officeDocument/2006/relationships/image" Target="../media/image44.wmf"/><Relationship Id="rId28" Type="http://schemas.openxmlformats.org/officeDocument/2006/relationships/oleObject" Target="../embeddings/oleObject56.bin"/><Relationship Id="rId36" Type="http://schemas.openxmlformats.org/officeDocument/2006/relationships/oleObject" Target="../embeddings/oleObject60.bin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42.wmf"/><Relationship Id="rId31" Type="http://schemas.openxmlformats.org/officeDocument/2006/relationships/image" Target="../media/image48.wmf"/><Relationship Id="rId4" Type="http://schemas.openxmlformats.org/officeDocument/2006/relationships/image" Target="../media/image19.wmf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46.wmf"/><Relationship Id="rId30" Type="http://schemas.openxmlformats.org/officeDocument/2006/relationships/oleObject" Target="../embeddings/oleObject57.bin"/><Relationship Id="rId35" Type="http://schemas.openxmlformats.org/officeDocument/2006/relationships/image" Target="../media/image50.emf"/><Relationship Id="rId8" Type="http://schemas.openxmlformats.org/officeDocument/2006/relationships/oleObject" Target="../embeddings/oleObject46.bin"/><Relationship Id="rId3" Type="http://schemas.openxmlformats.org/officeDocument/2006/relationships/oleObject" Target="../embeddings/oleObject43.bin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41.emf"/><Relationship Id="rId25" Type="http://schemas.openxmlformats.org/officeDocument/2006/relationships/image" Target="../media/image45.wmf"/><Relationship Id="rId33" Type="http://schemas.openxmlformats.org/officeDocument/2006/relationships/image" Target="../media/image49.emf"/><Relationship Id="rId38" Type="http://schemas.openxmlformats.org/officeDocument/2006/relationships/oleObject" Target="../embeddings/oleObject6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57.wmf"/><Relationship Id="rId18" Type="http://schemas.openxmlformats.org/officeDocument/2006/relationships/oleObject" Target="../embeddings/oleObject70.bin"/><Relationship Id="rId3" Type="http://schemas.openxmlformats.org/officeDocument/2006/relationships/oleObject" Target="../embeddings/oleObject63.bin"/><Relationship Id="rId21" Type="http://schemas.openxmlformats.org/officeDocument/2006/relationships/image" Target="../media/image61.wmf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59.wmf"/><Relationship Id="rId25" Type="http://schemas.openxmlformats.org/officeDocument/2006/relationships/image" Target="../media/image63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56.wmf"/><Relationship Id="rId24" Type="http://schemas.openxmlformats.org/officeDocument/2006/relationships/oleObject" Target="../embeddings/oleObject73.bin"/><Relationship Id="rId5" Type="http://schemas.openxmlformats.org/officeDocument/2006/relationships/image" Target="../media/image64.png"/><Relationship Id="rId15" Type="http://schemas.openxmlformats.org/officeDocument/2006/relationships/image" Target="../media/image58.wmf"/><Relationship Id="rId23" Type="http://schemas.openxmlformats.org/officeDocument/2006/relationships/image" Target="../media/image62.wmf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60.wmf"/><Relationship Id="rId4" Type="http://schemas.openxmlformats.org/officeDocument/2006/relationships/image" Target="../media/image38.wmf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68.wmf"/><Relationship Id="rId3" Type="http://schemas.openxmlformats.org/officeDocument/2006/relationships/oleObject" Target="../embeddings/oleObject74.bin"/><Relationship Id="rId7" Type="http://schemas.openxmlformats.org/officeDocument/2006/relationships/image" Target="../media/image65.wmf"/><Relationship Id="rId12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67.wmf"/><Relationship Id="rId5" Type="http://schemas.openxmlformats.org/officeDocument/2006/relationships/image" Target="../media/image70.jpeg"/><Relationship Id="rId15" Type="http://schemas.openxmlformats.org/officeDocument/2006/relationships/image" Target="../media/image69.wmf"/><Relationship Id="rId10" Type="http://schemas.openxmlformats.org/officeDocument/2006/relationships/oleObject" Target="../embeddings/oleObject77.bin"/><Relationship Id="rId4" Type="http://schemas.openxmlformats.org/officeDocument/2006/relationships/image" Target="../media/image38.wmf"/><Relationship Id="rId9" Type="http://schemas.openxmlformats.org/officeDocument/2006/relationships/image" Target="../media/image66.wmf"/><Relationship Id="rId14" Type="http://schemas.openxmlformats.org/officeDocument/2006/relationships/oleObject" Target="../embeddings/oleObject7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78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9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81.emf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0.bin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71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76.wmf"/><Relationship Id="rId22" Type="http://schemas.openxmlformats.org/officeDocument/2006/relationships/image" Target="../media/image8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89.wmf"/><Relationship Id="rId26" Type="http://schemas.openxmlformats.org/officeDocument/2006/relationships/image" Target="../media/image92.w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emf"/><Relationship Id="rId20" Type="http://schemas.openxmlformats.org/officeDocument/2006/relationships/image" Target="../media/image90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95.bin"/><Relationship Id="rId24" Type="http://schemas.openxmlformats.org/officeDocument/2006/relationships/image" Target="../media/image91.wmf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28" Type="http://schemas.openxmlformats.org/officeDocument/2006/relationships/image" Target="../media/image93.wmf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87.wmf"/><Relationship Id="rId22" Type="http://schemas.openxmlformats.org/officeDocument/2006/relationships/image" Target="../media/image72.wmf"/><Relationship Id="rId27" Type="http://schemas.openxmlformats.org/officeDocument/2006/relationships/oleObject" Target="../embeddings/oleObject10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95.wmf"/><Relationship Id="rId26" Type="http://schemas.openxmlformats.org/officeDocument/2006/relationships/image" Target="../media/image99.wmf"/><Relationship Id="rId3" Type="http://schemas.openxmlformats.org/officeDocument/2006/relationships/oleObject" Target="../embeddings/oleObject104.bin"/><Relationship Id="rId21" Type="http://schemas.openxmlformats.org/officeDocument/2006/relationships/oleObject" Target="../embeddings/oleObject113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111.bin"/><Relationship Id="rId25" Type="http://schemas.openxmlformats.org/officeDocument/2006/relationships/oleObject" Target="../embeddings/oleObject1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20" Type="http://schemas.openxmlformats.org/officeDocument/2006/relationships/image" Target="../media/image9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108.bin"/><Relationship Id="rId24" Type="http://schemas.openxmlformats.org/officeDocument/2006/relationships/image" Target="../media/image98.wmf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23" Type="http://schemas.openxmlformats.org/officeDocument/2006/relationships/oleObject" Target="../embeddings/oleObject114.bin"/><Relationship Id="rId28" Type="http://schemas.openxmlformats.org/officeDocument/2006/relationships/image" Target="../media/image93.wmf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112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94.emf"/><Relationship Id="rId22" Type="http://schemas.openxmlformats.org/officeDocument/2006/relationships/image" Target="../media/image97.wmf"/><Relationship Id="rId27" Type="http://schemas.openxmlformats.org/officeDocument/2006/relationships/oleObject" Target="../embeddings/oleObject11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22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3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05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wmf"/><Relationship Id="rId18" Type="http://schemas.openxmlformats.org/officeDocument/2006/relationships/oleObject" Target="../embeddings/oleObject132.bin"/><Relationship Id="rId26" Type="http://schemas.openxmlformats.org/officeDocument/2006/relationships/oleObject" Target="../embeddings/oleObject136.bin"/><Relationship Id="rId39" Type="http://schemas.openxmlformats.org/officeDocument/2006/relationships/image" Target="../media/image117.wmf"/><Relationship Id="rId21" Type="http://schemas.openxmlformats.org/officeDocument/2006/relationships/image" Target="../media/image108.wmf"/><Relationship Id="rId34" Type="http://schemas.openxmlformats.org/officeDocument/2006/relationships/oleObject" Target="../embeddings/oleObject140.bin"/><Relationship Id="rId7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1.bin"/><Relationship Id="rId20" Type="http://schemas.openxmlformats.org/officeDocument/2006/relationships/oleObject" Target="../embeddings/oleObject133.bin"/><Relationship Id="rId29" Type="http://schemas.openxmlformats.org/officeDocument/2006/relationships/image" Target="../media/image112.wmf"/><Relationship Id="rId41" Type="http://schemas.openxmlformats.org/officeDocument/2006/relationships/image" Target="../media/image118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06.wmf"/><Relationship Id="rId24" Type="http://schemas.openxmlformats.org/officeDocument/2006/relationships/oleObject" Target="../embeddings/oleObject135.bin"/><Relationship Id="rId32" Type="http://schemas.openxmlformats.org/officeDocument/2006/relationships/oleObject" Target="../embeddings/oleObject139.bin"/><Relationship Id="rId37" Type="http://schemas.openxmlformats.org/officeDocument/2006/relationships/image" Target="../media/image116.wmf"/><Relationship Id="rId40" Type="http://schemas.openxmlformats.org/officeDocument/2006/relationships/oleObject" Target="../embeddings/oleObject143.bin"/><Relationship Id="rId5" Type="http://schemas.openxmlformats.org/officeDocument/2006/relationships/image" Target="../media/image103.wmf"/><Relationship Id="rId15" Type="http://schemas.openxmlformats.org/officeDocument/2006/relationships/image" Target="../media/image71.wmf"/><Relationship Id="rId23" Type="http://schemas.openxmlformats.org/officeDocument/2006/relationships/image" Target="../media/image109.wmf"/><Relationship Id="rId28" Type="http://schemas.openxmlformats.org/officeDocument/2006/relationships/oleObject" Target="../embeddings/oleObject137.bin"/><Relationship Id="rId36" Type="http://schemas.openxmlformats.org/officeDocument/2006/relationships/oleObject" Target="../embeddings/oleObject141.bin"/><Relationship Id="rId10" Type="http://schemas.openxmlformats.org/officeDocument/2006/relationships/oleObject" Target="../embeddings/oleObject128.bin"/><Relationship Id="rId19" Type="http://schemas.openxmlformats.org/officeDocument/2006/relationships/image" Target="../media/image21.wmf"/><Relationship Id="rId31" Type="http://schemas.openxmlformats.org/officeDocument/2006/relationships/image" Target="../media/image113.wmf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05.wmf"/><Relationship Id="rId14" Type="http://schemas.openxmlformats.org/officeDocument/2006/relationships/oleObject" Target="../embeddings/oleObject130.bin"/><Relationship Id="rId22" Type="http://schemas.openxmlformats.org/officeDocument/2006/relationships/oleObject" Target="../embeddings/oleObject134.bin"/><Relationship Id="rId27" Type="http://schemas.openxmlformats.org/officeDocument/2006/relationships/image" Target="../media/image111.wmf"/><Relationship Id="rId30" Type="http://schemas.openxmlformats.org/officeDocument/2006/relationships/oleObject" Target="../embeddings/oleObject138.bin"/><Relationship Id="rId35" Type="http://schemas.openxmlformats.org/officeDocument/2006/relationships/image" Target="../media/image115.wmf"/><Relationship Id="rId8" Type="http://schemas.openxmlformats.org/officeDocument/2006/relationships/oleObject" Target="../embeddings/oleObject127.bin"/><Relationship Id="rId3" Type="http://schemas.openxmlformats.org/officeDocument/2006/relationships/image" Target="../media/image119.png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76.wmf"/><Relationship Id="rId25" Type="http://schemas.openxmlformats.org/officeDocument/2006/relationships/image" Target="../media/image110.wmf"/><Relationship Id="rId33" Type="http://schemas.openxmlformats.org/officeDocument/2006/relationships/image" Target="../media/image114.wmf"/><Relationship Id="rId38" Type="http://schemas.openxmlformats.org/officeDocument/2006/relationships/oleObject" Target="../embeddings/oleObject14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emf"/><Relationship Id="rId18" Type="http://schemas.openxmlformats.org/officeDocument/2006/relationships/oleObject" Target="../embeddings/oleObject151.bin"/><Relationship Id="rId26" Type="http://schemas.openxmlformats.org/officeDocument/2006/relationships/oleObject" Target="../embeddings/oleObject155.bin"/><Relationship Id="rId39" Type="http://schemas.openxmlformats.org/officeDocument/2006/relationships/image" Target="../media/image137.wmf"/><Relationship Id="rId21" Type="http://schemas.openxmlformats.org/officeDocument/2006/relationships/image" Target="../media/image128.wmf"/><Relationship Id="rId34" Type="http://schemas.openxmlformats.org/officeDocument/2006/relationships/oleObject" Target="../embeddings/oleObject159.bin"/><Relationship Id="rId42" Type="http://schemas.openxmlformats.org/officeDocument/2006/relationships/oleObject" Target="../embeddings/oleObject163.bin"/><Relationship Id="rId7" Type="http://schemas.openxmlformats.org/officeDocument/2006/relationships/image" Target="../media/image12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29" Type="http://schemas.openxmlformats.org/officeDocument/2006/relationships/image" Target="../media/image132.emf"/><Relationship Id="rId41" Type="http://schemas.openxmlformats.org/officeDocument/2006/relationships/image" Target="../media/image138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23.emf"/><Relationship Id="rId24" Type="http://schemas.openxmlformats.org/officeDocument/2006/relationships/oleObject" Target="../embeddings/oleObject154.bin"/><Relationship Id="rId32" Type="http://schemas.openxmlformats.org/officeDocument/2006/relationships/oleObject" Target="../embeddings/oleObject158.bin"/><Relationship Id="rId37" Type="http://schemas.openxmlformats.org/officeDocument/2006/relationships/image" Target="../media/image136.wmf"/><Relationship Id="rId40" Type="http://schemas.openxmlformats.org/officeDocument/2006/relationships/oleObject" Target="../embeddings/oleObject162.bin"/><Relationship Id="rId5" Type="http://schemas.openxmlformats.org/officeDocument/2006/relationships/image" Target="../media/image120.emf"/><Relationship Id="rId15" Type="http://schemas.openxmlformats.org/officeDocument/2006/relationships/image" Target="../media/image125.emf"/><Relationship Id="rId23" Type="http://schemas.openxmlformats.org/officeDocument/2006/relationships/image" Target="../media/image129.emf"/><Relationship Id="rId28" Type="http://schemas.openxmlformats.org/officeDocument/2006/relationships/oleObject" Target="../embeddings/oleObject156.bin"/><Relationship Id="rId36" Type="http://schemas.openxmlformats.org/officeDocument/2006/relationships/oleObject" Target="../embeddings/oleObject160.bin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27.emf"/><Relationship Id="rId31" Type="http://schemas.openxmlformats.org/officeDocument/2006/relationships/image" Target="../media/image133.w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22.emf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153.bin"/><Relationship Id="rId27" Type="http://schemas.openxmlformats.org/officeDocument/2006/relationships/image" Target="../media/image131.emf"/><Relationship Id="rId30" Type="http://schemas.openxmlformats.org/officeDocument/2006/relationships/oleObject" Target="../embeddings/oleObject157.bin"/><Relationship Id="rId35" Type="http://schemas.openxmlformats.org/officeDocument/2006/relationships/image" Target="../media/image135.wmf"/><Relationship Id="rId43" Type="http://schemas.openxmlformats.org/officeDocument/2006/relationships/image" Target="../media/image139.emf"/><Relationship Id="rId8" Type="http://schemas.openxmlformats.org/officeDocument/2006/relationships/oleObject" Target="../embeddings/oleObject146.bin"/><Relationship Id="rId3" Type="http://schemas.openxmlformats.org/officeDocument/2006/relationships/image" Target="../media/image140.jpeg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26.emf"/><Relationship Id="rId25" Type="http://schemas.openxmlformats.org/officeDocument/2006/relationships/image" Target="../media/image130.emf"/><Relationship Id="rId33" Type="http://schemas.openxmlformats.org/officeDocument/2006/relationships/image" Target="../media/image134.wmf"/><Relationship Id="rId38" Type="http://schemas.openxmlformats.org/officeDocument/2006/relationships/oleObject" Target="../embeddings/oleObject161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148.wmf"/><Relationship Id="rId26" Type="http://schemas.openxmlformats.org/officeDocument/2006/relationships/image" Target="../media/image152.wmf"/><Relationship Id="rId3" Type="http://schemas.openxmlformats.org/officeDocument/2006/relationships/oleObject" Target="../embeddings/oleObject164.bin"/><Relationship Id="rId21" Type="http://schemas.openxmlformats.org/officeDocument/2006/relationships/oleObject" Target="../embeddings/oleObject173.bin"/><Relationship Id="rId34" Type="http://schemas.openxmlformats.org/officeDocument/2006/relationships/image" Target="../media/image156.wmf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71.bin"/><Relationship Id="rId25" Type="http://schemas.openxmlformats.org/officeDocument/2006/relationships/oleObject" Target="../embeddings/oleObject175.bin"/><Relationship Id="rId33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29" Type="http://schemas.openxmlformats.org/officeDocument/2006/relationships/oleObject" Target="../embeddings/oleObject177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68.bin"/><Relationship Id="rId24" Type="http://schemas.openxmlformats.org/officeDocument/2006/relationships/image" Target="../media/image151.wmf"/><Relationship Id="rId32" Type="http://schemas.openxmlformats.org/officeDocument/2006/relationships/image" Target="../media/image155.wmf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23" Type="http://schemas.openxmlformats.org/officeDocument/2006/relationships/oleObject" Target="../embeddings/oleObject174.bin"/><Relationship Id="rId28" Type="http://schemas.openxmlformats.org/officeDocument/2006/relationships/image" Target="../media/image153.wmf"/><Relationship Id="rId36" Type="http://schemas.openxmlformats.org/officeDocument/2006/relationships/image" Target="../media/image157.wmf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72.bin"/><Relationship Id="rId31" Type="http://schemas.openxmlformats.org/officeDocument/2006/relationships/oleObject" Target="../embeddings/oleObject178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146.wmf"/><Relationship Id="rId22" Type="http://schemas.openxmlformats.org/officeDocument/2006/relationships/image" Target="../media/image150.wmf"/><Relationship Id="rId27" Type="http://schemas.openxmlformats.org/officeDocument/2006/relationships/oleObject" Target="../embeddings/oleObject176.bin"/><Relationship Id="rId30" Type="http://schemas.openxmlformats.org/officeDocument/2006/relationships/image" Target="../media/image154.wmf"/><Relationship Id="rId35" Type="http://schemas.openxmlformats.org/officeDocument/2006/relationships/oleObject" Target="../embeddings/oleObject180.bin"/><Relationship Id="rId8" Type="http://schemas.openxmlformats.org/officeDocument/2006/relationships/image" Target="../media/image14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64.wmf"/><Relationship Id="rId3" Type="http://schemas.openxmlformats.org/officeDocument/2006/relationships/oleObject" Target="../embeddings/oleObject181.bin"/><Relationship Id="rId21" Type="http://schemas.openxmlformats.org/officeDocument/2006/relationships/oleObject" Target="../embeddings/oleObject190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3.wmf"/><Relationship Id="rId20" Type="http://schemas.openxmlformats.org/officeDocument/2006/relationships/image" Target="../media/image16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85.bin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10" Type="http://schemas.openxmlformats.org/officeDocument/2006/relationships/image" Target="../media/image145.wmf"/><Relationship Id="rId19" Type="http://schemas.openxmlformats.org/officeDocument/2006/relationships/oleObject" Target="../embeddings/oleObject189.bin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62.wmf"/><Relationship Id="rId22" Type="http://schemas.openxmlformats.org/officeDocument/2006/relationships/image" Target="../media/image16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Text Box 2">
            <a:extLst>
              <a:ext uri="{FF2B5EF4-FFF2-40B4-BE49-F238E27FC236}">
                <a16:creationId xmlns:a16="http://schemas.microsoft.com/office/drawing/2014/main" id="{A17CE5D0-89FD-4A6D-8830-A9258223B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388" y="5965825"/>
            <a:ext cx="357822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000099"/>
                </a:solidFill>
              </a:rPr>
              <a:t>沿</a:t>
            </a:r>
            <a:r>
              <a:rPr lang="en-US" altLang="zh-CN" sz="2585" i="1" dirty="0">
                <a:solidFill>
                  <a:srgbClr val="000099"/>
                </a:solidFill>
              </a:rPr>
              <a:t>x</a:t>
            </a:r>
            <a:r>
              <a:rPr lang="zh-CN" altLang="en-US" sz="2585" dirty="0">
                <a:solidFill>
                  <a:srgbClr val="000099"/>
                </a:solidFill>
              </a:rPr>
              <a:t>轴负方向</a:t>
            </a: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F03AEB97-F041-4933-BA6A-A9650196E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4" y="620713"/>
            <a:ext cx="91281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1: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求半圆柱面电流对其轴线上单位长度长直载流导线的作用力。</a:t>
            </a:r>
          </a:p>
        </p:txBody>
      </p:sp>
      <p:sp>
        <p:nvSpPr>
          <p:cNvPr id="582673" name="Line 17">
            <a:extLst>
              <a:ext uri="{FF2B5EF4-FFF2-40B4-BE49-F238E27FC236}">
                <a16:creationId xmlns:a16="http://schemas.microsoft.com/office/drawing/2014/main" id="{3E8BA8D3-0D6B-472D-B688-EACFAFC56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9525" y="3614738"/>
            <a:ext cx="355600" cy="315912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582674" name="Line 18">
            <a:extLst>
              <a:ext uri="{FF2B5EF4-FFF2-40B4-BE49-F238E27FC236}">
                <a16:creationId xmlns:a16="http://schemas.microsoft.com/office/drawing/2014/main" id="{D7DB67B5-BF58-4E2C-AFA0-261C5CA3FE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30313" y="4070350"/>
            <a:ext cx="404812" cy="282575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pSp>
        <p:nvGrpSpPr>
          <p:cNvPr id="582675" name="Group 19">
            <a:extLst>
              <a:ext uri="{FF2B5EF4-FFF2-40B4-BE49-F238E27FC236}">
                <a16:creationId xmlns:a16="http://schemas.microsoft.com/office/drawing/2014/main" id="{3B8303AB-8EC5-40E9-9E3C-DAB5DD0BB66B}"/>
              </a:ext>
            </a:extLst>
          </p:cNvPr>
          <p:cNvGrpSpPr>
            <a:grpSpLocks/>
          </p:cNvGrpSpPr>
          <p:nvPr/>
        </p:nvGrpSpPr>
        <p:grpSpPr bwMode="auto">
          <a:xfrm>
            <a:off x="949325" y="3297238"/>
            <a:ext cx="1455738" cy="1265237"/>
            <a:chOff x="720" y="1829"/>
            <a:chExt cx="993" cy="863"/>
          </a:xfrm>
        </p:grpSpPr>
        <p:sp>
          <p:nvSpPr>
            <p:cNvPr id="22563" name="Arc 20">
              <a:extLst>
                <a:ext uri="{FF2B5EF4-FFF2-40B4-BE49-F238E27FC236}">
                  <a16:creationId xmlns:a16="http://schemas.microsoft.com/office/drawing/2014/main" id="{9CDC582E-D5F9-454C-BFC2-E5EF958FE55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26" y="1925"/>
              <a:ext cx="466" cy="767"/>
            </a:xfrm>
            <a:custGeom>
              <a:avLst/>
              <a:gdLst>
                <a:gd name="T0" fmla="*/ 0 w 21600"/>
                <a:gd name="T1" fmla="*/ 0 h 43195"/>
                <a:gd name="T2" fmla="*/ 10 w 21600"/>
                <a:gd name="T3" fmla="*/ 767 h 43195"/>
                <a:gd name="T4" fmla="*/ 0 w 21600"/>
                <a:gd name="T5" fmla="*/ 384 h 43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9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43"/>
                    <a:pt x="12217" y="42935"/>
                    <a:pt x="475" y="43194"/>
                  </a:cubicBezTo>
                </a:path>
                <a:path w="21600" h="4319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43"/>
                    <a:pt x="12217" y="42935"/>
                    <a:pt x="475" y="4319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4" name="Line 21">
              <a:extLst>
                <a:ext uri="{FF2B5EF4-FFF2-40B4-BE49-F238E27FC236}">
                  <a16:creationId xmlns:a16="http://schemas.microsoft.com/office/drawing/2014/main" id="{2446BE7B-D79A-4266-8F7A-6735353DE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309"/>
              <a:ext cx="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pSp>
          <p:nvGrpSpPr>
            <p:cNvPr id="5159" name="Group 22">
              <a:extLst>
                <a:ext uri="{FF2B5EF4-FFF2-40B4-BE49-F238E27FC236}">
                  <a16:creationId xmlns:a16="http://schemas.microsoft.com/office/drawing/2014/main" id="{6592BB32-6B4A-46D9-A208-738DADF03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9" y="2235"/>
              <a:ext cx="156" cy="144"/>
              <a:chOff x="1488" y="3216"/>
              <a:chExt cx="144" cy="144"/>
            </a:xfrm>
          </p:grpSpPr>
          <p:sp>
            <p:nvSpPr>
              <p:cNvPr id="22570" name="Oval 23">
                <a:extLst>
                  <a:ext uri="{FF2B5EF4-FFF2-40B4-BE49-F238E27FC236}">
                    <a16:creationId xmlns:a16="http://schemas.microsoft.com/office/drawing/2014/main" id="{A3D8AC4F-6A90-4E53-AFBB-977E1D86C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216"/>
                <a:ext cx="144" cy="144"/>
              </a:xfrm>
              <a:prstGeom prst="ellips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sp>
            <p:nvSpPr>
              <p:cNvPr id="22571" name="Oval 24">
                <a:extLst>
                  <a:ext uri="{FF2B5EF4-FFF2-40B4-BE49-F238E27FC236}">
                    <a16:creationId xmlns:a16="http://schemas.microsoft.com/office/drawing/2014/main" id="{C1D74DC2-008E-4ADB-9FF8-62B19B749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264"/>
                <a:ext cx="48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</p:grpSp>
        <p:grpSp>
          <p:nvGrpSpPr>
            <p:cNvPr id="5160" name="Group 25">
              <a:extLst>
                <a:ext uri="{FF2B5EF4-FFF2-40B4-BE49-F238E27FC236}">
                  <a16:creationId xmlns:a16="http://schemas.microsoft.com/office/drawing/2014/main" id="{40BDE1C1-5D2F-464D-BD55-B8F7AFDFF3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0" y="1829"/>
              <a:ext cx="156" cy="144"/>
              <a:chOff x="1488" y="3216"/>
              <a:chExt cx="144" cy="144"/>
            </a:xfrm>
          </p:grpSpPr>
          <p:sp>
            <p:nvSpPr>
              <p:cNvPr id="22568" name="Oval 26">
                <a:extLst>
                  <a:ext uri="{FF2B5EF4-FFF2-40B4-BE49-F238E27FC236}">
                    <a16:creationId xmlns:a16="http://schemas.microsoft.com/office/drawing/2014/main" id="{DE7BCEEB-5BC1-4F6E-A739-5C172192C9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216"/>
                <a:ext cx="144" cy="144"/>
              </a:xfrm>
              <a:prstGeom prst="ellips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sp>
            <p:nvSpPr>
              <p:cNvPr id="22569" name="Oval 27">
                <a:extLst>
                  <a:ext uri="{FF2B5EF4-FFF2-40B4-BE49-F238E27FC236}">
                    <a16:creationId xmlns:a16="http://schemas.microsoft.com/office/drawing/2014/main" id="{31669944-0207-420C-9217-F2E59A848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264"/>
                <a:ext cx="48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</p:grpSp>
        <p:graphicFrame>
          <p:nvGraphicFramePr>
            <p:cNvPr id="5161" name="Object 28">
              <a:extLst>
                <a:ext uri="{FF2B5EF4-FFF2-40B4-BE49-F238E27FC236}">
                  <a16:creationId xmlns:a16="http://schemas.microsoft.com/office/drawing/2014/main" id="{93CC6043-5480-443A-A2D4-85A06D6F3F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3" y="2297"/>
            <a:ext cx="20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68" name="公式" r:id="rId3" imgW="126835" imgH="139518" progId="Equation.3">
                    <p:embed/>
                  </p:oleObj>
                </mc:Choice>
                <mc:Fallback>
                  <p:oleObj name="公式" r:id="rId3" imgW="126835" imgH="139518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3" y="2297"/>
                          <a:ext cx="20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2685" name="Object 29">
            <a:extLst>
              <a:ext uri="{FF2B5EF4-FFF2-40B4-BE49-F238E27FC236}">
                <a16:creationId xmlns:a16="http://schemas.microsoft.com/office/drawing/2014/main" id="{BC70D414-F2A2-443B-934B-B7C694F4C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2088" y="3498850"/>
          <a:ext cx="5334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" name="公式" r:id="rId5" imgW="279158" imgH="177646" progId="Equation.3">
                  <p:embed/>
                </p:oleObj>
              </mc:Choice>
              <mc:Fallback>
                <p:oleObj name="公式" r:id="rId5" imgW="279158" imgH="17764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3498850"/>
                        <a:ext cx="5334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86" name="Line 30">
            <a:extLst>
              <a:ext uri="{FF2B5EF4-FFF2-40B4-BE49-F238E27FC236}">
                <a16:creationId xmlns:a16="http://schemas.microsoft.com/office/drawing/2014/main" id="{268B6E1B-1140-4AAE-806C-C467444CA2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4438" y="3560763"/>
            <a:ext cx="152400" cy="141287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582687" name="Text Box 31">
            <a:extLst>
              <a:ext uri="{FF2B5EF4-FFF2-40B4-BE49-F238E27FC236}">
                <a16:creationId xmlns:a16="http://schemas.microsoft.com/office/drawing/2014/main" id="{99C88C7C-7E2D-413F-863B-93F0A5685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3228975"/>
            <a:ext cx="4968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dirty="0" err="1">
                <a:solidFill>
                  <a:srgbClr val="006600"/>
                </a:solidFill>
              </a:rPr>
              <a:t>d</a:t>
            </a:r>
            <a:r>
              <a:rPr lang="en-US" altLang="zh-CN" sz="2585" i="1" dirty="0" err="1">
                <a:solidFill>
                  <a:srgbClr val="006600"/>
                </a:solidFill>
              </a:rPr>
              <a:t>I</a:t>
            </a:r>
            <a:endParaRPr lang="en-US" altLang="zh-CN" sz="2585" i="1" dirty="0">
              <a:solidFill>
                <a:srgbClr val="006600"/>
              </a:solidFill>
            </a:endParaRPr>
          </a:p>
        </p:txBody>
      </p:sp>
      <p:sp>
        <p:nvSpPr>
          <p:cNvPr id="582688" name="Line 32">
            <a:extLst>
              <a:ext uri="{FF2B5EF4-FFF2-40B4-BE49-F238E27FC236}">
                <a16:creationId xmlns:a16="http://schemas.microsoft.com/office/drawing/2014/main" id="{64B72DDF-4F2D-42E6-A981-0625CE725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7925" y="4281488"/>
            <a:ext cx="152400" cy="141287"/>
          </a:xfrm>
          <a:prstGeom prst="line">
            <a:avLst/>
          </a:prstGeom>
          <a:noFill/>
          <a:ln w="762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582689" name="Object 33">
            <a:extLst>
              <a:ext uri="{FF2B5EF4-FFF2-40B4-BE49-F238E27FC236}">
                <a16:creationId xmlns:a16="http://schemas.microsoft.com/office/drawing/2014/main" id="{3BD70A25-0F74-4517-A751-3B6BA651C5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4625" y="4175125"/>
          <a:ext cx="57943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0" name="公式" r:id="rId7" imgW="304404" imgH="177569" progId="Equation.3">
                  <p:embed/>
                </p:oleObj>
              </mc:Choice>
              <mc:Fallback>
                <p:oleObj name="公式" r:id="rId7" imgW="304404" imgH="177569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4175125"/>
                        <a:ext cx="57943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90" name="Text Box 34">
            <a:extLst>
              <a:ext uri="{FF2B5EF4-FFF2-40B4-BE49-F238E27FC236}">
                <a16:creationId xmlns:a16="http://schemas.microsoft.com/office/drawing/2014/main" id="{E5CB5373-F414-45F2-81C7-3C0768E2D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4310063"/>
            <a:ext cx="4984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rgbClr val="800080"/>
                </a:solidFill>
              </a:rPr>
              <a:t>d</a:t>
            </a:r>
            <a:r>
              <a:rPr lang="en-US" altLang="zh-CN" sz="2585" i="1">
                <a:solidFill>
                  <a:srgbClr val="800080"/>
                </a:solidFill>
              </a:rPr>
              <a:t>I</a:t>
            </a:r>
            <a:endParaRPr lang="en-US" altLang="zh-CN" sz="2585" i="1">
              <a:solidFill>
                <a:srgbClr val="006600"/>
              </a:solidFill>
            </a:endParaRPr>
          </a:p>
        </p:txBody>
      </p:sp>
      <p:graphicFrame>
        <p:nvGraphicFramePr>
          <p:cNvPr id="582691" name="Object 35">
            <a:extLst>
              <a:ext uri="{FF2B5EF4-FFF2-40B4-BE49-F238E27FC236}">
                <a16:creationId xmlns:a16="http://schemas.microsoft.com/office/drawing/2014/main" id="{64131972-D2EA-4C9D-AFD2-E9BF29FA06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9838" y="1612900"/>
          <a:ext cx="16922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1" name="Equation" r:id="rId9" imgW="825500" imgH="431800" progId="Equation.DSMT4">
                  <p:embed/>
                </p:oleObj>
              </mc:Choice>
              <mc:Fallback>
                <p:oleObj name="Equation" r:id="rId9" imgW="825500" imgH="4318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8" y="1612900"/>
                        <a:ext cx="169227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92" name="Object 36">
            <a:extLst>
              <a:ext uri="{FF2B5EF4-FFF2-40B4-BE49-F238E27FC236}">
                <a16:creationId xmlns:a16="http://schemas.microsoft.com/office/drawing/2014/main" id="{69744799-FDBD-41AA-888A-1849A91280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3388" y="1608138"/>
          <a:ext cx="24320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2" name="公式" r:id="rId11" imgW="1040948" imgH="380835" progId="Equation.3">
                  <p:embed/>
                </p:oleObj>
              </mc:Choice>
              <mc:Fallback>
                <p:oleObj name="公式" r:id="rId11" imgW="1040948" imgH="380835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1608138"/>
                        <a:ext cx="24320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96" name="Text Box 40">
            <a:extLst>
              <a:ext uri="{FF2B5EF4-FFF2-40B4-BE49-F238E27FC236}">
                <a16:creationId xmlns:a16="http://schemas.microsoft.com/office/drawing/2014/main" id="{8FB6DBE3-BFFA-466F-B1C5-67FF16F58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1187450"/>
            <a:ext cx="7570788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FF0000"/>
                </a:solidFill>
              </a:rPr>
              <a:t>解：</a:t>
            </a:r>
            <a:endParaRPr lang="zh-CN" altLang="en-US" sz="2215">
              <a:solidFill>
                <a:srgbClr val="FF0000"/>
              </a:solidFill>
            </a:endParaRPr>
          </a:p>
        </p:txBody>
      </p:sp>
      <p:sp>
        <p:nvSpPr>
          <p:cNvPr id="582697" name="Text Box 41">
            <a:extLst>
              <a:ext uri="{FF2B5EF4-FFF2-40B4-BE49-F238E27FC236}">
                <a16:creationId xmlns:a16="http://schemas.microsoft.com/office/drawing/2014/main" id="{DEC75B13-3B75-40A0-9319-6D035020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1187450"/>
            <a:ext cx="3914775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chemeClr val="tx1"/>
                </a:solidFill>
              </a:rPr>
              <a:t>平行电流相互作用力</a:t>
            </a:r>
            <a:endParaRPr lang="zh-CN" altLang="en-US" sz="2215" dirty="0">
              <a:solidFill>
                <a:schemeClr val="tx1"/>
              </a:solidFill>
            </a:endParaRPr>
          </a:p>
        </p:txBody>
      </p:sp>
      <p:sp>
        <p:nvSpPr>
          <p:cNvPr id="582698" name="Text Box 42">
            <a:extLst>
              <a:ext uri="{FF2B5EF4-FFF2-40B4-BE49-F238E27FC236}">
                <a16:creationId xmlns:a16="http://schemas.microsoft.com/office/drawing/2014/main" id="{B7D3CAD5-801C-4CAE-BB94-6D9970C69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2554288"/>
            <a:ext cx="48355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chemeClr val="tx1"/>
                </a:solidFill>
              </a:rPr>
              <a:t>由对称性：</a:t>
            </a:r>
          </a:p>
        </p:txBody>
      </p:sp>
      <p:graphicFrame>
        <p:nvGraphicFramePr>
          <p:cNvPr id="582699" name="Object 43">
            <a:extLst>
              <a:ext uri="{FF2B5EF4-FFF2-40B4-BE49-F238E27FC236}">
                <a16:creationId xmlns:a16="http://schemas.microsoft.com/office/drawing/2014/main" id="{F6EBD1EB-A7BB-441A-953C-D280A9C9C5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2913" y="2509838"/>
          <a:ext cx="13239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3" name="公式" r:id="rId13" imgW="622030" imgH="291973" progId="Equation.3">
                  <p:embed/>
                </p:oleObj>
              </mc:Choice>
              <mc:Fallback>
                <p:oleObj name="公式" r:id="rId13" imgW="622030" imgH="291973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913" y="2509838"/>
                        <a:ext cx="132397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0" name="Object 44">
            <a:extLst>
              <a:ext uri="{FF2B5EF4-FFF2-40B4-BE49-F238E27FC236}">
                <a16:creationId xmlns:a16="http://schemas.microsoft.com/office/drawing/2014/main" id="{684BBFE8-7C1D-4C05-A429-FE2DCA12A1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4450" y="3179763"/>
          <a:ext cx="23066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4" name="公式" r:id="rId15" imgW="977900" imgH="228600" progId="Equation.3">
                  <p:embed/>
                </p:oleObj>
              </mc:Choice>
              <mc:Fallback>
                <p:oleObj name="公式" r:id="rId15" imgW="977900" imgH="2286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3179763"/>
                        <a:ext cx="2306638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1" name="Object 45">
            <a:extLst>
              <a:ext uri="{FF2B5EF4-FFF2-40B4-BE49-F238E27FC236}">
                <a16:creationId xmlns:a16="http://schemas.microsoft.com/office/drawing/2014/main" id="{A3EBEABE-6A8D-42FD-B549-243AB051B7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8663" y="3649663"/>
          <a:ext cx="290195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5" name="公式" r:id="rId17" imgW="1231900" imgH="457200" progId="Equation.3">
                  <p:embed/>
                </p:oleObj>
              </mc:Choice>
              <mc:Fallback>
                <p:oleObj name="公式" r:id="rId17" imgW="1231900" imgH="4572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663" y="3649663"/>
                        <a:ext cx="290195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2" name="Object 46">
            <a:extLst>
              <a:ext uri="{FF2B5EF4-FFF2-40B4-BE49-F238E27FC236}">
                <a16:creationId xmlns:a16="http://schemas.microsoft.com/office/drawing/2014/main" id="{04DB8AD4-8362-417C-BB8F-20C718659C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0788" y="4794250"/>
          <a:ext cx="158591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6" name="公式" r:id="rId19" imgW="672808" imgH="291973" progId="Equation.3">
                  <p:embed/>
                </p:oleObj>
              </mc:Choice>
              <mc:Fallback>
                <p:oleObj name="公式" r:id="rId19" imgW="672808" imgH="291973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4794250"/>
                        <a:ext cx="1585912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3" name="Object 47">
            <a:extLst>
              <a:ext uri="{FF2B5EF4-FFF2-40B4-BE49-F238E27FC236}">
                <a16:creationId xmlns:a16="http://schemas.microsoft.com/office/drawing/2014/main" id="{9C1B4782-92B7-4164-80D2-9360D8FE97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0813" y="4621213"/>
          <a:ext cx="3114675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7" name="公式" r:id="rId21" imgW="1320800" imgH="457200" progId="Equation.3">
                  <p:embed/>
                </p:oleObj>
              </mc:Choice>
              <mc:Fallback>
                <p:oleObj name="公式" r:id="rId21" imgW="1320800" imgH="4572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4621213"/>
                        <a:ext cx="3114675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4" name="Object 48">
            <a:extLst>
              <a:ext uri="{FF2B5EF4-FFF2-40B4-BE49-F238E27FC236}">
                <a16:creationId xmlns:a16="http://schemas.microsoft.com/office/drawing/2014/main" id="{19211C32-33FF-4C21-BAA8-E70D8D46A9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0025" y="5702300"/>
          <a:ext cx="13049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8" name="公式" r:id="rId23" imgW="533169" imgH="393529" progId="Equation.3">
                  <p:embed/>
                </p:oleObj>
              </mc:Choice>
              <mc:Fallback>
                <p:oleObj name="公式" r:id="rId23" imgW="533169" imgH="393529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5" y="5702300"/>
                        <a:ext cx="13049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707" name="Object 51">
            <a:extLst>
              <a:ext uri="{FF2B5EF4-FFF2-40B4-BE49-F238E27FC236}">
                <a16:creationId xmlns:a16="http://schemas.microsoft.com/office/drawing/2014/main" id="{7C92E3C6-D22F-4CCD-A3A0-53F14CC484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4779963"/>
          <a:ext cx="152241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9" name="公式" r:id="rId25" imgW="698197" imgH="177723" progId="Equation.3">
                  <p:embed/>
                </p:oleObj>
              </mc:Choice>
              <mc:Fallback>
                <p:oleObj name="公式" r:id="rId25" imgW="698197" imgH="177723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4779963"/>
                        <a:ext cx="1522412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708" name="Freeform 52">
            <a:extLst>
              <a:ext uri="{FF2B5EF4-FFF2-40B4-BE49-F238E27FC236}">
                <a16:creationId xmlns:a16="http://schemas.microsoft.com/office/drawing/2014/main" id="{15B9E85D-532D-4531-BC54-888B64ED99D9}"/>
              </a:ext>
            </a:extLst>
          </p:cNvPr>
          <p:cNvSpPr>
            <a:spLocks/>
          </p:cNvSpPr>
          <p:nvPr/>
        </p:nvSpPr>
        <p:spPr bwMode="auto">
          <a:xfrm>
            <a:off x="1427163" y="3841750"/>
            <a:ext cx="79375" cy="152400"/>
          </a:xfrm>
          <a:custGeom>
            <a:avLst/>
            <a:gdLst>
              <a:gd name="T0" fmla="*/ 85725 w 54"/>
              <a:gd name="T1" fmla="*/ 0 h 103"/>
              <a:gd name="T2" fmla="*/ 4763 w 54"/>
              <a:gd name="T3" fmla="*/ 68262 h 103"/>
              <a:gd name="T4" fmla="*/ 58738 w 54"/>
              <a:gd name="T5" fmla="*/ 163512 h 10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" h="103">
                <a:moveTo>
                  <a:pt x="54" y="0"/>
                </a:moveTo>
                <a:cubicBezTo>
                  <a:pt x="30" y="13"/>
                  <a:pt x="6" y="26"/>
                  <a:pt x="3" y="43"/>
                </a:cubicBezTo>
                <a:cubicBezTo>
                  <a:pt x="0" y="60"/>
                  <a:pt x="18" y="81"/>
                  <a:pt x="37" y="10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22560" name="Object 53">
            <a:extLst>
              <a:ext uri="{FF2B5EF4-FFF2-40B4-BE49-F238E27FC236}">
                <a16:creationId xmlns:a16="http://schemas.microsoft.com/office/drawing/2014/main" id="{3A5F1E2B-C64C-41A5-89A5-7ACFFC01E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0625" y="3732213"/>
          <a:ext cx="2524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0" name="公式" r:id="rId27" imgW="139579" imgH="177646" progId="Equation.3">
                  <p:embed/>
                </p:oleObj>
              </mc:Choice>
              <mc:Fallback>
                <p:oleObj name="公式" r:id="rId27" imgW="139579" imgH="177646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3732213"/>
                        <a:ext cx="252413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3">
            <a:extLst>
              <a:ext uri="{FF2B5EF4-FFF2-40B4-BE49-F238E27FC236}">
                <a16:creationId xmlns:a16="http://schemas.microsoft.com/office/drawing/2014/main" id="{9B244559-FE86-4FFE-8427-43868EE4C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磁场与实物相互作用</a:t>
            </a:r>
          </a:p>
        </p:txBody>
      </p:sp>
      <p:graphicFrame>
        <p:nvGraphicFramePr>
          <p:cNvPr id="5150" name="对象 1">
            <a:extLst>
              <a:ext uri="{FF2B5EF4-FFF2-40B4-BE49-F238E27FC236}">
                <a16:creationId xmlns:a16="http://schemas.microsoft.com/office/drawing/2014/main" id="{0AE477D9-FE46-4DCA-A151-621608E520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4325" y="93663"/>
          <a:ext cx="216693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1" name="Equation" r:id="rId29" imgW="812447" imgH="215806" progId="Equation.DSMT4">
                  <p:embed/>
                </p:oleObj>
              </mc:Choice>
              <mc:Fallback>
                <p:oleObj name="Equation" r:id="rId29" imgW="812447" imgH="215806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93663"/>
                        <a:ext cx="2166938" cy="57626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Line 17">
            <a:extLst>
              <a:ext uri="{FF2B5EF4-FFF2-40B4-BE49-F238E27FC236}">
                <a16:creationId xmlns:a16="http://schemas.microsoft.com/office/drawing/2014/main" id="{DDB98FDD-4D90-434B-AEF3-79C3BBB102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025" y="3641725"/>
            <a:ext cx="327025" cy="36195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7B8FCD1-0259-4B6D-AEBA-539BD3B4A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5650" y="3500438"/>
          <a:ext cx="3349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2" name="Equation" r:id="rId31" imgW="177492" imgH="164814" progId="Equation.DSMT4">
                  <p:embed/>
                </p:oleObj>
              </mc:Choice>
              <mc:Fallback>
                <p:oleObj name="Equation" r:id="rId31" imgW="177492" imgH="164814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3500438"/>
                        <a:ext cx="33496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0D512FB-0655-4F51-903B-838B523944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1775" y="1112838"/>
          <a:ext cx="14081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3" name="Equation" r:id="rId33" imgW="710891" imgH="393529" progId="Equation.DSMT4">
                  <p:embed/>
                </p:oleObj>
              </mc:Choice>
              <mc:Fallback>
                <p:oleObj name="Equation" r:id="rId33" imgW="710891" imgH="393529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5" y="1112838"/>
                        <a:ext cx="14081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02E1966-ED34-4B3F-AA07-3794D4CFBE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0550" y="1770063"/>
          <a:ext cx="12017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" name="Equation" r:id="rId35" imgW="647419" imgH="406224" progId="Equation.DSMT4">
                  <p:embed/>
                </p:oleObj>
              </mc:Choice>
              <mc:Fallback>
                <p:oleObj name="Equation" r:id="rId35" imgW="647419" imgH="406224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550" y="1770063"/>
                        <a:ext cx="120173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F4672CF-7C7C-4B6D-9046-CE87316A50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9888" y="1168400"/>
          <a:ext cx="117316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5" name="Equation" r:id="rId37" imgW="685800" imgH="393700" progId="Equation.DSMT4">
                  <p:embed/>
                </p:oleObj>
              </mc:Choice>
              <mc:Fallback>
                <p:oleObj name="Equation" r:id="rId37" imgW="685800" imgH="3937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9888" y="1168400"/>
                        <a:ext cx="117316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56" name="直接连接符 6">
            <a:extLst>
              <a:ext uri="{FF2B5EF4-FFF2-40B4-BE49-F238E27FC236}">
                <a16:creationId xmlns:a16="http://schemas.microsoft.com/office/drawing/2014/main" id="{64289C79-487A-4AC2-B37F-F3987AC182D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30300" y="1168400"/>
            <a:ext cx="0" cy="2041525"/>
          </a:xfrm>
          <a:prstGeom prst="line">
            <a:avLst/>
          </a:prstGeom>
          <a:noFill/>
          <a:ln w="15875" algn="ctr">
            <a:solidFill>
              <a:srgbClr val="00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8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8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8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8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8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8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58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8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8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58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58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8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58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58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58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58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58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8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8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8" dur="500"/>
                                        <p:tgtEl>
                                          <p:spTgt spid="58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8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58" grpId="0"/>
      <p:bldP spid="582687" grpId="0"/>
      <p:bldP spid="582690" grpId="0"/>
      <p:bldP spid="582696" grpId="0"/>
      <p:bldP spid="582697" grpId="0"/>
      <p:bldP spid="58269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1E5EB39-8D7B-48B4-961C-A27BDD069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1163"/>
            <a:ext cx="7772400" cy="1054100"/>
          </a:xfrm>
        </p:spPr>
        <p:txBody>
          <a:bodyPr/>
          <a:lstStyle/>
          <a:p>
            <a:pPr algn="l" eaLnBrk="1" hangingPunct="1"/>
            <a:r>
              <a:rPr lang="zh-CN" altLang="en-US" sz="2400" b="1">
                <a:solidFill>
                  <a:srgbClr val="FF0000"/>
                </a:solidFill>
              </a:rPr>
              <a:t>例</a:t>
            </a:r>
            <a:r>
              <a:rPr lang="en-US" altLang="zh-CN" sz="2400" b="1">
                <a:solidFill>
                  <a:srgbClr val="FF0000"/>
                </a:solidFill>
              </a:rPr>
              <a:t>2:</a:t>
            </a:r>
            <a:r>
              <a:rPr lang="en-US" altLang="zh-CN" sz="2400" b="1">
                <a:solidFill>
                  <a:srgbClr val="660033"/>
                </a:solidFill>
              </a:rPr>
              <a:t> </a:t>
            </a:r>
          </a:p>
        </p:txBody>
      </p:sp>
      <p:graphicFrame>
        <p:nvGraphicFramePr>
          <p:cNvPr id="6147" name="Object 3">
            <a:extLst>
              <a:ext uri="{FF2B5EF4-FFF2-40B4-BE49-F238E27FC236}">
                <a16:creationId xmlns:a16="http://schemas.microsoft.com/office/drawing/2014/main" id="{EB8D1D16-CD7A-4800-A777-00FF3FE1889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92150" y="746125"/>
          <a:ext cx="29368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9" name="公式" r:id="rId3" imgW="152334" imgH="190417" progId="Equation.3">
                  <p:embed/>
                </p:oleObj>
              </mc:Choice>
              <mc:Fallback>
                <p:oleObj name="公式" r:id="rId3" imgW="152334" imgH="19041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746125"/>
                        <a:ext cx="29368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>
            <a:extLst>
              <a:ext uri="{FF2B5EF4-FFF2-40B4-BE49-F238E27FC236}">
                <a16:creationId xmlns:a16="http://schemas.microsoft.com/office/drawing/2014/main" id="{8807E736-CF06-4BA8-BEB3-5A6108410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749300"/>
            <a:ext cx="66214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均匀，则在打开过程中回路里的电动势是多少？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1F7831F5-627C-48CD-BE3E-6171B1C82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25550"/>
            <a:ext cx="66214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回路是边长为</a:t>
            </a:r>
            <a:r>
              <a:rPr lang="en-US" altLang="zh-CN" sz="2400" i="1" dirty="0"/>
              <a:t>a</a:t>
            </a:r>
            <a:r>
              <a:rPr lang="zh-CN" altLang="en-US" sz="2400" dirty="0"/>
              <a:t>的正方形，磁场与回路垂直。</a:t>
            </a:r>
          </a:p>
        </p:txBody>
      </p:sp>
      <p:grpSp>
        <p:nvGrpSpPr>
          <p:cNvPr id="6150" name="Group 6">
            <a:extLst>
              <a:ext uri="{FF2B5EF4-FFF2-40B4-BE49-F238E27FC236}">
                <a16:creationId xmlns:a16="http://schemas.microsoft.com/office/drawing/2014/main" id="{7EA237AA-CAD4-4BA8-81D7-5740DA383BF2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1139825"/>
            <a:ext cx="2114550" cy="2141538"/>
            <a:chOff x="860" y="1604"/>
            <a:chExt cx="1443" cy="1461"/>
          </a:xfrm>
        </p:grpSpPr>
        <p:sp>
          <p:nvSpPr>
            <p:cNvPr id="6196" name="Line 7">
              <a:extLst>
                <a:ext uri="{FF2B5EF4-FFF2-40B4-BE49-F238E27FC236}">
                  <a16:creationId xmlns:a16="http://schemas.microsoft.com/office/drawing/2014/main" id="{D806039C-F2D5-4E1D-82A2-04A850C3F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0" y="2246"/>
              <a:ext cx="451" cy="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7" name="Line 8">
              <a:extLst>
                <a:ext uri="{FF2B5EF4-FFF2-40B4-BE49-F238E27FC236}">
                  <a16:creationId xmlns:a16="http://schemas.microsoft.com/office/drawing/2014/main" id="{5B9F7CEB-B573-4C90-82A7-C3693D117E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2" y="2246"/>
              <a:ext cx="448" cy="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8" name="Line 9">
              <a:extLst>
                <a:ext uri="{FF2B5EF4-FFF2-40B4-BE49-F238E27FC236}">
                  <a16:creationId xmlns:a16="http://schemas.microsoft.com/office/drawing/2014/main" id="{B072818F-CC12-453D-ACF5-0CB996BB1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" y="3065"/>
              <a:ext cx="9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9" name="Line 10">
              <a:extLst>
                <a:ext uri="{FF2B5EF4-FFF2-40B4-BE49-F238E27FC236}">
                  <a16:creationId xmlns:a16="http://schemas.microsoft.com/office/drawing/2014/main" id="{9CF34089-DBF6-4EF0-A19A-6C4B7047A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0" y="2246"/>
              <a:ext cx="9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0" name="Line 11">
              <a:extLst>
                <a:ext uri="{FF2B5EF4-FFF2-40B4-BE49-F238E27FC236}">
                  <a16:creationId xmlns:a16="http://schemas.microsoft.com/office/drawing/2014/main" id="{33A40145-C80E-4021-AA6A-4F4794E660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6" y="1812"/>
              <a:ext cx="448" cy="8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1" name="Line 12">
              <a:extLst>
                <a:ext uri="{FF2B5EF4-FFF2-40B4-BE49-F238E27FC236}">
                  <a16:creationId xmlns:a16="http://schemas.microsoft.com/office/drawing/2014/main" id="{675BE4AA-17FE-4D04-BF2F-AC21ECDDB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9" y="2618"/>
              <a:ext cx="476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2" name="Line 13">
              <a:extLst>
                <a:ext uri="{FF2B5EF4-FFF2-40B4-BE49-F238E27FC236}">
                  <a16:creationId xmlns:a16="http://schemas.microsoft.com/office/drawing/2014/main" id="{4D7F38E2-A83B-4E51-88E6-AC643485C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1812"/>
              <a:ext cx="476" cy="4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3" name="Freeform 14">
              <a:extLst>
                <a:ext uri="{FF2B5EF4-FFF2-40B4-BE49-F238E27FC236}">
                  <a16:creationId xmlns:a16="http://schemas.microsoft.com/office/drawing/2014/main" id="{30E0E21D-604A-4A45-AD4C-7DBC63EBA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1684"/>
              <a:ext cx="180" cy="140"/>
            </a:xfrm>
            <a:custGeom>
              <a:avLst/>
              <a:gdLst>
                <a:gd name="T0" fmla="*/ 0 w 180"/>
                <a:gd name="T1" fmla="*/ 140 h 140"/>
                <a:gd name="T2" fmla="*/ 36 w 180"/>
                <a:gd name="T3" fmla="*/ 20 h 140"/>
                <a:gd name="T4" fmla="*/ 180 w 180"/>
                <a:gd name="T5" fmla="*/ 2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0" h="140">
                  <a:moveTo>
                    <a:pt x="0" y="140"/>
                  </a:moveTo>
                  <a:cubicBezTo>
                    <a:pt x="3" y="90"/>
                    <a:pt x="6" y="40"/>
                    <a:pt x="36" y="20"/>
                  </a:cubicBezTo>
                  <a:cubicBezTo>
                    <a:pt x="66" y="0"/>
                    <a:pt x="123" y="10"/>
                    <a:pt x="180" y="20"/>
                  </a:cubicBezTo>
                </a:path>
              </a:pathLst>
            </a:custGeom>
            <a:noFill/>
            <a:ln w="9525">
              <a:solidFill>
                <a:srgbClr val="9933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4" name="Freeform 15">
              <a:extLst>
                <a:ext uri="{FF2B5EF4-FFF2-40B4-BE49-F238E27FC236}">
                  <a16:creationId xmlns:a16="http://schemas.microsoft.com/office/drawing/2014/main" id="{3C36B253-0C65-49EC-8B34-BBC3F747C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2958"/>
              <a:ext cx="76" cy="105"/>
            </a:xfrm>
            <a:custGeom>
              <a:avLst/>
              <a:gdLst>
                <a:gd name="T0" fmla="*/ 179 w 64"/>
                <a:gd name="T1" fmla="*/ 0 h 96"/>
                <a:gd name="T2" fmla="*/ 29 w 64"/>
                <a:gd name="T3" fmla="*/ 40 h 96"/>
                <a:gd name="T4" fmla="*/ 12 w 64"/>
                <a:gd name="T5" fmla="*/ 165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96">
                  <a:moveTo>
                    <a:pt x="64" y="0"/>
                  </a:moveTo>
                  <a:cubicBezTo>
                    <a:pt x="42" y="4"/>
                    <a:pt x="20" y="8"/>
                    <a:pt x="10" y="24"/>
                  </a:cubicBezTo>
                  <a:cubicBezTo>
                    <a:pt x="0" y="40"/>
                    <a:pt x="2" y="68"/>
                    <a:pt x="4" y="96"/>
                  </a:cubicBezTo>
                </a:path>
              </a:pathLst>
            </a:custGeom>
            <a:noFill/>
            <a:ln w="952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205" name="Object 16">
              <a:extLst>
                <a:ext uri="{FF2B5EF4-FFF2-40B4-BE49-F238E27FC236}">
                  <a16:creationId xmlns:a16="http://schemas.microsoft.com/office/drawing/2014/main" id="{B3DE315F-BC18-4ACF-B987-AEB9C9DA1B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7" y="2798"/>
            <a:ext cx="15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30" name="公式" r:id="rId5" imgW="152334" imgH="190417" progId="Equation.3">
                    <p:embed/>
                  </p:oleObj>
                </mc:Choice>
                <mc:Fallback>
                  <p:oleObj name="公式" r:id="rId5" imgW="152334" imgH="190417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7" y="2798"/>
                          <a:ext cx="15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6" name="Object 17">
              <a:extLst>
                <a:ext uri="{FF2B5EF4-FFF2-40B4-BE49-F238E27FC236}">
                  <a16:creationId xmlns:a16="http://schemas.microsoft.com/office/drawing/2014/main" id="{93B85960-FDFC-4E3D-8668-3EBD09A37B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5" y="2828"/>
            <a:ext cx="164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31" name="公式" r:id="rId6" imgW="164814" imgH="177492" progId="Equation.3">
                    <p:embed/>
                  </p:oleObj>
                </mc:Choice>
                <mc:Fallback>
                  <p:oleObj name="公式" r:id="rId6" imgW="164814" imgH="177492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5" y="2828"/>
                          <a:ext cx="164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7" name="Object 18">
              <a:extLst>
                <a:ext uri="{FF2B5EF4-FFF2-40B4-BE49-F238E27FC236}">
                  <a16:creationId xmlns:a16="http://schemas.microsoft.com/office/drawing/2014/main" id="{52FC12BD-E924-4834-9B20-ABDC74AC38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6" y="2864"/>
            <a:ext cx="12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32" name="公式" r:id="rId8" imgW="126725" imgH="177415" progId="Equation.3">
                    <p:embed/>
                  </p:oleObj>
                </mc:Choice>
                <mc:Fallback>
                  <p:oleObj name="公式" r:id="rId8" imgW="126725" imgH="17741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2864"/>
                          <a:ext cx="12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08" name="Object 19">
              <a:extLst>
                <a:ext uri="{FF2B5EF4-FFF2-40B4-BE49-F238E27FC236}">
                  <a16:creationId xmlns:a16="http://schemas.microsoft.com/office/drawing/2014/main" id="{8C982EAE-DD14-40A8-993B-6C9543369E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1604"/>
            <a:ext cx="151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33" name="公式" r:id="rId10" imgW="152334" imgH="139639" progId="Equation.3">
                    <p:embed/>
                  </p:oleObj>
                </mc:Choice>
                <mc:Fallback>
                  <p:oleObj name="公式" r:id="rId10" imgW="152334" imgH="139639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1604"/>
                          <a:ext cx="151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3572" name="Text Box 20">
            <a:extLst>
              <a:ext uri="{FF2B5EF4-FFF2-40B4-BE49-F238E27FC236}">
                <a16:creationId xmlns:a16="http://schemas.microsoft.com/office/drawing/2014/main" id="{80107A45-EB1F-4DA6-B339-1F11BD38E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1668463"/>
            <a:ext cx="9048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解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rgbClr val="FF0000"/>
                </a:solidFill>
              </a:rPr>
              <a:t>：</a:t>
            </a:r>
          </a:p>
        </p:txBody>
      </p:sp>
      <p:graphicFrame>
        <p:nvGraphicFramePr>
          <p:cNvPr id="6152" name="Object 21">
            <a:extLst>
              <a:ext uri="{FF2B5EF4-FFF2-40B4-BE49-F238E27FC236}">
                <a16:creationId xmlns:a16="http://schemas.microsoft.com/office/drawing/2014/main" id="{1DB6133F-9747-40FE-AF12-2478AB6D3F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75" y="2495550"/>
          <a:ext cx="2857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4" name="公式" r:id="rId12" imgW="95357" imgH="276210" progId="Equation.3">
                  <p:embed/>
                </p:oleObj>
              </mc:Choice>
              <mc:Fallback>
                <p:oleObj name="公式" r:id="rId12" imgW="95357" imgH="27621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5" y="2495550"/>
                        <a:ext cx="28575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22">
            <a:extLst>
              <a:ext uri="{FF2B5EF4-FFF2-40B4-BE49-F238E27FC236}">
                <a16:creationId xmlns:a16="http://schemas.microsoft.com/office/drawing/2014/main" id="{15C84A0A-A9FB-4173-BA72-B2E439B04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9350" y="2378075"/>
          <a:ext cx="2571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5" name="公式" r:id="rId14" imgW="66723" imgH="85860" progId="Equation.3">
                  <p:embed/>
                </p:oleObj>
              </mc:Choice>
              <mc:Fallback>
                <p:oleObj name="公式" r:id="rId14" imgW="66723" imgH="8586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0" y="2378075"/>
                        <a:ext cx="257175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23">
            <a:extLst>
              <a:ext uri="{FF2B5EF4-FFF2-40B4-BE49-F238E27FC236}">
                <a16:creationId xmlns:a16="http://schemas.microsoft.com/office/drawing/2014/main" id="{B4E31DDE-51F1-4570-AA64-DF10AB54D6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4963" y="1168400"/>
          <a:ext cx="30956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6" name="公式" r:id="rId16" imgW="95357" imgH="276210" progId="Equation.3">
                  <p:embed/>
                </p:oleObj>
              </mc:Choice>
              <mc:Fallback>
                <p:oleObj name="公式" r:id="rId16" imgW="95357" imgH="27621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4963" y="1168400"/>
                        <a:ext cx="30956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76" name="Object 24">
            <a:extLst>
              <a:ext uri="{FF2B5EF4-FFF2-40B4-BE49-F238E27FC236}">
                <a16:creationId xmlns:a16="http://schemas.microsoft.com/office/drawing/2014/main" id="{EF8825DD-9ECD-466B-8B46-CEAA6F4D23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5900" y="3449638"/>
          <a:ext cx="177165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7" name="公式" r:id="rId18" imgW="875920" imgH="304668" progId="Equation.3">
                  <p:embed/>
                </p:oleObj>
              </mc:Choice>
              <mc:Fallback>
                <p:oleObj name="公式" r:id="rId18" imgW="875920" imgH="30466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3449638"/>
                        <a:ext cx="1771650" cy="6143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3577" name="Group 25">
            <a:extLst>
              <a:ext uri="{FF2B5EF4-FFF2-40B4-BE49-F238E27FC236}">
                <a16:creationId xmlns:a16="http://schemas.microsoft.com/office/drawing/2014/main" id="{79A295CA-930D-4678-803C-40793E814311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4298950"/>
            <a:ext cx="1454150" cy="1922463"/>
            <a:chOff x="2585" y="1004"/>
            <a:chExt cx="916" cy="1312"/>
          </a:xfrm>
        </p:grpSpPr>
        <p:graphicFrame>
          <p:nvGraphicFramePr>
            <p:cNvPr id="6183" name="Object 26">
              <a:extLst>
                <a:ext uri="{FF2B5EF4-FFF2-40B4-BE49-F238E27FC236}">
                  <a16:creationId xmlns:a16="http://schemas.microsoft.com/office/drawing/2014/main" id="{39FBA4CB-DF12-46CB-9714-BD177D6697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2" y="2115"/>
            <a:ext cx="161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38" name="公式" r:id="rId20" imgW="266469" imgH="304536" progId="Equation.3">
                    <p:embed/>
                  </p:oleObj>
                </mc:Choice>
                <mc:Fallback>
                  <p:oleObj name="公式" r:id="rId20" imgW="266469" imgH="304536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2" y="2115"/>
                          <a:ext cx="161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4" name="Line 27">
              <a:extLst>
                <a:ext uri="{FF2B5EF4-FFF2-40B4-BE49-F238E27FC236}">
                  <a16:creationId xmlns:a16="http://schemas.microsoft.com/office/drawing/2014/main" id="{95524658-3EE7-4C83-8A7A-BCA545FE3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9" y="1004"/>
              <a:ext cx="0" cy="120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85" name="Group 28">
              <a:extLst>
                <a:ext uri="{FF2B5EF4-FFF2-40B4-BE49-F238E27FC236}">
                  <a16:creationId xmlns:a16="http://schemas.microsoft.com/office/drawing/2014/main" id="{426E024B-C2A5-4B5F-A0EB-97E6B32BCC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5" y="1253"/>
              <a:ext cx="916" cy="645"/>
              <a:chOff x="1927" y="2432"/>
              <a:chExt cx="916" cy="645"/>
            </a:xfrm>
          </p:grpSpPr>
          <p:grpSp>
            <p:nvGrpSpPr>
              <p:cNvPr id="6188" name="Group 29">
                <a:extLst>
                  <a:ext uri="{FF2B5EF4-FFF2-40B4-BE49-F238E27FC236}">
                    <a16:creationId xmlns:a16="http://schemas.microsoft.com/office/drawing/2014/main" id="{7E40E90A-3B73-44BD-AC2F-A7435FC4CB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" y="2432"/>
                <a:ext cx="916" cy="645"/>
                <a:chOff x="1929" y="2432"/>
                <a:chExt cx="916" cy="645"/>
              </a:xfrm>
            </p:grpSpPr>
            <p:sp>
              <p:nvSpPr>
                <p:cNvPr id="6190" name="Line 30">
                  <a:extLst>
                    <a:ext uri="{FF2B5EF4-FFF2-40B4-BE49-F238E27FC236}">
                      <a16:creationId xmlns:a16="http://schemas.microsoft.com/office/drawing/2014/main" id="{85044314-0DF3-4B8E-B6A6-D97F2B15D4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9" y="3077"/>
                  <a:ext cx="9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1" name="Line 31">
                  <a:extLst>
                    <a:ext uri="{FF2B5EF4-FFF2-40B4-BE49-F238E27FC236}">
                      <a16:creationId xmlns:a16="http://schemas.microsoft.com/office/drawing/2014/main" id="{1D6CB749-FA15-44D9-AF0F-FB3B24F21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6" y="2630"/>
                  <a:ext cx="439" cy="4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2" name="Freeform 32">
                  <a:extLst>
                    <a:ext uri="{FF2B5EF4-FFF2-40B4-BE49-F238E27FC236}">
                      <a16:creationId xmlns:a16="http://schemas.microsoft.com/office/drawing/2014/main" id="{059F5CAF-1089-4331-8BE3-D387B9C907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6" y="2432"/>
                  <a:ext cx="167" cy="140"/>
                </a:xfrm>
                <a:custGeom>
                  <a:avLst/>
                  <a:gdLst>
                    <a:gd name="T0" fmla="*/ 0 w 180"/>
                    <a:gd name="T1" fmla="*/ 140 h 140"/>
                    <a:gd name="T2" fmla="*/ 23 w 180"/>
                    <a:gd name="T3" fmla="*/ 20 h 140"/>
                    <a:gd name="T4" fmla="*/ 115 w 180"/>
                    <a:gd name="T5" fmla="*/ 20 h 1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80" h="140">
                      <a:moveTo>
                        <a:pt x="0" y="140"/>
                      </a:moveTo>
                      <a:cubicBezTo>
                        <a:pt x="3" y="90"/>
                        <a:pt x="6" y="40"/>
                        <a:pt x="36" y="20"/>
                      </a:cubicBezTo>
                      <a:cubicBezTo>
                        <a:pt x="66" y="0"/>
                        <a:pt x="123" y="10"/>
                        <a:pt x="180" y="20"/>
                      </a:cubicBezTo>
                    </a:path>
                  </a:pathLst>
                </a:custGeom>
                <a:noFill/>
                <a:ln w="9525">
                  <a:solidFill>
                    <a:srgbClr val="993300"/>
                  </a:solidFill>
                  <a:round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3" name="Freeform 33">
                  <a:extLst>
                    <a:ext uri="{FF2B5EF4-FFF2-40B4-BE49-F238E27FC236}">
                      <a16:creationId xmlns:a16="http://schemas.microsoft.com/office/drawing/2014/main" id="{6B9D0D7C-2232-46A6-BFBF-245EC7E8AB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2" y="2970"/>
                  <a:ext cx="70" cy="105"/>
                </a:xfrm>
                <a:custGeom>
                  <a:avLst/>
                  <a:gdLst>
                    <a:gd name="T0" fmla="*/ 110 w 64"/>
                    <a:gd name="T1" fmla="*/ 0 h 96"/>
                    <a:gd name="T2" fmla="*/ 16 w 64"/>
                    <a:gd name="T3" fmla="*/ 40 h 96"/>
                    <a:gd name="T4" fmla="*/ 4 w 64"/>
                    <a:gd name="T5" fmla="*/ 165 h 9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4" h="96">
                      <a:moveTo>
                        <a:pt x="64" y="0"/>
                      </a:moveTo>
                      <a:cubicBezTo>
                        <a:pt x="42" y="4"/>
                        <a:pt x="20" y="8"/>
                        <a:pt x="10" y="24"/>
                      </a:cubicBezTo>
                      <a:cubicBezTo>
                        <a:pt x="0" y="40"/>
                        <a:pt x="2" y="68"/>
                        <a:pt x="4" y="96"/>
                      </a:cubicBezTo>
                    </a:path>
                  </a:pathLst>
                </a:custGeom>
                <a:noFill/>
                <a:ln w="9525">
                  <a:solidFill>
                    <a:srgbClr val="99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6194" name="Object 34">
                  <a:extLst>
                    <a:ext uri="{FF2B5EF4-FFF2-40B4-BE49-F238E27FC236}">
                      <a16:creationId xmlns:a16="http://schemas.microsoft.com/office/drawing/2014/main" id="{3ED8DA9F-9FC9-4F14-BD0B-BE95367521F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523" y="2876"/>
                <a:ext cx="117" cy="17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339" name="公式" r:id="rId22" imgW="126725" imgH="177415" progId="Equation.3">
                        <p:embed/>
                      </p:oleObj>
                    </mc:Choice>
                    <mc:Fallback>
                      <p:oleObj name="公式" r:id="rId22" imgW="126725" imgH="177415" progId="Equation.3">
                        <p:embed/>
                        <p:pic>
                          <p:nvPicPr>
                            <p:cNvPr id="0" name="Object 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23" y="2876"/>
                              <a:ext cx="117" cy="17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95" name="Object 35">
                  <a:extLst>
                    <a:ext uri="{FF2B5EF4-FFF2-40B4-BE49-F238E27FC236}">
                      <a16:creationId xmlns:a16="http://schemas.microsoft.com/office/drawing/2014/main" id="{5C6DBA1A-4AC3-4280-9420-142A2446F83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76" y="2488"/>
                <a:ext cx="139" cy="1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340" name="公式" r:id="rId23" imgW="152334" imgH="139639" progId="Equation.3">
                        <p:embed/>
                      </p:oleObj>
                    </mc:Choice>
                    <mc:Fallback>
                      <p:oleObj name="公式" r:id="rId23" imgW="152334" imgH="139639" progId="Equation.3">
                        <p:embed/>
                        <p:pic>
                          <p:nvPicPr>
                            <p:cNvPr id="0" name="Object 3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6" y="2488"/>
                              <a:ext cx="139" cy="1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189" name="Oval 36">
                <a:extLst>
                  <a:ext uri="{FF2B5EF4-FFF2-40B4-BE49-F238E27FC236}">
                    <a16:creationId xmlns:a16="http://schemas.microsoft.com/office/drawing/2014/main" id="{6CD5599B-CEF8-4C1E-B441-6686F56BC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2591"/>
                <a:ext cx="46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</p:grpSp>
        <p:sp>
          <p:nvSpPr>
            <p:cNvPr id="6186" name="Line 37">
              <a:extLst>
                <a:ext uri="{FF2B5EF4-FFF2-40B4-BE49-F238E27FC236}">
                  <a16:creationId xmlns:a16="http://schemas.microsoft.com/office/drawing/2014/main" id="{97AFFAE5-AA5F-4867-A90C-E780AA9A4D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9" y="1140"/>
              <a:ext cx="295" cy="295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87" name="Object 38">
              <a:extLst>
                <a:ext uri="{FF2B5EF4-FFF2-40B4-BE49-F238E27FC236}">
                  <a16:creationId xmlns:a16="http://schemas.microsoft.com/office/drawing/2014/main" id="{3F0167F8-79B9-4929-96CD-4828C15D1B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1" y="1004"/>
            <a:ext cx="15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1" name="公式" r:id="rId24" imgW="203112" imgH="279279" progId="Equation.3">
                    <p:embed/>
                  </p:oleObj>
                </mc:Choice>
                <mc:Fallback>
                  <p:oleObj name="公式" r:id="rId24" imgW="203112" imgH="279279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" y="1004"/>
                          <a:ext cx="15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3591" name="Text Box 39">
            <a:extLst>
              <a:ext uri="{FF2B5EF4-FFF2-40B4-BE49-F238E27FC236}">
                <a16:creationId xmlns:a16="http://schemas.microsoft.com/office/drawing/2014/main" id="{F64A26F7-6CED-478A-ACEF-CA520580E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1677988"/>
            <a:ext cx="5183188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在转动的三段导线中，对长度为</a:t>
            </a:r>
            <a:r>
              <a:rPr lang="en-US" altLang="zh-CN" sz="2400" i="1"/>
              <a:t>a</a:t>
            </a:r>
            <a:r>
              <a:rPr lang="en-US" altLang="zh-CN" sz="2400"/>
              <a:t>/2</a:t>
            </a:r>
            <a:r>
              <a:rPr lang="zh-CN" altLang="en-US" sz="2400"/>
              <a:t>的两段，始终有</a:t>
            </a:r>
          </a:p>
        </p:txBody>
      </p:sp>
      <p:graphicFrame>
        <p:nvGraphicFramePr>
          <p:cNvPr id="663592" name="Object 40">
            <a:extLst>
              <a:ext uri="{FF2B5EF4-FFF2-40B4-BE49-F238E27FC236}">
                <a16:creationId xmlns:a16="http://schemas.microsoft.com/office/drawing/2014/main" id="{D6726396-B5BE-451F-9C80-7EF2939996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3338" y="2070100"/>
          <a:ext cx="12731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2" name="公式" r:id="rId26" imgW="647700" imgH="228600" progId="Equation.3">
                  <p:embed/>
                </p:oleObj>
              </mc:Choice>
              <mc:Fallback>
                <p:oleObj name="公式" r:id="rId26" imgW="647700" imgH="2286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2070100"/>
                        <a:ext cx="12731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93" name="Object 41">
            <a:extLst>
              <a:ext uri="{FF2B5EF4-FFF2-40B4-BE49-F238E27FC236}">
                <a16:creationId xmlns:a16="http://schemas.microsoft.com/office/drawing/2014/main" id="{8621ECF4-8E4F-40AA-B756-3A5994B16D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2250" y="2389188"/>
          <a:ext cx="16002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3" name="公式" r:id="rId28" imgW="812447" imgH="228501" progId="Equation.3">
                  <p:embed/>
                </p:oleObj>
              </mc:Choice>
              <mc:Fallback>
                <p:oleObj name="公式" r:id="rId28" imgW="812447" imgH="228501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2389188"/>
                        <a:ext cx="16002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94" name="Text Box 42">
            <a:extLst>
              <a:ext uri="{FF2B5EF4-FFF2-40B4-BE49-F238E27FC236}">
                <a16:creationId xmlns:a16="http://schemas.microsoft.com/office/drawing/2014/main" id="{6D3F2AA4-30E8-4A72-BC59-B0217353C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2736850"/>
            <a:ext cx="57594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故只需考虑以上三段导线中长为</a:t>
            </a:r>
            <a:r>
              <a:rPr lang="en-US" altLang="zh-CN" sz="2400" i="1"/>
              <a:t>a</a:t>
            </a:r>
            <a:r>
              <a:rPr lang="zh-CN" altLang="en-US" sz="2400"/>
              <a:t>一段。</a:t>
            </a:r>
          </a:p>
        </p:txBody>
      </p:sp>
      <p:sp>
        <p:nvSpPr>
          <p:cNvPr id="663595" name="Line 43">
            <a:extLst>
              <a:ext uri="{FF2B5EF4-FFF2-40B4-BE49-F238E27FC236}">
                <a16:creationId xmlns:a16="http://schemas.microsoft.com/office/drawing/2014/main" id="{B4EFBDA8-D2A9-4FD4-8082-656A96C620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2188" y="1711325"/>
            <a:ext cx="144462" cy="266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63596" name="Object 44">
            <a:extLst>
              <a:ext uri="{FF2B5EF4-FFF2-40B4-BE49-F238E27FC236}">
                <a16:creationId xmlns:a16="http://schemas.microsoft.com/office/drawing/2014/main" id="{6D44D919-C72A-45A7-8132-FE5BEAAEDB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3263" y="1584325"/>
          <a:ext cx="3714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4" name="公式" r:id="rId30" imgW="133446" imgH="142830" progId="Equation.3">
                  <p:embed/>
                </p:oleObj>
              </mc:Choice>
              <mc:Fallback>
                <p:oleObj name="公式" r:id="rId30" imgW="133446" imgH="14283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3263" y="1584325"/>
                        <a:ext cx="3714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3597" name="Group 45">
            <a:extLst>
              <a:ext uri="{FF2B5EF4-FFF2-40B4-BE49-F238E27FC236}">
                <a16:creationId xmlns:a16="http://schemas.microsoft.com/office/drawing/2014/main" id="{F0BFE80A-31C6-4D2C-925F-2241D1BE09B0}"/>
              </a:ext>
            </a:extLst>
          </p:cNvPr>
          <p:cNvGrpSpPr>
            <a:grpSpLocks/>
          </p:cNvGrpSpPr>
          <p:nvPr/>
        </p:nvGrpSpPr>
        <p:grpSpPr bwMode="auto">
          <a:xfrm>
            <a:off x="6999288" y="4724400"/>
            <a:ext cx="574675" cy="398463"/>
            <a:chOff x="4062" y="2707"/>
            <a:chExt cx="393" cy="272"/>
          </a:xfrm>
        </p:grpSpPr>
        <p:graphicFrame>
          <p:nvGraphicFramePr>
            <p:cNvPr id="6181" name="Object 46">
              <a:extLst>
                <a:ext uri="{FF2B5EF4-FFF2-40B4-BE49-F238E27FC236}">
                  <a16:creationId xmlns:a16="http://schemas.microsoft.com/office/drawing/2014/main" id="{E3A2976D-8C73-4075-A960-4557B721A4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2" y="2777"/>
            <a:ext cx="163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5" name="公式" r:id="rId32" imgW="164814" imgH="177492" progId="Equation.3">
                    <p:embed/>
                  </p:oleObj>
                </mc:Choice>
                <mc:Fallback>
                  <p:oleObj name="公式" r:id="rId32" imgW="164814" imgH="177492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2777"/>
                          <a:ext cx="163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2" name="Object 47">
              <a:extLst>
                <a:ext uri="{FF2B5EF4-FFF2-40B4-BE49-F238E27FC236}">
                  <a16:creationId xmlns:a16="http://schemas.microsoft.com/office/drawing/2014/main" id="{20987BC5-44D7-4F79-B86F-CF8B4CFDAD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2" y="2707"/>
            <a:ext cx="27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6" name="公式" r:id="rId33" imgW="133446" imgH="142830" progId="Equation.3">
                    <p:embed/>
                  </p:oleObj>
                </mc:Choice>
                <mc:Fallback>
                  <p:oleObj name="公式" r:id="rId33" imgW="133446" imgH="14283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2707"/>
                          <a:ext cx="27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3600" name="Object 48">
            <a:extLst>
              <a:ext uri="{FF2B5EF4-FFF2-40B4-BE49-F238E27FC236}">
                <a16:creationId xmlns:a16="http://schemas.microsoft.com/office/drawing/2014/main" id="{DEF91984-AD0D-4553-8C37-1477A53C36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3646488"/>
          <a:ext cx="16637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7" name="公式" r:id="rId35" imgW="660400" imgH="228600" progId="Equation.3">
                  <p:embed/>
                </p:oleObj>
              </mc:Choice>
              <mc:Fallback>
                <p:oleObj name="公式" r:id="rId35" imgW="660400" imgH="2286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646488"/>
                        <a:ext cx="16637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601" name="Text Box 49">
            <a:extLst>
              <a:ext uri="{FF2B5EF4-FFF2-40B4-BE49-F238E27FC236}">
                <a16:creationId xmlns:a16="http://schemas.microsoft.com/office/drawing/2014/main" id="{E7E39F5D-8453-425C-A4D8-D837944EE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3670300"/>
            <a:ext cx="23764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显然，</a:t>
            </a:r>
          </a:p>
        </p:txBody>
      </p:sp>
      <p:graphicFrame>
        <p:nvGraphicFramePr>
          <p:cNvPr id="663606" name="Object 54">
            <a:extLst>
              <a:ext uri="{FF2B5EF4-FFF2-40B4-BE49-F238E27FC236}">
                <a16:creationId xmlns:a16="http://schemas.microsoft.com/office/drawing/2014/main" id="{B3DD0A56-3C08-4C41-90F5-5EE7EDCC6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4183063"/>
          <a:ext cx="22479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8" name="公式" r:id="rId37" imgW="964781" imgH="304668" progId="Equation.3">
                  <p:embed/>
                </p:oleObj>
              </mc:Choice>
              <mc:Fallback>
                <p:oleObj name="公式" r:id="rId37" imgW="964781" imgH="304668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4183063"/>
                        <a:ext cx="2247900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607" name="Object 55">
            <a:extLst>
              <a:ext uri="{FF2B5EF4-FFF2-40B4-BE49-F238E27FC236}">
                <a16:creationId xmlns:a16="http://schemas.microsoft.com/office/drawing/2014/main" id="{9E9C504A-340B-4F35-BB27-B965DC22CE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1713" y="4827588"/>
          <a:ext cx="42148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" name="Equation" r:id="rId39" imgW="1600200" imgH="406400" progId="Equation.DSMT4">
                  <p:embed/>
                </p:oleObj>
              </mc:Choice>
              <mc:Fallback>
                <p:oleObj name="Equation" r:id="rId39" imgW="1600200" imgH="4064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4827588"/>
                        <a:ext cx="421481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608" name="Object 56">
            <a:extLst>
              <a:ext uri="{FF2B5EF4-FFF2-40B4-BE49-F238E27FC236}">
                <a16:creationId xmlns:a16="http://schemas.microsoft.com/office/drawing/2014/main" id="{D2722B9B-3C7D-4F8C-994A-B4E55125FD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5200" y="5834063"/>
          <a:ext cx="248761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" name="公式" r:id="rId41" imgW="990170" imgH="342751" progId="Equation.3">
                  <p:embed/>
                </p:oleObj>
              </mc:Choice>
              <mc:Fallback>
                <p:oleObj name="公式" r:id="rId41" imgW="990170" imgH="342751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5834063"/>
                        <a:ext cx="2487613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609" name="Object 57">
            <a:extLst>
              <a:ext uri="{FF2B5EF4-FFF2-40B4-BE49-F238E27FC236}">
                <a16:creationId xmlns:a16="http://schemas.microsoft.com/office/drawing/2014/main" id="{BE750AB0-B9A9-4EC0-9588-CE9921CC8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6625" y="5834063"/>
          <a:ext cx="18637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" name="公式" r:id="rId43" imgW="774364" imgH="355446" progId="Equation.3">
                  <p:embed/>
                </p:oleObj>
              </mc:Choice>
              <mc:Fallback>
                <p:oleObj name="公式" r:id="rId43" imgW="774364" imgH="355446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5834063"/>
                        <a:ext cx="186372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610" name="Line 58">
            <a:extLst>
              <a:ext uri="{FF2B5EF4-FFF2-40B4-BE49-F238E27FC236}">
                <a16:creationId xmlns:a16="http://schemas.microsoft.com/office/drawing/2014/main" id="{ACE0D412-FC27-4A80-8958-9DA211A172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1075" y="1979613"/>
            <a:ext cx="698500" cy="6318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3611" name="Line 59">
            <a:extLst>
              <a:ext uri="{FF2B5EF4-FFF2-40B4-BE49-F238E27FC236}">
                <a16:creationId xmlns:a16="http://schemas.microsoft.com/office/drawing/2014/main" id="{261E3126-5479-41E5-8DDF-AED839FFA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2413" y="2606675"/>
            <a:ext cx="1441450" cy="3175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63612" name="Group 60">
            <a:extLst>
              <a:ext uri="{FF2B5EF4-FFF2-40B4-BE49-F238E27FC236}">
                <a16:creationId xmlns:a16="http://schemas.microsoft.com/office/drawing/2014/main" id="{910AE41B-8941-4B7E-A23E-ACAC473FE618}"/>
              </a:ext>
            </a:extLst>
          </p:cNvPr>
          <p:cNvGrpSpPr>
            <a:grpSpLocks/>
          </p:cNvGrpSpPr>
          <p:nvPr/>
        </p:nvGrpSpPr>
        <p:grpSpPr bwMode="auto">
          <a:xfrm>
            <a:off x="7675563" y="4852988"/>
            <a:ext cx="69850" cy="136525"/>
            <a:chOff x="5238" y="2856"/>
            <a:chExt cx="48" cy="93"/>
          </a:xfrm>
        </p:grpSpPr>
        <p:sp>
          <p:nvSpPr>
            <p:cNvPr id="6179" name="Line 61">
              <a:extLst>
                <a:ext uri="{FF2B5EF4-FFF2-40B4-BE49-F238E27FC236}">
                  <a16:creationId xmlns:a16="http://schemas.microsoft.com/office/drawing/2014/main" id="{5FF0147B-45B7-4DAD-8798-4E52A129A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1" y="2856"/>
              <a:ext cx="45" cy="4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0" name="Line 62">
              <a:extLst>
                <a:ext uri="{FF2B5EF4-FFF2-40B4-BE49-F238E27FC236}">
                  <a16:creationId xmlns:a16="http://schemas.microsoft.com/office/drawing/2014/main" id="{138D65FA-082F-4227-8497-9F3965322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8" y="2901"/>
              <a:ext cx="48" cy="4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3615" name="Text Box 63">
            <a:extLst>
              <a:ext uri="{FF2B5EF4-FFF2-40B4-BE49-F238E27FC236}">
                <a16:creationId xmlns:a16="http://schemas.microsoft.com/office/drawing/2014/main" id="{CB7CF9A6-967D-4B38-BFA7-1B82C1750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2384425"/>
            <a:ext cx="57594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不切割磁力线</a:t>
            </a:r>
            <a:r>
              <a:rPr lang="en-US" altLang="zh-CN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67" name="Text Box 3">
            <a:extLst>
              <a:ext uri="{FF2B5EF4-FFF2-40B4-BE49-F238E27FC236}">
                <a16:creationId xmlns:a16="http://schemas.microsoft.com/office/drawing/2014/main" id="{8C9C10D7-9A1D-4A86-8C01-CF27AE161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动生电动势</a:t>
            </a:r>
          </a:p>
        </p:txBody>
      </p:sp>
      <p:graphicFrame>
        <p:nvGraphicFramePr>
          <p:cNvPr id="6175" name="对象 1">
            <a:extLst>
              <a:ext uri="{FF2B5EF4-FFF2-40B4-BE49-F238E27FC236}">
                <a16:creationId xmlns:a16="http://schemas.microsoft.com/office/drawing/2014/main" id="{0AA0E485-3876-4E35-A2EF-F84055A69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6525" y="61913"/>
          <a:ext cx="24717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" name="Equation" r:id="rId45" imgW="1079032" imgH="291973" progId="Equation.DSMT4">
                  <p:embed/>
                </p:oleObj>
              </mc:Choice>
              <mc:Fallback>
                <p:oleObj name="Equation" r:id="rId45" imgW="1079032" imgH="291973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61913"/>
                        <a:ext cx="2471738" cy="6699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42">
            <a:extLst>
              <a:ext uri="{FF2B5EF4-FFF2-40B4-BE49-F238E27FC236}">
                <a16:creationId xmlns:a16="http://schemas.microsoft.com/office/drawing/2014/main" id="{9BD65F49-95EA-41B6-9207-90A176B45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3213100"/>
            <a:ext cx="35083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假设回路方向如图所示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331223-B0E3-4B10-BF6D-51AC458B2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763" y="6026150"/>
            <a:ext cx="568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/>
              <a:t>&gt;0</a:t>
            </a:r>
          </a:p>
        </p:txBody>
      </p:sp>
      <p:sp>
        <p:nvSpPr>
          <p:cNvPr id="69" name="Text Box 42">
            <a:extLst>
              <a:ext uri="{FF2B5EF4-FFF2-40B4-BE49-F238E27FC236}">
                <a16:creationId xmlns:a16="http://schemas.microsoft.com/office/drawing/2014/main" id="{647A80A7-6944-4B00-A57B-E4B6E94FC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6396038"/>
            <a:ext cx="3508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与假设回路方向相同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6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3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3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6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6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6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6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6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3000"/>
                                        <p:tgtEl>
                                          <p:spTgt spid="66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6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6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66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66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66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66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66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66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66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66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66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66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72" grpId="0"/>
      <p:bldP spid="663591" grpId="0"/>
      <p:bldP spid="663594" grpId="0"/>
      <p:bldP spid="663601" grpId="0"/>
      <p:bldP spid="663615" grpId="0"/>
      <p:bldP spid="66" grpId="0"/>
      <p:bldP spid="3" grpId="0"/>
      <p:bldP spid="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>
            <a:extLst>
              <a:ext uri="{FF2B5EF4-FFF2-40B4-BE49-F238E27FC236}">
                <a16:creationId xmlns:a16="http://schemas.microsoft.com/office/drawing/2014/main" id="{33D185E4-0197-482C-8B6D-B59263238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3525"/>
            <a:ext cx="7772400" cy="1055688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585" b="1" dirty="0">
                <a:solidFill>
                  <a:srgbClr val="FF0000"/>
                </a:solidFill>
              </a:rPr>
              <a:t>例</a:t>
            </a:r>
            <a:r>
              <a:rPr lang="en-US" altLang="zh-CN" sz="2585" b="1" dirty="0">
                <a:solidFill>
                  <a:srgbClr val="FF0000"/>
                </a:solidFill>
              </a:rPr>
              <a:t>2:</a:t>
            </a:r>
            <a:r>
              <a:rPr lang="en-US" altLang="zh-CN" sz="2585" b="1" dirty="0">
                <a:solidFill>
                  <a:srgbClr val="660033"/>
                </a:solidFill>
              </a:rPr>
              <a:t> </a:t>
            </a:r>
          </a:p>
        </p:txBody>
      </p:sp>
      <p:grpSp>
        <p:nvGrpSpPr>
          <p:cNvPr id="7171" name="Group 3">
            <a:extLst>
              <a:ext uri="{FF2B5EF4-FFF2-40B4-BE49-F238E27FC236}">
                <a16:creationId xmlns:a16="http://schemas.microsoft.com/office/drawing/2014/main" id="{7560CC68-B586-462F-AD3C-786208AF2511}"/>
              </a:ext>
            </a:extLst>
          </p:cNvPr>
          <p:cNvGrpSpPr>
            <a:grpSpLocks/>
          </p:cNvGrpSpPr>
          <p:nvPr/>
        </p:nvGrpSpPr>
        <p:grpSpPr bwMode="auto">
          <a:xfrm>
            <a:off x="729382" y="550863"/>
            <a:ext cx="6938962" cy="954928"/>
            <a:chOff x="400" y="196"/>
            <a:chExt cx="4735" cy="652"/>
          </a:xfrm>
        </p:grpSpPr>
        <p:graphicFrame>
          <p:nvGraphicFramePr>
            <p:cNvPr id="7205" name="Object 4">
              <a:extLst>
                <a:ext uri="{FF2B5EF4-FFF2-40B4-BE49-F238E27FC236}">
                  <a16:creationId xmlns:a16="http://schemas.microsoft.com/office/drawing/2014/main" id="{B6B3EE64-7B37-4FCD-8B52-5A80F0166B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" y="196"/>
            <a:ext cx="21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08" name="公式" r:id="rId3" imgW="152334" imgH="190417" progId="Equation.3">
                    <p:embed/>
                  </p:oleObj>
                </mc:Choice>
                <mc:Fallback>
                  <p:oleObj name="公式" r:id="rId3" imgW="152334" imgH="190417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" y="196"/>
                          <a:ext cx="21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5" name="Text Box 5">
              <a:extLst>
                <a:ext uri="{FF2B5EF4-FFF2-40B4-BE49-F238E27FC236}">
                  <a16:creationId xmlns:a16="http://schemas.microsoft.com/office/drawing/2014/main" id="{FB6524CE-CCF5-4BC5-A426-ED2165642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" y="208"/>
              <a:ext cx="4518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dirty="0">
                  <a:solidFill>
                    <a:schemeClr val="tx1"/>
                  </a:solidFill>
                </a:rPr>
                <a:t>均匀，则在打开过程中回路里的电动势是多少？</a:t>
              </a:r>
            </a:p>
          </p:txBody>
        </p:sp>
        <p:sp>
          <p:nvSpPr>
            <p:cNvPr id="24616" name="Text Box 6">
              <a:extLst>
                <a:ext uri="{FF2B5EF4-FFF2-40B4-BE49-F238E27FC236}">
                  <a16:creationId xmlns:a16="http://schemas.microsoft.com/office/drawing/2014/main" id="{5ED45672-E459-479A-991B-43CA755E2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" y="533"/>
              <a:ext cx="4518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dirty="0">
                  <a:solidFill>
                    <a:schemeClr val="tx1"/>
                  </a:solidFill>
                </a:rPr>
                <a:t>回路是边长为</a:t>
              </a:r>
              <a:r>
                <a:rPr lang="en-US" altLang="zh-CN" i="1" dirty="0">
                  <a:solidFill>
                    <a:schemeClr val="tx1"/>
                  </a:solidFill>
                </a:rPr>
                <a:t>a</a:t>
              </a:r>
              <a:r>
                <a:rPr lang="zh-CN" altLang="en-US" dirty="0">
                  <a:solidFill>
                    <a:schemeClr val="tx1"/>
                  </a:solidFill>
                </a:rPr>
                <a:t>的正方形，磁场与回路垂直。</a:t>
              </a:r>
            </a:p>
          </p:txBody>
        </p:sp>
      </p:grpSp>
      <p:grpSp>
        <p:nvGrpSpPr>
          <p:cNvPr id="7172" name="Group 7">
            <a:extLst>
              <a:ext uri="{FF2B5EF4-FFF2-40B4-BE49-F238E27FC236}">
                <a16:creationId xmlns:a16="http://schemas.microsoft.com/office/drawing/2014/main" id="{31BFD821-FA2B-4815-B498-6BAF3D700495}"/>
              </a:ext>
            </a:extLst>
          </p:cNvPr>
          <p:cNvGrpSpPr>
            <a:grpSpLocks/>
          </p:cNvGrpSpPr>
          <p:nvPr/>
        </p:nvGrpSpPr>
        <p:grpSpPr bwMode="auto">
          <a:xfrm>
            <a:off x="6335713" y="1095375"/>
            <a:ext cx="2114550" cy="2141538"/>
            <a:chOff x="860" y="1604"/>
            <a:chExt cx="1443" cy="1461"/>
          </a:xfrm>
        </p:grpSpPr>
        <p:sp>
          <p:nvSpPr>
            <p:cNvPr id="24601" name="Line 8">
              <a:extLst>
                <a:ext uri="{FF2B5EF4-FFF2-40B4-BE49-F238E27FC236}">
                  <a16:creationId xmlns:a16="http://schemas.microsoft.com/office/drawing/2014/main" id="{8465B159-31B1-4FDA-BF35-AD77FC51C8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0" y="2246"/>
              <a:ext cx="451" cy="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2" name="Line 9">
              <a:extLst>
                <a:ext uri="{FF2B5EF4-FFF2-40B4-BE49-F238E27FC236}">
                  <a16:creationId xmlns:a16="http://schemas.microsoft.com/office/drawing/2014/main" id="{03AD094F-DC9D-45A3-9188-10E1EF04E5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2" y="2246"/>
              <a:ext cx="444" cy="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3" name="Line 10">
              <a:extLst>
                <a:ext uri="{FF2B5EF4-FFF2-40B4-BE49-F238E27FC236}">
                  <a16:creationId xmlns:a16="http://schemas.microsoft.com/office/drawing/2014/main" id="{C61F1567-8D13-405C-9935-D65642045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" y="3065"/>
              <a:ext cx="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4" name="Line 11">
              <a:extLst>
                <a:ext uri="{FF2B5EF4-FFF2-40B4-BE49-F238E27FC236}">
                  <a16:creationId xmlns:a16="http://schemas.microsoft.com/office/drawing/2014/main" id="{FE9611E7-14DB-476D-B5E6-DC87CE1C5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0" y="2246"/>
              <a:ext cx="9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5" name="Line 12">
              <a:extLst>
                <a:ext uri="{FF2B5EF4-FFF2-40B4-BE49-F238E27FC236}">
                  <a16:creationId xmlns:a16="http://schemas.microsoft.com/office/drawing/2014/main" id="{9761D560-D6D8-4C38-86FD-CE001A0E76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6" y="1812"/>
              <a:ext cx="453" cy="8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6" name="Line 13">
              <a:extLst>
                <a:ext uri="{FF2B5EF4-FFF2-40B4-BE49-F238E27FC236}">
                  <a16:creationId xmlns:a16="http://schemas.microsoft.com/office/drawing/2014/main" id="{F7128CC9-2C7D-436A-A1A0-5BEDDE41C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9" y="2618"/>
              <a:ext cx="476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7" name="Line 14">
              <a:extLst>
                <a:ext uri="{FF2B5EF4-FFF2-40B4-BE49-F238E27FC236}">
                  <a16:creationId xmlns:a16="http://schemas.microsoft.com/office/drawing/2014/main" id="{A1B1B600-EA32-4463-9508-A85371DD3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1812"/>
              <a:ext cx="476" cy="4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8" name="Freeform 15">
              <a:extLst>
                <a:ext uri="{FF2B5EF4-FFF2-40B4-BE49-F238E27FC236}">
                  <a16:creationId xmlns:a16="http://schemas.microsoft.com/office/drawing/2014/main" id="{423DF72A-C7E3-49E4-924C-9D6ED5B84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1684"/>
              <a:ext cx="182" cy="140"/>
            </a:xfrm>
            <a:custGeom>
              <a:avLst/>
              <a:gdLst>
                <a:gd name="T0" fmla="*/ 0 w 180"/>
                <a:gd name="T1" fmla="*/ 140 h 140"/>
                <a:gd name="T2" fmla="*/ 36 w 180"/>
                <a:gd name="T3" fmla="*/ 20 h 140"/>
                <a:gd name="T4" fmla="*/ 180 w 180"/>
                <a:gd name="T5" fmla="*/ 2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0" h="140">
                  <a:moveTo>
                    <a:pt x="0" y="140"/>
                  </a:moveTo>
                  <a:cubicBezTo>
                    <a:pt x="3" y="90"/>
                    <a:pt x="6" y="40"/>
                    <a:pt x="36" y="20"/>
                  </a:cubicBezTo>
                  <a:cubicBezTo>
                    <a:pt x="66" y="0"/>
                    <a:pt x="123" y="10"/>
                    <a:pt x="180" y="20"/>
                  </a:cubicBezTo>
                </a:path>
              </a:pathLst>
            </a:custGeom>
            <a:noFill/>
            <a:ln w="9525">
              <a:solidFill>
                <a:srgbClr val="9933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9" name="Freeform 16">
              <a:extLst>
                <a:ext uri="{FF2B5EF4-FFF2-40B4-BE49-F238E27FC236}">
                  <a16:creationId xmlns:a16="http://schemas.microsoft.com/office/drawing/2014/main" id="{100C27C0-74D7-428B-A35D-5CF196A58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2958"/>
              <a:ext cx="76" cy="105"/>
            </a:xfrm>
            <a:custGeom>
              <a:avLst/>
              <a:gdLst>
                <a:gd name="T0" fmla="*/ 76 w 64"/>
                <a:gd name="T1" fmla="*/ 0 h 96"/>
                <a:gd name="T2" fmla="*/ 12 w 64"/>
                <a:gd name="T3" fmla="*/ 26 h 96"/>
                <a:gd name="T4" fmla="*/ 5 w 64"/>
                <a:gd name="T5" fmla="*/ 105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96">
                  <a:moveTo>
                    <a:pt x="64" y="0"/>
                  </a:moveTo>
                  <a:cubicBezTo>
                    <a:pt x="42" y="4"/>
                    <a:pt x="20" y="8"/>
                    <a:pt x="10" y="24"/>
                  </a:cubicBezTo>
                  <a:cubicBezTo>
                    <a:pt x="0" y="40"/>
                    <a:pt x="2" y="68"/>
                    <a:pt x="4" y="96"/>
                  </a:cubicBezTo>
                </a:path>
              </a:pathLst>
            </a:custGeom>
            <a:noFill/>
            <a:ln w="952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7201" name="Object 17">
              <a:extLst>
                <a:ext uri="{FF2B5EF4-FFF2-40B4-BE49-F238E27FC236}">
                  <a16:creationId xmlns:a16="http://schemas.microsoft.com/office/drawing/2014/main" id="{01A88D44-8C5B-45C4-B97D-09DC71D534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7" y="2798"/>
            <a:ext cx="15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09" name="公式" r:id="rId5" imgW="152334" imgH="190417" progId="Equation.3">
                    <p:embed/>
                  </p:oleObj>
                </mc:Choice>
                <mc:Fallback>
                  <p:oleObj name="公式" r:id="rId5" imgW="152334" imgH="190417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7" y="2798"/>
                          <a:ext cx="15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2" name="Object 18">
              <a:extLst>
                <a:ext uri="{FF2B5EF4-FFF2-40B4-BE49-F238E27FC236}">
                  <a16:creationId xmlns:a16="http://schemas.microsoft.com/office/drawing/2014/main" id="{3A535156-F86D-44C1-94EA-FEC4BF13B2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5" y="2828"/>
            <a:ext cx="164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" name="公式" r:id="rId6" imgW="164814" imgH="177492" progId="Equation.3">
                    <p:embed/>
                  </p:oleObj>
                </mc:Choice>
                <mc:Fallback>
                  <p:oleObj name="公式" r:id="rId6" imgW="164814" imgH="177492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5" y="2828"/>
                          <a:ext cx="164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3" name="Object 19">
              <a:extLst>
                <a:ext uri="{FF2B5EF4-FFF2-40B4-BE49-F238E27FC236}">
                  <a16:creationId xmlns:a16="http://schemas.microsoft.com/office/drawing/2014/main" id="{5E672BA0-4D64-418D-AB7C-6C597BD7B6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6" y="2864"/>
            <a:ext cx="12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1" name="公式" r:id="rId8" imgW="126725" imgH="177415" progId="Equation.3">
                    <p:embed/>
                  </p:oleObj>
                </mc:Choice>
                <mc:Fallback>
                  <p:oleObj name="公式" r:id="rId8" imgW="126725" imgH="17741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2864"/>
                          <a:ext cx="12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4" name="Object 20">
              <a:extLst>
                <a:ext uri="{FF2B5EF4-FFF2-40B4-BE49-F238E27FC236}">
                  <a16:creationId xmlns:a16="http://schemas.microsoft.com/office/drawing/2014/main" id="{0037553E-B405-448B-B80A-74EAF6B049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1604"/>
            <a:ext cx="151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2" name="公式" r:id="rId10" imgW="152334" imgH="139639" progId="Equation.3">
                    <p:embed/>
                  </p:oleObj>
                </mc:Choice>
                <mc:Fallback>
                  <p:oleObj name="公式" r:id="rId10" imgW="152334" imgH="13963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1604"/>
                          <a:ext cx="151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4597" name="Object 21">
            <a:extLst>
              <a:ext uri="{FF2B5EF4-FFF2-40B4-BE49-F238E27FC236}">
                <a16:creationId xmlns:a16="http://schemas.microsoft.com/office/drawing/2014/main" id="{62B4384B-C57E-44AD-AFCA-BA7C603A68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679575"/>
          <a:ext cx="16938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3" name="公式" r:id="rId12" imgW="837836" imgH="215806" progId="Equation.3">
                  <p:embed/>
                </p:oleObj>
              </mc:Choice>
              <mc:Fallback>
                <p:oleObj name="公式" r:id="rId12" imgW="837836" imgH="21580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79575"/>
                        <a:ext cx="16938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598" name="Text Box 22">
            <a:extLst>
              <a:ext uri="{FF2B5EF4-FFF2-40B4-BE49-F238E27FC236}">
                <a16:creationId xmlns:a16="http://schemas.microsoft.com/office/drawing/2014/main" id="{40A1EA1D-5F93-4E0A-817B-9EF2322F4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3" y="1628775"/>
            <a:ext cx="906462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rgbClr val="FF0000"/>
                </a:solidFill>
              </a:rPr>
              <a:t>解</a:t>
            </a:r>
            <a:r>
              <a:rPr lang="en-US" altLang="zh-CN" sz="2215" dirty="0">
                <a:solidFill>
                  <a:srgbClr val="FF0000"/>
                </a:solidFill>
              </a:rPr>
              <a:t>2</a:t>
            </a:r>
            <a:r>
              <a:rPr lang="zh-CN" altLang="en-US" sz="2215" dirty="0">
                <a:solidFill>
                  <a:srgbClr val="FF0000"/>
                </a:solidFill>
              </a:rPr>
              <a:t>：</a:t>
            </a:r>
          </a:p>
        </p:txBody>
      </p:sp>
      <p:graphicFrame>
        <p:nvGraphicFramePr>
          <p:cNvPr id="664599" name="Object 23">
            <a:extLst>
              <a:ext uri="{FF2B5EF4-FFF2-40B4-BE49-F238E27FC236}">
                <a16:creationId xmlns:a16="http://schemas.microsoft.com/office/drawing/2014/main" id="{907D7301-64AD-4EC8-91B4-7E1DF237E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4813" y="2427288"/>
          <a:ext cx="3095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" name="公式" r:id="rId14" imgW="95357" imgH="162000" progId="Equation.3">
                  <p:embed/>
                </p:oleObj>
              </mc:Choice>
              <mc:Fallback>
                <p:oleObj name="公式" r:id="rId14" imgW="95357" imgH="1620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4813" y="2427288"/>
                        <a:ext cx="30956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0" name="Object 24">
            <a:extLst>
              <a:ext uri="{FF2B5EF4-FFF2-40B4-BE49-F238E27FC236}">
                <a16:creationId xmlns:a16="http://schemas.microsoft.com/office/drawing/2014/main" id="{94F04FAD-17E3-49EE-A0FC-28E038A459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9150" y="2166938"/>
          <a:ext cx="6699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" name="公式" r:id="rId16" imgW="276346" imgH="162000" progId="Equation.3">
                  <p:embed/>
                </p:oleObj>
              </mc:Choice>
              <mc:Fallback>
                <p:oleObj name="公式" r:id="rId16" imgW="276346" imgH="1620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150" y="2166938"/>
                        <a:ext cx="6699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1" name="Object 25">
            <a:extLst>
              <a:ext uri="{FF2B5EF4-FFF2-40B4-BE49-F238E27FC236}">
                <a16:creationId xmlns:a16="http://schemas.microsoft.com/office/drawing/2014/main" id="{3D990B6D-625A-4C80-8703-46E30427F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3838" y="2376488"/>
          <a:ext cx="84613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6" name="公式" r:id="rId18" imgW="418918" imgH="215806" progId="Equation.3">
                  <p:embed/>
                </p:oleObj>
              </mc:Choice>
              <mc:Fallback>
                <p:oleObj name="公式" r:id="rId18" imgW="418918" imgH="215806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2376488"/>
                        <a:ext cx="846137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2" name="Object 26">
            <a:extLst>
              <a:ext uri="{FF2B5EF4-FFF2-40B4-BE49-F238E27FC236}">
                <a16:creationId xmlns:a16="http://schemas.microsoft.com/office/drawing/2014/main" id="{3192E195-64CC-448F-8417-CE247E4ABB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2274888"/>
          <a:ext cx="169386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7" name="公式" r:id="rId20" imgW="837836" imgH="342751" progId="Equation.3">
                  <p:embed/>
                </p:oleObj>
              </mc:Choice>
              <mc:Fallback>
                <p:oleObj name="公式" r:id="rId20" imgW="837836" imgH="342751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274888"/>
                        <a:ext cx="169386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3" name="Object 27">
            <a:extLst>
              <a:ext uri="{FF2B5EF4-FFF2-40B4-BE49-F238E27FC236}">
                <a16:creationId xmlns:a16="http://schemas.microsoft.com/office/drawing/2014/main" id="{D2B6417F-CC3C-45B1-81F7-55D04D8EE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8725" y="3375025"/>
          <a:ext cx="10318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8" name="公式" r:id="rId22" imgW="508000" imgH="368300" progId="Equation.3">
                  <p:embed/>
                </p:oleObj>
              </mc:Choice>
              <mc:Fallback>
                <p:oleObj name="公式" r:id="rId22" imgW="508000" imgH="3683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375025"/>
                        <a:ext cx="10318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4" name="Object 28">
            <a:extLst>
              <a:ext uri="{FF2B5EF4-FFF2-40B4-BE49-F238E27FC236}">
                <a16:creationId xmlns:a16="http://schemas.microsoft.com/office/drawing/2014/main" id="{E1FC2614-6DB6-4645-8983-DF5DD5880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5063" y="3444875"/>
          <a:ext cx="25939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9" name="公式" r:id="rId24" imgW="1282700" imgH="330200" progId="Equation.3">
                  <p:embed/>
                </p:oleObj>
              </mc:Choice>
              <mc:Fallback>
                <p:oleObj name="公式" r:id="rId24" imgW="1282700" imgH="330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3444875"/>
                        <a:ext cx="259397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5" name="Object 29">
            <a:extLst>
              <a:ext uri="{FF2B5EF4-FFF2-40B4-BE49-F238E27FC236}">
                <a16:creationId xmlns:a16="http://schemas.microsoft.com/office/drawing/2014/main" id="{5BDF66E6-3CA3-4B27-84C7-B559D1319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9713" y="4295775"/>
          <a:ext cx="17700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" name="公式" r:id="rId26" imgW="875920" imgH="355446" progId="Equation.3">
                  <p:embed/>
                </p:oleObj>
              </mc:Choice>
              <mc:Fallback>
                <p:oleObj name="公式" r:id="rId26" imgW="875920" imgH="35544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4295775"/>
                        <a:ext cx="17700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6" name="Object 30">
            <a:extLst>
              <a:ext uri="{FF2B5EF4-FFF2-40B4-BE49-F238E27FC236}">
                <a16:creationId xmlns:a16="http://schemas.microsoft.com/office/drawing/2014/main" id="{44BC4317-BC79-4A0B-9F9E-EF3D422DA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4700" y="4279900"/>
          <a:ext cx="1770063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" name="公式" r:id="rId28" imgW="875920" imgH="355446" progId="Equation.3">
                  <p:embed/>
                </p:oleObj>
              </mc:Choice>
              <mc:Fallback>
                <p:oleObj name="公式" r:id="rId28" imgW="875920" imgH="355446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4279900"/>
                        <a:ext cx="1770063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7" name="Object 31">
            <a:extLst>
              <a:ext uri="{FF2B5EF4-FFF2-40B4-BE49-F238E27FC236}">
                <a16:creationId xmlns:a16="http://schemas.microsoft.com/office/drawing/2014/main" id="{CAFEEE94-6F55-41DF-BC4D-4923246E64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0663" y="5210175"/>
          <a:ext cx="15144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" name="公式" r:id="rId30" imgW="774364" imgH="355446" progId="Equation.3">
                  <p:embed/>
                </p:oleObj>
              </mc:Choice>
              <mc:Fallback>
                <p:oleObj name="公式" r:id="rId30" imgW="774364" imgH="355446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5210175"/>
                        <a:ext cx="15144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32">
            <a:extLst>
              <a:ext uri="{FF2B5EF4-FFF2-40B4-BE49-F238E27FC236}">
                <a16:creationId xmlns:a16="http://schemas.microsoft.com/office/drawing/2014/main" id="{84DF6EAA-561C-4AF1-ABDF-DA4F02910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3563" y="3205163"/>
          <a:ext cx="309562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3" name="公式" r:id="rId32" imgW="95357" imgH="276210" progId="Equation.3">
                  <p:embed/>
                </p:oleObj>
              </mc:Choice>
              <mc:Fallback>
                <p:oleObj name="公式" r:id="rId32" imgW="95357" imgH="27621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563" y="3205163"/>
                        <a:ext cx="309562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5" name="Object 33">
            <a:extLst>
              <a:ext uri="{FF2B5EF4-FFF2-40B4-BE49-F238E27FC236}">
                <a16:creationId xmlns:a16="http://schemas.microsoft.com/office/drawing/2014/main" id="{224C33AE-E152-4070-AF6E-DA56A9C6CA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8888" y="2333625"/>
          <a:ext cx="257175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4" name="公式" r:id="rId34" imgW="66723" imgH="85860" progId="Equation.3">
                  <p:embed/>
                </p:oleObj>
              </mc:Choice>
              <mc:Fallback>
                <p:oleObj name="公式" r:id="rId34" imgW="66723" imgH="858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888" y="2333625"/>
                        <a:ext cx="257175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34">
            <a:extLst>
              <a:ext uri="{FF2B5EF4-FFF2-40B4-BE49-F238E27FC236}">
                <a16:creationId xmlns:a16="http://schemas.microsoft.com/office/drawing/2014/main" id="{88D96C2F-062A-4E40-BDC9-30720785A3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66088" y="1125538"/>
          <a:ext cx="30797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5" name="公式" r:id="rId36" imgW="95357" imgH="276210" progId="Equation.3">
                  <p:embed/>
                </p:oleObj>
              </mc:Choice>
              <mc:Fallback>
                <p:oleObj name="公式" r:id="rId36" imgW="95357" imgH="27621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6088" y="1125538"/>
                        <a:ext cx="307975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611" name="Text Box 35">
            <a:extLst>
              <a:ext uri="{FF2B5EF4-FFF2-40B4-BE49-F238E27FC236}">
                <a16:creationId xmlns:a16="http://schemas.microsoft.com/office/drawing/2014/main" id="{F897497D-9896-4DA6-91F2-AD735B16A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163" y="5338763"/>
            <a:ext cx="5535612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chemeClr val="tx1"/>
                </a:solidFill>
              </a:rPr>
              <a:t>方向如何？</a:t>
            </a:r>
          </a:p>
        </p:txBody>
      </p:sp>
      <p:graphicFrame>
        <p:nvGraphicFramePr>
          <p:cNvPr id="664612" name="Object 36">
            <a:extLst>
              <a:ext uri="{FF2B5EF4-FFF2-40B4-BE49-F238E27FC236}">
                <a16:creationId xmlns:a16="http://schemas.microsoft.com/office/drawing/2014/main" id="{0549849E-D4AD-4D4D-A9A5-936CAF7B96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0175" y="3960813"/>
          <a:ext cx="17780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6" name="公式" r:id="rId38" imgW="875920" imgH="304668" progId="Equation.3">
                  <p:embed/>
                </p:oleObj>
              </mc:Choice>
              <mc:Fallback>
                <p:oleObj name="公式" r:id="rId38" imgW="875920" imgH="304668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0175" y="3960813"/>
                        <a:ext cx="1778000" cy="6191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613" name="Arc 37">
            <a:extLst>
              <a:ext uri="{FF2B5EF4-FFF2-40B4-BE49-F238E27FC236}">
                <a16:creationId xmlns:a16="http://schemas.microsoft.com/office/drawing/2014/main" id="{8840FB98-90D5-44FA-B528-2321073BDB6B}"/>
              </a:ext>
            </a:extLst>
          </p:cNvPr>
          <p:cNvSpPr>
            <a:spLocks/>
          </p:cNvSpPr>
          <p:nvPr/>
        </p:nvSpPr>
        <p:spPr bwMode="auto">
          <a:xfrm rot="729502">
            <a:off x="7845425" y="1963738"/>
            <a:ext cx="290513" cy="720725"/>
          </a:xfrm>
          <a:custGeom>
            <a:avLst/>
            <a:gdLst>
              <a:gd name="T0" fmla="*/ 83427 w 21600"/>
              <a:gd name="T1" fmla="*/ 0 h 42219"/>
              <a:gd name="T2" fmla="*/ 43322 w 21600"/>
              <a:gd name="T3" fmla="*/ 781050 h 42219"/>
              <a:gd name="T4" fmla="*/ 0 w 21600"/>
              <a:gd name="T5" fmla="*/ 385262 h 4221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2219" fill="none" extrusionOk="0">
                <a:moveTo>
                  <a:pt x="5733" y="-1"/>
                </a:moveTo>
                <a:cubicBezTo>
                  <a:pt x="15105" y="2579"/>
                  <a:pt x="21600" y="11103"/>
                  <a:pt x="21600" y="20825"/>
                </a:cubicBezTo>
                <a:cubicBezTo>
                  <a:pt x="21600" y="31604"/>
                  <a:pt x="13653" y="40733"/>
                  <a:pt x="2976" y="42218"/>
                </a:cubicBezTo>
              </a:path>
              <a:path w="21600" h="42219" stroke="0" extrusionOk="0">
                <a:moveTo>
                  <a:pt x="5733" y="-1"/>
                </a:moveTo>
                <a:cubicBezTo>
                  <a:pt x="15105" y="2579"/>
                  <a:pt x="21600" y="11103"/>
                  <a:pt x="21600" y="20825"/>
                </a:cubicBezTo>
                <a:cubicBezTo>
                  <a:pt x="21600" y="31604"/>
                  <a:pt x="13653" y="40733"/>
                  <a:pt x="2976" y="42218"/>
                </a:cubicBezTo>
                <a:lnTo>
                  <a:pt x="0" y="20825"/>
                </a:lnTo>
                <a:lnTo>
                  <a:pt x="5733" y="-1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24600" name="Rectangle 38">
            <a:hlinkClick r:id="" action="ppaction://macro?name=TimerOnOff"/>
            <a:extLst>
              <a:ext uri="{FF2B5EF4-FFF2-40B4-BE49-F238E27FC236}">
                <a16:creationId xmlns:a16="http://schemas.microsoft.com/office/drawing/2014/main" id="{760A68C4-56D9-45CF-8A42-7F0D8DAB0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aphicFrame>
        <p:nvGraphicFramePr>
          <p:cNvPr id="7191" name="对象 1">
            <a:extLst>
              <a:ext uri="{FF2B5EF4-FFF2-40B4-BE49-F238E27FC236}">
                <a16:creationId xmlns:a16="http://schemas.microsoft.com/office/drawing/2014/main" id="{0C384B71-0A11-45F1-AC66-8A211E18D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5088" y="103188"/>
          <a:ext cx="122078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7" name="Equation" r:id="rId40" imgW="1019212" imgH="743040" progId="Equation.DSMT4">
                  <p:embed/>
                </p:oleObj>
              </mc:Choice>
              <mc:Fallback>
                <p:oleObj name="Equation" r:id="rId40" imgW="1019212" imgH="743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5088" y="103188"/>
                        <a:ext cx="1220787" cy="7429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4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4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66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66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6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6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6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66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6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66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66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66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6" dur="500"/>
                                        <p:tgtEl>
                                          <p:spTgt spid="66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64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64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"/>
                                        <p:tgtEl>
                                          <p:spTgt spid="6646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4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598" grpId="0"/>
      <p:bldP spid="6646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74DDD6F-3A6E-428D-98BB-989F1E7D8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7" y="548680"/>
            <a:ext cx="8778875" cy="2305050"/>
          </a:xfrm>
        </p:spPr>
        <p:txBody>
          <a:bodyPr/>
          <a:lstStyle/>
          <a:p>
            <a:pPr algn="l" eaLnBrk="1" hangingPunct="1"/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3: 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如图所示，有两根相距为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L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的平行导线，其一端用电阻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连接，导线上有一质量为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的金属棒无摩擦滑过，有一均匀磁场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与图面垂直。假设在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=0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瞬时金属棒以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的速度向左方滑动，求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(1)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金属棒的运动速度与时间的函数关系；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(2)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金属棒的运动距离与时间的函数关系；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(3)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能量守恒定律是否成立？试证明。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400" b="1" dirty="0">
                <a:solidFill>
                  <a:srgbClr val="0033CC"/>
                </a:solidFill>
                <a:latin typeface="+mn-ea"/>
                <a:ea typeface="+mn-ea"/>
              </a:rPr>
              <a:t>(8-T7)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5C14260-F7B3-4F83-AD6A-0BAA168CB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动生电动势</a:t>
            </a:r>
          </a:p>
        </p:txBody>
      </p:sp>
      <p:graphicFrame>
        <p:nvGraphicFramePr>
          <p:cNvPr id="8196" name="对象 1">
            <a:extLst>
              <a:ext uri="{FF2B5EF4-FFF2-40B4-BE49-F238E27FC236}">
                <a16:creationId xmlns:a16="http://schemas.microsoft.com/office/drawing/2014/main" id="{E98030B0-9CB8-47C2-81A8-0EACE1772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409867"/>
              </p:ext>
            </p:extLst>
          </p:nvPr>
        </p:nvGraphicFramePr>
        <p:xfrm>
          <a:off x="6486525" y="61913"/>
          <a:ext cx="24717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name="Equation" r:id="rId3" imgW="1079032" imgH="291973" progId="Equation.DSMT4">
                  <p:embed/>
                </p:oleObj>
              </mc:Choice>
              <mc:Fallback>
                <p:oleObj name="Equation" r:id="rId3" imgW="1079032" imgH="291973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61913"/>
                        <a:ext cx="2471738" cy="6699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7" name="图片 6">
            <a:extLst>
              <a:ext uri="{FF2B5EF4-FFF2-40B4-BE49-F238E27FC236}">
                <a16:creationId xmlns:a16="http://schemas.microsoft.com/office/drawing/2014/main" id="{69451EC9-50E6-4DA2-B526-17F2A22B42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2" t="48201" r="17369" b="21501"/>
          <a:stretch>
            <a:fillRect/>
          </a:stretch>
        </p:blipFill>
        <p:spPr bwMode="auto">
          <a:xfrm>
            <a:off x="5652640" y="2751980"/>
            <a:ext cx="29845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Rectangle 2">
            <a:extLst>
              <a:ext uri="{FF2B5EF4-FFF2-40B4-BE49-F238E27FC236}">
                <a16:creationId xmlns:a16="http://schemas.microsoft.com/office/drawing/2014/main" id="{B25EC9F5-5048-4908-8F19-70EDF0930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90" y="2917080"/>
            <a:ext cx="9366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解：</a:t>
            </a:r>
            <a:endParaRPr lang="en-US" altLang="zh-CN" sz="2400">
              <a:solidFill>
                <a:srgbClr val="0033CC"/>
              </a:solidFill>
              <a:latin typeface="+mn-ea"/>
              <a:ea typeface="+mn-ea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3EBBF29-09EF-4E0A-B3D6-3E8BA7CA8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103" y="2934543"/>
            <a:ext cx="4824412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+mn-ea"/>
                <a:ea typeface="+mn-ea"/>
              </a:rPr>
              <a:t>(1)</a:t>
            </a:r>
            <a:r>
              <a:rPr lang="zh-CN" altLang="en-US" sz="2400">
                <a:latin typeface="+mn-ea"/>
                <a:ea typeface="+mn-ea"/>
              </a:rPr>
              <a:t>任意时刻金属棒中动生电动势</a:t>
            </a:r>
            <a:endParaRPr lang="en-US" altLang="zh-CN" sz="2400">
              <a:latin typeface="+mn-ea"/>
              <a:ea typeface="+mn-ea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4F60E1C-FF0E-4E57-85A4-805B482697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304363"/>
              </p:ext>
            </p:extLst>
          </p:nvPr>
        </p:nvGraphicFramePr>
        <p:xfrm>
          <a:off x="767903" y="3401268"/>
          <a:ext cx="22288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" name="Equation" r:id="rId6" imgW="1079032" imgH="291973" progId="Equation.DSMT4">
                  <p:embed/>
                </p:oleObj>
              </mc:Choice>
              <mc:Fallback>
                <p:oleObj name="Equation" r:id="rId6" imgW="1079032" imgH="291973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903" y="3401268"/>
                        <a:ext cx="22288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FFA13C6-C4C1-4E8E-ABA6-2705FE92B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956818"/>
              </p:ext>
            </p:extLst>
          </p:nvPr>
        </p:nvGraphicFramePr>
        <p:xfrm>
          <a:off x="3017390" y="3426668"/>
          <a:ext cx="9779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6" name="Equation" r:id="rId8" imgW="405872" imgH="177569" progId="Equation.DSMT4">
                  <p:embed/>
                </p:oleObj>
              </mc:Choice>
              <mc:Fallback>
                <p:oleObj name="Equation" r:id="rId8" imgW="405872" imgH="177569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390" y="3426668"/>
                        <a:ext cx="9779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A7BF05EF-7FFF-41A3-BD6B-8F9F4DB51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65" y="4029918"/>
            <a:ext cx="16097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回路电流</a:t>
            </a:r>
            <a:endParaRPr lang="en-US" altLang="zh-CN" sz="2400">
              <a:latin typeface="+mn-ea"/>
              <a:ea typeface="+mn-ea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9AAFD1F-899A-4504-880F-B2CEE0AB4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56078"/>
              </p:ext>
            </p:extLst>
          </p:nvPr>
        </p:nvGraphicFramePr>
        <p:xfrm>
          <a:off x="1691828" y="3937843"/>
          <a:ext cx="15621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7" name="Equation" r:id="rId10" imgW="837836" imgH="406224" progId="Equation.DSMT4">
                  <p:embed/>
                </p:oleObj>
              </mc:Choice>
              <mc:Fallback>
                <p:oleObj name="Equation" r:id="rId10" imgW="837836" imgH="406224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828" y="3937843"/>
                        <a:ext cx="156210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326622D-B5ED-4761-8652-427F842B20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08340" y="3534618"/>
            <a:ext cx="0" cy="477837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E114FE7-DB0E-498B-9318-F0DD7B1B3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3690" y="3533030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FF0000"/>
                </a:solidFill>
                <a:latin typeface="+mn-ea"/>
                <a:ea typeface="+mn-ea"/>
              </a:rPr>
              <a:t>I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C04F0C5-84A2-4E66-9106-2FBCED77C6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478" y="3436193"/>
            <a:ext cx="576262" cy="0"/>
          </a:xfrm>
          <a:prstGeom prst="straightConnector1">
            <a:avLst/>
          </a:prstGeom>
          <a:noFill/>
          <a:ln w="44450" algn="ctr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0CCC4C1-6EBF-40F0-AE15-DBF82A881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103" y="2990105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+mn-ea"/>
                <a:ea typeface="+mn-ea"/>
              </a:rPr>
              <a:t>F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B637268-168C-4F1C-B35C-8385DC8FC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28" y="4631580"/>
            <a:ext cx="26892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金属棒受安培力</a:t>
            </a:r>
            <a:endParaRPr lang="en-US" altLang="zh-CN" sz="2400">
              <a:latin typeface="+mn-ea"/>
              <a:ea typeface="+mn-ea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8E5F913-586D-43D0-857A-EEC6418AC8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622675"/>
              </p:ext>
            </p:extLst>
          </p:nvPr>
        </p:nvGraphicFramePr>
        <p:xfrm>
          <a:off x="2412553" y="4631580"/>
          <a:ext cx="218916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8" name="Equation" r:id="rId12" imgW="939800" imgH="279400" progId="Equation.DSMT4">
                  <p:embed/>
                </p:oleObj>
              </mc:Choice>
              <mc:Fallback>
                <p:oleObj name="Equation" r:id="rId12" imgW="939800" imgH="27940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553" y="4631580"/>
                        <a:ext cx="2189162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31DE27E-3814-45F4-A85D-45FDDD607E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798590"/>
              </p:ext>
            </p:extLst>
          </p:nvPr>
        </p:nvGraphicFramePr>
        <p:xfrm>
          <a:off x="4573140" y="4414093"/>
          <a:ext cx="122237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9" name="Equation" r:id="rId14" imgW="545863" imgH="418918" progId="Equation.DSMT4">
                  <p:embed/>
                </p:oleObj>
              </mc:Choice>
              <mc:Fallback>
                <p:oleObj name="Equation" r:id="rId14" imgW="545863" imgH="418918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140" y="4414093"/>
                        <a:ext cx="122237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D292CBB-A493-4BAE-95AC-C505B9B215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185382"/>
              </p:ext>
            </p:extLst>
          </p:nvPr>
        </p:nvGraphicFramePr>
        <p:xfrm>
          <a:off x="5724078" y="4482355"/>
          <a:ext cx="12319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Equation" r:id="rId16" imgW="558558" imgH="393529" progId="Equation.DSMT4">
                  <p:embed/>
                </p:oleObj>
              </mc:Choice>
              <mc:Fallback>
                <p:oleObj name="Equation" r:id="rId16" imgW="558558" imgH="393529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078" y="4482355"/>
                        <a:ext cx="12319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78DE64C-7062-4457-BE3E-4EE4816DC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471881"/>
              </p:ext>
            </p:extLst>
          </p:nvPr>
        </p:nvGraphicFramePr>
        <p:xfrm>
          <a:off x="7191374" y="4480768"/>
          <a:ext cx="1989138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1" name="Equation" r:id="rId18" imgW="939800" imgH="419100" progId="Equation.DSMT4">
                  <p:embed/>
                </p:oleObj>
              </mc:Choice>
              <mc:Fallback>
                <p:oleObj name="Equation" r:id="rId18" imgW="939800" imgH="4191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74" y="4480768"/>
                        <a:ext cx="1989138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右箭头 27">
            <a:extLst>
              <a:ext uri="{FF2B5EF4-FFF2-40B4-BE49-F238E27FC236}">
                <a16:creationId xmlns:a16="http://schemas.microsoft.com/office/drawing/2014/main" id="{A53A4FB7-14BE-4371-B4EF-E743D1CBA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041" y="4779218"/>
            <a:ext cx="288256" cy="341312"/>
          </a:xfrm>
          <a:prstGeom prst="rightArrow">
            <a:avLst>
              <a:gd name="adj1" fmla="val 50000"/>
              <a:gd name="adj2" fmla="val 50021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2EE812BE-C006-4656-A32D-8379F0F05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28" y="5218955"/>
            <a:ext cx="26892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积分得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95FD45-E117-4175-A336-5425C835B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78" y="5909518"/>
            <a:ext cx="31261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+mn-ea"/>
                <a:ea typeface="+mn-ea"/>
              </a:rPr>
              <a:t>(2)</a:t>
            </a:r>
            <a:r>
              <a:rPr lang="zh-CN" altLang="en-US" sz="2400">
                <a:latin typeface="+mn-ea"/>
                <a:ea typeface="+mn-ea"/>
              </a:rPr>
              <a:t>距离随时间的关系</a:t>
            </a:r>
            <a:endParaRPr lang="en-US" altLang="zh-CN" sz="2400">
              <a:solidFill>
                <a:srgbClr val="0033CC"/>
              </a:solidFill>
              <a:latin typeface="+mn-ea"/>
              <a:ea typeface="+mn-ea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D7247A70-D57E-4761-9A0E-2C11A601E2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515354"/>
              </p:ext>
            </p:extLst>
          </p:nvPr>
        </p:nvGraphicFramePr>
        <p:xfrm>
          <a:off x="3277740" y="5622180"/>
          <a:ext cx="3155950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2" name="Equation" r:id="rId20" imgW="1396394" imgH="495085" progId="Equation.DSMT4">
                  <p:embed/>
                </p:oleObj>
              </mc:Choice>
              <mc:Fallback>
                <p:oleObj name="Equation" r:id="rId20" imgW="1396394" imgH="495085" progId="Equation.DSMT4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740" y="5622180"/>
                        <a:ext cx="3155950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CAF400D-3AFD-4F38-8C66-A7A8AD5AB9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858824"/>
              </p:ext>
            </p:extLst>
          </p:nvPr>
        </p:nvGraphicFramePr>
        <p:xfrm>
          <a:off x="6476553" y="5604718"/>
          <a:ext cx="26797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3" name="Equation" r:id="rId22" imgW="1231366" imgH="444307" progId="Equation.DSMT4">
                  <p:embed/>
                </p:oleObj>
              </mc:Choice>
              <mc:Fallback>
                <p:oleObj name="Equation" r:id="rId22" imgW="1231366" imgH="444307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553" y="5604718"/>
                        <a:ext cx="267970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5B61C4E1-6E0F-43BD-B335-3DA5AF0431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788673"/>
              </p:ext>
            </p:extLst>
          </p:nvPr>
        </p:nvGraphicFramePr>
        <p:xfrm>
          <a:off x="1169540" y="5080843"/>
          <a:ext cx="33051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Equation" r:id="rId24" imgW="3305077" imgH="895320" progId="Equation.DSMT4">
                  <p:embed/>
                </p:oleObj>
              </mc:Choice>
              <mc:Fallback>
                <p:oleObj name="Equation" r:id="rId24" imgW="3305077" imgH="89532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540" y="5080843"/>
                        <a:ext cx="33051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20" grpId="0"/>
      <p:bldP spid="21" grpId="0"/>
      <p:bldP spid="28" grpId="0" animBg="1"/>
      <p:bldP spid="29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0CC4C1B-5158-4EE0-B8F2-EB9780041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731838"/>
            <a:ext cx="8424862" cy="2305050"/>
          </a:xfrm>
        </p:spPr>
        <p:txBody>
          <a:bodyPr/>
          <a:lstStyle/>
          <a:p>
            <a:pPr algn="l" eaLnBrk="1" hangingPunct="1"/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3: 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如图所示，有两根相距为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L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的平行导线，其一端用电阻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连接，导线上有一质量为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的金属棒无摩擦滑过，有一均匀磁场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与图面垂直。假设在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=0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瞬时金属棒以</a:t>
            </a:r>
            <a:r>
              <a:rPr lang="en-US" altLang="zh-CN" sz="2400" b="1" i="1" dirty="0">
                <a:solidFill>
                  <a:schemeClr val="tx1"/>
                </a:solidFill>
                <a:latin typeface="+mn-ea"/>
                <a:ea typeface="+mn-ea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的速度向左方滑动，求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(1)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金属棒的运动速度与时间的函数关系；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(2)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金属棒的运动距离与时间的函数关系；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(3)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能量守恒定律是否成立？试证明。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400" b="1" dirty="0">
                <a:solidFill>
                  <a:srgbClr val="0033CC"/>
                </a:solidFill>
                <a:latin typeface="+mn-ea"/>
                <a:ea typeface="+mn-ea"/>
              </a:rPr>
              <a:t>(8-T7)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E9123DE-CD41-49C4-99B0-F167C49CA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动生电动势</a:t>
            </a:r>
          </a:p>
        </p:txBody>
      </p:sp>
      <p:graphicFrame>
        <p:nvGraphicFramePr>
          <p:cNvPr id="9220" name="对象 1">
            <a:extLst>
              <a:ext uri="{FF2B5EF4-FFF2-40B4-BE49-F238E27FC236}">
                <a16:creationId xmlns:a16="http://schemas.microsoft.com/office/drawing/2014/main" id="{0153319E-47C0-4222-89C0-7A9AC0CBF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352099"/>
              </p:ext>
            </p:extLst>
          </p:nvPr>
        </p:nvGraphicFramePr>
        <p:xfrm>
          <a:off x="6486525" y="61913"/>
          <a:ext cx="24717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5" name="Equation" r:id="rId3" imgW="1079032" imgH="291973" progId="Equation.DSMT4">
                  <p:embed/>
                </p:oleObj>
              </mc:Choice>
              <mc:Fallback>
                <p:oleObj name="Equation" r:id="rId3" imgW="1079032" imgH="291973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61913"/>
                        <a:ext cx="2471738" cy="6699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1" name="图片 6">
            <a:extLst>
              <a:ext uri="{FF2B5EF4-FFF2-40B4-BE49-F238E27FC236}">
                <a16:creationId xmlns:a16="http://schemas.microsoft.com/office/drawing/2014/main" id="{241350EA-5A98-4BDD-8081-05EC18D2E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2" t="48201" r="17369" b="21501"/>
          <a:stretch>
            <a:fillRect/>
          </a:stretch>
        </p:blipFill>
        <p:spPr bwMode="auto">
          <a:xfrm>
            <a:off x="5724128" y="2924175"/>
            <a:ext cx="29845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2">
            <a:extLst>
              <a:ext uri="{FF2B5EF4-FFF2-40B4-BE49-F238E27FC236}">
                <a16:creationId xmlns:a16="http://schemas.microsoft.com/office/drawing/2014/main" id="{8B3FCB84-DD0B-4C36-8379-BA63FA353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3089275"/>
            <a:ext cx="9366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解：</a:t>
            </a:r>
            <a:endParaRPr lang="en-US" altLang="zh-CN" sz="2400">
              <a:solidFill>
                <a:srgbClr val="0033CC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0C5D97F-9562-459A-8EBF-8BF57B67AB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142498"/>
              </p:ext>
            </p:extLst>
          </p:nvPr>
        </p:nvGraphicFramePr>
        <p:xfrm>
          <a:off x="171450" y="3567113"/>
          <a:ext cx="1655763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6" name="Equation" r:id="rId6" imgW="888614" imgH="406224" progId="Equation.DSMT4">
                  <p:embed/>
                </p:oleObj>
              </mc:Choice>
              <mc:Fallback>
                <p:oleObj name="Equation" r:id="rId6" imgW="888614" imgH="406224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" y="3567113"/>
                        <a:ext cx="1655763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224" name="直接箭头连接符 15">
            <a:extLst>
              <a:ext uri="{FF2B5EF4-FFF2-40B4-BE49-F238E27FC236}">
                <a16:creationId xmlns:a16="http://schemas.microsoft.com/office/drawing/2014/main" id="{9CDA3A40-4F52-41AD-88C9-D0564227A3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79828" y="3706813"/>
            <a:ext cx="0" cy="477837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5" name="文本框 16">
            <a:extLst>
              <a:ext uri="{FF2B5EF4-FFF2-40B4-BE49-F238E27FC236}">
                <a16:creationId xmlns:a16="http://schemas.microsoft.com/office/drawing/2014/main" id="{DACC6A74-E623-44AC-9FA7-618DE903C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091" y="3697288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FF0000"/>
                </a:solidFill>
                <a:latin typeface="+mn-ea"/>
                <a:ea typeface="+mn-ea"/>
              </a:rPr>
              <a:t>I</a:t>
            </a:r>
          </a:p>
        </p:txBody>
      </p:sp>
      <p:cxnSp>
        <p:nvCxnSpPr>
          <p:cNvPr id="9226" name="直接箭头连接符 17">
            <a:extLst>
              <a:ext uri="{FF2B5EF4-FFF2-40B4-BE49-F238E27FC236}">
                <a16:creationId xmlns:a16="http://schemas.microsoft.com/office/drawing/2014/main" id="{0B5B330B-2F5F-49F4-90B8-0E07205E10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0966" y="3608388"/>
            <a:ext cx="576262" cy="0"/>
          </a:xfrm>
          <a:prstGeom prst="straightConnector1">
            <a:avLst/>
          </a:prstGeom>
          <a:noFill/>
          <a:ln w="44450" algn="ctr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7" name="文本框 19">
            <a:extLst>
              <a:ext uri="{FF2B5EF4-FFF2-40B4-BE49-F238E27FC236}">
                <a16:creationId xmlns:a16="http://schemas.microsoft.com/office/drawing/2014/main" id="{6373A91F-C9D7-42BF-818E-5FB667F60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8591" y="3162300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+mn-ea"/>
                <a:ea typeface="+mn-ea"/>
              </a:rPr>
              <a:t>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E7FB1FE-97DC-4DA4-994E-F06ACF09D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124200"/>
            <a:ext cx="5207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(3)</a:t>
            </a:r>
            <a:r>
              <a:rPr lang="zh-CN" altLang="en-US" sz="2400" dirty="0">
                <a:latin typeface="+mn-ea"/>
                <a:ea typeface="+mn-ea"/>
              </a:rPr>
              <a:t>回路中能量经电阻</a:t>
            </a:r>
            <a:r>
              <a:rPr lang="en-US" altLang="zh-CN" sz="2400" i="1" dirty="0">
                <a:latin typeface="+mn-ea"/>
                <a:ea typeface="+mn-ea"/>
              </a:rPr>
              <a:t>R </a:t>
            </a:r>
            <a:r>
              <a:rPr lang="zh-CN" altLang="en-US" sz="2400" dirty="0">
                <a:latin typeface="+mn-ea"/>
                <a:ea typeface="+mn-ea"/>
              </a:rPr>
              <a:t>转换成热能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6059CB87-4679-4666-8709-FCB4B86B69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662889"/>
              </p:ext>
            </p:extLst>
          </p:nvPr>
        </p:nvGraphicFramePr>
        <p:xfrm>
          <a:off x="1879600" y="3486150"/>
          <a:ext cx="18002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" name="Equation" r:id="rId8" imgW="736600" imgH="368300" progId="Equation.DSMT4">
                  <p:embed/>
                </p:oleObj>
              </mc:Choice>
              <mc:Fallback>
                <p:oleObj name="Equation" r:id="rId8" imgW="736600" imgH="36830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486150"/>
                        <a:ext cx="18002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9AC7E344-A606-4DAA-A917-2A6139735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37075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热能</a:t>
            </a:r>
            <a:endParaRPr lang="en-US" altLang="zh-CN" sz="2400">
              <a:latin typeface="+mn-ea"/>
              <a:ea typeface="+mn-ea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FCC5B40-1FAF-4F75-A32D-BB4EB516D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795802"/>
              </p:ext>
            </p:extLst>
          </p:nvPr>
        </p:nvGraphicFramePr>
        <p:xfrm>
          <a:off x="903288" y="4324350"/>
          <a:ext cx="606742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8" name="Equation" r:id="rId10" imgW="3238500" imgH="444500" progId="Equation.DSMT4">
                  <p:embed/>
                </p:oleObj>
              </mc:Choice>
              <mc:Fallback>
                <p:oleObj name="Equation" r:id="rId10" imgW="3238500" imgH="4445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4324350"/>
                        <a:ext cx="6067425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A058A91-546C-4C09-BE5F-2F7DCE9E5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908660"/>
              </p:ext>
            </p:extLst>
          </p:nvPr>
        </p:nvGraphicFramePr>
        <p:xfrm>
          <a:off x="865188" y="5210175"/>
          <a:ext cx="39322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9" name="Equation" r:id="rId12" imgW="1866090" imgH="444307" progId="Equation.DSMT4">
                  <p:embed/>
                </p:oleObj>
              </mc:Choice>
              <mc:Fallback>
                <p:oleObj name="Equation" r:id="rId12" imgW="1866090" imgH="444307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5210175"/>
                        <a:ext cx="393223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887D27D-EC5B-4AA3-887B-9A61969616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198226"/>
              </p:ext>
            </p:extLst>
          </p:nvPr>
        </p:nvGraphicFramePr>
        <p:xfrm>
          <a:off x="4921250" y="5246688"/>
          <a:ext cx="12223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0" name="Equation" r:id="rId14" imgW="558558" imgH="393529" progId="Equation.DSMT4">
                  <p:embed/>
                </p:oleObj>
              </mc:Choice>
              <mc:Fallback>
                <p:oleObj name="Equation" r:id="rId14" imgW="558558" imgH="393529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5246688"/>
                        <a:ext cx="122237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>
            <a:extLst>
              <a:ext uri="{FF2B5EF4-FFF2-40B4-BE49-F238E27FC236}">
                <a16:creationId xmlns:a16="http://schemas.microsoft.com/office/drawing/2014/main" id="{7460CB48-5254-45EA-B774-3157E4DEF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63" y="6257925"/>
            <a:ext cx="5108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即总热能等于初始机械能，能量守恒</a:t>
            </a:r>
            <a:endParaRPr lang="en-US" altLang="zh-CN" sz="240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736" name="Group 8">
            <a:extLst>
              <a:ext uri="{FF2B5EF4-FFF2-40B4-BE49-F238E27FC236}">
                <a16:creationId xmlns:a16="http://schemas.microsoft.com/office/drawing/2014/main" id="{6A0ED2D8-9CD1-453D-B492-8B183755AD3D}"/>
              </a:ext>
            </a:extLst>
          </p:cNvPr>
          <p:cNvGrpSpPr>
            <a:grpSpLocks/>
          </p:cNvGrpSpPr>
          <p:nvPr/>
        </p:nvGrpSpPr>
        <p:grpSpPr bwMode="auto">
          <a:xfrm>
            <a:off x="25400" y="781050"/>
            <a:ext cx="8558213" cy="1276350"/>
            <a:chOff x="71" y="336"/>
            <a:chExt cx="5391" cy="871"/>
          </a:xfrm>
        </p:grpSpPr>
        <p:sp>
          <p:nvSpPr>
            <p:cNvPr id="16491" name="Text Box 9">
              <a:extLst>
                <a:ext uri="{FF2B5EF4-FFF2-40B4-BE49-F238E27FC236}">
                  <a16:creationId xmlns:a16="http://schemas.microsoft.com/office/drawing/2014/main" id="{84F149B2-1C03-4AA7-BE53-41A3E1C91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" y="341"/>
              <a:ext cx="62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585" dirty="0">
                  <a:solidFill>
                    <a:srgbClr val="FF3300"/>
                  </a:solidFill>
                </a:rPr>
                <a:t>例</a:t>
              </a:r>
              <a:r>
                <a:rPr lang="en-US" altLang="zh-CN" sz="2585" dirty="0">
                  <a:solidFill>
                    <a:srgbClr val="FF3300"/>
                  </a:solidFill>
                </a:rPr>
                <a:t>4</a:t>
              </a:r>
              <a:r>
                <a:rPr lang="zh-CN" altLang="en-US" sz="2215" dirty="0">
                  <a:solidFill>
                    <a:srgbClr val="FF3300"/>
                  </a:solidFill>
                </a:rPr>
                <a:t>：</a:t>
              </a:r>
            </a:p>
          </p:txBody>
        </p:sp>
        <p:sp>
          <p:nvSpPr>
            <p:cNvPr id="16492" name="Text Box 10">
              <a:extLst>
                <a:ext uri="{FF2B5EF4-FFF2-40B4-BE49-F238E27FC236}">
                  <a16:creationId xmlns:a16="http://schemas.microsoft.com/office/drawing/2014/main" id="{A2E86C89-E3C2-4DE8-864D-8BA4FD685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336"/>
              <a:ext cx="4992" cy="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585" dirty="0">
                  <a:solidFill>
                    <a:schemeClr val="tx1"/>
                  </a:solidFill>
                </a:rPr>
                <a:t>求一个轴对称磁场变化时的涡旋电场。已知磁场均匀分布在半径为</a:t>
              </a:r>
              <a:r>
                <a:rPr lang="en-US" altLang="zh-CN" sz="2585" i="1" dirty="0">
                  <a:solidFill>
                    <a:schemeClr val="tx1"/>
                  </a:solidFill>
                </a:rPr>
                <a:t>R</a:t>
              </a:r>
              <a:r>
                <a:rPr lang="zh-CN" altLang="en-US" sz="2585" dirty="0">
                  <a:solidFill>
                    <a:schemeClr val="tx1"/>
                  </a:solidFill>
                </a:rPr>
                <a:t>的范围内，</a:t>
              </a:r>
              <a:r>
                <a:rPr lang="en-US" altLang="zh-CN" sz="2585" dirty="0">
                  <a:solidFill>
                    <a:schemeClr val="tx1"/>
                  </a:solidFill>
                </a:rPr>
                <a:t>d</a:t>
              </a:r>
              <a:r>
                <a:rPr lang="en-US" altLang="zh-CN" sz="2585" i="1" dirty="0">
                  <a:solidFill>
                    <a:schemeClr val="tx1"/>
                  </a:solidFill>
                </a:rPr>
                <a:t>B</a:t>
              </a:r>
              <a:r>
                <a:rPr lang="en-US" altLang="zh-CN" sz="2585" dirty="0">
                  <a:solidFill>
                    <a:schemeClr val="tx1"/>
                  </a:solidFill>
                </a:rPr>
                <a:t>/</a:t>
              </a:r>
              <a:r>
                <a:rPr lang="en-US" altLang="zh-CN" sz="2585" dirty="0" err="1">
                  <a:solidFill>
                    <a:schemeClr val="tx1"/>
                  </a:solidFill>
                </a:rPr>
                <a:t>d</a:t>
              </a:r>
              <a:r>
                <a:rPr lang="en-US" altLang="zh-CN" sz="2585" i="1" dirty="0" err="1">
                  <a:solidFill>
                    <a:schemeClr val="tx1"/>
                  </a:solidFill>
                </a:rPr>
                <a:t>t</a:t>
              </a:r>
              <a:r>
                <a:rPr lang="en-US" altLang="zh-CN" sz="2585" dirty="0">
                  <a:solidFill>
                    <a:schemeClr val="tx1"/>
                  </a:solidFill>
                </a:rPr>
                <a:t>=</a:t>
              </a:r>
              <a:r>
                <a:rPr lang="zh-CN" altLang="en-US" sz="2585" dirty="0">
                  <a:solidFill>
                    <a:schemeClr val="tx1"/>
                  </a:solidFill>
                </a:rPr>
                <a:t>常量，而且大于零。</a:t>
              </a:r>
            </a:p>
          </p:txBody>
        </p:sp>
        <p:sp>
          <p:nvSpPr>
            <p:cNvPr id="16493" name="Text Box 11">
              <a:extLst>
                <a:ext uri="{FF2B5EF4-FFF2-40B4-BE49-F238E27FC236}">
                  <a16:creationId xmlns:a16="http://schemas.microsoft.com/office/drawing/2014/main" id="{56F6F0D2-E7E6-403C-983B-4824718A1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873"/>
              <a:ext cx="384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585" dirty="0">
                  <a:solidFill>
                    <a:schemeClr val="tx1"/>
                  </a:solidFill>
                </a:rPr>
                <a:t>求： </a:t>
              </a:r>
              <a:r>
                <a:rPr lang="en-US" altLang="zh-CN" sz="2585" dirty="0">
                  <a:solidFill>
                    <a:schemeClr val="tx1"/>
                  </a:solidFill>
                </a:rPr>
                <a:t>1</a:t>
              </a:r>
              <a:r>
                <a:rPr lang="zh-CN" altLang="en-US" sz="2585" dirty="0">
                  <a:solidFill>
                    <a:schemeClr val="tx1"/>
                  </a:solidFill>
                </a:rPr>
                <a:t>）任意距中心</a:t>
              </a:r>
              <a:r>
                <a:rPr lang="en-US" altLang="zh-CN" sz="2585" i="1" dirty="0">
                  <a:solidFill>
                    <a:schemeClr val="tx1"/>
                  </a:solidFill>
                </a:rPr>
                <a:t>o</a:t>
              </a:r>
              <a:r>
                <a:rPr lang="zh-CN" altLang="en-US" sz="2585" dirty="0">
                  <a:solidFill>
                    <a:schemeClr val="tx1"/>
                  </a:solidFill>
                </a:rPr>
                <a:t>为</a:t>
              </a:r>
              <a:r>
                <a:rPr lang="en-US" altLang="zh-CN" sz="2585" i="1" dirty="0">
                  <a:solidFill>
                    <a:schemeClr val="tx1"/>
                  </a:solidFill>
                </a:rPr>
                <a:t>r</a:t>
              </a:r>
              <a:r>
                <a:rPr lang="zh-CN" altLang="en-US" sz="2585" dirty="0">
                  <a:solidFill>
                    <a:schemeClr val="tx1"/>
                  </a:solidFill>
                </a:rPr>
                <a:t>处的</a:t>
              </a:r>
              <a:r>
                <a:rPr lang="en-US" altLang="zh-CN" sz="2585" i="1" dirty="0" err="1">
                  <a:solidFill>
                    <a:schemeClr val="tx1"/>
                  </a:solidFill>
                </a:rPr>
                <a:t>E</a:t>
              </a:r>
              <a:r>
                <a:rPr lang="en-US" altLang="zh-CN" sz="2585" i="1" baseline="-25000" dirty="0" err="1">
                  <a:solidFill>
                    <a:schemeClr val="tx1"/>
                  </a:solidFill>
                </a:rPr>
                <a:t>i</a:t>
              </a:r>
              <a:r>
                <a:rPr lang="en-US" altLang="zh-CN" sz="2585" dirty="0">
                  <a:solidFill>
                    <a:schemeClr val="tx1"/>
                  </a:solidFill>
                </a:rPr>
                <a:t>=?</a:t>
              </a:r>
            </a:p>
          </p:txBody>
        </p:sp>
      </p:grpSp>
      <p:sp>
        <p:nvSpPr>
          <p:cNvPr id="713741" name="Text Box 13">
            <a:extLst>
              <a:ext uri="{FF2B5EF4-FFF2-40B4-BE49-F238E27FC236}">
                <a16:creationId xmlns:a16="http://schemas.microsoft.com/office/drawing/2014/main" id="{4F3B8006-28F4-4D4E-B985-8ACD8C082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074863"/>
            <a:ext cx="12954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3300"/>
                </a:solidFill>
              </a:rPr>
              <a:t>解：</a:t>
            </a:r>
          </a:p>
        </p:txBody>
      </p:sp>
      <p:sp>
        <p:nvSpPr>
          <p:cNvPr id="713742" name="Text Box 14">
            <a:extLst>
              <a:ext uri="{FF2B5EF4-FFF2-40B4-BE49-F238E27FC236}">
                <a16:creationId xmlns:a16="http://schemas.microsoft.com/office/drawing/2014/main" id="{8FF91C34-F991-409B-AC58-DBD6195AF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060575"/>
            <a:ext cx="6143625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dirty="0">
                <a:solidFill>
                  <a:schemeClr val="tx1"/>
                </a:solidFill>
              </a:rPr>
              <a:t> 1)</a:t>
            </a:r>
            <a:r>
              <a:rPr lang="zh-CN" altLang="en-US" sz="2585" dirty="0">
                <a:solidFill>
                  <a:schemeClr val="tx1"/>
                </a:solidFill>
              </a:rPr>
              <a:t>由</a:t>
            </a:r>
            <a:r>
              <a:rPr lang="en-US" altLang="zh-CN" sz="2585" i="1" dirty="0">
                <a:solidFill>
                  <a:schemeClr val="tx1"/>
                </a:solidFill>
              </a:rPr>
              <a:t>B</a:t>
            </a:r>
            <a:r>
              <a:rPr lang="zh-CN" altLang="en-US" sz="2585" dirty="0">
                <a:solidFill>
                  <a:schemeClr val="tx1"/>
                </a:solidFill>
              </a:rPr>
              <a:t>的均匀及柱对称性可知，在同一圆周上</a:t>
            </a:r>
            <a:r>
              <a:rPr lang="en-US" altLang="zh-CN" sz="2585" i="1" dirty="0" err="1">
                <a:solidFill>
                  <a:schemeClr val="tx1"/>
                </a:solidFill>
              </a:rPr>
              <a:t>E</a:t>
            </a:r>
            <a:r>
              <a:rPr lang="en-US" altLang="zh-CN" sz="2585" i="1" baseline="-25000" dirty="0" err="1">
                <a:solidFill>
                  <a:schemeClr val="tx1"/>
                </a:solidFill>
              </a:rPr>
              <a:t>i</a:t>
            </a:r>
            <a:r>
              <a:rPr lang="zh-CN" altLang="en-US" sz="2585" dirty="0">
                <a:solidFill>
                  <a:schemeClr val="tx1"/>
                </a:solidFill>
              </a:rPr>
              <a:t>的大小相等，且</a:t>
            </a:r>
            <a:r>
              <a:rPr lang="zh-CN" altLang="en-US" sz="2585" dirty="0">
                <a:solidFill>
                  <a:srgbClr val="3333FF"/>
                </a:solidFill>
              </a:rPr>
              <a:t>沿切线方向</a:t>
            </a:r>
            <a:r>
              <a:rPr lang="zh-CN" altLang="en-US" sz="2585" dirty="0">
                <a:solidFill>
                  <a:schemeClr val="tx1"/>
                </a:solidFill>
              </a:rPr>
              <a:t>，</a:t>
            </a:r>
          </a:p>
        </p:txBody>
      </p:sp>
      <p:grpSp>
        <p:nvGrpSpPr>
          <p:cNvPr id="713743" name="Group 15">
            <a:extLst>
              <a:ext uri="{FF2B5EF4-FFF2-40B4-BE49-F238E27FC236}">
                <a16:creationId xmlns:a16="http://schemas.microsoft.com/office/drawing/2014/main" id="{04BFC554-B6F7-47B1-97A3-7319FE5B535C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117725"/>
            <a:ext cx="1905000" cy="1803400"/>
            <a:chOff x="192" y="1200"/>
            <a:chExt cx="1200" cy="1231"/>
          </a:xfrm>
        </p:grpSpPr>
        <p:grpSp>
          <p:nvGrpSpPr>
            <p:cNvPr id="10281" name="Group 16">
              <a:extLst>
                <a:ext uri="{FF2B5EF4-FFF2-40B4-BE49-F238E27FC236}">
                  <a16:creationId xmlns:a16="http://schemas.microsoft.com/office/drawing/2014/main" id="{A9D8BCF3-C01C-4588-80EC-8C85920A7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200"/>
              <a:ext cx="1200" cy="1231"/>
              <a:chOff x="192" y="1200"/>
              <a:chExt cx="1200" cy="1231"/>
            </a:xfrm>
          </p:grpSpPr>
          <p:sp>
            <p:nvSpPr>
              <p:cNvPr id="16441" name="Oval 17">
                <a:extLst>
                  <a:ext uri="{FF2B5EF4-FFF2-40B4-BE49-F238E27FC236}">
                    <a16:creationId xmlns:a16="http://schemas.microsoft.com/office/drawing/2014/main" id="{444086F1-4F6B-4019-8B7B-8576094CE1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280"/>
                <a:ext cx="1135" cy="115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sp>
            <p:nvSpPr>
              <p:cNvPr id="16442" name="Oval 18">
                <a:extLst>
                  <a:ext uri="{FF2B5EF4-FFF2-40B4-BE49-F238E27FC236}">
                    <a16:creationId xmlns:a16="http://schemas.microsoft.com/office/drawing/2014/main" id="{21C1CC27-B14B-4141-9AC7-FB4F40912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658" cy="669"/>
              </a:xfrm>
              <a:prstGeom prst="ellips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grpSp>
            <p:nvGrpSpPr>
              <p:cNvPr id="10294" name="Group 19">
                <a:extLst>
                  <a:ext uri="{FF2B5EF4-FFF2-40B4-BE49-F238E27FC236}">
                    <a16:creationId xmlns:a16="http://schemas.microsoft.com/office/drawing/2014/main" id="{BA065373-11FA-44DA-89CE-477FB7FA98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" y="2129"/>
                <a:ext cx="137" cy="127"/>
                <a:chOff x="1090" y="3836"/>
                <a:chExt cx="110" cy="100"/>
              </a:xfrm>
            </p:grpSpPr>
            <p:grpSp>
              <p:nvGrpSpPr>
                <p:cNvPr id="10338" name="Group 20">
                  <a:extLst>
                    <a:ext uri="{FF2B5EF4-FFF2-40B4-BE49-F238E27FC236}">
                      <a16:creationId xmlns:a16="http://schemas.microsoft.com/office/drawing/2014/main" id="{60E8D68F-78EF-4586-B6C8-DD3A0A4A24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89" name="Line 21">
                    <a:extLst>
                      <a:ext uri="{FF2B5EF4-FFF2-40B4-BE49-F238E27FC236}">
                        <a16:creationId xmlns:a16="http://schemas.microsoft.com/office/drawing/2014/main" id="{E80F0B0C-9385-401B-AE6B-EDEF5D5A36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490" name="Line 22">
                    <a:extLst>
                      <a:ext uri="{FF2B5EF4-FFF2-40B4-BE49-F238E27FC236}">
                        <a16:creationId xmlns:a16="http://schemas.microsoft.com/office/drawing/2014/main" id="{C9FC248F-D018-407F-AAFE-1D98E4B200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488" name="Line 23">
                  <a:extLst>
                    <a:ext uri="{FF2B5EF4-FFF2-40B4-BE49-F238E27FC236}">
                      <a16:creationId xmlns:a16="http://schemas.microsoft.com/office/drawing/2014/main" id="{6E41D898-1BAC-4237-946F-D55430D2C0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0295" name="Group 24">
                <a:extLst>
                  <a:ext uri="{FF2B5EF4-FFF2-40B4-BE49-F238E27FC236}">
                    <a16:creationId xmlns:a16="http://schemas.microsoft.com/office/drawing/2014/main" id="{41C37DBF-2A87-47E1-951F-BBA65D119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794"/>
                <a:ext cx="137" cy="126"/>
                <a:chOff x="1090" y="3836"/>
                <a:chExt cx="110" cy="100"/>
              </a:xfrm>
            </p:grpSpPr>
            <p:grpSp>
              <p:nvGrpSpPr>
                <p:cNvPr id="10334" name="Group 25">
                  <a:extLst>
                    <a:ext uri="{FF2B5EF4-FFF2-40B4-BE49-F238E27FC236}">
                      <a16:creationId xmlns:a16="http://schemas.microsoft.com/office/drawing/2014/main" id="{380FE0CE-21E3-4BCA-A9DA-B3640EDC71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85" name="Line 26">
                    <a:extLst>
                      <a:ext uri="{FF2B5EF4-FFF2-40B4-BE49-F238E27FC236}">
                        <a16:creationId xmlns:a16="http://schemas.microsoft.com/office/drawing/2014/main" id="{B285702E-91DF-4E9F-9572-27FF4A1195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486" name="Line 27">
                    <a:extLst>
                      <a:ext uri="{FF2B5EF4-FFF2-40B4-BE49-F238E27FC236}">
                        <a16:creationId xmlns:a16="http://schemas.microsoft.com/office/drawing/2014/main" id="{5118F034-37EA-4E56-998D-D0E56CB9E8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484" name="Line 28">
                  <a:extLst>
                    <a:ext uri="{FF2B5EF4-FFF2-40B4-BE49-F238E27FC236}">
                      <a16:creationId xmlns:a16="http://schemas.microsoft.com/office/drawing/2014/main" id="{21E8341A-362C-444E-A90C-0D7CD90242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0296" name="Group 29">
                <a:extLst>
                  <a:ext uri="{FF2B5EF4-FFF2-40B4-BE49-F238E27FC236}">
                    <a16:creationId xmlns:a16="http://schemas.microsoft.com/office/drawing/2014/main" id="{7C362DC0-C045-43C6-BFFD-A851603058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3" y="1458"/>
                <a:ext cx="137" cy="126"/>
                <a:chOff x="1090" y="3836"/>
                <a:chExt cx="110" cy="100"/>
              </a:xfrm>
            </p:grpSpPr>
            <p:grpSp>
              <p:nvGrpSpPr>
                <p:cNvPr id="10330" name="Group 30">
                  <a:extLst>
                    <a:ext uri="{FF2B5EF4-FFF2-40B4-BE49-F238E27FC236}">
                      <a16:creationId xmlns:a16="http://schemas.microsoft.com/office/drawing/2014/main" id="{4DDC6F19-9CBF-4D39-ADB6-32942EEC31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81" name="Line 31">
                    <a:extLst>
                      <a:ext uri="{FF2B5EF4-FFF2-40B4-BE49-F238E27FC236}">
                        <a16:creationId xmlns:a16="http://schemas.microsoft.com/office/drawing/2014/main" id="{78D2022D-B108-480F-80CE-EBDF9DAF8F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482" name="Line 32">
                    <a:extLst>
                      <a:ext uri="{FF2B5EF4-FFF2-40B4-BE49-F238E27FC236}">
                        <a16:creationId xmlns:a16="http://schemas.microsoft.com/office/drawing/2014/main" id="{2EF69CEE-128D-49DE-9303-A60F48DD94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480" name="Line 33">
                  <a:extLst>
                    <a:ext uri="{FF2B5EF4-FFF2-40B4-BE49-F238E27FC236}">
                      <a16:creationId xmlns:a16="http://schemas.microsoft.com/office/drawing/2014/main" id="{411CE82E-572D-4B37-83C1-4464A266AF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0297" name="Group 34">
                <a:extLst>
                  <a:ext uri="{FF2B5EF4-FFF2-40B4-BE49-F238E27FC236}">
                    <a16:creationId xmlns:a16="http://schemas.microsoft.com/office/drawing/2014/main" id="{6506C877-059A-4CEE-9DA0-2A97CCC4E8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1794"/>
                <a:ext cx="137" cy="126"/>
                <a:chOff x="1090" y="3836"/>
                <a:chExt cx="110" cy="100"/>
              </a:xfrm>
            </p:grpSpPr>
            <p:grpSp>
              <p:nvGrpSpPr>
                <p:cNvPr id="10326" name="Group 35">
                  <a:extLst>
                    <a:ext uri="{FF2B5EF4-FFF2-40B4-BE49-F238E27FC236}">
                      <a16:creationId xmlns:a16="http://schemas.microsoft.com/office/drawing/2014/main" id="{D57C162E-09C5-4392-A471-9FD643F850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77" name="Line 36">
                    <a:extLst>
                      <a:ext uri="{FF2B5EF4-FFF2-40B4-BE49-F238E27FC236}">
                        <a16:creationId xmlns:a16="http://schemas.microsoft.com/office/drawing/2014/main" id="{DD8387A8-FAD3-4C44-AE72-3F881C4C5F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478" name="Line 37">
                    <a:extLst>
                      <a:ext uri="{FF2B5EF4-FFF2-40B4-BE49-F238E27FC236}">
                        <a16:creationId xmlns:a16="http://schemas.microsoft.com/office/drawing/2014/main" id="{EB6D0BCF-2F27-405E-9B2F-D3E30A5350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476" name="Line 38">
                  <a:extLst>
                    <a:ext uri="{FF2B5EF4-FFF2-40B4-BE49-F238E27FC236}">
                      <a16:creationId xmlns:a16="http://schemas.microsoft.com/office/drawing/2014/main" id="{2825A84B-E4BE-432E-831A-9858AC859F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0298" name="Group 39">
                <a:extLst>
                  <a:ext uri="{FF2B5EF4-FFF2-40B4-BE49-F238E27FC236}">
                    <a16:creationId xmlns:a16="http://schemas.microsoft.com/office/drawing/2014/main" id="{2807A135-E15B-4397-AA8E-8E0897A96F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7" y="1452"/>
                <a:ext cx="137" cy="126"/>
                <a:chOff x="1090" y="3836"/>
                <a:chExt cx="110" cy="100"/>
              </a:xfrm>
            </p:grpSpPr>
            <p:grpSp>
              <p:nvGrpSpPr>
                <p:cNvPr id="10322" name="Group 40">
                  <a:extLst>
                    <a:ext uri="{FF2B5EF4-FFF2-40B4-BE49-F238E27FC236}">
                      <a16:creationId xmlns:a16="http://schemas.microsoft.com/office/drawing/2014/main" id="{BBD458D1-B0A7-4D4B-A95D-AA02A8CB53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73" name="Line 41">
                    <a:extLst>
                      <a:ext uri="{FF2B5EF4-FFF2-40B4-BE49-F238E27FC236}">
                        <a16:creationId xmlns:a16="http://schemas.microsoft.com/office/drawing/2014/main" id="{9B035A60-F46A-4558-B1DE-5F508A9BCF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2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474" name="Line 42">
                    <a:extLst>
                      <a:ext uri="{FF2B5EF4-FFF2-40B4-BE49-F238E27FC236}">
                        <a16:creationId xmlns:a16="http://schemas.microsoft.com/office/drawing/2014/main" id="{798CC924-2B85-415D-9B78-1C1403FB9E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472" name="Line 43">
                  <a:extLst>
                    <a:ext uri="{FF2B5EF4-FFF2-40B4-BE49-F238E27FC236}">
                      <a16:creationId xmlns:a16="http://schemas.microsoft.com/office/drawing/2014/main" id="{550E5550-F4E3-4958-9B06-66CC5C50CE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2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0299" name="Group 44">
                <a:extLst>
                  <a:ext uri="{FF2B5EF4-FFF2-40B4-BE49-F238E27FC236}">
                    <a16:creationId xmlns:a16="http://schemas.microsoft.com/office/drawing/2014/main" id="{E89D33F4-F6DE-4A1B-8A03-F31FE5D4EC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25" y="1776"/>
                <a:ext cx="137" cy="126"/>
                <a:chOff x="1090" y="3836"/>
                <a:chExt cx="110" cy="100"/>
              </a:xfrm>
            </p:grpSpPr>
            <p:grpSp>
              <p:nvGrpSpPr>
                <p:cNvPr id="10318" name="Group 45">
                  <a:extLst>
                    <a:ext uri="{FF2B5EF4-FFF2-40B4-BE49-F238E27FC236}">
                      <a16:creationId xmlns:a16="http://schemas.microsoft.com/office/drawing/2014/main" id="{22218D2A-82B0-46BE-9CF0-4C52ECF900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69" name="Line 46">
                    <a:extLst>
                      <a:ext uri="{FF2B5EF4-FFF2-40B4-BE49-F238E27FC236}">
                        <a16:creationId xmlns:a16="http://schemas.microsoft.com/office/drawing/2014/main" id="{863D03D5-55E9-441B-B304-0DE4EDB888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2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470" name="Line 47">
                    <a:extLst>
                      <a:ext uri="{FF2B5EF4-FFF2-40B4-BE49-F238E27FC236}">
                        <a16:creationId xmlns:a16="http://schemas.microsoft.com/office/drawing/2014/main" id="{E727DA2C-25FA-4C42-9B6A-470183A9DF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468" name="Line 48">
                  <a:extLst>
                    <a:ext uri="{FF2B5EF4-FFF2-40B4-BE49-F238E27FC236}">
                      <a16:creationId xmlns:a16="http://schemas.microsoft.com/office/drawing/2014/main" id="{ED4E90EA-6FF0-4605-A713-F05C0A0AF3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2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0300" name="Group 49">
                <a:extLst>
                  <a:ext uri="{FF2B5EF4-FFF2-40B4-BE49-F238E27FC236}">
                    <a16:creationId xmlns:a16="http://schemas.microsoft.com/office/drawing/2014/main" id="{E652F28A-C98E-4941-92B5-5BB84E10AC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6" y="1464"/>
                <a:ext cx="137" cy="127"/>
                <a:chOff x="1090" y="3836"/>
                <a:chExt cx="110" cy="100"/>
              </a:xfrm>
            </p:grpSpPr>
            <p:grpSp>
              <p:nvGrpSpPr>
                <p:cNvPr id="10314" name="Group 50">
                  <a:extLst>
                    <a:ext uri="{FF2B5EF4-FFF2-40B4-BE49-F238E27FC236}">
                      <a16:creationId xmlns:a16="http://schemas.microsoft.com/office/drawing/2014/main" id="{8E66785A-E67A-4991-9302-189CB75F9C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65" name="Line 51">
                    <a:extLst>
                      <a:ext uri="{FF2B5EF4-FFF2-40B4-BE49-F238E27FC236}">
                        <a16:creationId xmlns:a16="http://schemas.microsoft.com/office/drawing/2014/main" id="{CD89C2CF-80E7-4A80-9725-543BB1F492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1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466" name="Line 52">
                    <a:extLst>
                      <a:ext uri="{FF2B5EF4-FFF2-40B4-BE49-F238E27FC236}">
                        <a16:creationId xmlns:a16="http://schemas.microsoft.com/office/drawing/2014/main" id="{1E53B0ED-A105-4EDA-BC24-25B1817916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464" name="Line 53">
                  <a:extLst>
                    <a:ext uri="{FF2B5EF4-FFF2-40B4-BE49-F238E27FC236}">
                      <a16:creationId xmlns:a16="http://schemas.microsoft.com/office/drawing/2014/main" id="{792B00AA-18F1-4E64-9326-28AA791637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1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0301" name="Group 54">
                <a:extLst>
                  <a:ext uri="{FF2B5EF4-FFF2-40B4-BE49-F238E27FC236}">
                    <a16:creationId xmlns:a16="http://schemas.microsoft.com/office/drawing/2014/main" id="{68019E6A-9D96-4C83-AA33-AE33221CC3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1794"/>
                <a:ext cx="137" cy="126"/>
                <a:chOff x="1090" y="3836"/>
                <a:chExt cx="110" cy="100"/>
              </a:xfrm>
            </p:grpSpPr>
            <p:grpSp>
              <p:nvGrpSpPr>
                <p:cNvPr id="10310" name="Group 55">
                  <a:extLst>
                    <a:ext uri="{FF2B5EF4-FFF2-40B4-BE49-F238E27FC236}">
                      <a16:creationId xmlns:a16="http://schemas.microsoft.com/office/drawing/2014/main" id="{AD3EB23D-41A5-4326-94FE-6AE9F3A3AF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61" name="Line 56">
                    <a:extLst>
                      <a:ext uri="{FF2B5EF4-FFF2-40B4-BE49-F238E27FC236}">
                        <a16:creationId xmlns:a16="http://schemas.microsoft.com/office/drawing/2014/main" id="{48B4D167-9F93-4E87-A979-923A0D7B39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462" name="Line 57">
                    <a:extLst>
                      <a:ext uri="{FF2B5EF4-FFF2-40B4-BE49-F238E27FC236}">
                        <a16:creationId xmlns:a16="http://schemas.microsoft.com/office/drawing/2014/main" id="{75D8FE65-7A74-4544-B423-03C4B677ED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5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460" name="Line 58">
                  <a:extLst>
                    <a:ext uri="{FF2B5EF4-FFF2-40B4-BE49-F238E27FC236}">
                      <a16:creationId xmlns:a16="http://schemas.microsoft.com/office/drawing/2014/main" id="{AFFEF864-5686-482C-9EC2-1231BAAAFE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16451" name="Oval 59">
                <a:extLst>
                  <a:ext uri="{FF2B5EF4-FFF2-40B4-BE49-F238E27FC236}">
                    <a16:creationId xmlns:a16="http://schemas.microsoft.com/office/drawing/2014/main" id="{265FF599-7DCA-4F92-8950-E2269246B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" y="1504"/>
                <a:ext cx="60" cy="6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sp>
            <p:nvSpPr>
              <p:cNvPr id="16452" name="Oval 60">
                <a:extLst>
                  <a:ext uri="{FF2B5EF4-FFF2-40B4-BE49-F238E27FC236}">
                    <a16:creationId xmlns:a16="http://schemas.microsoft.com/office/drawing/2014/main" id="{1292FD77-BB1A-41B2-A46C-F261BE95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1861"/>
                <a:ext cx="60" cy="6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sp>
            <p:nvSpPr>
              <p:cNvPr id="16453" name="Line 61">
                <a:extLst>
                  <a:ext uri="{FF2B5EF4-FFF2-40B4-BE49-F238E27FC236}">
                    <a16:creationId xmlns:a16="http://schemas.microsoft.com/office/drawing/2014/main" id="{43916471-94B3-41ED-B3B7-02EA6AC0C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8" y="1632"/>
                <a:ext cx="239" cy="24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  <p:sp>
            <p:nvSpPr>
              <p:cNvPr id="16454" name="Text Box 62">
                <a:extLst>
                  <a:ext uri="{FF2B5EF4-FFF2-40B4-BE49-F238E27FC236}">
                    <a16:creationId xmlns:a16="http://schemas.microsoft.com/office/drawing/2014/main" id="{80CC8B81-4242-4D91-A0DA-6C4B6B33D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" y="1737"/>
                <a:ext cx="29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sz="2585" i="1">
                    <a:solidFill>
                      <a:schemeClr val="tx1"/>
                    </a:solidFill>
                  </a:rPr>
                  <a:t>o</a:t>
                </a:r>
                <a:endParaRPr lang="en-US" altLang="zh-CN" sz="2585" i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6455" name="Text Box 63">
                <a:extLst>
                  <a:ext uri="{FF2B5EF4-FFF2-40B4-BE49-F238E27FC236}">
                    <a16:creationId xmlns:a16="http://schemas.microsoft.com/office/drawing/2014/main" id="{F38B1DAA-F2F2-4E8C-A73F-C8A2EED8DE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3" y="1728"/>
                <a:ext cx="29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sz="2585" i="1">
                    <a:solidFill>
                      <a:schemeClr val="tx1"/>
                    </a:solidFill>
                  </a:rPr>
                  <a:t>a</a:t>
                </a:r>
                <a:endParaRPr lang="en-US" altLang="zh-CN" sz="2585" i="1">
                  <a:solidFill>
                    <a:srgbClr val="006600"/>
                  </a:solidFill>
                </a:endParaRPr>
              </a:p>
            </p:txBody>
          </p:sp>
          <p:sp>
            <p:nvSpPr>
              <p:cNvPr id="16456" name="Oval 64">
                <a:extLst>
                  <a:ext uri="{FF2B5EF4-FFF2-40B4-BE49-F238E27FC236}">
                    <a16:creationId xmlns:a16="http://schemas.microsoft.com/office/drawing/2014/main" id="{BAA97EE9-EBF9-4A61-B6B4-014C0578FC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" y="1878"/>
                <a:ext cx="60" cy="6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sp>
            <p:nvSpPr>
              <p:cNvPr id="16457" name="Text Box 65">
                <a:extLst>
                  <a:ext uri="{FF2B5EF4-FFF2-40B4-BE49-F238E27FC236}">
                    <a16:creationId xmlns:a16="http://schemas.microsoft.com/office/drawing/2014/main" id="{7698310F-F80D-42C4-ACEB-994169EA98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200"/>
                <a:ext cx="247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sz="2585" i="1">
                    <a:solidFill>
                      <a:schemeClr val="tx1"/>
                    </a:solidFill>
                  </a:rPr>
                  <a:t>b</a:t>
                </a:r>
                <a:endParaRPr lang="en-US" altLang="zh-CN" sz="2585" i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6458" name="Text Box 66">
                <a:extLst>
                  <a:ext uri="{FF2B5EF4-FFF2-40B4-BE49-F238E27FC236}">
                    <a16:creationId xmlns:a16="http://schemas.microsoft.com/office/drawing/2014/main" id="{37B62A1A-623B-4F3B-BC3C-A51DF883E9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2" y="1520"/>
                <a:ext cx="240" cy="3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sz="2585" i="1">
                    <a:solidFill>
                      <a:schemeClr val="tx1"/>
                    </a:solidFill>
                  </a:rPr>
                  <a:t>r</a:t>
                </a:r>
                <a:endParaRPr lang="en-US" altLang="zh-CN" sz="2585" i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0282" name="Group 67">
              <a:extLst>
                <a:ext uri="{FF2B5EF4-FFF2-40B4-BE49-F238E27FC236}">
                  <a16:creationId xmlns:a16="http://schemas.microsoft.com/office/drawing/2014/main" id="{A71DCACC-DB14-41C2-87A3-011DABBA3C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130"/>
              <a:ext cx="137" cy="126"/>
              <a:chOff x="1090" y="3836"/>
              <a:chExt cx="110" cy="100"/>
            </a:xfrm>
          </p:grpSpPr>
          <p:grpSp>
            <p:nvGrpSpPr>
              <p:cNvPr id="10288" name="Group 68">
                <a:extLst>
                  <a:ext uri="{FF2B5EF4-FFF2-40B4-BE49-F238E27FC236}">
                    <a16:creationId xmlns:a16="http://schemas.microsoft.com/office/drawing/2014/main" id="{23528E32-823C-457B-A6BA-B39274E71F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16439" name="Line 69">
                  <a:extLst>
                    <a:ext uri="{FF2B5EF4-FFF2-40B4-BE49-F238E27FC236}">
                      <a16:creationId xmlns:a16="http://schemas.microsoft.com/office/drawing/2014/main" id="{8AFF598E-A82A-481C-83DF-48F59A635A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16440" name="Line 70">
                  <a:extLst>
                    <a:ext uri="{FF2B5EF4-FFF2-40B4-BE49-F238E27FC236}">
                      <a16:creationId xmlns:a16="http://schemas.microsoft.com/office/drawing/2014/main" id="{C8490464-6FA9-4234-B3E4-C28B88FFDA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16438" name="Line 71">
                <a:extLst>
                  <a:ext uri="{FF2B5EF4-FFF2-40B4-BE49-F238E27FC236}">
                    <a16:creationId xmlns:a16="http://schemas.microsoft.com/office/drawing/2014/main" id="{DD0DFE04-733D-4D50-936F-9D4008357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0283" name="Group 72">
              <a:extLst>
                <a:ext uri="{FF2B5EF4-FFF2-40B4-BE49-F238E27FC236}">
                  <a16:creationId xmlns:a16="http://schemas.microsoft.com/office/drawing/2014/main" id="{B11673CA-E348-491A-9BCE-19F7EDDA7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5" y="2130"/>
              <a:ext cx="137" cy="126"/>
              <a:chOff x="1090" y="3836"/>
              <a:chExt cx="110" cy="100"/>
            </a:xfrm>
          </p:grpSpPr>
          <p:grpSp>
            <p:nvGrpSpPr>
              <p:cNvPr id="10284" name="Group 73">
                <a:extLst>
                  <a:ext uri="{FF2B5EF4-FFF2-40B4-BE49-F238E27FC236}">
                    <a16:creationId xmlns:a16="http://schemas.microsoft.com/office/drawing/2014/main" id="{9CF0DA2A-DDD4-4A16-8746-E94B643817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16435" name="Line 74">
                  <a:extLst>
                    <a:ext uri="{FF2B5EF4-FFF2-40B4-BE49-F238E27FC236}">
                      <a16:creationId xmlns:a16="http://schemas.microsoft.com/office/drawing/2014/main" id="{C8986848-9CAD-4C3F-9E51-A8F69639EA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16436" name="Line 75">
                  <a:extLst>
                    <a:ext uri="{FF2B5EF4-FFF2-40B4-BE49-F238E27FC236}">
                      <a16:creationId xmlns:a16="http://schemas.microsoft.com/office/drawing/2014/main" id="{643885D9-760A-4DB6-95E2-938CA460BD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16434" name="Line 76">
                <a:extLst>
                  <a:ext uri="{FF2B5EF4-FFF2-40B4-BE49-F238E27FC236}">
                    <a16:creationId xmlns:a16="http://schemas.microsoft.com/office/drawing/2014/main" id="{7D092844-068C-4E19-A885-CD5FAD792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</p:grpSp>
      <p:sp>
        <p:nvSpPr>
          <p:cNvPr id="713805" name="Text Box 77">
            <a:extLst>
              <a:ext uri="{FF2B5EF4-FFF2-40B4-BE49-F238E27FC236}">
                <a16:creationId xmlns:a16="http://schemas.microsoft.com/office/drawing/2014/main" id="{887B27F6-3EB1-48CC-B35A-CC95092C7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924175"/>
            <a:ext cx="4981575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chemeClr val="accent2"/>
                </a:solidFill>
                <a:sym typeface="Symbol" panose="05050102010706020507" pitchFamily="18" charset="2"/>
              </a:rPr>
              <a:t>取半径为</a:t>
            </a:r>
            <a:r>
              <a:rPr lang="en-US" altLang="zh-CN" sz="2585" i="1" dirty="0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zh-CN" altLang="en-US" sz="2585" dirty="0">
                <a:solidFill>
                  <a:schemeClr val="accent2"/>
                </a:solidFill>
                <a:sym typeface="Symbol" panose="05050102010706020507" pitchFamily="18" charset="2"/>
              </a:rPr>
              <a:t>的电力线为积分路径，</a:t>
            </a:r>
          </a:p>
          <a:p>
            <a:pPr eaLnBrk="1" hangingPunct="1">
              <a:defRPr/>
            </a:pPr>
            <a:r>
              <a:rPr lang="zh-CN" altLang="en-US" sz="2585" dirty="0">
                <a:solidFill>
                  <a:schemeClr val="accent2"/>
                </a:solidFill>
                <a:sym typeface="Symbol" panose="05050102010706020507" pitchFamily="18" charset="2"/>
              </a:rPr>
              <a:t>方向为逆时针方向</a:t>
            </a:r>
            <a:r>
              <a:rPr lang="en-US" altLang="zh-CN" sz="2585" dirty="0">
                <a:solidFill>
                  <a:schemeClr val="accent2"/>
                </a:solidFill>
                <a:sym typeface="Symbol" panose="05050102010706020507" pitchFamily="18" charset="2"/>
              </a:rPr>
              <a:t>:</a:t>
            </a:r>
            <a:endParaRPr lang="en-US" altLang="zh-CN" sz="2585" dirty="0">
              <a:solidFill>
                <a:schemeClr val="tx1"/>
              </a:solidFill>
            </a:endParaRPr>
          </a:p>
        </p:txBody>
      </p:sp>
      <p:sp>
        <p:nvSpPr>
          <p:cNvPr id="713806" name="Text Box 78">
            <a:extLst>
              <a:ext uri="{FF2B5EF4-FFF2-40B4-BE49-F238E27FC236}">
                <a16:creationId xmlns:a16="http://schemas.microsoft.com/office/drawing/2014/main" id="{667002EB-4C90-4432-8AEF-9153CD499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13" y="3921125"/>
            <a:ext cx="19050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chemeClr val="tx1"/>
                </a:solidFill>
              </a:rPr>
              <a:t>当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＜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时：</a:t>
            </a:r>
          </a:p>
        </p:txBody>
      </p:sp>
      <p:graphicFrame>
        <p:nvGraphicFramePr>
          <p:cNvPr id="713807" name="Object 79">
            <a:extLst>
              <a:ext uri="{FF2B5EF4-FFF2-40B4-BE49-F238E27FC236}">
                <a16:creationId xmlns:a16="http://schemas.microsoft.com/office/drawing/2014/main" id="{FE2A23EC-2BBE-47CF-8F87-4A3EC941A5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9163" y="4200525"/>
          <a:ext cx="13827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0" name="公式" r:id="rId3" imgW="583947" imgH="330057" progId="Equation.3">
                  <p:embed/>
                </p:oleObj>
              </mc:Choice>
              <mc:Fallback>
                <p:oleObj name="公式" r:id="rId3" imgW="583947" imgH="330057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9163" y="4200525"/>
                        <a:ext cx="13827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808" name="Object 80">
            <a:extLst>
              <a:ext uri="{FF2B5EF4-FFF2-40B4-BE49-F238E27FC236}">
                <a16:creationId xmlns:a16="http://schemas.microsoft.com/office/drawing/2014/main" id="{31E9BE75-C4EE-41F3-82C6-E848A8DBC0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0850" y="3879850"/>
          <a:ext cx="20034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1" name="公式" r:id="rId5" imgW="952087" imgH="291973" progId="Equation.3">
                  <p:embed/>
                </p:oleObj>
              </mc:Choice>
              <mc:Fallback>
                <p:oleObj name="公式" r:id="rId5" imgW="952087" imgH="291973" progId="Equation.3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3879850"/>
                        <a:ext cx="200342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809" name="Object 81">
            <a:extLst>
              <a:ext uri="{FF2B5EF4-FFF2-40B4-BE49-F238E27FC236}">
                <a16:creationId xmlns:a16="http://schemas.microsoft.com/office/drawing/2014/main" id="{28C48646-33C0-498A-83FF-17217477A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7738" y="4432300"/>
          <a:ext cx="330358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2" name="公式" r:id="rId7" imgW="1396394" imgH="355446" progId="Equation.3">
                  <p:embed/>
                </p:oleObj>
              </mc:Choice>
              <mc:Fallback>
                <p:oleObj name="公式" r:id="rId7" imgW="1396394" imgH="355446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4432300"/>
                        <a:ext cx="3303587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3810" name="AutoShape 82">
            <a:extLst>
              <a:ext uri="{FF2B5EF4-FFF2-40B4-BE49-F238E27FC236}">
                <a16:creationId xmlns:a16="http://schemas.microsoft.com/office/drawing/2014/main" id="{A03620C3-864D-4BE9-A2C0-72D2820C2966}"/>
              </a:ext>
            </a:extLst>
          </p:cNvPr>
          <p:cNvSpPr>
            <a:spLocks/>
          </p:cNvSpPr>
          <p:nvPr/>
        </p:nvSpPr>
        <p:spPr bwMode="auto">
          <a:xfrm>
            <a:off x="7010400" y="4202113"/>
            <a:ext cx="152400" cy="703262"/>
          </a:xfrm>
          <a:prstGeom prst="rightBrace">
            <a:avLst>
              <a:gd name="adj1" fmla="val 38462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sp>
        <p:nvSpPr>
          <p:cNvPr id="713811" name="Text Box 83">
            <a:extLst>
              <a:ext uri="{FF2B5EF4-FFF2-40B4-BE49-F238E27FC236}">
                <a16:creationId xmlns:a16="http://schemas.microsoft.com/office/drawing/2014/main" id="{BB883C11-9DAC-4FC4-94DC-B93E59F2F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187950"/>
            <a:ext cx="1905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chemeClr val="tx1"/>
                </a:solidFill>
              </a:rPr>
              <a:t>当</a:t>
            </a:r>
            <a:r>
              <a:rPr lang="en-US" altLang="zh-CN" sz="2585" i="1">
                <a:solidFill>
                  <a:schemeClr val="tx1"/>
                </a:solidFill>
              </a:rPr>
              <a:t>r</a:t>
            </a:r>
            <a:r>
              <a:rPr lang="zh-CN" altLang="en-US" sz="2585">
                <a:solidFill>
                  <a:schemeClr val="tx1"/>
                </a:solidFill>
              </a:rPr>
              <a:t>＞</a:t>
            </a:r>
            <a:r>
              <a:rPr lang="en-US" altLang="zh-CN" sz="2585" i="1">
                <a:solidFill>
                  <a:schemeClr val="tx1"/>
                </a:solidFill>
              </a:rPr>
              <a:t>R</a:t>
            </a:r>
            <a:r>
              <a:rPr lang="zh-CN" altLang="en-US" sz="2585">
                <a:solidFill>
                  <a:schemeClr val="tx1"/>
                </a:solidFill>
              </a:rPr>
              <a:t>时：</a:t>
            </a:r>
          </a:p>
        </p:txBody>
      </p:sp>
      <p:sp>
        <p:nvSpPr>
          <p:cNvPr id="713812" name="Oval 84">
            <a:extLst>
              <a:ext uri="{FF2B5EF4-FFF2-40B4-BE49-F238E27FC236}">
                <a16:creationId xmlns:a16="http://schemas.microsoft.com/office/drawing/2014/main" id="{BF7FFC0F-267D-4A59-B25C-5E48D229B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2011363"/>
            <a:ext cx="2230438" cy="2111375"/>
          </a:xfrm>
          <a:prstGeom prst="ellipse">
            <a:avLst/>
          </a:prstGeom>
          <a:noFill/>
          <a:ln w="38100">
            <a:solidFill>
              <a:srgbClr val="005B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aphicFrame>
        <p:nvGraphicFramePr>
          <p:cNvPr id="713813" name="Object 85">
            <a:extLst>
              <a:ext uri="{FF2B5EF4-FFF2-40B4-BE49-F238E27FC236}">
                <a16:creationId xmlns:a16="http://schemas.microsoft.com/office/drawing/2014/main" id="{6BBD7D8C-8741-48BF-B8C5-FDB272C76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7863" y="5137150"/>
          <a:ext cx="22510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3" name="公式" r:id="rId9" imgW="952087" imgH="291973" progId="Equation.3">
                  <p:embed/>
                </p:oleObj>
              </mc:Choice>
              <mc:Fallback>
                <p:oleObj name="公式" r:id="rId9" imgW="952087" imgH="291973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7863" y="5137150"/>
                        <a:ext cx="225107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814" name="Object 86">
            <a:extLst>
              <a:ext uri="{FF2B5EF4-FFF2-40B4-BE49-F238E27FC236}">
                <a16:creationId xmlns:a16="http://schemas.microsoft.com/office/drawing/2014/main" id="{73880039-C726-4E80-903D-579793F0A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5300" y="5761038"/>
          <a:ext cx="258127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" name="公式" r:id="rId11" imgW="1091726" imgH="355446" progId="Equation.3">
                  <p:embed/>
                </p:oleObj>
              </mc:Choice>
              <mc:Fallback>
                <p:oleObj name="公式" r:id="rId11" imgW="1091726" imgH="355446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5761038"/>
                        <a:ext cx="258127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3815" name="AutoShape 87">
            <a:extLst>
              <a:ext uri="{FF2B5EF4-FFF2-40B4-BE49-F238E27FC236}">
                <a16:creationId xmlns:a16="http://schemas.microsoft.com/office/drawing/2014/main" id="{559BA9E1-F1E9-4F33-8D71-C2227B5EC8D8}"/>
              </a:ext>
            </a:extLst>
          </p:cNvPr>
          <p:cNvSpPr>
            <a:spLocks/>
          </p:cNvSpPr>
          <p:nvPr/>
        </p:nvSpPr>
        <p:spPr bwMode="auto">
          <a:xfrm>
            <a:off x="7035800" y="5448300"/>
            <a:ext cx="152400" cy="703263"/>
          </a:xfrm>
          <a:prstGeom prst="rightBrace">
            <a:avLst>
              <a:gd name="adj1" fmla="val 38462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aphicFrame>
        <p:nvGraphicFramePr>
          <p:cNvPr id="713816" name="Object 88">
            <a:extLst>
              <a:ext uri="{FF2B5EF4-FFF2-40B4-BE49-F238E27FC236}">
                <a16:creationId xmlns:a16="http://schemas.microsoft.com/office/drawing/2014/main" id="{7AF08E81-AF02-4FF2-A4FB-1C67085835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0275" y="5424488"/>
          <a:ext cx="135890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5" name="公式" r:id="rId13" imgW="672808" imgH="355446" progId="Equation.3">
                  <p:embed/>
                </p:oleObj>
              </mc:Choice>
              <mc:Fallback>
                <p:oleObj name="公式" r:id="rId13" imgW="672808" imgH="355446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0275" y="5424488"/>
                        <a:ext cx="135890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3817" name="Line 89">
            <a:extLst>
              <a:ext uri="{FF2B5EF4-FFF2-40B4-BE49-F238E27FC236}">
                <a16:creationId xmlns:a16="http://schemas.microsoft.com/office/drawing/2014/main" id="{835BF92F-DCB6-4718-AF3F-F2FA4293D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863" y="5878513"/>
            <a:ext cx="23701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13818" name="Line 90">
            <a:extLst>
              <a:ext uri="{FF2B5EF4-FFF2-40B4-BE49-F238E27FC236}">
                <a16:creationId xmlns:a16="http://schemas.microsoft.com/office/drawing/2014/main" id="{D84A30DE-EF24-439C-AB86-195E1D8143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8275" y="4468813"/>
            <a:ext cx="9525" cy="13970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13819" name="Line 91">
            <a:extLst>
              <a:ext uri="{FF2B5EF4-FFF2-40B4-BE49-F238E27FC236}">
                <a16:creationId xmlns:a16="http://schemas.microsoft.com/office/drawing/2014/main" id="{EBDFB849-9879-49A0-9080-730356C4E3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4610100"/>
            <a:ext cx="838200" cy="126682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713820" name="Object 92">
            <a:extLst>
              <a:ext uri="{FF2B5EF4-FFF2-40B4-BE49-F238E27FC236}">
                <a16:creationId xmlns:a16="http://schemas.microsoft.com/office/drawing/2014/main" id="{DDFB4CB0-401C-43E8-A88C-B4A4609248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4925" y="5880100"/>
          <a:ext cx="3619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6" name="公式" r:id="rId15" imgW="164885" imgH="164885" progId="Equation.3">
                  <p:embed/>
                </p:oleObj>
              </mc:Choice>
              <mc:Fallback>
                <p:oleObj name="公式" r:id="rId15" imgW="164885" imgH="164885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925" y="5880100"/>
                        <a:ext cx="3619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821" name="Object 93">
            <a:extLst>
              <a:ext uri="{FF2B5EF4-FFF2-40B4-BE49-F238E27FC236}">
                <a16:creationId xmlns:a16="http://schemas.microsoft.com/office/drawing/2014/main" id="{0327F974-B4F2-46BD-8EB7-B4DFE9EE22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" y="4257675"/>
          <a:ext cx="44291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7" name="公式" r:id="rId17" imgW="203024" imgH="215713" progId="Equation.3">
                  <p:embed/>
                </p:oleObj>
              </mc:Choice>
              <mc:Fallback>
                <p:oleObj name="公式" r:id="rId17" imgW="203024" imgH="215713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" y="4257675"/>
                        <a:ext cx="44291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822" name="Object 94">
            <a:extLst>
              <a:ext uri="{FF2B5EF4-FFF2-40B4-BE49-F238E27FC236}">
                <a16:creationId xmlns:a16="http://schemas.microsoft.com/office/drawing/2014/main" id="{B9F56CF0-2B7E-4FC8-945B-D3C449FB07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263" y="5894388"/>
          <a:ext cx="277812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8" name="公式" r:id="rId19" imgW="126835" imgH="139518" progId="Equation.3">
                  <p:embed/>
                </p:oleObj>
              </mc:Choice>
              <mc:Fallback>
                <p:oleObj name="公式" r:id="rId19" imgW="126835" imgH="139518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3" y="5894388"/>
                        <a:ext cx="277812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3823" name="Line 95">
            <a:extLst>
              <a:ext uri="{FF2B5EF4-FFF2-40B4-BE49-F238E27FC236}">
                <a16:creationId xmlns:a16="http://schemas.microsoft.com/office/drawing/2014/main" id="{94B2D1D6-0A1D-40A6-A56B-3B0CCB1412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4398963"/>
            <a:ext cx="0" cy="1477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713824" name="Text Box 96">
            <a:extLst>
              <a:ext uri="{FF2B5EF4-FFF2-40B4-BE49-F238E27FC236}">
                <a16:creationId xmlns:a16="http://schemas.microsoft.com/office/drawing/2014/main" id="{69E04395-12F4-4DBD-9769-7BDF30A53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5" y="5811838"/>
            <a:ext cx="312738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713825" name="Freeform 97">
            <a:extLst>
              <a:ext uri="{FF2B5EF4-FFF2-40B4-BE49-F238E27FC236}">
                <a16:creationId xmlns:a16="http://schemas.microsoft.com/office/drawing/2014/main" id="{ECCDE007-379A-43B2-B779-F7842DBAC3DB}"/>
              </a:ext>
            </a:extLst>
          </p:cNvPr>
          <p:cNvSpPr>
            <a:spLocks/>
          </p:cNvSpPr>
          <p:nvPr/>
        </p:nvSpPr>
        <p:spPr bwMode="auto">
          <a:xfrm>
            <a:off x="1447800" y="4624388"/>
            <a:ext cx="1295400" cy="1125537"/>
          </a:xfrm>
          <a:custGeom>
            <a:avLst/>
            <a:gdLst>
              <a:gd name="T0" fmla="*/ 0 w 864"/>
              <a:gd name="T1" fmla="*/ 0 h 624"/>
              <a:gd name="T2" fmla="*/ 77964 w 864"/>
              <a:gd name="T3" fmla="*/ 281354 h 624"/>
              <a:gd name="T4" fmla="*/ 467783 w 864"/>
              <a:gd name="T5" fmla="*/ 844062 h 624"/>
              <a:gd name="T6" fmla="*/ 935567 w 864"/>
              <a:gd name="T7" fmla="*/ 1125415 h 624"/>
              <a:gd name="T8" fmla="*/ 1403350 w 864"/>
              <a:gd name="T9" fmla="*/ 1219200 h 6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64" h="624">
                <a:moveTo>
                  <a:pt x="0" y="0"/>
                </a:moveTo>
                <a:cubicBezTo>
                  <a:pt x="0" y="36"/>
                  <a:pt x="0" y="72"/>
                  <a:pt x="48" y="144"/>
                </a:cubicBezTo>
                <a:cubicBezTo>
                  <a:pt x="96" y="216"/>
                  <a:pt x="200" y="360"/>
                  <a:pt x="288" y="432"/>
                </a:cubicBezTo>
                <a:cubicBezTo>
                  <a:pt x="376" y="504"/>
                  <a:pt x="480" y="544"/>
                  <a:pt x="576" y="576"/>
                </a:cubicBezTo>
                <a:cubicBezTo>
                  <a:pt x="672" y="608"/>
                  <a:pt x="768" y="616"/>
                  <a:pt x="864" y="624"/>
                </a:cubicBez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713826" name="Line 98">
            <a:extLst>
              <a:ext uri="{FF2B5EF4-FFF2-40B4-BE49-F238E27FC236}">
                <a16:creationId xmlns:a16="http://schemas.microsoft.com/office/drawing/2014/main" id="{F473FA31-DA2C-4676-87C2-8DF5DE7B26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3709988"/>
            <a:ext cx="152400" cy="141287"/>
          </a:xfrm>
          <a:prstGeom prst="line">
            <a:avLst/>
          </a:prstGeom>
          <a:noFill/>
          <a:ln w="38100">
            <a:solidFill>
              <a:srgbClr val="005B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pSp>
        <p:nvGrpSpPr>
          <p:cNvPr id="713827" name="Group 99">
            <a:extLst>
              <a:ext uri="{FF2B5EF4-FFF2-40B4-BE49-F238E27FC236}">
                <a16:creationId xmlns:a16="http://schemas.microsoft.com/office/drawing/2014/main" id="{6C73D9FF-86BB-472F-ABA7-E884C46D0797}"/>
              </a:ext>
            </a:extLst>
          </p:cNvPr>
          <p:cNvGrpSpPr>
            <a:grpSpLocks/>
          </p:cNvGrpSpPr>
          <p:nvPr/>
        </p:nvGrpSpPr>
        <p:grpSpPr bwMode="auto">
          <a:xfrm>
            <a:off x="5810250" y="-12700"/>
            <a:ext cx="3289300" cy="914400"/>
            <a:chOff x="4774" y="659"/>
            <a:chExt cx="2245" cy="624"/>
          </a:xfrm>
        </p:grpSpPr>
        <p:sp>
          <p:nvSpPr>
            <p:cNvPr id="16427" name="Rectangle 100">
              <a:extLst>
                <a:ext uri="{FF2B5EF4-FFF2-40B4-BE49-F238E27FC236}">
                  <a16:creationId xmlns:a16="http://schemas.microsoft.com/office/drawing/2014/main" id="{B89E024D-EC48-469B-8846-1784FD772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659"/>
              <a:ext cx="2205" cy="62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graphicFrame>
          <p:nvGraphicFramePr>
            <p:cNvPr id="10279" name="Object 101">
              <a:extLst>
                <a:ext uri="{FF2B5EF4-FFF2-40B4-BE49-F238E27FC236}">
                  <a16:creationId xmlns:a16="http://schemas.microsoft.com/office/drawing/2014/main" id="{5025C312-0F5B-4A7B-AE26-11C01E5F73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76" y="704"/>
            <a:ext cx="1743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9" name="公式" r:id="rId21" imgW="1079032" imgH="380835" progId="Equation.3">
                    <p:embed/>
                  </p:oleObj>
                </mc:Choice>
                <mc:Fallback>
                  <p:oleObj name="公式" r:id="rId21" imgW="1079032" imgH="380835" progId="Equation.3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6" y="704"/>
                          <a:ext cx="1743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0" name="Object 102">
              <a:extLst>
                <a:ext uri="{FF2B5EF4-FFF2-40B4-BE49-F238E27FC236}">
                  <a16:creationId xmlns:a16="http://schemas.microsoft.com/office/drawing/2014/main" id="{FE2C3F6B-8718-4C12-90DB-54D6220E00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6" y="815"/>
            <a:ext cx="36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0" name="剪辑" r:id="rId23" imgW="3228899" imgH="2981340" progId="MS_ClipArt_Gallery.2">
                    <p:embed/>
                  </p:oleObj>
                </mc:Choice>
                <mc:Fallback>
                  <p:oleObj name="剪辑" r:id="rId23" imgW="3228899" imgH="2981340" progId="MS_ClipArt_Gallery.2">
                    <p:embed/>
                    <p:pic>
                      <p:nvPicPr>
                        <p:cNvPr id="0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815"/>
                          <a:ext cx="36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3832" name="Line 104">
            <a:extLst>
              <a:ext uri="{FF2B5EF4-FFF2-40B4-BE49-F238E27FC236}">
                <a16:creationId xmlns:a16="http://schemas.microsoft.com/office/drawing/2014/main" id="{8BD71C4A-458A-485B-BEC4-853506E42C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4900" y="1982788"/>
            <a:ext cx="131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13833" name="Line 105">
            <a:extLst>
              <a:ext uri="{FF2B5EF4-FFF2-40B4-BE49-F238E27FC236}">
                <a16:creationId xmlns:a16="http://schemas.microsoft.com/office/drawing/2014/main" id="{ED00CF71-EAD4-40EC-9412-83AFC1705E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863" y="2390775"/>
            <a:ext cx="131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13834" name="Line 106">
            <a:extLst>
              <a:ext uri="{FF2B5EF4-FFF2-40B4-BE49-F238E27FC236}">
                <a16:creationId xmlns:a16="http://schemas.microsoft.com/office/drawing/2014/main" id="{DFFD28F6-3019-467C-BBDE-9D3ABAFD4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8225" y="2795588"/>
            <a:ext cx="131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13835" name="Line 107">
            <a:extLst>
              <a:ext uri="{FF2B5EF4-FFF2-40B4-BE49-F238E27FC236}">
                <a16:creationId xmlns:a16="http://schemas.microsoft.com/office/drawing/2014/main" id="{19FECC2A-DEA2-421C-82E9-4C7627750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2913" y="3389313"/>
            <a:ext cx="131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pSp>
        <p:nvGrpSpPr>
          <p:cNvPr id="713836" name="Group 108">
            <a:extLst>
              <a:ext uri="{FF2B5EF4-FFF2-40B4-BE49-F238E27FC236}">
                <a16:creationId xmlns:a16="http://schemas.microsoft.com/office/drawing/2014/main" id="{44B237AA-AE7B-489B-9D95-D80F83FA561C}"/>
              </a:ext>
            </a:extLst>
          </p:cNvPr>
          <p:cNvGrpSpPr>
            <a:grpSpLocks/>
          </p:cNvGrpSpPr>
          <p:nvPr/>
        </p:nvGrpSpPr>
        <p:grpSpPr bwMode="auto">
          <a:xfrm>
            <a:off x="1514475" y="3286125"/>
            <a:ext cx="533400" cy="490538"/>
            <a:chOff x="912" y="1968"/>
            <a:chExt cx="336" cy="334"/>
          </a:xfrm>
        </p:grpSpPr>
        <p:sp>
          <p:nvSpPr>
            <p:cNvPr id="16425" name="Text Box 109">
              <a:extLst>
                <a:ext uri="{FF2B5EF4-FFF2-40B4-BE49-F238E27FC236}">
                  <a16:creationId xmlns:a16="http://schemas.microsoft.com/office/drawing/2014/main" id="{CCBD0AF7-E90C-41D6-AC14-71E658DA5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968"/>
              <a:ext cx="33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i="1">
                  <a:solidFill>
                    <a:schemeClr val="tx1"/>
                  </a:solidFill>
                </a:rPr>
                <a:t>E</a:t>
              </a:r>
              <a:r>
                <a:rPr lang="en-US" altLang="zh-CN" sz="2585" i="1" baseline="-25000">
                  <a:solidFill>
                    <a:schemeClr val="tx1"/>
                  </a:solidFill>
                </a:rPr>
                <a:t>i</a:t>
              </a:r>
              <a:endParaRPr lang="en-US" altLang="zh-CN" sz="2585" i="1">
                <a:solidFill>
                  <a:schemeClr val="tx1"/>
                </a:solidFill>
              </a:endParaRPr>
            </a:p>
          </p:txBody>
        </p:sp>
        <p:sp>
          <p:nvSpPr>
            <p:cNvPr id="16426" name="Line 110">
              <a:extLst>
                <a:ext uri="{FF2B5EF4-FFF2-40B4-BE49-F238E27FC236}">
                  <a16:creationId xmlns:a16="http://schemas.microsoft.com/office/drawing/2014/main" id="{E7ACE793-88FF-448F-A1FE-2674B65E22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016"/>
              <a:ext cx="96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</p:grpSp>
      <p:sp>
        <p:nvSpPr>
          <p:cNvPr id="713839" name="Line 111">
            <a:extLst>
              <a:ext uri="{FF2B5EF4-FFF2-40B4-BE49-F238E27FC236}">
                <a16:creationId xmlns:a16="http://schemas.microsoft.com/office/drawing/2014/main" id="{3E9BD349-1024-4FBA-B55B-6E0A79581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00" y="1644650"/>
            <a:ext cx="131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114" name="Text Box 3">
            <a:extLst>
              <a:ext uri="{FF2B5EF4-FFF2-40B4-BE49-F238E27FC236}">
                <a16:creationId xmlns:a16="http://schemas.microsoft.com/office/drawing/2014/main" id="{D3D30877-D481-486A-B961-E10C1F652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感生电动势与感应电场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1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1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71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71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3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3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71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1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1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71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1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71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713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713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71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71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13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13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13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13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4" dur="500"/>
                                        <p:tgtEl>
                                          <p:spTgt spid="71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300" fill="hold"/>
                                        <p:tgtEl>
                                          <p:spTgt spid="713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713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5" dur="500"/>
                                        <p:tgtEl>
                                          <p:spTgt spid="71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71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13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3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13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13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13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13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500"/>
                                        <p:tgtEl>
                                          <p:spTgt spid="71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1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71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71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71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1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41" grpId="0" autoUpdateAnimBg="0"/>
      <p:bldP spid="713742" grpId="0" autoUpdateAnimBg="0"/>
      <p:bldP spid="713805" grpId="0" autoUpdateAnimBg="0"/>
      <p:bldP spid="713806" grpId="0" autoUpdateAnimBg="0"/>
      <p:bldP spid="713810" grpId="0" animBg="1"/>
      <p:bldP spid="713811" grpId="0" autoUpdateAnimBg="0"/>
      <p:bldP spid="713812" grpId="0" animBg="1"/>
      <p:bldP spid="713815" grpId="0" animBg="1"/>
      <p:bldP spid="71382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>
            <a:extLst>
              <a:ext uri="{FF2B5EF4-FFF2-40B4-BE49-F238E27FC236}">
                <a16:creationId xmlns:a16="http://schemas.microsoft.com/office/drawing/2014/main" id="{753F3DBA-08D2-49CD-88EF-C5A12067F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458788"/>
            <a:ext cx="8743950" cy="20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例</a:t>
            </a:r>
            <a:r>
              <a:rPr kumimoji="0" lang="en-US" altLang="zh-CN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5: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在半径为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的圆形区域内，有垂直向里的均匀磁场正在</a:t>
            </a:r>
            <a:r>
              <a:rPr kumimoji="0" lang="zh-CN" altLang="en-US" sz="2585" dirty="0">
                <a:solidFill>
                  <a:srgbClr val="0033CC"/>
                </a:solidFill>
                <a:cs typeface="Times New Roman" panose="02020603050405020304" pitchFamily="18" charset="0"/>
              </a:rPr>
              <a:t>减小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。有一金属棒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abc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放在图示位置，已知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ab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=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bc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=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，求（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）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b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三点感应电场的大小和方向（在图上标出）；（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）棒上感应电动势      为多大；（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3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）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哪点电势高。</a:t>
            </a:r>
            <a:r>
              <a:rPr kumimoji="0" lang="en-US" altLang="zh-CN" sz="2585" dirty="0">
                <a:solidFill>
                  <a:srgbClr val="0033CC"/>
                </a:solidFill>
                <a:cs typeface="Times New Roman" panose="02020603050405020304" pitchFamily="18" charset="0"/>
              </a:rPr>
              <a:t>(8-T10)</a:t>
            </a:r>
            <a:endParaRPr kumimoji="0" lang="zh-CN" altLang="en-US" sz="2585" dirty="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  <p:grpSp>
        <p:nvGrpSpPr>
          <p:cNvPr id="11267" name="Group 4">
            <a:extLst>
              <a:ext uri="{FF2B5EF4-FFF2-40B4-BE49-F238E27FC236}">
                <a16:creationId xmlns:a16="http://schemas.microsoft.com/office/drawing/2014/main" id="{A073ED7C-BAAB-44B1-9576-40C214D80640}"/>
              </a:ext>
            </a:extLst>
          </p:cNvPr>
          <p:cNvGrpSpPr>
            <a:grpSpLocks/>
          </p:cNvGrpSpPr>
          <p:nvPr/>
        </p:nvGrpSpPr>
        <p:grpSpPr bwMode="auto">
          <a:xfrm>
            <a:off x="6175375" y="1773238"/>
            <a:ext cx="2671763" cy="3059112"/>
            <a:chOff x="3890" y="1030"/>
            <a:chExt cx="1683" cy="2088"/>
          </a:xfrm>
        </p:grpSpPr>
        <p:sp>
          <p:nvSpPr>
            <p:cNvPr id="24599" name="Line 5">
              <a:extLst>
                <a:ext uri="{FF2B5EF4-FFF2-40B4-BE49-F238E27FC236}">
                  <a16:creationId xmlns:a16="http://schemas.microsoft.com/office/drawing/2014/main" id="{F95A49AE-84D7-4911-8B8F-FF2CC2616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3" y="2304"/>
              <a:ext cx="338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4600" name="Line 6">
              <a:extLst>
                <a:ext uri="{FF2B5EF4-FFF2-40B4-BE49-F238E27FC236}">
                  <a16:creationId xmlns:a16="http://schemas.microsoft.com/office/drawing/2014/main" id="{C6F4CE4E-3BA7-4C85-AA71-84B29D1584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0" y="2304"/>
              <a:ext cx="326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1288" name="Object 7">
              <a:extLst>
                <a:ext uri="{FF2B5EF4-FFF2-40B4-BE49-F238E27FC236}">
                  <a16:creationId xmlns:a16="http://schemas.microsoft.com/office/drawing/2014/main" id="{EDF81B8A-6564-40B4-A8F0-61107D53C5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8" y="2907"/>
            <a:ext cx="198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2" name="公式" r:id="rId3" imgW="126835" imgH="139518" progId="Equation.3">
                    <p:embed/>
                  </p:oleObj>
                </mc:Choice>
                <mc:Fallback>
                  <p:oleObj name="公式" r:id="rId3" imgW="126835" imgH="13951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2907"/>
                          <a:ext cx="198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8">
              <a:extLst>
                <a:ext uri="{FF2B5EF4-FFF2-40B4-BE49-F238E27FC236}">
                  <a16:creationId xmlns:a16="http://schemas.microsoft.com/office/drawing/2014/main" id="{7429FB3E-91B9-4845-B0D0-BE766B0032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94" y="2901"/>
            <a:ext cx="17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3" name="公式" r:id="rId5" imgW="114201" imgH="139579" progId="Equation.3">
                    <p:embed/>
                  </p:oleObj>
                </mc:Choice>
                <mc:Fallback>
                  <p:oleObj name="公式" r:id="rId5" imgW="114201" imgH="139579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4" y="2901"/>
                          <a:ext cx="17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9">
              <a:extLst>
                <a:ext uri="{FF2B5EF4-FFF2-40B4-BE49-F238E27FC236}">
                  <a16:creationId xmlns:a16="http://schemas.microsoft.com/office/drawing/2014/main" id="{4E5CF0F5-309C-4FEB-B418-D1B1E011A5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3" y="2852"/>
            <a:ext cx="19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4" name="公式" r:id="rId7" imgW="126725" imgH="177415" progId="Equation.3">
                    <p:embed/>
                  </p:oleObj>
                </mc:Choice>
                <mc:Fallback>
                  <p:oleObj name="公式" r:id="rId7" imgW="126725" imgH="17741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3" y="2852"/>
                          <a:ext cx="196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4" name="Oval 10">
              <a:extLst>
                <a:ext uri="{FF2B5EF4-FFF2-40B4-BE49-F238E27FC236}">
                  <a16:creationId xmlns:a16="http://schemas.microsoft.com/office/drawing/2014/main" id="{3E550F72-E238-449B-8F1D-2EBF238E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1603"/>
              <a:ext cx="1406" cy="13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grpSp>
          <p:nvGrpSpPr>
            <p:cNvPr id="11292" name="Group 11">
              <a:extLst>
                <a:ext uri="{FF2B5EF4-FFF2-40B4-BE49-F238E27FC236}">
                  <a16:creationId xmlns:a16="http://schemas.microsoft.com/office/drawing/2014/main" id="{7FC00A19-2200-424F-A05A-5584E7256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1" y="2467"/>
              <a:ext cx="143" cy="127"/>
              <a:chOff x="1090" y="3836"/>
              <a:chExt cx="110" cy="100"/>
            </a:xfrm>
          </p:grpSpPr>
          <p:grpSp>
            <p:nvGrpSpPr>
              <p:cNvPr id="11363" name="Group 12">
                <a:extLst>
                  <a:ext uri="{FF2B5EF4-FFF2-40B4-BE49-F238E27FC236}">
                    <a16:creationId xmlns:a16="http://schemas.microsoft.com/office/drawing/2014/main" id="{5B8F83D7-CCC4-4712-99AB-EF5B921019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78" name="Line 13">
                  <a:extLst>
                    <a:ext uri="{FF2B5EF4-FFF2-40B4-BE49-F238E27FC236}">
                      <a16:creationId xmlns:a16="http://schemas.microsoft.com/office/drawing/2014/main" id="{08523AB6-744B-44B0-9258-81A6714BBA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79" name="Line 14">
                  <a:extLst>
                    <a:ext uri="{FF2B5EF4-FFF2-40B4-BE49-F238E27FC236}">
                      <a16:creationId xmlns:a16="http://schemas.microsoft.com/office/drawing/2014/main" id="{AC1FAF00-5A54-4920-865E-3598C92513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77" name="Line 15">
                <a:extLst>
                  <a:ext uri="{FF2B5EF4-FFF2-40B4-BE49-F238E27FC236}">
                    <a16:creationId xmlns:a16="http://schemas.microsoft.com/office/drawing/2014/main" id="{7460174C-6025-4B18-9307-C4BEB7FD2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3" name="Group 16">
              <a:extLst>
                <a:ext uri="{FF2B5EF4-FFF2-40B4-BE49-F238E27FC236}">
                  <a16:creationId xmlns:a16="http://schemas.microsoft.com/office/drawing/2014/main" id="{922B45C7-B56B-4EBC-BCD8-6D83034F0E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2" y="2227"/>
              <a:ext cx="143" cy="126"/>
              <a:chOff x="1090" y="3836"/>
              <a:chExt cx="110" cy="100"/>
            </a:xfrm>
          </p:grpSpPr>
          <p:grpSp>
            <p:nvGrpSpPr>
              <p:cNvPr id="11359" name="Group 17">
                <a:extLst>
                  <a:ext uri="{FF2B5EF4-FFF2-40B4-BE49-F238E27FC236}">
                    <a16:creationId xmlns:a16="http://schemas.microsoft.com/office/drawing/2014/main" id="{5B07DCDB-BD7E-4F66-8604-3BDB757160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74" name="Line 18">
                  <a:extLst>
                    <a:ext uri="{FF2B5EF4-FFF2-40B4-BE49-F238E27FC236}">
                      <a16:creationId xmlns:a16="http://schemas.microsoft.com/office/drawing/2014/main" id="{E000340E-D0CF-4DC4-A957-95175E9115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1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75" name="Line 19">
                  <a:extLst>
                    <a:ext uri="{FF2B5EF4-FFF2-40B4-BE49-F238E27FC236}">
                      <a16:creationId xmlns:a16="http://schemas.microsoft.com/office/drawing/2014/main" id="{7D2BAA56-9399-4E32-B6E5-589F66F841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73" name="Line 20">
                <a:extLst>
                  <a:ext uri="{FF2B5EF4-FFF2-40B4-BE49-F238E27FC236}">
                    <a16:creationId xmlns:a16="http://schemas.microsoft.com/office/drawing/2014/main" id="{4A13C24A-B402-4870-B9B7-E6FF5F67C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1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4" name="Group 21">
              <a:extLst>
                <a:ext uri="{FF2B5EF4-FFF2-40B4-BE49-F238E27FC236}">
                  <a16:creationId xmlns:a16="http://schemas.microsoft.com/office/drawing/2014/main" id="{2AF54EE7-8A10-439A-B5DE-1BDBA234B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4" y="1987"/>
              <a:ext cx="143" cy="126"/>
              <a:chOff x="1090" y="3836"/>
              <a:chExt cx="110" cy="100"/>
            </a:xfrm>
          </p:grpSpPr>
          <p:grpSp>
            <p:nvGrpSpPr>
              <p:cNvPr id="11355" name="Group 22">
                <a:extLst>
                  <a:ext uri="{FF2B5EF4-FFF2-40B4-BE49-F238E27FC236}">
                    <a16:creationId xmlns:a16="http://schemas.microsoft.com/office/drawing/2014/main" id="{8CD5750B-1A0A-4A96-B5AB-28C40F97E7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70" name="Line 23">
                  <a:extLst>
                    <a:ext uri="{FF2B5EF4-FFF2-40B4-BE49-F238E27FC236}">
                      <a16:creationId xmlns:a16="http://schemas.microsoft.com/office/drawing/2014/main" id="{08F920F3-D09C-441C-B760-2E191E90F7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71" name="Line 24">
                  <a:extLst>
                    <a:ext uri="{FF2B5EF4-FFF2-40B4-BE49-F238E27FC236}">
                      <a16:creationId xmlns:a16="http://schemas.microsoft.com/office/drawing/2014/main" id="{00C2B14A-667B-4F2B-9171-C344B03E64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69" name="Line 25">
                <a:extLst>
                  <a:ext uri="{FF2B5EF4-FFF2-40B4-BE49-F238E27FC236}">
                    <a16:creationId xmlns:a16="http://schemas.microsoft.com/office/drawing/2014/main" id="{93E52C6F-6F74-413E-AB48-3560F83DF8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5" name="Group 26">
              <a:extLst>
                <a:ext uri="{FF2B5EF4-FFF2-40B4-BE49-F238E27FC236}">
                  <a16:creationId xmlns:a16="http://schemas.microsoft.com/office/drawing/2014/main" id="{FC491A91-2809-402F-BF92-0F895A1D2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" y="2197"/>
              <a:ext cx="143" cy="126"/>
              <a:chOff x="1090" y="3836"/>
              <a:chExt cx="110" cy="100"/>
            </a:xfrm>
          </p:grpSpPr>
          <p:grpSp>
            <p:nvGrpSpPr>
              <p:cNvPr id="11351" name="Group 27">
                <a:extLst>
                  <a:ext uri="{FF2B5EF4-FFF2-40B4-BE49-F238E27FC236}">
                    <a16:creationId xmlns:a16="http://schemas.microsoft.com/office/drawing/2014/main" id="{D4E66511-D59D-46C7-938A-26315A300B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66" name="Line 28">
                  <a:extLst>
                    <a:ext uri="{FF2B5EF4-FFF2-40B4-BE49-F238E27FC236}">
                      <a16:creationId xmlns:a16="http://schemas.microsoft.com/office/drawing/2014/main" id="{81551887-92F5-4F57-91D1-2FBBA87304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67" name="Line 29">
                  <a:extLst>
                    <a:ext uri="{FF2B5EF4-FFF2-40B4-BE49-F238E27FC236}">
                      <a16:creationId xmlns:a16="http://schemas.microsoft.com/office/drawing/2014/main" id="{A20FEC35-0D01-487B-90EC-2B99EA9707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65" name="Line 30">
                <a:extLst>
                  <a:ext uri="{FF2B5EF4-FFF2-40B4-BE49-F238E27FC236}">
                    <a16:creationId xmlns:a16="http://schemas.microsoft.com/office/drawing/2014/main" id="{9386D7EC-8359-465B-A921-F1DCF4666B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6" name="Group 31">
              <a:extLst>
                <a:ext uri="{FF2B5EF4-FFF2-40B4-BE49-F238E27FC236}">
                  <a16:creationId xmlns:a16="http://schemas.microsoft.com/office/drawing/2014/main" id="{03160AF2-4CC8-4590-89E5-69BACF2230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3" y="1957"/>
              <a:ext cx="142" cy="126"/>
              <a:chOff x="1090" y="3836"/>
              <a:chExt cx="110" cy="100"/>
            </a:xfrm>
          </p:grpSpPr>
          <p:grpSp>
            <p:nvGrpSpPr>
              <p:cNvPr id="11347" name="Group 32">
                <a:extLst>
                  <a:ext uri="{FF2B5EF4-FFF2-40B4-BE49-F238E27FC236}">
                    <a16:creationId xmlns:a16="http://schemas.microsoft.com/office/drawing/2014/main" id="{30282E39-9DC2-46EE-854F-806CC80AFF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62" name="Line 33">
                  <a:extLst>
                    <a:ext uri="{FF2B5EF4-FFF2-40B4-BE49-F238E27FC236}">
                      <a16:creationId xmlns:a16="http://schemas.microsoft.com/office/drawing/2014/main" id="{22F7CBBF-03D7-4B18-9444-36A0B6152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2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63" name="Line 34">
                  <a:extLst>
                    <a:ext uri="{FF2B5EF4-FFF2-40B4-BE49-F238E27FC236}">
                      <a16:creationId xmlns:a16="http://schemas.microsoft.com/office/drawing/2014/main" id="{E8B610F0-9419-4104-99C5-61929C06C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61" name="Line 35">
                <a:extLst>
                  <a:ext uri="{FF2B5EF4-FFF2-40B4-BE49-F238E27FC236}">
                    <a16:creationId xmlns:a16="http://schemas.microsoft.com/office/drawing/2014/main" id="{BA5AEB57-56BA-4F16-8253-230910053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2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7" name="Group 36">
              <a:extLst>
                <a:ext uri="{FF2B5EF4-FFF2-40B4-BE49-F238E27FC236}">
                  <a16:creationId xmlns:a16="http://schemas.microsoft.com/office/drawing/2014/main" id="{D3A105BF-3901-4A4F-8845-B0B653B2BC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3" y="2245"/>
              <a:ext cx="143" cy="126"/>
              <a:chOff x="1090" y="3836"/>
              <a:chExt cx="110" cy="100"/>
            </a:xfrm>
          </p:grpSpPr>
          <p:grpSp>
            <p:nvGrpSpPr>
              <p:cNvPr id="11343" name="Group 37">
                <a:extLst>
                  <a:ext uri="{FF2B5EF4-FFF2-40B4-BE49-F238E27FC236}">
                    <a16:creationId xmlns:a16="http://schemas.microsoft.com/office/drawing/2014/main" id="{C234CF09-A38F-4D83-94AC-6D9C6F80D5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58" name="Line 38">
                  <a:extLst>
                    <a:ext uri="{FF2B5EF4-FFF2-40B4-BE49-F238E27FC236}">
                      <a16:creationId xmlns:a16="http://schemas.microsoft.com/office/drawing/2014/main" id="{8F209821-826A-4FD9-8000-FAF015D400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59" name="Line 39">
                  <a:extLst>
                    <a:ext uri="{FF2B5EF4-FFF2-40B4-BE49-F238E27FC236}">
                      <a16:creationId xmlns:a16="http://schemas.microsoft.com/office/drawing/2014/main" id="{DCF11118-FDCB-440D-BF41-F06446C250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57" name="Line 40">
                <a:extLst>
                  <a:ext uri="{FF2B5EF4-FFF2-40B4-BE49-F238E27FC236}">
                    <a16:creationId xmlns:a16="http://schemas.microsoft.com/office/drawing/2014/main" id="{26ED13FF-E12A-48D6-8CC2-059DB1BAD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8" name="Group 41">
              <a:extLst>
                <a:ext uri="{FF2B5EF4-FFF2-40B4-BE49-F238E27FC236}">
                  <a16:creationId xmlns:a16="http://schemas.microsoft.com/office/drawing/2014/main" id="{B6A0C070-ABAA-46DC-B693-71D0670851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1" y="1956"/>
              <a:ext cx="143" cy="127"/>
              <a:chOff x="1090" y="3836"/>
              <a:chExt cx="110" cy="100"/>
            </a:xfrm>
          </p:grpSpPr>
          <p:grpSp>
            <p:nvGrpSpPr>
              <p:cNvPr id="11339" name="Group 42">
                <a:extLst>
                  <a:ext uri="{FF2B5EF4-FFF2-40B4-BE49-F238E27FC236}">
                    <a16:creationId xmlns:a16="http://schemas.microsoft.com/office/drawing/2014/main" id="{4F173CCB-5F34-4F71-A213-CC718D7B77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54" name="Line 43">
                  <a:extLst>
                    <a:ext uri="{FF2B5EF4-FFF2-40B4-BE49-F238E27FC236}">
                      <a16:creationId xmlns:a16="http://schemas.microsoft.com/office/drawing/2014/main" id="{A5F05CA9-D673-4189-ABA5-39A529C20D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1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55" name="Line 44">
                  <a:extLst>
                    <a:ext uri="{FF2B5EF4-FFF2-40B4-BE49-F238E27FC236}">
                      <a16:creationId xmlns:a16="http://schemas.microsoft.com/office/drawing/2014/main" id="{3A45505F-8F08-4707-B09A-7D4C4D397D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53" name="Line 45">
                <a:extLst>
                  <a:ext uri="{FF2B5EF4-FFF2-40B4-BE49-F238E27FC236}">
                    <a16:creationId xmlns:a16="http://schemas.microsoft.com/office/drawing/2014/main" id="{79C17A5D-B11B-4A78-9C71-08605E687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1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299" name="Group 46">
              <a:extLst>
                <a:ext uri="{FF2B5EF4-FFF2-40B4-BE49-F238E27FC236}">
                  <a16:creationId xmlns:a16="http://schemas.microsoft.com/office/drawing/2014/main" id="{3239079A-06C1-4FC1-8422-91B2D278E2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2245"/>
              <a:ext cx="143" cy="126"/>
              <a:chOff x="1090" y="3836"/>
              <a:chExt cx="110" cy="100"/>
            </a:xfrm>
          </p:grpSpPr>
          <p:grpSp>
            <p:nvGrpSpPr>
              <p:cNvPr id="11335" name="Group 47">
                <a:extLst>
                  <a:ext uri="{FF2B5EF4-FFF2-40B4-BE49-F238E27FC236}">
                    <a16:creationId xmlns:a16="http://schemas.microsoft.com/office/drawing/2014/main" id="{1E34ECAF-17F3-43D8-9969-D4A22C8FD2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50" name="Line 48">
                  <a:extLst>
                    <a:ext uri="{FF2B5EF4-FFF2-40B4-BE49-F238E27FC236}">
                      <a16:creationId xmlns:a16="http://schemas.microsoft.com/office/drawing/2014/main" id="{ABC2F0A8-1601-4F5B-8B0B-5C15C1849A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51" name="Line 49">
                  <a:extLst>
                    <a:ext uri="{FF2B5EF4-FFF2-40B4-BE49-F238E27FC236}">
                      <a16:creationId xmlns:a16="http://schemas.microsoft.com/office/drawing/2014/main" id="{E5A45FBC-E949-474A-8F27-3B4414FA1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49" name="Line 50">
                <a:extLst>
                  <a:ext uri="{FF2B5EF4-FFF2-40B4-BE49-F238E27FC236}">
                    <a16:creationId xmlns:a16="http://schemas.microsoft.com/office/drawing/2014/main" id="{5E4FA6ED-28CF-4ACF-9BB4-24186CE3F4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sp>
          <p:nvSpPr>
            <p:cNvPr id="24613" name="Oval 51">
              <a:extLst>
                <a:ext uri="{FF2B5EF4-FFF2-40B4-BE49-F238E27FC236}">
                  <a16:creationId xmlns:a16="http://schemas.microsoft.com/office/drawing/2014/main" id="{A11278BF-BBBF-4F7D-8B69-47AA0F120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" y="2280"/>
              <a:ext cx="63" cy="6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4614" name="Text Box 52">
              <a:extLst>
                <a:ext uri="{FF2B5EF4-FFF2-40B4-BE49-F238E27FC236}">
                  <a16:creationId xmlns:a16="http://schemas.microsoft.com/office/drawing/2014/main" id="{B75F529B-F526-44C0-83BF-AF584442A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1" y="2062"/>
              <a:ext cx="312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i="1">
                  <a:solidFill>
                    <a:schemeClr val="tx1"/>
                  </a:solidFill>
                </a:rPr>
                <a:t>o</a:t>
              </a:r>
              <a:endParaRPr lang="en-US" altLang="zh-CN" sz="2585" i="1">
                <a:solidFill>
                  <a:srgbClr val="FF0000"/>
                </a:solidFill>
              </a:endParaRPr>
            </a:p>
          </p:txBody>
        </p:sp>
        <p:grpSp>
          <p:nvGrpSpPr>
            <p:cNvPr id="11302" name="Group 53">
              <a:extLst>
                <a:ext uri="{FF2B5EF4-FFF2-40B4-BE49-F238E27FC236}">
                  <a16:creationId xmlns:a16="http://schemas.microsoft.com/office/drawing/2014/main" id="{FE39041A-D08C-44CE-B847-766BEB730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0" y="2468"/>
              <a:ext cx="143" cy="126"/>
              <a:chOff x="1090" y="3836"/>
              <a:chExt cx="110" cy="100"/>
            </a:xfrm>
          </p:grpSpPr>
          <p:grpSp>
            <p:nvGrpSpPr>
              <p:cNvPr id="11331" name="Group 54">
                <a:extLst>
                  <a:ext uri="{FF2B5EF4-FFF2-40B4-BE49-F238E27FC236}">
                    <a16:creationId xmlns:a16="http://schemas.microsoft.com/office/drawing/2014/main" id="{F442A6D9-AD2B-4EBE-9F80-32BC70865B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46" name="Line 55">
                  <a:extLst>
                    <a:ext uri="{FF2B5EF4-FFF2-40B4-BE49-F238E27FC236}">
                      <a16:creationId xmlns:a16="http://schemas.microsoft.com/office/drawing/2014/main" id="{AE058765-E049-4F46-ACB7-C69B69657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47" name="Line 56">
                  <a:extLst>
                    <a:ext uri="{FF2B5EF4-FFF2-40B4-BE49-F238E27FC236}">
                      <a16:creationId xmlns:a16="http://schemas.microsoft.com/office/drawing/2014/main" id="{AB3A3E4B-DC47-491A-85A6-1285EF45EC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45" name="Line 57">
                <a:extLst>
                  <a:ext uri="{FF2B5EF4-FFF2-40B4-BE49-F238E27FC236}">
                    <a16:creationId xmlns:a16="http://schemas.microsoft.com/office/drawing/2014/main" id="{D518D59E-A781-4CEE-90F8-661ACBCD0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3" name="Group 58">
              <a:extLst>
                <a:ext uri="{FF2B5EF4-FFF2-40B4-BE49-F238E27FC236}">
                  <a16:creationId xmlns:a16="http://schemas.microsoft.com/office/drawing/2014/main" id="{650B8541-99B0-4635-B717-F04D496973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2" y="2468"/>
              <a:ext cx="143" cy="126"/>
              <a:chOff x="1090" y="3836"/>
              <a:chExt cx="110" cy="100"/>
            </a:xfrm>
          </p:grpSpPr>
          <p:grpSp>
            <p:nvGrpSpPr>
              <p:cNvPr id="11327" name="Group 59">
                <a:extLst>
                  <a:ext uri="{FF2B5EF4-FFF2-40B4-BE49-F238E27FC236}">
                    <a16:creationId xmlns:a16="http://schemas.microsoft.com/office/drawing/2014/main" id="{BDF68F1A-C6CE-4E46-8345-19083DCDAD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42" name="Line 60">
                  <a:extLst>
                    <a:ext uri="{FF2B5EF4-FFF2-40B4-BE49-F238E27FC236}">
                      <a16:creationId xmlns:a16="http://schemas.microsoft.com/office/drawing/2014/main" id="{95A55116-46C9-4167-9927-F1F15C4FB7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43" name="Line 61">
                  <a:extLst>
                    <a:ext uri="{FF2B5EF4-FFF2-40B4-BE49-F238E27FC236}">
                      <a16:creationId xmlns:a16="http://schemas.microsoft.com/office/drawing/2014/main" id="{33779DD4-8A14-44EB-B50F-EE3236552F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41" name="Line 62">
                <a:extLst>
                  <a:ext uri="{FF2B5EF4-FFF2-40B4-BE49-F238E27FC236}">
                    <a16:creationId xmlns:a16="http://schemas.microsoft.com/office/drawing/2014/main" id="{EE4F2D88-8882-4E82-9AA0-CB715CE9D0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4" name="Group 63">
              <a:extLst>
                <a:ext uri="{FF2B5EF4-FFF2-40B4-BE49-F238E27FC236}">
                  <a16:creationId xmlns:a16="http://schemas.microsoft.com/office/drawing/2014/main" id="{B70E785E-C104-4FC0-B172-CCBE23C2E7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1" y="2725"/>
              <a:ext cx="143" cy="126"/>
              <a:chOff x="1090" y="3836"/>
              <a:chExt cx="110" cy="100"/>
            </a:xfrm>
          </p:grpSpPr>
          <p:grpSp>
            <p:nvGrpSpPr>
              <p:cNvPr id="11323" name="Group 64">
                <a:extLst>
                  <a:ext uri="{FF2B5EF4-FFF2-40B4-BE49-F238E27FC236}">
                    <a16:creationId xmlns:a16="http://schemas.microsoft.com/office/drawing/2014/main" id="{1A6060F9-B18C-4E41-8E99-026AE19CD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38" name="Line 65">
                  <a:extLst>
                    <a:ext uri="{FF2B5EF4-FFF2-40B4-BE49-F238E27FC236}">
                      <a16:creationId xmlns:a16="http://schemas.microsoft.com/office/drawing/2014/main" id="{43980F96-A744-43DE-AE19-615219460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39" name="Line 66">
                  <a:extLst>
                    <a:ext uri="{FF2B5EF4-FFF2-40B4-BE49-F238E27FC236}">
                      <a16:creationId xmlns:a16="http://schemas.microsoft.com/office/drawing/2014/main" id="{7C0C5713-3B49-4BEE-B233-3296924339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37" name="Line 67">
                <a:extLst>
                  <a:ext uri="{FF2B5EF4-FFF2-40B4-BE49-F238E27FC236}">
                    <a16:creationId xmlns:a16="http://schemas.microsoft.com/office/drawing/2014/main" id="{C7CBF3F1-8895-4342-893C-706D90EA3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5" name="Group 68">
              <a:extLst>
                <a:ext uri="{FF2B5EF4-FFF2-40B4-BE49-F238E27FC236}">
                  <a16:creationId xmlns:a16="http://schemas.microsoft.com/office/drawing/2014/main" id="{F47F3F1E-5E54-429B-BD5C-0FA1BE1432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2" y="2725"/>
              <a:ext cx="143" cy="126"/>
              <a:chOff x="1090" y="3836"/>
              <a:chExt cx="110" cy="100"/>
            </a:xfrm>
          </p:grpSpPr>
          <p:grpSp>
            <p:nvGrpSpPr>
              <p:cNvPr id="11319" name="Group 69">
                <a:extLst>
                  <a:ext uri="{FF2B5EF4-FFF2-40B4-BE49-F238E27FC236}">
                    <a16:creationId xmlns:a16="http://schemas.microsoft.com/office/drawing/2014/main" id="{C7ED20DF-1398-4FEE-B698-58B07F6B33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34" name="Line 70">
                  <a:extLst>
                    <a:ext uri="{FF2B5EF4-FFF2-40B4-BE49-F238E27FC236}">
                      <a16:creationId xmlns:a16="http://schemas.microsoft.com/office/drawing/2014/main" id="{A1578B31-CA02-4C74-A2EC-387D1FF233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35" name="Line 71">
                  <a:extLst>
                    <a:ext uri="{FF2B5EF4-FFF2-40B4-BE49-F238E27FC236}">
                      <a16:creationId xmlns:a16="http://schemas.microsoft.com/office/drawing/2014/main" id="{CA073538-30E3-42D8-A564-AC15C9B5AB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33" name="Line 72">
                <a:extLst>
                  <a:ext uri="{FF2B5EF4-FFF2-40B4-BE49-F238E27FC236}">
                    <a16:creationId xmlns:a16="http://schemas.microsoft.com/office/drawing/2014/main" id="{8D6DE756-E86C-4FBC-9463-13890E94B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6" name="Group 73">
              <a:extLst>
                <a:ext uri="{FF2B5EF4-FFF2-40B4-BE49-F238E27FC236}">
                  <a16:creationId xmlns:a16="http://schemas.microsoft.com/office/drawing/2014/main" id="{AAAB1C34-C0DB-4687-B532-99DD62C2C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1699"/>
              <a:ext cx="143" cy="126"/>
              <a:chOff x="1090" y="3836"/>
              <a:chExt cx="110" cy="100"/>
            </a:xfrm>
          </p:grpSpPr>
          <p:grpSp>
            <p:nvGrpSpPr>
              <p:cNvPr id="11315" name="Group 74">
                <a:extLst>
                  <a:ext uri="{FF2B5EF4-FFF2-40B4-BE49-F238E27FC236}">
                    <a16:creationId xmlns:a16="http://schemas.microsoft.com/office/drawing/2014/main" id="{302D63A2-3E60-4AAB-9CE6-0CAC8141CD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30" name="Line 75">
                  <a:extLst>
                    <a:ext uri="{FF2B5EF4-FFF2-40B4-BE49-F238E27FC236}">
                      <a16:creationId xmlns:a16="http://schemas.microsoft.com/office/drawing/2014/main" id="{367055E2-661C-4B20-8CDD-D5CE4B0ABD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31" name="Line 76">
                  <a:extLst>
                    <a:ext uri="{FF2B5EF4-FFF2-40B4-BE49-F238E27FC236}">
                      <a16:creationId xmlns:a16="http://schemas.microsoft.com/office/drawing/2014/main" id="{155942DD-D213-4A08-B2AE-6BCF5A44E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29" name="Line 77">
                <a:extLst>
                  <a:ext uri="{FF2B5EF4-FFF2-40B4-BE49-F238E27FC236}">
                    <a16:creationId xmlns:a16="http://schemas.microsoft.com/office/drawing/2014/main" id="{9796E406-0B5A-4C98-B1FF-C388EA4CA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1307" name="Group 78">
              <a:extLst>
                <a:ext uri="{FF2B5EF4-FFF2-40B4-BE49-F238E27FC236}">
                  <a16:creationId xmlns:a16="http://schemas.microsoft.com/office/drawing/2014/main" id="{D2897880-2EAA-428A-A130-968C9E8E09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2" y="1699"/>
              <a:ext cx="143" cy="126"/>
              <a:chOff x="1090" y="3836"/>
              <a:chExt cx="110" cy="100"/>
            </a:xfrm>
          </p:grpSpPr>
          <p:grpSp>
            <p:nvGrpSpPr>
              <p:cNvPr id="11311" name="Group 79">
                <a:extLst>
                  <a:ext uri="{FF2B5EF4-FFF2-40B4-BE49-F238E27FC236}">
                    <a16:creationId xmlns:a16="http://schemas.microsoft.com/office/drawing/2014/main" id="{4E7DBDD0-DB8A-452A-8948-B1839AB418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4626" name="Line 80">
                  <a:extLst>
                    <a:ext uri="{FF2B5EF4-FFF2-40B4-BE49-F238E27FC236}">
                      <a16:creationId xmlns:a16="http://schemas.microsoft.com/office/drawing/2014/main" id="{0B0E5D43-73B4-4294-9C32-6547D26C8C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4627" name="Line 81">
                  <a:extLst>
                    <a:ext uri="{FF2B5EF4-FFF2-40B4-BE49-F238E27FC236}">
                      <a16:creationId xmlns:a16="http://schemas.microsoft.com/office/drawing/2014/main" id="{1B735F58-4FD2-4848-87F8-27A3174E24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4625" name="Line 82">
                <a:extLst>
                  <a:ext uri="{FF2B5EF4-FFF2-40B4-BE49-F238E27FC236}">
                    <a16:creationId xmlns:a16="http://schemas.microsoft.com/office/drawing/2014/main" id="{AF232050-626A-4840-8390-168966FFA0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aphicFrame>
          <p:nvGraphicFramePr>
            <p:cNvPr id="11308" name="Object 83">
              <a:extLst>
                <a:ext uri="{FF2B5EF4-FFF2-40B4-BE49-F238E27FC236}">
                  <a16:creationId xmlns:a16="http://schemas.microsoft.com/office/drawing/2014/main" id="{B198C581-5978-4CA3-86FD-DB35278868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2" y="1030"/>
            <a:ext cx="192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5" name="公式" r:id="rId9" imgW="114151" imgH="215619" progId="Equation.3">
                    <p:embed/>
                  </p:oleObj>
                </mc:Choice>
                <mc:Fallback>
                  <p:oleObj name="公式" r:id="rId9" imgW="114151" imgH="215619" progId="Equation.3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2" y="1030"/>
                          <a:ext cx="192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2" name="Line 84">
              <a:extLst>
                <a:ext uri="{FF2B5EF4-FFF2-40B4-BE49-F238E27FC236}">
                  <a16:creationId xmlns:a16="http://schemas.microsoft.com/office/drawing/2014/main" id="{D8AC243C-0F9F-44F7-BC39-284B247F4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2" y="2867"/>
              <a:ext cx="12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1310" name="Object 85">
              <a:extLst>
                <a:ext uri="{FF2B5EF4-FFF2-40B4-BE49-F238E27FC236}">
                  <a16:creationId xmlns:a16="http://schemas.microsoft.com/office/drawing/2014/main" id="{5A8F8E33-362E-4770-95FE-31591B19C3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4" y="2360"/>
            <a:ext cx="25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6" name="公式" r:id="rId11" imgW="164885" imgH="164885" progId="Equation.3">
                    <p:embed/>
                  </p:oleObj>
                </mc:Choice>
                <mc:Fallback>
                  <p:oleObj name="公式" r:id="rId11" imgW="164885" imgH="164885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" y="2360"/>
                          <a:ext cx="25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2246" name="Object 86">
            <a:extLst>
              <a:ext uri="{FF2B5EF4-FFF2-40B4-BE49-F238E27FC236}">
                <a16:creationId xmlns:a16="http://schemas.microsoft.com/office/drawing/2014/main" id="{60DFDFCA-B649-4082-A4F0-3E7C8E402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7838" y="2438400"/>
          <a:ext cx="28194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7" name="公式" r:id="rId13" imgW="1307532" imgH="393529" progId="Equation.3">
                  <p:embed/>
                </p:oleObj>
              </mc:Choice>
              <mc:Fallback>
                <p:oleObj name="公式" r:id="rId13" imgW="1307532" imgH="393529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2438400"/>
                        <a:ext cx="28194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47" name="Rectangle 87">
            <a:hlinkClick r:id="" action="ppaction://noaction"/>
            <a:extLst>
              <a:ext uri="{FF2B5EF4-FFF2-40B4-BE49-F238E27FC236}">
                <a16:creationId xmlns:a16="http://schemas.microsoft.com/office/drawing/2014/main" id="{EE9185A6-2629-46B6-8402-427782C16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2600325"/>
            <a:ext cx="20605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FF0000"/>
                </a:solidFill>
                <a:cs typeface="Times New Roman" panose="02020603050405020304" pitchFamily="18" charset="0"/>
              </a:rPr>
              <a:t>解</a:t>
            </a:r>
            <a:r>
              <a:rPr kumimoji="0" lang="en-US" altLang="zh-CN" sz="2585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32249" name="Oval 89">
            <a:extLst>
              <a:ext uri="{FF2B5EF4-FFF2-40B4-BE49-F238E27FC236}">
                <a16:creationId xmlns:a16="http://schemas.microsoft.com/office/drawing/2014/main" id="{191C9B93-92B0-483C-A09D-6E3D74A3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2486025"/>
            <a:ext cx="2444750" cy="223996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sp>
        <p:nvSpPr>
          <p:cNvPr id="732250" name="Rectangle 90">
            <a:extLst>
              <a:ext uri="{FF2B5EF4-FFF2-40B4-BE49-F238E27FC236}">
                <a16:creationId xmlns:a16="http://schemas.microsoft.com/office/drawing/2014/main" id="{B240D1AF-20C7-4144-9155-42DF58B35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3343275"/>
            <a:ext cx="56673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chemeClr val="tx1"/>
                </a:solidFill>
                <a:cs typeface="Times New Roman" panose="02020603050405020304" pitchFamily="18" charset="0"/>
              </a:rPr>
              <a:t>取回路</a:t>
            </a:r>
            <a:r>
              <a:rPr kumimoji="0" lang="en-US" altLang="zh-CN" sz="2585" i="1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kumimoji="0" lang="en-US" altLang="zh-CN" sz="2585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0" lang="zh-CN" altLang="en-US" sz="2585">
                <a:solidFill>
                  <a:schemeClr val="tx1"/>
                </a:solidFill>
                <a:cs typeface="Times New Roman" panose="02020603050405020304" pitchFamily="18" charset="0"/>
              </a:rPr>
              <a:t>，且绕行方向为顺时针。</a:t>
            </a:r>
          </a:p>
        </p:txBody>
      </p:sp>
      <p:sp>
        <p:nvSpPr>
          <p:cNvPr id="732251" name="Rectangle 91">
            <a:extLst>
              <a:ext uri="{FF2B5EF4-FFF2-40B4-BE49-F238E27FC236}">
                <a16:creationId xmlns:a16="http://schemas.microsoft.com/office/drawing/2014/main" id="{D53B484B-D143-468A-A8E8-A0EEE9D7D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3798888"/>
            <a:ext cx="5667375" cy="88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 dirty="0">
                <a:solidFill>
                  <a:schemeClr val="tx1"/>
                </a:solidFill>
                <a:cs typeface="Times New Roman" panose="02020603050405020304" pitchFamily="18" charset="0"/>
              </a:rPr>
              <a:t>由楞次定律知，感应电场的方向是顺时针沿</a:t>
            </a:r>
            <a:r>
              <a:rPr kumimoji="0" lang="en-US" altLang="zh-CN" sz="2585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kumimoji="0" lang="zh-CN" altLang="en-US" sz="2585" dirty="0">
                <a:solidFill>
                  <a:schemeClr val="tx1"/>
                </a:solidFill>
                <a:cs typeface="Times New Roman" panose="02020603050405020304" pitchFamily="18" charset="0"/>
              </a:rPr>
              <a:t>回路。</a:t>
            </a:r>
          </a:p>
        </p:txBody>
      </p:sp>
      <p:graphicFrame>
        <p:nvGraphicFramePr>
          <p:cNvPr id="732252" name="Object 92">
            <a:extLst>
              <a:ext uri="{FF2B5EF4-FFF2-40B4-BE49-F238E27FC236}">
                <a16:creationId xmlns:a16="http://schemas.microsoft.com/office/drawing/2014/main" id="{FF952FB1-02BE-4BCD-9F34-994F4AA13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9463" y="2663825"/>
          <a:ext cx="328612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" name="公式" r:id="rId15" imgW="95357" imgH="104760" progId="Equation.3">
                  <p:embed/>
                </p:oleObj>
              </mc:Choice>
              <mc:Fallback>
                <p:oleObj name="公式" r:id="rId15" imgW="95357" imgH="10476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463" y="2663825"/>
                        <a:ext cx="328612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253" name="Object 93">
            <a:extLst>
              <a:ext uri="{FF2B5EF4-FFF2-40B4-BE49-F238E27FC236}">
                <a16:creationId xmlns:a16="http://schemas.microsoft.com/office/drawing/2014/main" id="{5D987964-FB1B-4EDD-9B0A-7E0BD5DAB4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7238" y="2390775"/>
          <a:ext cx="135731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9" name="公式" r:id="rId17" imgW="571252" imgH="380835" progId="Equation.3">
                  <p:embed/>
                </p:oleObj>
              </mc:Choice>
              <mc:Fallback>
                <p:oleObj name="公式" r:id="rId17" imgW="571252" imgH="380835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2390775"/>
                        <a:ext cx="1357312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254" name="Object 94">
            <a:extLst>
              <a:ext uri="{FF2B5EF4-FFF2-40B4-BE49-F238E27FC236}">
                <a16:creationId xmlns:a16="http://schemas.microsoft.com/office/drawing/2014/main" id="{5A606330-9F67-4CFC-8C2C-66B838218E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7413" y="5389563"/>
          <a:ext cx="3357562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0" name="公式" r:id="rId19" imgW="1460500" imgH="368300" progId="Equation.3">
                  <p:embed/>
                </p:oleObj>
              </mc:Choice>
              <mc:Fallback>
                <p:oleObj name="公式" r:id="rId19" imgW="1460500" imgH="36830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5389563"/>
                        <a:ext cx="3357562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255" name="Object 95">
            <a:extLst>
              <a:ext uri="{FF2B5EF4-FFF2-40B4-BE49-F238E27FC236}">
                <a16:creationId xmlns:a16="http://schemas.microsoft.com/office/drawing/2014/main" id="{4BB5275B-28F2-4A4C-A198-0C0D8AC354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3513" y="4724400"/>
          <a:ext cx="217011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1" name="公式" r:id="rId21" imgW="952087" imgH="291973" progId="Equation.3">
                  <p:embed/>
                </p:oleObj>
              </mc:Choice>
              <mc:Fallback>
                <p:oleObj name="公式" r:id="rId21" imgW="952087" imgH="291973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4724400"/>
                        <a:ext cx="2170112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56" name="Rectangle 96">
            <a:extLst>
              <a:ext uri="{FF2B5EF4-FFF2-40B4-BE49-F238E27FC236}">
                <a16:creationId xmlns:a16="http://schemas.microsoft.com/office/drawing/2014/main" id="{0FAA033B-C4FB-429A-90D9-9D996C0E7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4779963"/>
            <a:ext cx="29829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chemeClr val="tx1"/>
                </a:solidFill>
                <a:cs typeface="Times New Roman" panose="02020603050405020304" pitchFamily="18" charset="0"/>
              </a:rPr>
              <a:t>由对称性知 ，</a:t>
            </a:r>
          </a:p>
        </p:txBody>
      </p:sp>
      <p:sp>
        <p:nvSpPr>
          <p:cNvPr id="732257" name="AutoShape 97">
            <a:extLst>
              <a:ext uri="{FF2B5EF4-FFF2-40B4-BE49-F238E27FC236}">
                <a16:creationId xmlns:a16="http://schemas.microsoft.com/office/drawing/2014/main" id="{45A5E387-2B74-4257-84E8-C90B120600ED}"/>
              </a:ext>
            </a:extLst>
          </p:cNvPr>
          <p:cNvSpPr>
            <a:spLocks/>
          </p:cNvSpPr>
          <p:nvPr/>
        </p:nvSpPr>
        <p:spPr bwMode="auto">
          <a:xfrm>
            <a:off x="4905375" y="5035550"/>
            <a:ext cx="149225" cy="1027113"/>
          </a:xfrm>
          <a:prstGeom prst="rightBrace">
            <a:avLst>
              <a:gd name="adj1" fmla="val 57838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aphicFrame>
        <p:nvGraphicFramePr>
          <p:cNvPr id="732258" name="Object 98">
            <a:extLst>
              <a:ext uri="{FF2B5EF4-FFF2-40B4-BE49-F238E27FC236}">
                <a16:creationId xmlns:a16="http://schemas.microsoft.com/office/drawing/2014/main" id="{347B3639-D7EF-4C4F-AE69-E504027F02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3738" y="5122863"/>
          <a:ext cx="198596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2" name="公式" r:id="rId23" imgW="939392" imgH="393529" progId="Equation.3">
                  <p:embed/>
                </p:oleObj>
              </mc:Choice>
              <mc:Fallback>
                <p:oleObj name="公式" r:id="rId23" imgW="939392" imgH="393529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5122863"/>
                        <a:ext cx="1985962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59" name="Line 99">
            <a:extLst>
              <a:ext uri="{FF2B5EF4-FFF2-40B4-BE49-F238E27FC236}">
                <a16:creationId xmlns:a16="http://schemas.microsoft.com/office/drawing/2014/main" id="{959636A4-4FF8-41E6-BB14-0BC47700A7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7013" y="5567363"/>
            <a:ext cx="357187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732260" name="Object 100">
            <a:extLst>
              <a:ext uri="{FF2B5EF4-FFF2-40B4-BE49-F238E27FC236}">
                <a16:creationId xmlns:a16="http://schemas.microsoft.com/office/drawing/2014/main" id="{19DD3DE0-E335-4B47-9AAA-E7FC80B6A2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7775" y="4548188"/>
          <a:ext cx="140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3" name="公式" r:id="rId25" imgW="571252" imgH="228501" progId="Equation.3">
                  <p:embed/>
                </p:oleObj>
              </mc:Choice>
              <mc:Fallback>
                <p:oleObj name="公式" r:id="rId25" imgW="571252" imgH="228501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5" y="4548188"/>
                        <a:ext cx="1409700" cy="520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61" name="Rectangle 101">
            <a:extLst>
              <a:ext uri="{FF2B5EF4-FFF2-40B4-BE49-F238E27FC236}">
                <a16:creationId xmlns:a16="http://schemas.microsoft.com/office/drawing/2014/main" id="{BAB3756F-D61E-4687-98BA-E485C0CA3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95563"/>
            <a:ext cx="10160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（</a:t>
            </a:r>
            <a:r>
              <a:rPr kumimoji="0" lang="en-US" altLang="zh-CN" sz="2585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1283" name="Object 102">
            <a:extLst>
              <a:ext uri="{FF2B5EF4-FFF2-40B4-BE49-F238E27FC236}">
                <a16:creationId xmlns:a16="http://schemas.microsoft.com/office/drawing/2014/main" id="{3A459368-AA5B-4BF6-A931-1A05476DC8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6038" y="1868488"/>
          <a:ext cx="6381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4" name="公式" r:id="rId27" imgW="253890" imgH="228501" progId="Equation.3">
                  <p:embed/>
                </p:oleObj>
              </mc:Choice>
              <mc:Fallback>
                <p:oleObj name="公式" r:id="rId27" imgW="253890" imgH="228501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1868488"/>
                        <a:ext cx="6381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1ED1862-B4AD-48AB-897E-6AF9B8A89D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58175" y="2889250"/>
            <a:ext cx="180975" cy="325438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Text Box 3">
            <a:extLst>
              <a:ext uri="{FF2B5EF4-FFF2-40B4-BE49-F238E27FC236}">
                <a16:creationId xmlns:a16="http://schemas.microsoft.com/office/drawing/2014/main" id="{A15A1604-8218-453F-BDF1-3AEF11F16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77788"/>
            <a:ext cx="37687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感生电动势与感应电场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3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3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3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3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3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3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73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73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3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73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73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73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3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73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247" grpId="0"/>
      <p:bldP spid="732249" grpId="0" animBg="1"/>
      <p:bldP spid="732250" grpId="0"/>
      <p:bldP spid="732251" grpId="0"/>
      <p:bldP spid="732256" grpId="0"/>
      <p:bldP spid="732257" grpId="0" animBg="1"/>
      <p:bldP spid="7322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>
            <a:extLst>
              <a:ext uri="{FF2B5EF4-FFF2-40B4-BE49-F238E27FC236}">
                <a16:creationId xmlns:a16="http://schemas.microsoft.com/office/drawing/2014/main" id="{FB9993EF-3647-4F68-A392-468EFE213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76263"/>
            <a:ext cx="8778875" cy="20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例</a:t>
            </a:r>
            <a:r>
              <a:rPr kumimoji="0" lang="en-US" altLang="zh-CN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5: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在半径为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的圆形区域内，有垂直向里的均匀磁场正在速</a:t>
            </a:r>
            <a:r>
              <a:rPr kumimoji="0" lang="zh-CN" altLang="en-US" sz="2585" dirty="0">
                <a:solidFill>
                  <a:srgbClr val="0033CC"/>
                </a:solidFill>
                <a:cs typeface="Times New Roman" panose="02020603050405020304" pitchFamily="18" charset="0"/>
              </a:rPr>
              <a:t>减小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。有一金属棒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abc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放在图示位置，已知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ab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=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bc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=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，求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(1)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b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三点感应电场的大小和方向（在图上标出）；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(2)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棒上感应电动势       为多大；</a:t>
            </a:r>
            <a:r>
              <a:rPr kumimoji="0" lang="en-US" altLang="zh-CN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(3)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>
                <a:solidFill>
                  <a:srgbClr val="000000"/>
                </a:solidFill>
                <a:cs typeface="Times New Roman" panose="02020603050405020304" pitchFamily="18" charset="0"/>
              </a:rPr>
              <a:t>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哪点电势高。</a:t>
            </a:r>
            <a:r>
              <a:rPr kumimoji="0" lang="en-US" altLang="zh-CN" sz="2585" dirty="0">
                <a:solidFill>
                  <a:srgbClr val="0033CC"/>
                </a:solidFill>
                <a:cs typeface="Times New Roman" panose="02020603050405020304" pitchFamily="18" charset="0"/>
              </a:rPr>
              <a:t> (8-T10)</a:t>
            </a:r>
            <a:endParaRPr kumimoji="0" lang="zh-CN" altLang="en-US" sz="2585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2291" name="Group 4">
            <a:extLst>
              <a:ext uri="{FF2B5EF4-FFF2-40B4-BE49-F238E27FC236}">
                <a16:creationId xmlns:a16="http://schemas.microsoft.com/office/drawing/2014/main" id="{737A3666-E917-4B66-B99B-E285EF5073A9}"/>
              </a:ext>
            </a:extLst>
          </p:cNvPr>
          <p:cNvGrpSpPr>
            <a:grpSpLocks/>
          </p:cNvGrpSpPr>
          <p:nvPr/>
        </p:nvGrpSpPr>
        <p:grpSpPr bwMode="auto">
          <a:xfrm>
            <a:off x="6175375" y="1773238"/>
            <a:ext cx="2671763" cy="3059112"/>
            <a:chOff x="3890" y="1030"/>
            <a:chExt cx="1683" cy="2088"/>
          </a:xfrm>
        </p:grpSpPr>
        <p:sp>
          <p:nvSpPr>
            <p:cNvPr id="25629" name="Line 5">
              <a:extLst>
                <a:ext uri="{FF2B5EF4-FFF2-40B4-BE49-F238E27FC236}">
                  <a16:creationId xmlns:a16="http://schemas.microsoft.com/office/drawing/2014/main" id="{697A5651-AB3D-4DD5-B439-52818C052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3" y="2304"/>
              <a:ext cx="338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5630" name="Line 6">
              <a:extLst>
                <a:ext uri="{FF2B5EF4-FFF2-40B4-BE49-F238E27FC236}">
                  <a16:creationId xmlns:a16="http://schemas.microsoft.com/office/drawing/2014/main" id="{A8B800CD-4E34-4EBB-B0B0-CBB08622D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0" y="2304"/>
              <a:ext cx="326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2317" name="Object 7">
              <a:extLst>
                <a:ext uri="{FF2B5EF4-FFF2-40B4-BE49-F238E27FC236}">
                  <a16:creationId xmlns:a16="http://schemas.microsoft.com/office/drawing/2014/main" id="{2BC5104E-3924-4EEE-9A56-BCFEE36D1E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8" y="2907"/>
            <a:ext cx="198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1" name="公式" r:id="rId3" imgW="126835" imgH="139518" progId="Equation.3">
                    <p:embed/>
                  </p:oleObj>
                </mc:Choice>
                <mc:Fallback>
                  <p:oleObj name="公式" r:id="rId3" imgW="126835" imgH="13951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2907"/>
                          <a:ext cx="198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8" name="Object 8">
              <a:extLst>
                <a:ext uri="{FF2B5EF4-FFF2-40B4-BE49-F238E27FC236}">
                  <a16:creationId xmlns:a16="http://schemas.microsoft.com/office/drawing/2014/main" id="{833B6284-B279-4386-9D27-8E1C1884DE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94" y="2901"/>
            <a:ext cx="17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2" name="公式" r:id="rId5" imgW="114201" imgH="139579" progId="Equation.3">
                    <p:embed/>
                  </p:oleObj>
                </mc:Choice>
                <mc:Fallback>
                  <p:oleObj name="公式" r:id="rId5" imgW="114201" imgH="139579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4" y="2901"/>
                          <a:ext cx="17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9" name="Object 9">
              <a:extLst>
                <a:ext uri="{FF2B5EF4-FFF2-40B4-BE49-F238E27FC236}">
                  <a16:creationId xmlns:a16="http://schemas.microsoft.com/office/drawing/2014/main" id="{051613B9-845E-449A-8C1B-28890D8408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3" y="2852"/>
            <a:ext cx="19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3" name="公式" r:id="rId7" imgW="126725" imgH="177415" progId="Equation.3">
                    <p:embed/>
                  </p:oleObj>
                </mc:Choice>
                <mc:Fallback>
                  <p:oleObj name="公式" r:id="rId7" imgW="126725" imgH="17741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3" y="2852"/>
                          <a:ext cx="196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4" name="Oval 10">
              <a:extLst>
                <a:ext uri="{FF2B5EF4-FFF2-40B4-BE49-F238E27FC236}">
                  <a16:creationId xmlns:a16="http://schemas.microsoft.com/office/drawing/2014/main" id="{E19C8619-7F02-402E-BB10-450C917CC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1603"/>
              <a:ext cx="1406" cy="13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grpSp>
          <p:nvGrpSpPr>
            <p:cNvPr id="12321" name="Group 11">
              <a:extLst>
                <a:ext uri="{FF2B5EF4-FFF2-40B4-BE49-F238E27FC236}">
                  <a16:creationId xmlns:a16="http://schemas.microsoft.com/office/drawing/2014/main" id="{7F7BBE4C-7926-4A20-99A7-50451CA9AE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1" y="2467"/>
              <a:ext cx="143" cy="127"/>
              <a:chOff x="1090" y="3836"/>
              <a:chExt cx="110" cy="100"/>
            </a:xfrm>
          </p:grpSpPr>
          <p:grpSp>
            <p:nvGrpSpPr>
              <p:cNvPr id="12392" name="Group 12">
                <a:extLst>
                  <a:ext uri="{FF2B5EF4-FFF2-40B4-BE49-F238E27FC236}">
                    <a16:creationId xmlns:a16="http://schemas.microsoft.com/office/drawing/2014/main" id="{F8C95A5B-95BF-4D4D-8694-9E3387FE18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708" name="Line 13">
                  <a:extLst>
                    <a:ext uri="{FF2B5EF4-FFF2-40B4-BE49-F238E27FC236}">
                      <a16:creationId xmlns:a16="http://schemas.microsoft.com/office/drawing/2014/main" id="{1B1DF243-3290-462B-A322-7B7D74A0E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709" name="Line 14">
                  <a:extLst>
                    <a:ext uri="{FF2B5EF4-FFF2-40B4-BE49-F238E27FC236}">
                      <a16:creationId xmlns:a16="http://schemas.microsoft.com/office/drawing/2014/main" id="{C560C519-2F5A-46D5-8147-56A55623F1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707" name="Line 15">
                <a:extLst>
                  <a:ext uri="{FF2B5EF4-FFF2-40B4-BE49-F238E27FC236}">
                    <a16:creationId xmlns:a16="http://schemas.microsoft.com/office/drawing/2014/main" id="{DBDA9F32-F059-493D-974E-A15573B1B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2" name="Group 16">
              <a:extLst>
                <a:ext uri="{FF2B5EF4-FFF2-40B4-BE49-F238E27FC236}">
                  <a16:creationId xmlns:a16="http://schemas.microsoft.com/office/drawing/2014/main" id="{AA45DE96-A8B5-4243-8563-8B4599CBE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2" y="2227"/>
              <a:ext cx="143" cy="126"/>
              <a:chOff x="1090" y="3836"/>
              <a:chExt cx="110" cy="100"/>
            </a:xfrm>
          </p:grpSpPr>
          <p:grpSp>
            <p:nvGrpSpPr>
              <p:cNvPr id="12388" name="Group 17">
                <a:extLst>
                  <a:ext uri="{FF2B5EF4-FFF2-40B4-BE49-F238E27FC236}">
                    <a16:creationId xmlns:a16="http://schemas.microsoft.com/office/drawing/2014/main" id="{AF7C2BEA-35EB-4415-ADEE-D657301174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704" name="Line 18">
                  <a:extLst>
                    <a:ext uri="{FF2B5EF4-FFF2-40B4-BE49-F238E27FC236}">
                      <a16:creationId xmlns:a16="http://schemas.microsoft.com/office/drawing/2014/main" id="{DC514800-A8C2-43A2-A321-499993F65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1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705" name="Line 19">
                  <a:extLst>
                    <a:ext uri="{FF2B5EF4-FFF2-40B4-BE49-F238E27FC236}">
                      <a16:creationId xmlns:a16="http://schemas.microsoft.com/office/drawing/2014/main" id="{A6ABD27C-706A-4122-A61A-F333F82D6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703" name="Line 20">
                <a:extLst>
                  <a:ext uri="{FF2B5EF4-FFF2-40B4-BE49-F238E27FC236}">
                    <a16:creationId xmlns:a16="http://schemas.microsoft.com/office/drawing/2014/main" id="{CF84E7C7-3E47-453B-AE84-9EC2FF6F7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1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3" name="Group 21">
              <a:extLst>
                <a:ext uri="{FF2B5EF4-FFF2-40B4-BE49-F238E27FC236}">
                  <a16:creationId xmlns:a16="http://schemas.microsoft.com/office/drawing/2014/main" id="{4A9E8A3B-3107-41A9-8E49-C3664D73D3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4" y="1987"/>
              <a:ext cx="143" cy="126"/>
              <a:chOff x="1090" y="3836"/>
              <a:chExt cx="110" cy="100"/>
            </a:xfrm>
          </p:grpSpPr>
          <p:grpSp>
            <p:nvGrpSpPr>
              <p:cNvPr id="12384" name="Group 22">
                <a:extLst>
                  <a:ext uri="{FF2B5EF4-FFF2-40B4-BE49-F238E27FC236}">
                    <a16:creationId xmlns:a16="http://schemas.microsoft.com/office/drawing/2014/main" id="{7AC73B9E-D8BC-41B2-B03B-541191D48C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700" name="Line 23">
                  <a:extLst>
                    <a:ext uri="{FF2B5EF4-FFF2-40B4-BE49-F238E27FC236}">
                      <a16:creationId xmlns:a16="http://schemas.microsoft.com/office/drawing/2014/main" id="{AEB0B49F-A997-4DD6-A7CC-31CE51C63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701" name="Line 24">
                  <a:extLst>
                    <a:ext uri="{FF2B5EF4-FFF2-40B4-BE49-F238E27FC236}">
                      <a16:creationId xmlns:a16="http://schemas.microsoft.com/office/drawing/2014/main" id="{558DD65E-473C-44DB-B965-C0653962DC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99" name="Line 25">
                <a:extLst>
                  <a:ext uri="{FF2B5EF4-FFF2-40B4-BE49-F238E27FC236}">
                    <a16:creationId xmlns:a16="http://schemas.microsoft.com/office/drawing/2014/main" id="{EF105DEF-692E-40CD-9BE2-7F19EAE0B2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4" name="Group 26">
              <a:extLst>
                <a:ext uri="{FF2B5EF4-FFF2-40B4-BE49-F238E27FC236}">
                  <a16:creationId xmlns:a16="http://schemas.microsoft.com/office/drawing/2014/main" id="{E4E079B1-2E97-48A1-94F8-A79B1213C3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" y="2197"/>
              <a:ext cx="143" cy="126"/>
              <a:chOff x="1090" y="3836"/>
              <a:chExt cx="110" cy="100"/>
            </a:xfrm>
          </p:grpSpPr>
          <p:grpSp>
            <p:nvGrpSpPr>
              <p:cNvPr id="12380" name="Group 27">
                <a:extLst>
                  <a:ext uri="{FF2B5EF4-FFF2-40B4-BE49-F238E27FC236}">
                    <a16:creationId xmlns:a16="http://schemas.microsoft.com/office/drawing/2014/main" id="{8471FA85-AACA-4BB4-89D8-A372332FCA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96" name="Line 28">
                  <a:extLst>
                    <a:ext uri="{FF2B5EF4-FFF2-40B4-BE49-F238E27FC236}">
                      <a16:creationId xmlns:a16="http://schemas.microsoft.com/office/drawing/2014/main" id="{DC02A914-0FFB-4FBF-8D1A-7CE3054B98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97" name="Line 29">
                  <a:extLst>
                    <a:ext uri="{FF2B5EF4-FFF2-40B4-BE49-F238E27FC236}">
                      <a16:creationId xmlns:a16="http://schemas.microsoft.com/office/drawing/2014/main" id="{24734316-6FA8-49B6-A6B3-F4FDEB3C25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95" name="Line 30">
                <a:extLst>
                  <a:ext uri="{FF2B5EF4-FFF2-40B4-BE49-F238E27FC236}">
                    <a16:creationId xmlns:a16="http://schemas.microsoft.com/office/drawing/2014/main" id="{CCA32690-B12B-405C-A9DC-1646A23DF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5" name="Group 31">
              <a:extLst>
                <a:ext uri="{FF2B5EF4-FFF2-40B4-BE49-F238E27FC236}">
                  <a16:creationId xmlns:a16="http://schemas.microsoft.com/office/drawing/2014/main" id="{4115AA14-77B0-4B75-B1C2-28E9EDC95F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3" y="1957"/>
              <a:ext cx="142" cy="126"/>
              <a:chOff x="1090" y="3836"/>
              <a:chExt cx="110" cy="100"/>
            </a:xfrm>
          </p:grpSpPr>
          <p:grpSp>
            <p:nvGrpSpPr>
              <p:cNvPr id="12376" name="Group 32">
                <a:extLst>
                  <a:ext uri="{FF2B5EF4-FFF2-40B4-BE49-F238E27FC236}">
                    <a16:creationId xmlns:a16="http://schemas.microsoft.com/office/drawing/2014/main" id="{47B60DE5-C0EE-447C-B726-B228180F6B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92" name="Line 33">
                  <a:extLst>
                    <a:ext uri="{FF2B5EF4-FFF2-40B4-BE49-F238E27FC236}">
                      <a16:creationId xmlns:a16="http://schemas.microsoft.com/office/drawing/2014/main" id="{A8F918A2-C155-4480-ABFA-5D3E5385C2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2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93" name="Line 34">
                  <a:extLst>
                    <a:ext uri="{FF2B5EF4-FFF2-40B4-BE49-F238E27FC236}">
                      <a16:creationId xmlns:a16="http://schemas.microsoft.com/office/drawing/2014/main" id="{2B276237-8C60-4D20-8544-60ADAC86B4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91" name="Line 35">
                <a:extLst>
                  <a:ext uri="{FF2B5EF4-FFF2-40B4-BE49-F238E27FC236}">
                    <a16:creationId xmlns:a16="http://schemas.microsoft.com/office/drawing/2014/main" id="{94BC1B43-D88D-453E-B251-82340F779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2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6" name="Group 36">
              <a:extLst>
                <a:ext uri="{FF2B5EF4-FFF2-40B4-BE49-F238E27FC236}">
                  <a16:creationId xmlns:a16="http://schemas.microsoft.com/office/drawing/2014/main" id="{363D1232-B291-49E5-9A28-33D5AFDF0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3" y="2245"/>
              <a:ext cx="143" cy="126"/>
              <a:chOff x="1090" y="3836"/>
              <a:chExt cx="110" cy="100"/>
            </a:xfrm>
          </p:grpSpPr>
          <p:grpSp>
            <p:nvGrpSpPr>
              <p:cNvPr id="12372" name="Group 37">
                <a:extLst>
                  <a:ext uri="{FF2B5EF4-FFF2-40B4-BE49-F238E27FC236}">
                    <a16:creationId xmlns:a16="http://schemas.microsoft.com/office/drawing/2014/main" id="{23462959-C445-4803-93F4-F3839684F5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88" name="Line 38">
                  <a:extLst>
                    <a:ext uri="{FF2B5EF4-FFF2-40B4-BE49-F238E27FC236}">
                      <a16:creationId xmlns:a16="http://schemas.microsoft.com/office/drawing/2014/main" id="{35A8D3B8-E65D-4D26-962D-E5D5FD0A30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89" name="Line 39">
                  <a:extLst>
                    <a:ext uri="{FF2B5EF4-FFF2-40B4-BE49-F238E27FC236}">
                      <a16:creationId xmlns:a16="http://schemas.microsoft.com/office/drawing/2014/main" id="{C010C311-B2AA-49EE-8FB5-4591BBDAF0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87" name="Line 40">
                <a:extLst>
                  <a:ext uri="{FF2B5EF4-FFF2-40B4-BE49-F238E27FC236}">
                    <a16:creationId xmlns:a16="http://schemas.microsoft.com/office/drawing/2014/main" id="{8C6DE681-5264-4F51-BB3B-E7A76BBD0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7" name="Group 41">
              <a:extLst>
                <a:ext uri="{FF2B5EF4-FFF2-40B4-BE49-F238E27FC236}">
                  <a16:creationId xmlns:a16="http://schemas.microsoft.com/office/drawing/2014/main" id="{B56F57AB-95E0-4658-AD97-1CCEF0076F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1" y="1956"/>
              <a:ext cx="143" cy="127"/>
              <a:chOff x="1090" y="3836"/>
              <a:chExt cx="110" cy="100"/>
            </a:xfrm>
          </p:grpSpPr>
          <p:grpSp>
            <p:nvGrpSpPr>
              <p:cNvPr id="12368" name="Group 42">
                <a:extLst>
                  <a:ext uri="{FF2B5EF4-FFF2-40B4-BE49-F238E27FC236}">
                    <a16:creationId xmlns:a16="http://schemas.microsoft.com/office/drawing/2014/main" id="{A857D5F1-B940-4DD1-86AC-83E0F18866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84" name="Line 43">
                  <a:extLst>
                    <a:ext uri="{FF2B5EF4-FFF2-40B4-BE49-F238E27FC236}">
                      <a16:creationId xmlns:a16="http://schemas.microsoft.com/office/drawing/2014/main" id="{1011F2FB-C57E-4E67-9DA6-8FAD5ABFC0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1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85" name="Line 44">
                  <a:extLst>
                    <a:ext uri="{FF2B5EF4-FFF2-40B4-BE49-F238E27FC236}">
                      <a16:creationId xmlns:a16="http://schemas.microsoft.com/office/drawing/2014/main" id="{34DBE228-A60B-4728-8BD3-EC1349803E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83" name="Line 45">
                <a:extLst>
                  <a:ext uri="{FF2B5EF4-FFF2-40B4-BE49-F238E27FC236}">
                    <a16:creationId xmlns:a16="http://schemas.microsoft.com/office/drawing/2014/main" id="{E32A898B-EA83-4AC7-9A92-4E1C4EA9F4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1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28" name="Group 46">
              <a:extLst>
                <a:ext uri="{FF2B5EF4-FFF2-40B4-BE49-F238E27FC236}">
                  <a16:creationId xmlns:a16="http://schemas.microsoft.com/office/drawing/2014/main" id="{FF1BFA9D-E74B-4787-BE79-8175A4FB69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2245"/>
              <a:ext cx="143" cy="126"/>
              <a:chOff x="1090" y="3836"/>
              <a:chExt cx="110" cy="100"/>
            </a:xfrm>
          </p:grpSpPr>
          <p:grpSp>
            <p:nvGrpSpPr>
              <p:cNvPr id="12364" name="Group 47">
                <a:extLst>
                  <a:ext uri="{FF2B5EF4-FFF2-40B4-BE49-F238E27FC236}">
                    <a16:creationId xmlns:a16="http://schemas.microsoft.com/office/drawing/2014/main" id="{C74B3B76-D227-4292-A3D0-F810F540FE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80" name="Line 48">
                  <a:extLst>
                    <a:ext uri="{FF2B5EF4-FFF2-40B4-BE49-F238E27FC236}">
                      <a16:creationId xmlns:a16="http://schemas.microsoft.com/office/drawing/2014/main" id="{01B06042-879A-48E0-B211-207CAC1D08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81" name="Line 49">
                  <a:extLst>
                    <a:ext uri="{FF2B5EF4-FFF2-40B4-BE49-F238E27FC236}">
                      <a16:creationId xmlns:a16="http://schemas.microsoft.com/office/drawing/2014/main" id="{992653DB-4FFD-4982-ABCE-F2DC8CFEC4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79" name="Line 50">
                <a:extLst>
                  <a:ext uri="{FF2B5EF4-FFF2-40B4-BE49-F238E27FC236}">
                    <a16:creationId xmlns:a16="http://schemas.microsoft.com/office/drawing/2014/main" id="{888E6274-4BEE-4D98-8C78-CBFFAE7B5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sp>
          <p:nvSpPr>
            <p:cNvPr id="25643" name="Oval 51">
              <a:extLst>
                <a:ext uri="{FF2B5EF4-FFF2-40B4-BE49-F238E27FC236}">
                  <a16:creationId xmlns:a16="http://schemas.microsoft.com/office/drawing/2014/main" id="{4C54E9F7-FD85-48F8-8E8C-09EDE9358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" y="2280"/>
              <a:ext cx="63" cy="6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5644" name="Text Box 52">
              <a:extLst>
                <a:ext uri="{FF2B5EF4-FFF2-40B4-BE49-F238E27FC236}">
                  <a16:creationId xmlns:a16="http://schemas.microsoft.com/office/drawing/2014/main" id="{F672ABDE-AB3E-4BF2-BFB7-012081727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1" y="2062"/>
              <a:ext cx="312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i="1">
                  <a:solidFill>
                    <a:schemeClr val="tx1"/>
                  </a:solidFill>
                </a:rPr>
                <a:t>o</a:t>
              </a:r>
              <a:endParaRPr lang="en-US" altLang="zh-CN" sz="2585" i="1">
                <a:solidFill>
                  <a:srgbClr val="FF0000"/>
                </a:solidFill>
              </a:endParaRPr>
            </a:p>
          </p:txBody>
        </p:sp>
        <p:grpSp>
          <p:nvGrpSpPr>
            <p:cNvPr id="12331" name="Group 53">
              <a:extLst>
                <a:ext uri="{FF2B5EF4-FFF2-40B4-BE49-F238E27FC236}">
                  <a16:creationId xmlns:a16="http://schemas.microsoft.com/office/drawing/2014/main" id="{30BE3A36-D5D0-4248-B5F9-965B42FBFA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0" y="2468"/>
              <a:ext cx="143" cy="126"/>
              <a:chOff x="1090" y="3836"/>
              <a:chExt cx="110" cy="100"/>
            </a:xfrm>
          </p:grpSpPr>
          <p:grpSp>
            <p:nvGrpSpPr>
              <p:cNvPr id="12360" name="Group 54">
                <a:extLst>
                  <a:ext uri="{FF2B5EF4-FFF2-40B4-BE49-F238E27FC236}">
                    <a16:creationId xmlns:a16="http://schemas.microsoft.com/office/drawing/2014/main" id="{D26A77B5-2FE0-45F8-920C-54744ED2F2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76" name="Line 55">
                  <a:extLst>
                    <a:ext uri="{FF2B5EF4-FFF2-40B4-BE49-F238E27FC236}">
                      <a16:creationId xmlns:a16="http://schemas.microsoft.com/office/drawing/2014/main" id="{9D95FDD4-557C-4373-9FB0-1551EFD45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77" name="Line 56">
                  <a:extLst>
                    <a:ext uri="{FF2B5EF4-FFF2-40B4-BE49-F238E27FC236}">
                      <a16:creationId xmlns:a16="http://schemas.microsoft.com/office/drawing/2014/main" id="{16A30FEA-1C4C-4DD9-AEEF-4B27FA750E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75" name="Line 57">
                <a:extLst>
                  <a:ext uri="{FF2B5EF4-FFF2-40B4-BE49-F238E27FC236}">
                    <a16:creationId xmlns:a16="http://schemas.microsoft.com/office/drawing/2014/main" id="{47D10C92-7479-43CC-9211-2CD733060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2" name="Group 58">
              <a:extLst>
                <a:ext uri="{FF2B5EF4-FFF2-40B4-BE49-F238E27FC236}">
                  <a16:creationId xmlns:a16="http://schemas.microsoft.com/office/drawing/2014/main" id="{0EA94DB0-6528-46F9-B288-018B99FB5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2" y="2468"/>
              <a:ext cx="143" cy="126"/>
              <a:chOff x="1090" y="3836"/>
              <a:chExt cx="110" cy="100"/>
            </a:xfrm>
          </p:grpSpPr>
          <p:grpSp>
            <p:nvGrpSpPr>
              <p:cNvPr id="12356" name="Group 59">
                <a:extLst>
                  <a:ext uri="{FF2B5EF4-FFF2-40B4-BE49-F238E27FC236}">
                    <a16:creationId xmlns:a16="http://schemas.microsoft.com/office/drawing/2014/main" id="{903F26C5-347F-43B8-B496-B5894842B6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72" name="Line 60">
                  <a:extLst>
                    <a:ext uri="{FF2B5EF4-FFF2-40B4-BE49-F238E27FC236}">
                      <a16:creationId xmlns:a16="http://schemas.microsoft.com/office/drawing/2014/main" id="{141FE010-03B4-4C62-A776-2B91F306BB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73" name="Line 61">
                  <a:extLst>
                    <a:ext uri="{FF2B5EF4-FFF2-40B4-BE49-F238E27FC236}">
                      <a16:creationId xmlns:a16="http://schemas.microsoft.com/office/drawing/2014/main" id="{3EDC0C3C-18FB-4F97-8D5B-24B7374744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5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71" name="Line 62">
                <a:extLst>
                  <a:ext uri="{FF2B5EF4-FFF2-40B4-BE49-F238E27FC236}">
                    <a16:creationId xmlns:a16="http://schemas.microsoft.com/office/drawing/2014/main" id="{1309E870-A3BD-4D49-A75D-623F51FB04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3" name="Group 63">
              <a:extLst>
                <a:ext uri="{FF2B5EF4-FFF2-40B4-BE49-F238E27FC236}">
                  <a16:creationId xmlns:a16="http://schemas.microsoft.com/office/drawing/2014/main" id="{E057FA7B-63C4-4AE5-9D38-AB235E7797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1" y="2725"/>
              <a:ext cx="143" cy="126"/>
              <a:chOff x="1090" y="3836"/>
              <a:chExt cx="110" cy="100"/>
            </a:xfrm>
          </p:grpSpPr>
          <p:grpSp>
            <p:nvGrpSpPr>
              <p:cNvPr id="12352" name="Group 64">
                <a:extLst>
                  <a:ext uri="{FF2B5EF4-FFF2-40B4-BE49-F238E27FC236}">
                    <a16:creationId xmlns:a16="http://schemas.microsoft.com/office/drawing/2014/main" id="{A6791265-4D8A-4700-B9CB-A5CB6548E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68" name="Line 65">
                  <a:extLst>
                    <a:ext uri="{FF2B5EF4-FFF2-40B4-BE49-F238E27FC236}">
                      <a16:creationId xmlns:a16="http://schemas.microsoft.com/office/drawing/2014/main" id="{A626413B-35BE-4932-BF82-25F76CCB07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69" name="Line 66">
                  <a:extLst>
                    <a:ext uri="{FF2B5EF4-FFF2-40B4-BE49-F238E27FC236}">
                      <a16:creationId xmlns:a16="http://schemas.microsoft.com/office/drawing/2014/main" id="{2C832C5F-6A53-4D93-BF9C-6E8730A0A8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67" name="Line 67">
                <a:extLst>
                  <a:ext uri="{FF2B5EF4-FFF2-40B4-BE49-F238E27FC236}">
                    <a16:creationId xmlns:a16="http://schemas.microsoft.com/office/drawing/2014/main" id="{2DDD6623-EF2F-4511-AE9A-CC65E5763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4" name="Group 68">
              <a:extLst>
                <a:ext uri="{FF2B5EF4-FFF2-40B4-BE49-F238E27FC236}">
                  <a16:creationId xmlns:a16="http://schemas.microsoft.com/office/drawing/2014/main" id="{DB4C1F0D-154C-4854-A456-B96E20D7C5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2" y="2725"/>
              <a:ext cx="143" cy="126"/>
              <a:chOff x="1090" y="3836"/>
              <a:chExt cx="110" cy="100"/>
            </a:xfrm>
          </p:grpSpPr>
          <p:grpSp>
            <p:nvGrpSpPr>
              <p:cNvPr id="12348" name="Group 69">
                <a:extLst>
                  <a:ext uri="{FF2B5EF4-FFF2-40B4-BE49-F238E27FC236}">
                    <a16:creationId xmlns:a16="http://schemas.microsoft.com/office/drawing/2014/main" id="{3AC6B6E9-371B-4D60-AE80-80997B735A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64" name="Line 70">
                  <a:extLst>
                    <a:ext uri="{FF2B5EF4-FFF2-40B4-BE49-F238E27FC236}">
                      <a16:creationId xmlns:a16="http://schemas.microsoft.com/office/drawing/2014/main" id="{2DFD7803-2FC3-4D94-8575-2AA912DCA2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65" name="Line 71">
                  <a:extLst>
                    <a:ext uri="{FF2B5EF4-FFF2-40B4-BE49-F238E27FC236}">
                      <a16:creationId xmlns:a16="http://schemas.microsoft.com/office/drawing/2014/main" id="{C2C7AB23-CCAF-4EC0-9554-F455E3B077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63" name="Line 72">
                <a:extLst>
                  <a:ext uri="{FF2B5EF4-FFF2-40B4-BE49-F238E27FC236}">
                    <a16:creationId xmlns:a16="http://schemas.microsoft.com/office/drawing/2014/main" id="{224C47AA-0748-4EB1-9279-21E99C8A9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5" name="Group 73">
              <a:extLst>
                <a:ext uri="{FF2B5EF4-FFF2-40B4-BE49-F238E27FC236}">
                  <a16:creationId xmlns:a16="http://schemas.microsoft.com/office/drawing/2014/main" id="{6DEC77E8-2620-4017-BC5C-50A448FC8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1699"/>
              <a:ext cx="143" cy="126"/>
              <a:chOff x="1090" y="3836"/>
              <a:chExt cx="110" cy="100"/>
            </a:xfrm>
          </p:grpSpPr>
          <p:grpSp>
            <p:nvGrpSpPr>
              <p:cNvPr id="12344" name="Group 74">
                <a:extLst>
                  <a:ext uri="{FF2B5EF4-FFF2-40B4-BE49-F238E27FC236}">
                    <a16:creationId xmlns:a16="http://schemas.microsoft.com/office/drawing/2014/main" id="{0E47D12F-93EC-488D-A7F8-8E6845C23D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60" name="Line 75">
                  <a:extLst>
                    <a:ext uri="{FF2B5EF4-FFF2-40B4-BE49-F238E27FC236}">
                      <a16:creationId xmlns:a16="http://schemas.microsoft.com/office/drawing/2014/main" id="{65C1496F-C662-4DBC-B39F-EDC43C5909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61" name="Line 76">
                  <a:extLst>
                    <a:ext uri="{FF2B5EF4-FFF2-40B4-BE49-F238E27FC236}">
                      <a16:creationId xmlns:a16="http://schemas.microsoft.com/office/drawing/2014/main" id="{4EAFFDAC-105E-4F21-8BC7-6C1A388023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59" name="Line 77">
                <a:extLst>
                  <a:ext uri="{FF2B5EF4-FFF2-40B4-BE49-F238E27FC236}">
                    <a16:creationId xmlns:a16="http://schemas.microsoft.com/office/drawing/2014/main" id="{4B119614-A4C3-4F44-8C0E-B61823D37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pSp>
          <p:nvGrpSpPr>
            <p:cNvPr id="12336" name="Group 78">
              <a:extLst>
                <a:ext uri="{FF2B5EF4-FFF2-40B4-BE49-F238E27FC236}">
                  <a16:creationId xmlns:a16="http://schemas.microsoft.com/office/drawing/2014/main" id="{89677CBC-277B-4FF2-A169-2A2F2D4DD3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2" y="1699"/>
              <a:ext cx="143" cy="126"/>
              <a:chOff x="1090" y="3836"/>
              <a:chExt cx="110" cy="100"/>
            </a:xfrm>
          </p:grpSpPr>
          <p:grpSp>
            <p:nvGrpSpPr>
              <p:cNvPr id="12340" name="Group 79">
                <a:extLst>
                  <a:ext uri="{FF2B5EF4-FFF2-40B4-BE49-F238E27FC236}">
                    <a16:creationId xmlns:a16="http://schemas.microsoft.com/office/drawing/2014/main" id="{493E32F6-0C24-4C8D-8BBB-0BCF06ECBD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5656" name="Line 80">
                  <a:extLst>
                    <a:ext uri="{FF2B5EF4-FFF2-40B4-BE49-F238E27FC236}">
                      <a16:creationId xmlns:a16="http://schemas.microsoft.com/office/drawing/2014/main" id="{4F1AE87A-E1EE-431A-B9A5-4A3E837D4D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  <p:sp>
              <p:nvSpPr>
                <p:cNvPr id="25657" name="Line 81">
                  <a:extLst>
                    <a:ext uri="{FF2B5EF4-FFF2-40B4-BE49-F238E27FC236}">
                      <a16:creationId xmlns:a16="http://schemas.microsoft.com/office/drawing/2014/main" id="{22749CEB-C6E8-406A-936E-D6180638B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sp>
            <p:nvSpPr>
              <p:cNvPr id="25655" name="Line 82">
                <a:extLst>
                  <a:ext uri="{FF2B5EF4-FFF2-40B4-BE49-F238E27FC236}">
                    <a16:creationId xmlns:a16="http://schemas.microsoft.com/office/drawing/2014/main" id="{A954DA5C-2C1D-4675-913B-AA303D4FC6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2215"/>
              </a:p>
            </p:txBody>
          </p:sp>
        </p:grpSp>
        <p:graphicFrame>
          <p:nvGraphicFramePr>
            <p:cNvPr id="12337" name="Object 83">
              <a:extLst>
                <a:ext uri="{FF2B5EF4-FFF2-40B4-BE49-F238E27FC236}">
                  <a16:creationId xmlns:a16="http://schemas.microsoft.com/office/drawing/2014/main" id="{894112B9-6B8E-49E8-BF3C-7CA9E26B96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2" y="1030"/>
            <a:ext cx="192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4" name="公式" r:id="rId9" imgW="114151" imgH="215619" progId="Equation.3">
                    <p:embed/>
                  </p:oleObj>
                </mc:Choice>
                <mc:Fallback>
                  <p:oleObj name="公式" r:id="rId9" imgW="114151" imgH="215619" progId="Equation.3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2" y="1030"/>
                          <a:ext cx="192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52" name="Line 84">
              <a:extLst>
                <a:ext uri="{FF2B5EF4-FFF2-40B4-BE49-F238E27FC236}">
                  <a16:creationId xmlns:a16="http://schemas.microsoft.com/office/drawing/2014/main" id="{6F801A6D-8B11-445D-8CCF-2BF622AF0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2" y="2867"/>
              <a:ext cx="12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2339" name="Object 85">
              <a:extLst>
                <a:ext uri="{FF2B5EF4-FFF2-40B4-BE49-F238E27FC236}">
                  <a16:creationId xmlns:a16="http://schemas.microsoft.com/office/drawing/2014/main" id="{8CF1BB10-1AC3-4FD9-8826-E7AE8019D0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4" y="2360"/>
            <a:ext cx="25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65" name="公式" r:id="rId11" imgW="164885" imgH="164885" progId="Equation.3">
                    <p:embed/>
                  </p:oleObj>
                </mc:Choice>
                <mc:Fallback>
                  <p:oleObj name="公式" r:id="rId11" imgW="164885" imgH="164885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" y="2360"/>
                          <a:ext cx="25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6" name="Rectangle 86">
            <a:extLst>
              <a:ext uri="{FF2B5EF4-FFF2-40B4-BE49-F238E27FC236}">
                <a16:creationId xmlns:a16="http://schemas.microsoft.com/office/drawing/2014/main" id="{9968E0C3-D12F-419F-B1ED-E168F6E96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2574925"/>
            <a:ext cx="427672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FF0000"/>
                </a:solidFill>
                <a:cs typeface="Times New Roman" panose="02020603050405020304" pitchFamily="18" charset="0"/>
              </a:rPr>
              <a:t>解</a:t>
            </a:r>
            <a:r>
              <a:rPr kumimoji="0" lang="en-US" altLang="zh-CN" sz="2585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5608" name="Oval 88">
            <a:extLst>
              <a:ext uri="{FF2B5EF4-FFF2-40B4-BE49-F238E27FC236}">
                <a16:creationId xmlns:a16="http://schemas.microsoft.com/office/drawing/2014/main" id="{1E60AB27-B390-4517-AC3A-623ECB2EE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2486025"/>
            <a:ext cx="2444750" cy="223996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aphicFrame>
        <p:nvGraphicFramePr>
          <p:cNvPr id="12294" name="Object 89">
            <a:extLst>
              <a:ext uri="{FF2B5EF4-FFF2-40B4-BE49-F238E27FC236}">
                <a16:creationId xmlns:a16="http://schemas.microsoft.com/office/drawing/2014/main" id="{105BDD8F-142E-4567-B733-89C910ED7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9463" y="2663825"/>
          <a:ext cx="328612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6" name="公式" r:id="rId13" imgW="95357" imgH="104760" progId="Equation.3">
                  <p:embed/>
                </p:oleObj>
              </mc:Choice>
              <mc:Fallback>
                <p:oleObj name="公式" r:id="rId13" imgW="95357" imgH="10476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463" y="2663825"/>
                        <a:ext cx="328612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90">
            <a:extLst>
              <a:ext uri="{FF2B5EF4-FFF2-40B4-BE49-F238E27FC236}">
                <a16:creationId xmlns:a16="http://schemas.microsoft.com/office/drawing/2014/main" id="{74BBF1BA-3F58-46EA-827F-6E2BCDBF6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3738" y="5122863"/>
          <a:ext cx="198596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7" name="公式" r:id="rId15" imgW="939392" imgH="393529" progId="Equation.3">
                  <p:embed/>
                </p:oleObj>
              </mc:Choice>
              <mc:Fallback>
                <p:oleObj name="公式" r:id="rId15" imgW="939392" imgH="393529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5122863"/>
                        <a:ext cx="1985962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275" name="Object 91">
            <a:extLst>
              <a:ext uri="{FF2B5EF4-FFF2-40B4-BE49-F238E27FC236}">
                <a16:creationId xmlns:a16="http://schemas.microsoft.com/office/drawing/2014/main" id="{A5855815-EE0D-4DDA-8647-66678FD23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4900" y="2492375"/>
          <a:ext cx="25765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8" name="公式" r:id="rId17" imgW="1218671" imgH="380835" progId="Equation.3">
                  <p:embed/>
                </p:oleObj>
              </mc:Choice>
              <mc:Fallback>
                <p:oleObj name="公式" r:id="rId17" imgW="1218671" imgH="380835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2492375"/>
                        <a:ext cx="2576513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276" name="Object 92">
            <a:extLst>
              <a:ext uri="{FF2B5EF4-FFF2-40B4-BE49-F238E27FC236}">
                <a16:creationId xmlns:a16="http://schemas.microsoft.com/office/drawing/2014/main" id="{B6A4EAB7-5724-4522-892A-E9BFC3CC50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3252788"/>
          <a:ext cx="22621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9" name="公式" r:id="rId19" imgW="952087" imgH="393529" progId="Equation.3">
                  <p:embed/>
                </p:oleObj>
              </mc:Choice>
              <mc:Fallback>
                <p:oleObj name="公式" r:id="rId19" imgW="952087" imgH="393529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252788"/>
                        <a:ext cx="22621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277" name="Line 93">
            <a:extLst>
              <a:ext uri="{FF2B5EF4-FFF2-40B4-BE49-F238E27FC236}">
                <a16:creationId xmlns:a16="http://schemas.microsoft.com/office/drawing/2014/main" id="{33B1D045-4F08-4206-8B9A-76F5DF721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4875" y="3621088"/>
            <a:ext cx="1471613" cy="84455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733278" name="Object 94">
            <a:extLst>
              <a:ext uri="{FF2B5EF4-FFF2-40B4-BE49-F238E27FC236}">
                <a16:creationId xmlns:a16="http://schemas.microsoft.com/office/drawing/2014/main" id="{8B52B666-27F0-4D18-B5D2-EA2FA62CED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6888" y="3252788"/>
          <a:ext cx="18700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0" name="公式" r:id="rId21" imgW="787058" imgH="393529" progId="Equation.3">
                  <p:embed/>
                </p:oleObj>
              </mc:Choice>
              <mc:Fallback>
                <p:oleObj name="公式" r:id="rId21" imgW="787058" imgH="393529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3252788"/>
                        <a:ext cx="18700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279" name="Rectangle 95">
            <a:extLst>
              <a:ext uri="{FF2B5EF4-FFF2-40B4-BE49-F238E27FC236}">
                <a16:creationId xmlns:a16="http://schemas.microsoft.com/office/drawing/2014/main" id="{0E0D15F3-1245-4D8E-88DA-BEEB6FC65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106863"/>
            <a:ext cx="4953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感应电场的方向如图所示。</a:t>
            </a:r>
          </a:p>
        </p:txBody>
      </p:sp>
      <p:sp>
        <p:nvSpPr>
          <p:cNvPr id="733280" name="Line 96">
            <a:extLst>
              <a:ext uri="{FF2B5EF4-FFF2-40B4-BE49-F238E27FC236}">
                <a16:creationId xmlns:a16="http://schemas.microsoft.com/office/drawing/2014/main" id="{60199F35-D9D5-4B78-A51B-EE8424795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8975" y="4448175"/>
            <a:ext cx="417513" cy="750888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33281" name="Line 97">
            <a:extLst>
              <a:ext uri="{FF2B5EF4-FFF2-40B4-BE49-F238E27FC236}">
                <a16:creationId xmlns:a16="http://schemas.microsoft.com/office/drawing/2014/main" id="{0439CDBD-858C-4DAE-81C7-3A9D9D704B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8338" y="4448175"/>
            <a:ext cx="774700" cy="4572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33282" name="Line 98">
            <a:extLst>
              <a:ext uri="{FF2B5EF4-FFF2-40B4-BE49-F238E27FC236}">
                <a16:creationId xmlns:a16="http://schemas.microsoft.com/office/drawing/2014/main" id="{8802D825-D264-4015-9C1A-9F83812F52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45175" y="3951288"/>
            <a:ext cx="933450" cy="515937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sp>
        <p:nvSpPr>
          <p:cNvPr id="733283" name="Rectangle 99">
            <a:extLst>
              <a:ext uri="{FF2B5EF4-FFF2-40B4-BE49-F238E27FC236}">
                <a16:creationId xmlns:a16="http://schemas.microsoft.com/office/drawing/2014/main" id="{566F80F6-A73E-4C06-B408-9B3F256A9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4678363"/>
            <a:ext cx="10175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（</a:t>
            </a:r>
            <a:r>
              <a:rPr kumimoji="0" lang="en-US" altLang="zh-CN" sz="2585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733284" name="Object 100">
            <a:extLst>
              <a:ext uri="{FF2B5EF4-FFF2-40B4-BE49-F238E27FC236}">
                <a16:creationId xmlns:a16="http://schemas.microsoft.com/office/drawing/2014/main" id="{ACEA10BE-432F-4E1F-9D06-521188BF1C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3825" y="4589463"/>
          <a:ext cx="27305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1" name="公式" r:id="rId23" imgW="914400" imgH="228600" progId="Equation.3">
                  <p:embed/>
                </p:oleObj>
              </mc:Choice>
              <mc:Fallback>
                <p:oleObj name="公式" r:id="rId23" imgW="914400" imgH="228600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4589463"/>
                        <a:ext cx="273050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285" name="Object 101">
            <a:extLst>
              <a:ext uri="{FF2B5EF4-FFF2-40B4-BE49-F238E27FC236}">
                <a16:creationId xmlns:a16="http://schemas.microsoft.com/office/drawing/2014/main" id="{078104D4-07D5-4E93-9EB0-D687C131CC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975" y="5478463"/>
          <a:ext cx="15462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" name="公式" r:id="rId25" imgW="533169" imgH="368140" progId="Equation.3">
                  <p:embed/>
                </p:oleObj>
              </mc:Choice>
              <mc:Fallback>
                <p:oleObj name="公式" r:id="rId25" imgW="533169" imgH="368140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975" y="5478463"/>
                        <a:ext cx="15462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286" name="Rectangle 102">
            <a:extLst>
              <a:ext uri="{FF2B5EF4-FFF2-40B4-BE49-F238E27FC236}">
                <a16:creationId xmlns:a16="http://schemas.microsoft.com/office/drawing/2014/main" id="{6C41AFC4-FC1A-47C4-9205-FC2370331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5157788"/>
            <a:ext cx="41703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分别对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oab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、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obc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回路应用</a:t>
            </a:r>
          </a:p>
        </p:txBody>
      </p:sp>
      <p:sp>
        <p:nvSpPr>
          <p:cNvPr id="733287" name="Rectangle 103">
            <a:extLst>
              <a:ext uri="{FF2B5EF4-FFF2-40B4-BE49-F238E27FC236}">
                <a16:creationId xmlns:a16="http://schemas.microsoft.com/office/drawing/2014/main" id="{C87EBA3C-F0D4-4FC2-A52B-69C7E2AE6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5705475"/>
            <a:ext cx="2373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>
                <a:solidFill>
                  <a:srgbClr val="000000"/>
                </a:solidFill>
                <a:cs typeface="Times New Roman" panose="02020603050405020304" pitchFamily="18" charset="0"/>
              </a:rPr>
              <a:t>即可。</a:t>
            </a:r>
          </a:p>
        </p:txBody>
      </p:sp>
      <p:sp>
        <p:nvSpPr>
          <p:cNvPr id="733288" name="Rectangle 104">
            <a:extLst>
              <a:ext uri="{FF2B5EF4-FFF2-40B4-BE49-F238E27FC236}">
                <a16:creationId xmlns:a16="http://schemas.microsoft.com/office/drawing/2014/main" id="{E1113662-6D42-4B38-BE42-6D3291298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6276975"/>
            <a:ext cx="10160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（</a:t>
            </a:r>
            <a:r>
              <a:rPr kumimoji="0" lang="en-US" altLang="zh-CN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3</a:t>
            </a: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33289" name="Rectangle 105">
            <a:extLst>
              <a:ext uri="{FF2B5EF4-FFF2-40B4-BE49-F238E27FC236}">
                <a16:creationId xmlns:a16="http://schemas.microsoft.com/office/drawing/2014/main" id="{E5434685-FCA3-45CE-A65E-EDC50E6A9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6237288"/>
            <a:ext cx="20161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2585" i="1" dirty="0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kumimoji="0" lang="zh-CN" altLang="en-US" sz="2585" dirty="0">
                <a:solidFill>
                  <a:srgbClr val="FF0000"/>
                </a:solidFill>
                <a:cs typeface="Times New Roman" panose="02020603050405020304" pitchFamily="18" charset="0"/>
              </a:rPr>
              <a:t>点电势高。</a:t>
            </a:r>
          </a:p>
        </p:txBody>
      </p:sp>
      <p:sp>
        <p:nvSpPr>
          <p:cNvPr id="733290" name="Rectangle 106">
            <a:extLst>
              <a:ext uri="{FF2B5EF4-FFF2-40B4-BE49-F238E27FC236}">
                <a16:creationId xmlns:a16="http://schemas.microsoft.com/office/drawing/2014/main" id="{D889DCB6-9E51-4AAA-9B74-4D63243F8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6237288"/>
            <a:ext cx="14065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2585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kumimoji="0" lang="zh-CN" altLang="en-US" sz="2585">
                <a:solidFill>
                  <a:srgbClr val="FF0000"/>
                </a:solidFill>
                <a:cs typeface="Times New Roman" panose="02020603050405020304" pitchFamily="18" charset="0"/>
              </a:rPr>
              <a:t>正极高</a:t>
            </a:r>
            <a:r>
              <a:rPr kumimoji="0" lang="en-US" altLang="zh-CN" sz="2585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2312" name="Object 107">
            <a:extLst>
              <a:ext uri="{FF2B5EF4-FFF2-40B4-BE49-F238E27FC236}">
                <a16:creationId xmlns:a16="http://schemas.microsoft.com/office/drawing/2014/main" id="{C1099A3C-8A0E-4B6E-9464-E3B04701BC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6038" y="1987550"/>
          <a:ext cx="6381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3" name="公式" r:id="rId27" imgW="253890" imgH="228501" progId="Equation.3">
                  <p:embed/>
                </p:oleObj>
              </mc:Choice>
              <mc:Fallback>
                <p:oleObj name="公式" r:id="rId27" imgW="253890" imgH="228501" progId="Equation.3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1987550"/>
                        <a:ext cx="6381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292" name="Rectangle 108">
            <a:extLst>
              <a:ext uri="{FF2B5EF4-FFF2-40B4-BE49-F238E27FC236}">
                <a16:creationId xmlns:a16="http://schemas.microsoft.com/office/drawing/2014/main" id="{09C6E4A7-7DE7-4831-A05D-86C6C73A4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699125"/>
            <a:ext cx="32750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或直接考虑</a:t>
            </a:r>
            <a:r>
              <a:rPr kumimoji="0" lang="en-US" altLang="zh-CN" sz="2585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oac</a:t>
            </a:r>
            <a:r>
              <a:rPr kumimoji="0" lang="zh-CN" altLang="en-US" sz="2585" dirty="0">
                <a:solidFill>
                  <a:srgbClr val="000000"/>
                </a:solidFill>
                <a:cs typeface="Times New Roman" panose="02020603050405020304" pitchFamily="18" charset="0"/>
              </a:rPr>
              <a:t>回路。</a:t>
            </a:r>
          </a:p>
        </p:txBody>
      </p:sp>
      <p:sp>
        <p:nvSpPr>
          <p:cNvPr id="110" name="Text Box 3">
            <a:extLst>
              <a:ext uri="{FF2B5EF4-FFF2-40B4-BE49-F238E27FC236}">
                <a16:creationId xmlns:a16="http://schemas.microsoft.com/office/drawing/2014/main" id="{9410794F-2B39-47B7-8335-77C657612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65100"/>
            <a:ext cx="3768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感生电动势与感应电场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3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3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3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3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3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3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3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73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73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73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73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73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73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73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73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73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279" grpId="0"/>
      <p:bldP spid="733283" grpId="0"/>
      <p:bldP spid="733286" grpId="0"/>
      <p:bldP spid="733287" grpId="0"/>
      <p:bldP spid="733288" grpId="0"/>
      <p:bldP spid="733289" grpId="0"/>
      <p:bldP spid="733290" grpId="0"/>
      <p:bldP spid="73329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Text Box 2">
            <a:extLst>
              <a:ext uri="{FF2B5EF4-FFF2-40B4-BE49-F238E27FC236}">
                <a16:creationId xmlns:a16="http://schemas.microsoft.com/office/drawing/2014/main" id="{C8415D82-A53A-416B-A670-9C71BB498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542925"/>
            <a:ext cx="89154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3300"/>
                </a:solidFill>
              </a:rPr>
              <a:t>例</a:t>
            </a:r>
            <a:r>
              <a:rPr lang="en-US" altLang="zh-CN" sz="2585" dirty="0">
                <a:solidFill>
                  <a:srgbClr val="FF3300"/>
                </a:solidFill>
              </a:rPr>
              <a:t>6</a:t>
            </a:r>
            <a:r>
              <a:rPr lang="zh-CN" altLang="en-US" sz="2215" dirty="0">
                <a:solidFill>
                  <a:srgbClr val="FF3300"/>
                </a:solidFill>
              </a:rPr>
              <a:t>：</a:t>
            </a:r>
            <a:r>
              <a:rPr lang="zh-CN" altLang="en-US" sz="2800" dirty="0">
                <a:solidFill>
                  <a:schemeClr val="tx1"/>
                </a:solidFill>
              </a:rPr>
              <a:t>已知磁场均匀分布在半径为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的范围内，</a:t>
            </a:r>
            <a:r>
              <a:rPr lang="en-US" altLang="zh-CN" sz="2800" dirty="0">
                <a:solidFill>
                  <a:schemeClr val="tx1"/>
                </a:solidFill>
              </a:rPr>
              <a:t>d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dirty="0">
                <a:solidFill>
                  <a:schemeClr val="tx1"/>
                </a:solidFill>
              </a:rPr>
              <a:t>/</a:t>
            </a:r>
            <a:r>
              <a:rPr lang="en-US" altLang="zh-CN" sz="2800" dirty="0" err="1">
                <a:solidFill>
                  <a:schemeClr val="tx1"/>
                </a:solidFill>
              </a:rPr>
              <a:t>d</a:t>
            </a:r>
            <a:r>
              <a:rPr lang="en-US" altLang="zh-CN" sz="2800" i="1" dirty="0" err="1">
                <a:solidFill>
                  <a:schemeClr val="tx1"/>
                </a:solidFill>
              </a:rPr>
              <a:t>t</a:t>
            </a:r>
            <a:r>
              <a:rPr lang="en-US" altLang="zh-CN" sz="2800" dirty="0">
                <a:solidFill>
                  <a:schemeClr val="tx1"/>
                </a:solidFill>
              </a:rPr>
              <a:t>=</a:t>
            </a:r>
            <a:r>
              <a:rPr lang="zh-CN" altLang="en-US" sz="2800" dirty="0">
                <a:solidFill>
                  <a:schemeClr val="tx1"/>
                </a:solidFill>
              </a:rPr>
              <a:t>常量，而且大于零。如图所示</a:t>
            </a:r>
            <a:r>
              <a:rPr lang="zh-CN" altLang="en-US" sz="2585" dirty="0">
                <a:solidFill>
                  <a:schemeClr val="tx1"/>
                </a:solidFill>
              </a:rPr>
              <a:t>，放有四根导体棒</a:t>
            </a:r>
          </a:p>
        </p:txBody>
      </p:sp>
      <p:grpSp>
        <p:nvGrpSpPr>
          <p:cNvPr id="717827" name="Group 3">
            <a:extLst>
              <a:ext uri="{FF2B5EF4-FFF2-40B4-BE49-F238E27FC236}">
                <a16:creationId xmlns:a16="http://schemas.microsoft.com/office/drawing/2014/main" id="{C3F2A598-54F5-41FB-AF6B-9711B4F332B8}"/>
              </a:ext>
            </a:extLst>
          </p:cNvPr>
          <p:cNvGrpSpPr>
            <a:grpSpLocks/>
          </p:cNvGrpSpPr>
          <p:nvPr/>
        </p:nvGrpSpPr>
        <p:grpSpPr bwMode="auto">
          <a:xfrm>
            <a:off x="1135063" y="1504950"/>
            <a:ext cx="3733800" cy="1300163"/>
            <a:chOff x="748" y="310"/>
            <a:chExt cx="2352" cy="888"/>
          </a:xfrm>
        </p:grpSpPr>
        <p:sp>
          <p:nvSpPr>
            <p:cNvPr id="20581" name="Text Box 4">
              <a:extLst>
                <a:ext uri="{FF2B5EF4-FFF2-40B4-BE49-F238E27FC236}">
                  <a16:creationId xmlns:a16="http://schemas.microsoft.com/office/drawing/2014/main" id="{1624148A-F1E9-410C-818A-AEC4D9EC0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10"/>
              <a:ext cx="235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>
                  <a:solidFill>
                    <a:schemeClr val="tx1"/>
                  </a:solidFill>
                </a:rPr>
                <a:t>1</a:t>
              </a:r>
              <a:r>
                <a:rPr lang="zh-CN" altLang="en-US" sz="2585">
                  <a:solidFill>
                    <a:schemeClr val="tx1"/>
                  </a:solidFill>
                </a:rPr>
                <a:t>）比较各棒中的</a:t>
              </a:r>
              <a:r>
                <a:rPr lang="zh-CN" altLang="en-US" sz="2585">
                  <a:solidFill>
                    <a:schemeClr val="tx1"/>
                  </a:solidFill>
                  <a:sym typeface="Symbol" panose="05050102010706020507" pitchFamily="18" charset="2"/>
                </a:rPr>
                <a:t></a:t>
              </a:r>
              <a:r>
                <a:rPr lang="en-US" altLang="zh-CN" sz="2585" i="1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zh-CN" altLang="en-US" sz="2585">
                  <a:solidFill>
                    <a:schemeClr val="tx1"/>
                  </a:solidFill>
                  <a:sym typeface="Symbol" panose="05050102010706020507" pitchFamily="18" charset="2"/>
                </a:rPr>
                <a:t>。</a:t>
              </a:r>
              <a:endParaRPr lang="zh-CN" altLang="en-US" sz="2585" i="1" baseline="-2500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0582" name="Text Box 5">
              <a:extLst>
                <a:ext uri="{FF2B5EF4-FFF2-40B4-BE49-F238E27FC236}">
                  <a16:creationId xmlns:a16="http://schemas.microsoft.com/office/drawing/2014/main" id="{30541D03-9AB7-4C37-8BC2-C640E923F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" y="585"/>
              <a:ext cx="220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>
                  <a:solidFill>
                    <a:schemeClr val="tx1"/>
                  </a:solidFill>
                </a:rPr>
                <a:t>2</a:t>
              </a:r>
              <a:r>
                <a:rPr lang="zh-CN" altLang="en-US" sz="2585">
                  <a:solidFill>
                    <a:schemeClr val="tx1"/>
                  </a:solidFill>
                </a:rPr>
                <a:t>）</a:t>
              </a:r>
              <a:r>
                <a:rPr lang="en-US" altLang="zh-CN" sz="2585">
                  <a:solidFill>
                    <a:schemeClr val="tx1"/>
                  </a:solidFill>
                </a:rPr>
                <a:t>3</a:t>
              </a:r>
              <a:r>
                <a:rPr lang="zh-CN" altLang="en-US" sz="2585">
                  <a:solidFill>
                    <a:schemeClr val="tx1"/>
                  </a:solidFill>
                </a:rPr>
                <a:t>，</a:t>
              </a:r>
              <a:r>
                <a:rPr lang="en-US" altLang="zh-CN" sz="2585">
                  <a:solidFill>
                    <a:schemeClr val="tx1"/>
                  </a:solidFill>
                </a:rPr>
                <a:t>4</a:t>
              </a:r>
              <a:r>
                <a:rPr lang="zh-CN" altLang="en-US" sz="2585">
                  <a:solidFill>
                    <a:schemeClr val="tx1"/>
                  </a:solidFill>
                </a:rPr>
                <a:t>连成通路</a:t>
              </a:r>
              <a:r>
                <a:rPr lang="en-US" altLang="zh-CN" sz="2585" i="1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585" i="1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585">
                  <a:solidFill>
                    <a:schemeClr val="tx1"/>
                  </a:solidFill>
                  <a:sym typeface="Symbol" panose="05050102010706020507" pitchFamily="18" charset="2"/>
                </a:rPr>
                <a:t>=</a:t>
              </a:r>
              <a:r>
                <a:rPr lang="zh-CN" altLang="en-US" sz="2585">
                  <a:solidFill>
                    <a:schemeClr val="tx1"/>
                  </a:solidFill>
                  <a:sym typeface="Symbol" panose="05050102010706020507" pitchFamily="18" charset="2"/>
                </a:rPr>
                <a:t>？</a:t>
              </a:r>
              <a:endParaRPr lang="zh-CN" altLang="en-US" sz="2585" i="1" baseline="-2500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0583" name="Text Box 6">
              <a:extLst>
                <a:ext uri="{FF2B5EF4-FFF2-40B4-BE49-F238E27FC236}">
                  <a16:creationId xmlns:a16="http://schemas.microsoft.com/office/drawing/2014/main" id="{DA39C76C-03FB-42AE-B653-8BA585B80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864"/>
              <a:ext cx="225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dirty="0">
                  <a:solidFill>
                    <a:schemeClr val="tx1"/>
                  </a:solidFill>
                </a:rPr>
                <a:t>3</a:t>
              </a:r>
              <a:r>
                <a:rPr lang="zh-CN" altLang="en-US" sz="2585" dirty="0">
                  <a:solidFill>
                    <a:schemeClr val="tx1"/>
                  </a:solidFill>
                </a:rPr>
                <a:t>）棒中哪端电势高？</a:t>
              </a:r>
            </a:p>
          </p:txBody>
        </p:sp>
      </p:grpSp>
      <p:graphicFrame>
        <p:nvGraphicFramePr>
          <p:cNvPr id="717831" name="Object 7">
            <a:extLst>
              <a:ext uri="{FF2B5EF4-FFF2-40B4-BE49-F238E27FC236}">
                <a16:creationId xmlns:a16="http://schemas.microsoft.com/office/drawing/2014/main" id="{CED30E10-AF02-493D-96D7-580B9C6E7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141663"/>
          <a:ext cx="111601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4" name="公式" r:id="rId3" imgW="469696" imgH="215806" progId="Equation.3">
                  <p:embed/>
                </p:oleObj>
              </mc:Choice>
              <mc:Fallback>
                <p:oleObj name="公式" r:id="rId3" imgW="469696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141663"/>
                        <a:ext cx="111601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16" name="Text Box 92">
            <a:extLst>
              <a:ext uri="{FF2B5EF4-FFF2-40B4-BE49-F238E27FC236}">
                <a16:creationId xmlns:a16="http://schemas.microsoft.com/office/drawing/2014/main" id="{21D684B2-7823-4953-A027-67A23AF2E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121025"/>
            <a:ext cx="838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chemeClr val="tx1"/>
                </a:solidFill>
              </a:rPr>
              <a:t>1</a:t>
            </a:r>
            <a:r>
              <a:rPr lang="zh-CN" altLang="en-US" sz="2585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17917" name="Text Box 93">
            <a:extLst>
              <a:ext uri="{FF2B5EF4-FFF2-40B4-BE49-F238E27FC236}">
                <a16:creationId xmlns:a16="http://schemas.microsoft.com/office/drawing/2014/main" id="{8F552B1D-E2DC-424B-8E67-79999F898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130675"/>
            <a:ext cx="3784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chemeClr val="tx1"/>
                </a:solidFill>
              </a:rPr>
              <a:t>2</a:t>
            </a:r>
            <a:r>
              <a:rPr lang="zh-CN" altLang="en-US" sz="2585">
                <a:solidFill>
                  <a:schemeClr val="tx1"/>
                </a:solidFill>
              </a:rPr>
              <a:t>） </a:t>
            </a:r>
            <a:r>
              <a:rPr lang="en-US" altLang="zh-CN" sz="2585" i="1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sz="2585" i="1" baseline="-2500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zh-CN" sz="2585">
                <a:solidFill>
                  <a:schemeClr val="tx1"/>
                </a:solidFill>
                <a:sym typeface="Symbol" panose="05050102010706020507" pitchFamily="18" charset="2"/>
              </a:rPr>
              <a:t>=0</a:t>
            </a:r>
          </a:p>
        </p:txBody>
      </p:sp>
      <p:sp>
        <p:nvSpPr>
          <p:cNvPr id="717918" name="Text Box 94">
            <a:extLst>
              <a:ext uri="{FF2B5EF4-FFF2-40B4-BE49-F238E27FC236}">
                <a16:creationId xmlns:a16="http://schemas.microsoft.com/office/drawing/2014/main" id="{DD320597-2295-4B15-9AB4-094690AD6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954588"/>
            <a:ext cx="4162425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chemeClr val="tx1"/>
                </a:solidFill>
              </a:rPr>
              <a:t>3</a:t>
            </a:r>
            <a:r>
              <a:rPr lang="zh-CN" altLang="en-US" sz="2585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17919" name="Text Box 95">
            <a:extLst>
              <a:ext uri="{FF2B5EF4-FFF2-40B4-BE49-F238E27FC236}">
                <a16:creationId xmlns:a16="http://schemas.microsoft.com/office/drawing/2014/main" id="{A8693FB3-957E-4098-B374-1B003C694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88" y="4943475"/>
            <a:ext cx="75549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>
                <a:solidFill>
                  <a:schemeClr val="tx1"/>
                </a:solidFill>
              </a:rPr>
              <a:t>V</a:t>
            </a:r>
            <a:r>
              <a:rPr lang="zh-CN" altLang="en-US" sz="2585" baseline="-25000">
                <a:solidFill>
                  <a:schemeClr val="tx1"/>
                </a:solidFill>
              </a:rPr>
              <a:t>右</a:t>
            </a:r>
            <a:r>
              <a:rPr lang="en-US" altLang="zh-CN" sz="2585">
                <a:solidFill>
                  <a:schemeClr val="tx1"/>
                </a:solidFill>
              </a:rPr>
              <a:t>&gt; </a:t>
            </a:r>
            <a:r>
              <a:rPr lang="en-US" altLang="zh-CN" sz="2585" i="1">
                <a:solidFill>
                  <a:schemeClr val="tx1"/>
                </a:solidFill>
              </a:rPr>
              <a:t>V</a:t>
            </a:r>
            <a:r>
              <a:rPr lang="zh-CN" altLang="en-US" sz="2585" baseline="-25000">
                <a:solidFill>
                  <a:schemeClr val="tx1"/>
                </a:solidFill>
              </a:rPr>
              <a:t>左</a:t>
            </a:r>
            <a:endParaRPr lang="zh-CN" altLang="en-US" sz="2585">
              <a:solidFill>
                <a:schemeClr val="tx1"/>
              </a:solidFill>
            </a:endParaRPr>
          </a:p>
        </p:txBody>
      </p:sp>
      <p:sp>
        <p:nvSpPr>
          <p:cNvPr id="717920" name="Text Box 96">
            <a:extLst>
              <a:ext uri="{FF2B5EF4-FFF2-40B4-BE49-F238E27FC236}">
                <a16:creationId xmlns:a16="http://schemas.microsoft.com/office/drawing/2014/main" id="{A59E75E7-0266-4440-94C6-0D2288F3A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2628900"/>
            <a:ext cx="74136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FF3300"/>
                </a:solidFill>
              </a:rPr>
              <a:t>解：</a:t>
            </a:r>
          </a:p>
        </p:txBody>
      </p:sp>
      <p:graphicFrame>
        <p:nvGraphicFramePr>
          <p:cNvPr id="717921" name="Object 97">
            <a:extLst>
              <a:ext uri="{FF2B5EF4-FFF2-40B4-BE49-F238E27FC236}">
                <a16:creationId xmlns:a16="http://schemas.microsoft.com/office/drawing/2014/main" id="{87E995CB-C717-4D2A-BCAE-C21081D475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6388" y="3141663"/>
          <a:ext cx="6350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5" name="公式" r:id="rId5" imgW="291847" imgH="215713" progId="Equation.3">
                  <p:embed/>
                </p:oleObj>
              </mc:Choice>
              <mc:Fallback>
                <p:oleObj name="公式" r:id="rId5" imgW="291847" imgH="215713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3141663"/>
                        <a:ext cx="6350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22" name="Object 98">
            <a:extLst>
              <a:ext uri="{FF2B5EF4-FFF2-40B4-BE49-F238E27FC236}">
                <a16:creationId xmlns:a16="http://schemas.microsoft.com/office/drawing/2014/main" id="{3F20EC9A-92CA-4AA6-B4B3-BF7482E63E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141663"/>
          <a:ext cx="12065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6" name="公式" r:id="rId7" imgW="507780" imgH="215806" progId="Equation.3">
                  <p:embed/>
                </p:oleObj>
              </mc:Choice>
              <mc:Fallback>
                <p:oleObj name="公式" r:id="rId7" imgW="507780" imgH="215806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141663"/>
                        <a:ext cx="12065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24" name="Text Box 100">
            <a:extLst>
              <a:ext uri="{FF2B5EF4-FFF2-40B4-BE49-F238E27FC236}">
                <a16:creationId xmlns:a16="http://schemas.microsoft.com/office/drawing/2014/main" id="{BC1E5756-B4A7-43A9-AAF5-90202BE4B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5324475"/>
            <a:ext cx="88042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0000FF"/>
                </a:solidFill>
              </a:rPr>
              <a:t>问题：</a:t>
            </a:r>
          </a:p>
        </p:txBody>
      </p:sp>
      <p:sp>
        <p:nvSpPr>
          <p:cNvPr id="717925" name="Text Box 101">
            <a:extLst>
              <a:ext uri="{FF2B5EF4-FFF2-40B4-BE49-F238E27FC236}">
                <a16:creationId xmlns:a16="http://schemas.microsoft.com/office/drawing/2014/main" id="{6334F501-3F54-4C80-BC67-AFDACCFB3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9050" y="5689600"/>
            <a:ext cx="88042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0000FF"/>
                </a:solidFill>
              </a:rPr>
              <a:t>还有什么样的情况可以得到感应电场的解析表达式？</a:t>
            </a:r>
          </a:p>
        </p:txBody>
      </p:sp>
      <p:sp>
        <p:nvSpPr>
          <p:cNvPr id="105" name="Text Box 3">
            <a:extLst>
              <a:ext uri="{FF2B5EF4-FFF2-40B4-BE49-F238E27FC236}">
                <a16:creationId xmlns:a16="http://schemas.microsoft.com/office/drawing/2014/main" id="{52CE29FC-9B0F-4B9D-9853-2FCFBA3BF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92075"/>
            <a:ext cx="376872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感生电动势与感应电场</a:t>
            </a:r>
          </a:p>
        </p:txBody>
      </p:sp>
      <p:grpSp>
        <p:nvGrpSpPr>
          <p:cNvPr id="13327" name="Group 8">
            <a:extLst>
              <a:ext uri="{FF2B5EF4-FFF2-40B4-BE49-F238E27FC236}">
                <a16:creationId xmlns:a16="http://schemas.microsoft.com/office/drawing/2014/main" id="{8FD620E8-565E-4BA3-A868-B8A7204E6CBA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1820863"/>
            <a:ext cx="2235200" cy="2746375"/>
            <a:chOff x="1007" y="2016"/>
            <a:chExt cx="1408" cy="1875"/>
          </a:xfrm>
        </p:grpSpPr>
        <p:graphicFrame>
          <p:nvGraphicFramePr>
            <p:cNvPr id="13328" name="Object 9">
              <a:extLst>
                <a:ext uri="{FF2B5EF4-FFF2-40B4-BE49-F238E27FC236}">
                  <a16:creationId xmlns:a16="http://schemas.microsoft.com/office/drawing/2014/main" id="{6FF68947-0172-4FED-AEE3-F75D3F7D4E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2431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7" name="公式" r:id="rId9" imgW="126835" imgH="139518" progId="Equation.3">
                    <p:embed/>
                  </p:oleObj>
                </mc:Choice>
                <mc:Fallback>
                  <p:oleObj name="公式" r:id="rId9" imgW="126835" imgH="139518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431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Object 10">
              <a:extLst>
                <a:ext uri="{FF2B5EF4-FFF2-40B4-BE49-F238E27FC236}">
                  <a16:creationId xmlns:a16="http://schemas.microsoft.com/office/drawing/2014/main" id="{9393246C-3FBA-4214-8217-62795B644A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592"/>
            <a:ext cx="15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8" name="公式" r:id="rId11" imgW="101468" imgH="164885" progId="Equation.3">
                    <p:embed/>
                  </p:oleObj>
                </mc:Choice>
                <mc:Fallback>
                  <p:oleObj name="公式" r:id="rId11" imgW="101468" imgH="16488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592"/>
                          <a:ext cx="15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0" name="Object 11">
              <a:extLst>
                <a:ext uri="{FF2B5EF4-FFF2-40B4-BE49-F238E27FC236}">
                  <a16:creationId xmlns:a16="http://schemas.microsoft.com/office/drawing/2014/main" id="{9DCE5699-3AB4-415A-82CB-16BDC1BEA5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2" y="3072"/>
            <a:ext cx="19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9" name="公式" r:id="rId13" imgW="126780" imgH="164814" progId="Equation.3">
                    <p:embed/>
                  </p:oleObj>
                </mc:Choice>
                <mc:Fallback>
                  <p:oleObj name="公式" r:id="rId13" imgW="126780" imgH="164814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" y="3072"/>
                          <a:ext cx="19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1" name="Object 12">
              <a:extLst>
                <a:ext uri="{FF2B5EF4-FFF2-40B4-BE49-F238E27FC236}">
                  <a16:creationId xmlns:a16="http://schemas.microsoft.com/office/drawing/2014/main" id="{F54C6F56-D36E-48A2-929C-65E171C8D2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0" y="3330"/>
            <a:ext cx="17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0" name="公式" r:id="rId15" imgW="114102" imgH="177492" progId="Equation.3">
                    <p:embed/>
                  </p:oleObj>
                </mc:Choice>
                <mc:Fallback>
                  <p:oleObj name="公式" r:id="rId15" imgW="114102" imgH="17749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0" y="3330"/>
                          <a:ext cx="171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2" name="Object 13">
              <a:extLst>
                <a:ext uri="{FF2B5EF4-FFF2-40B4-BE49-F238E27FC236}">
                  <a16:creationId xmlns:a16="http://schemas.microsoft.com/office/drawing/2014/main" id="{483EBFBB-76B4-408A-AAE8-10B753B12C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25" y="3590"/>
            <a:ext cx="19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1" name="公式" r:id="rId17" imgW="126780" imgH="164814" progId="Equation.3">
                    <p:embed/>
                  </p:oleObj>
                </mc:Choice>
                <mc:Fallback>
                  <p:oleObj name="公式" r:id="rId17" imgW="126780" imgH="164814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3590"/>
                          <a:ext cx="19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33" name="Group 14">
              <a:extLst>
                <a:ext uri="{FF2B5EF4-FFF2-40B4-BE49-F238E27FC236}">
                  <a16:creationId xmlns:a16="http://schemas.microsoft.com/office/drawing/2014/main" id="{832E8A9B-6A88-4D95-9972-ACB692F465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016"/>
              <a:ext cx="1248" cy="1248"/>
              <a:chOff x="1008" y="2016"/>
              <a:chExt cx="1344" cy="1344"/>
            </a:xfrm>
          </p:grpSpPr>
          <p:sp>
            <p:nvSpPr>
              <p:cNvPr id="119" name="Oval 15">
                <a:extLst>
                  <a:ext uri="{FF2B5EF4-FFF2-40B4-BE49-F238E27FC236}">
                    <a16:creationId xmlns:a16="http://schemas.microsoft.com/office/drawing/2014/main" id="{67033676-92A6-4F6E-9C51-FFEC27C3A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1344" cy="134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grpSp>
            <p:nvGrpSpPr>
              <p:cNvPr id="13341" name="Group 16">
                <a:extLst>
                  <a:ext uri="{FF2B5EF4-FFF2-40B4-BE49-F238E27FC236}">
                    <a16:creationId xmlns:a16="http://schemas.microsoft.com/office/drawing/2014/main" id="{ADED80AF-6BD0-4EFC-BCBD-FCB358A91E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2880"/>
                <a:ext cx="137" cy="127"/>
                <a:chOff x="1090" y="3836"/>
                <a:chExt cx="110" cy="100"/>
              </a:xfrm>
            </p:grpSpPr>
            <p:grpSp>
              <p:nvGrpSpPr>
                <p:cNvPr id="13407" name="Group 17">
                  <a:extLst>
                    <a:ext uri="{FF2B5EF4-FFF2-40B4-BE49-F238E27FC236}">
                      <a16:creationId xmlns:a16="http://schemas.microsoft.com/office/drawing/2014/main" id="{687CAF25-13B6-4FA3-BC43-0DBCAC02FF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88" name="Line 18">
                    <a:extLst>
                      <a:ext uri="{FF2B5EF4-FFF2-40B4-BE49-F238E27FC236}">
                        <a16:creationId xmlns:a16="http://schemas.microsoft.com/office/drawing/2014/main" id="{52FCECE7-CAA7-45B2-A0A2-43433F2457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89" name="Line 19">
                    <a:extLst>
                      <a:ext uri="{FF2B5EF4-FFF2-40B4-BE49-F238E27FC236}">
                        <a16:creationId xmlns:a16="http://schemas.microsoft.com/office/drawing/2014/main" id="{000E0D08-2DB8-4018-A0B7-3D8B3EBEB2C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87" name="Line 20">
                  <a:extLst>
                    <a:ext uri="{FF2B5EF4-FFF2-40B4-BE49-F238E27FC236}">
                      <a16:creationId xmlns:a16="http://schemas.microsoft.com/office/drawing/2014/main" id="{F5FF7394-D1AA-4B00-9F7C-8AF5121A3D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2" name="Group 21">
                <a:extLst>
                  <a:ext uri="{FF2B5EF4-FFF2-40B4-BE49-F238E27FC236}">
                    <a16:creationId xmlns:a16="http://schemas.microsoft.com/office/drawing/2014/main" id="{06E4FFB8-BD43-46E8-8591-AA132EA35A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2640"/>
                <a:ext cx="137" cy="126"/>
                <a:chOff x="1090" y="3836"/>
                <a:chExt cx="110" cy="100"/>
              </a:xfrm>
            </p:grpSpPr>
            <p:grpSp>
              <p:nvGrpSpPr>
                <p:cNvPr id="13403" name="Group 22">
                  <a:extLst>
                    <a:ext uri="{FF2B5EF4-FFF2-40B4-BE49-F238E27FC236}">
                      <a16:creationId xmlns:a16="http://schemas.microsoft.com/office/drawing/2014/main" id="{AA231A39-2447-4B33-AE4D-EFF9CA1657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84" name="Line 23">
                    <a:extLst>
                      <a:ext uri="{FF2B5EF4-FFF2-40B4-BE49-F238E27FC236}">
                        <a16:creationId xmlns:a16="http://schemas.microsoft.com/office/drawing/2014/main" id="{8542F4A0-F779-456F-9745-9348418474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5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85" name="Line 24">
                    <a:extLst>
                      <a:ext uri="{FF2B5EF4-FFF2-40B4-BE49-F238E27FC236}">
                        <a16:creationId xmlns:a16="http://schemas.microsoft.com/office/drawing/2014/main" id="{6D162898-D1F6-415A-A6F2-1F5EFB44B2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4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83" name="Line 25">
                  <a:extLst>
                    <a:ext uri="{FF2B5EF4-FFF2-40B4-BE49-F238E27FC236}">
                      <a16:creationId xmlns:a16="http://schemas.microsoft.com/office/drawing/2014/main" id="{D392291A-097C-485E-95A7-2A624E3662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5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3" name="Group 26">
                <a:extLst>
                  <a:ext uri="{FF2B5EF4-FFF2-40B4-BE49-F238E27FC236}">
                    <a16:creationId xmlns:a16="http://schemas.microsoft.com/office/drawing/2014/main" id="{D9C2EF1F-8BA8-4482-AD7F-CEC04C57DD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400"/>
                <a:ext cx="137" cy="126"/>
                <a:chOff x="1090" y="3836"/>
                <a:chExt cx="110" cy="100"/>
              </a:xfrm>
            </p:grpSpPr>
            <p:grpSp>
              <p:nvGrpSpPr>
                <p:cNvPr id="13399" name="Group 27">
                  <a:extLst>
                    <a:ext uri="{FF2B5EF4-FFF2-40B4-BE49-F238E27FC236}">
                      <a16:creationId xmlns:a16="http://schemas.microsoft.com/office/drawing/2014/main" id="{51879EB6-4EAF-468F-889D-EF51E0C8F1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80" name="Line 28">
                    <a:extLst>
                      <a:ext uri="{FF2B5EF4-FFF2-40B4-BE49-F238E27FC236}">
                        <a16:creationId xmlns:a16="http://schemas.microsoft.com/office/drawing/2014/main" id="{77D4CAAB-C2BF-4C44-81DC-0B545456FE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81" name="Line 29">
                    <a:extLst>
                      <a:ext uri="{FF2B5EF4-FFF2-40B4-BE49-F238E27FC236}">
                        <a16:creationId xmlns:a16="http://schemas.microsoft.com/office/drawing/2014/main" id="{4D6F6046-B4F8-469B-8842-06E104EFFD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79" name="Line 30">
                  <a:extLst>
                    <a:ext uri="{FF2B5EF4-FFF2-40B4-BE49-F238E27FC236}">
                      <a16:creationId xmlns:a16="http://schemas.microsoft.com/office/drawing/2014/main" id="{97ED8CC5-0418-4445-8FC7-FC479A3F89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4" name="Group 31">
                <a:extLst>
                  <a:ext uri="{FF2B5EF4-FFF2-40B4-BE49-F238E27FC236}">
                    <a16:creationId xmlns:a16="http://schemas.microsoft.com/office/drawing/2014/main" id="{BFEC9BBA-B954-4544-A21B-0231992A9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2610"/>
                <a:ext cx="137" cy="126"/>
                <a:chOff x="1090" y="3836"/>
                <a:chExt cx="110" cy="100"/>
              </a:xfrm>
            </p:grpSpPr>
            <p:grpSp>
              <p:nvGrpSpPr>
                <p:cNvPr id="13395" name="Group 32">
                  <a:extLst>
                    <a:ext uri="{FF2B5EF4-FFF2-40B4-BE49-F238E27FC236}">
                      <a16:creationId xmlns:a16="http://schemas.microsoft.com/office/drawing/2014/main" id="{FC56398A-9B4E-4054-BB5C-5CDE5A6ED0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76" name="Line 33">
                    <a:extLst>
                      <a:ext uri="{FF2B5EF4-FFF2-40B4-BE49-F238E27FC236}">
                        <a16:creationId xmlns:a16="http://schemas.microsoft.com/office/drawing/2014/main" id="{FD6E0126-1456-445B-81B6-04D8FD8087F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77" name="Line 34">
                    <a:extLst>
                      <a:ext uri="{FF2B5EF4-FFF2-40B4-BE49-F238E27FC236}">
                        <a16:creationId xmlns:a16="http://schemas.microsoft.com/office/drawing/2014/main" id="{693FE565-4BAD-4568-8262-B035431321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75" name="Line 35">
                  <a:extLst>
                    <a:ext uri="{FF2B5EF4-FFF2-40B4-BE49-F238E27FC236}">
                      <a16:creationId xmlns:a16="http://schemas.microsoft.com/office/drawing/2014/main" id="{43353FE2-C62D-4CCF-AC62-4793779001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5" name="Group 36">
                <a:extLst>
                  <a:ext uri="{FF2B5EF4-FFF2-40B4-BE49-F238E27FC236}">
                    <a16:creationId xmlns:a16="http://schemas.microsoft.com/office/drawing/2014/main" id="{0BFAD7A2-73F6-4C5D-A01D-F8B0D2CF8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2370"/>
                <a:ext cx="137" cy="126"/>
                <a:chOff x="1090" y="3836"/>
                <a:chExt cx="110" cy="100"/>
              </a:xfrm>
            </p:grpSpPr>
            <p:grpSp>
              <p:nvGrpSpPr>
                <p:cNvPr id="13391" name="Group 37">
                  <a:extLst>
                    <a:ext uri="{FF2B5EF4-FFF2-40B4-BE49-F238E27FC236}">
                      <a16:creationId xmlns:a16="http://schemas.microsoft.com/office/drawing/2014/main" id="{F60F1989-6E51-4ACE-A0EE-525CB6A4D5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72" name="Line 38">
                    <a:extLst>
                      <a:ext uri="{FF2B5EF4-FFF2-40B4-BE49-F238E27FC236}">
                        <a16:creationId xmlns:a16="http://schemas.microsoft.com/office/drawing/2014/main" id="{05F58104-07FA-4E42-BB00-E34EE6FCCA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3" y="3839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73" name="Line 39">
                    <a:extLst>
                      <a:ext uri="{FF2B5EF4-FFF2-40B4-BE49-F238E27FC236}">
                        <a16:creationId xmlns:a16="http://schemas.microsoft.com/office/drawing/2014/main" id="{A121BF00-3A8F-48F0-A116-F2EAB35AB6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71" name="Line 40">
                  <a:extLst>
                    <a:ext uri="{FF2B5EF4-FFF2-40B4-BE49-F238E27FC236}">
                      <a16:creationId xmlns:a16="http://schemas.microsoft.com/office/drawing/2014/main" id="{64C6B7AB-CDFD-4A24-92C3-D25409DC0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3" y="3839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6" name="Group 41">
                <a:extLst>
                  <a:ext uri="{FF2B5EF4-FFF2-40B4-BE49-F238E27FC236}">
                    <a16:creationId xmlns:a16="http://schemas.microsoft.com/office/drawing/2014/main" id="{44000CCD-356D-4948-BE09-081A7F38AA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7" y="2658"/>
                <a:ext cx="137" cy="126"/>
                <a:chOff x="1090" y="3836"/>
                <a:chExt cx="110" cy="100"/>
              </a:xfrm>
            </p:grpSpPr>
            <p:grpSp>
              <p:nvGrpSpPr>
                <p:cNvPr id="13387" name="Group 42">
                  <a:extLst>
                    <a:ext uri="{FF2B5EF4-FFF2-40B4-BE49-F238E27FC236}">
                      <a16:creationId xmlns:a16="http://schemas.microsoft.com/office/drawing/2014/main" id="{0EB6ECC1-12DB-4E00-BA74-F37C6DB55F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8" name="Line 43">
                    <a:extLst>
                      <a:ext uri="{FF2B5EF4-FFF2-40B4-BE49-F238E27FC236}">
                        <a16:creationId xmlns:a16="http://schemas.microsoft.com/office/drawing/2014/main" id="{D1E92380-738A-4849-830F-D8FA523442F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9" name="Line 44">
                    <a:extLst>
                      <a:ext uri="{FF2B5EF4-FFF2-40B4-BE49-F238E27FC236}">
                        <a16:creationId xmlns:a16="http://schemas.microsoft.com/office/drawing/2014/main" id="{7E26E2FA-948C-44F2-932C-0F1CFCE940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7" name="Line 45">
                  <a:extLst>
                    <a:ext uri="{FF2B5EF4-FFF2-40B4-BE49-F238E27FC236}">
                      <a16:creationId xmlns:a16="http://schemas.microsoft.com/office/drawing/2014/main" id="{B7B9661F-58C4-4328-803B-5561AA9CBF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7" name="Group 46">
                <a:extLst>
                  <a:ext uri="{FF2B5EF4-FFF2-40B4-BE49-F238E27FC236}">
                    <a16:creationId xmlns:a16="http://schemas.microsoft.com/office/drawing/2014/main" id="{7DDE558F-958F-4F5D-A1C8-5EE8FE6CA2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" y="2369"/>
                <a:ext cx="137" cy="127"/>
                <a:chOff x="1090" y="3836"/>
                <a:chExt cx="110" cy="100"/>
              </a:xfrm>
            </p:grpSpPr>
            <p:grpSp>
              <p:nvGrpSpPr>
                <p:cNvPr id="13383" name="Group 47">
                  <a:extLst>
                    <a:ext uri="{FF2B5EF4-FFF2-40B4-BE49-F238E27FC236}">
                      <a16:creationId xmlns:a16="http://schemas.microsoft.com/office/drawing/2014/main" id="{6A56FE6E-B574-4FC2-92B2-40EEBF34D13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4" name="Line 48">
                    <a:extLst>
                      <a:ext uri="{FF2B5EF4-FFF2-40B4-BE49-F238E27FC236}">
                        <a16:creationId xmlns:a16="http://schemas.microsoft.com/office/drawing/2014/main" id="{C916DC57-CF1C-42D3-A136-57FDF82A2E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7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5" name="Line 49">
                    <a:extLst>
                      <a:ext uri="{FF2B5EF4-FFF2-40B4-BE49-F238E27FC236}">
                        <a16:creationId xmlns:a16="http://schemas.microsoft.com/office/drawing/2014/main" id="{4716BDF8-823D-4A2B-9C63-3BE36EC46F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63" name="Line 50">
                  <a:extLst>
                    <a:ext uri="{FF2B5EF4-FFF2-40B4-BE49-F238E27FC236}">
                      <a16:creationId xmlns:a16="http://schemas.microsoft.com/office/drawing/2014/main" id="{2E57E139-E334-41F6-BD5D-DEC21C5262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7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8" name="Group 51">
                <a:extLst>
                  <a:ext uri="{FF2B5EF4-FFF2-40B4-BE49-F238E27FC236}">
                    <a16:creationId xmlns:a16="http://schemas.microsoft.com/office/drawing/2014/main" id="{CFF3BCC7-8FA6-4A8A-857E-0F666ABF5E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3" y="2658"/>
                <a:ext cx="137" cy="126"/>
                <a:chOff x="1090" y="3836"/>
                <a:chExt cx="110" cy="100"/>
              </a:xfrm>
            </p:grpSpPr>
            <p:grpSp>
              <p:nvGrpSpPr>
                <p:cNvPr id="13379" name="Group 52">
                  <a:extLst>
                    <a:ext uri="{FF2B5EF4-FFF2-40B4-BE49-F238E27FC236}">
                      <a16:creationId xmlns:a16="http://schemas.microsoft.com/office/drawing/2014/main" id="{6DAAE397-5C94-4898-A5A8-530EA565B8D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60" name="Line 53">
                    <a:extLst>
                      <a:ext uri="{FF2B5EF4-FFF2-40B4-BE49-F238E27FC236}">
                        <a16:creationId xmlns:a16="http://schemas.microsoft.com/office/drawing/2014/main" id="{F7CA600B-6FEA-4860-AAD5-BE7FA44132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61" name="Line 54">
                    <a:extLst>
                      <a:ext uri="{FF2B5EF4-FFF2-40B4-BE49-F238E27FC236}">
                        <a16:creationId xmlns:a16="http://schemas.microsoft.com/office/drawing/2014/main" id="{4C82F67D-0DF1-47C7-9B7C-025D65BE75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59" name="Line 55">
                  <a:extLst>
                    <a:ext uri="{FF2B5EF4-FFF2-40B4-BE49-F238E27FC236}">
                      <a16:creationId xmlns:a16="http://schemas.microsoft.com/office/drawing/2014/main" id="{BDC2266D-E6EA-4087-81B5-A1B91E5735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49" name="Group 56">
                <a:extLst>
                  <a:ext uri="{FF2B5EF4-FFF2-40B4-BE49-F238E27FC236}">
                    <a16:creationId xmlns:a16="http://schemas.microsoft.com/office/drawing/2014/main" id="{4E4AC827-99DE-463E-86B0-C482D0B07F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1" y="2881"/>
                <a:ext cx="137" cy="126"/>
                <a:chOff x="1090" y="3836"/>
                <a:chExt cx="110" cy="100"/>
              </a:xfrm>
            </p:grpSpPr>
            <p:grpSp>
              <p:nvGrpSpPr>
                <p:cNvPr id="13375" name="Group 57">
                  <a:extLst>
                    <a:ext uri="{FF2B5EF4-FFF2-40B4-BE49-F238E27FC236}">
                      <a16:creationId xmlns:a16="http://schemas.microsoft.com/office/drawing/2014/main" id="{1B63DF07-B3CB-433F-898E-746FC22E20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56" name="Line 58">
                    <a:extLst>
                      <a:ext uri="{FF2B5EF4-FFF2-40B4-BE49-F238E27FC236}">
                        <a16:creationId xmlns:a16="http://schemas.microsoft.com/office/drawing/2014/main" id="{90B4F0FA-CB21-4F1C-B292-1627425504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57" name="Line 59">
                    <a:extLst>
                      <a:ext uri="{FF2B5EF4-FFF2-40B4-BE49-F238E27FC236}">
                        <a16:creationId xmlns:a16="http://schemas.microsoft.com/office/drawing/2014/main" id="{F798AC48-2F1C-476B-808D-8121A2629D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55" name="Line 60">
                  <a:extLst>
                    <a:ext uri="{FF2B5EF4-FFF2-40B4-BE49-F238E27FC236}">
                      <a16:creationId xmlns:a16="http://schemas.microsoft.com/office/drawing/2014/main" id="{F3CF2C40-2D6C-4B51-9744-BF168EE60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0" name="Group 61">
                <a:extLst>
                  <a:ext uri="{FF2B5EF4-FFF2-40B4-BE49-F238E27FC236}">
                    <a16:creationId xmlns:a16="http://schemas.microsoft.com/office/drawing/2014/main" id="{1204E71A-ADC2-4747-ACAD-27F225B4CA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5" y="2881"/>
                <a:ext cx="137" cy="126"/>
                <a:chOff x="1090" y="3836"/>
                <a:chExt cx="110" cy="100"/>
              </a:xfrm>
            </p:grpSpPr>
            <p:grpSp>
              <p:nvGrpSpPr>
                <p:cNvPr id="13371" name="Group 62">
                  <a:extLst>
                    <a:ext uri="{FF2B5EF4-FFF2-40B4-BE49-F238E27FC236}">
                      <a16:creationId xmlns:a16="http://schemas.microsoft.com/office/drawing/2014/main" id="{AC20BFE8-662F-4B65-9EBA-98A782801B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52" name="Line 63">
                    <a:extLst>
                      <a:ext uri="{FF2B5EF4-FFF2-40B4-BE49-F238E27FC236}">
                        <a16:creationId xmlns:a16="http://schemas.microsoft.com/office/drawing/2014/main" id="{5F005B40-EF5F-4BB8-8859-CCE777D4F2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53" name="Line 64">
                    <a:extLst>
                      <a:ext uri="{FF2B5EF4-FFF2-40B4-BE49-F238E27FC236}">
                        <a16:creationId xmlns:a16="http://schemas.microsoft.com/office/drawing/2014/main" id="{8EB48A42-3CE6-4EF1-B07E-97E31FA7F8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51" name="Line 65">
                  <a:extLst>
                    <a:ext uri="{FF2B5EF4-FFF2-40B4-BE49-F238E27FC236}">
                      <a16:creationId xmlns:a16="http://schemas.microsoft.com/office/drawing/2014/main" id="{D327B19F-FA0A-4000-BB31-20E4F487C0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1" name="Group 66">
                <a:extLst>
                  <a:ext uri="{FF2B5EF4-FFF2-40B4-BE49-F238E27FC236}">
                    <a16:creationId xmlns:a16="http://schemas.microsoft.com/office/drawing/2014/main" id="{1E3E2D3B-F1E4-4A77-B3BC-2AA56E4DFC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5" y="3138"/>
                <a:ext cx="137" cy="126"/>
                <a:chOff x="1090" y="3836"/>
                <a:chExt cx="110" cy="100"/>
              </a:xfrm>
            </p:grpSpPr>
            <p:grpSp>
              <p:nvGrpSpPr>
                <p:cNvPr id="13367" name="Group 67">
                  <a:extLst>
                    <a:ext uri="{FF2B5EF4-FFF2-40B4-BE49-F238E27FC236}">
                      <a16:creationId xmlns:a16="http://schemas.microsoft.com/office/drawing/2014/main" id="{D83CC53F-82B9-4B64-8DDD-49F515B24E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48" name="Line 68">
                    <a:extLst>
                      <a:ext uri="{FF2B5EF4-FFF2-40B4-BE49-F238E27FC236}">
                        <a16:creationId xmlns:a16="http://schemas.microsoft.com/office/drawing/2014/main" id="{F8B9F422-41A2-47DE-BD6A-21CB814C01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49" name="Line 69">
                    <a:extLst>
                      <a:ext uri="{FF2B5EF4-FFF2-40B4-BE49-F238E27FC236}">
                        <a16:creationId xmlns:a16="http://schemas.microsoft.com/office/drawing/2014/main" id="{0E561397-5CE4-4365-9555-D8AC87F50C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47" name="Line 70">
                  <a:extLst>
                    <a:ext uri="{FF2B5EF4-FFF2-40B4-BE49-F238E27FC236}">
                      <a16:creationId xmlns:a16="http://schemas.microsoft.com/office/drawing/2014/main" id="{C4B523F1-6A7E-4121-A6AA-ABAC7D0C6E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2" name="Group 71">
                <a:extLst>
                  <a:ext uri="{FF2B5EF4-FFF2-40B4-BE49-F238E27FC236}">
                    <a16:creationId xmlns:a16="http://schemas.microsoft.com/office/drawing/2014/main" id="{07073F4A-B512-46EC-B6CB-A438C8C471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3138"/>
                <a:ext cx="137" cy="126"/>
                <a:chOff x="1090" y="3836"/>
                <a:chExt cx="110" cy="100"/>
              </a:xfrm>
            </p:grpSpPr>
            <p:grpSp>
              <p:nvGrpSpPr>
                <p:cNvPr id="13363" name="Group 72">
                  <a:extLst>
                    <a:ext uri="{FF2B5EF4-FFF2-40B4-BE49-F238E27FC236}">
                      <a16:creationId xmlns:a16="http://schemas.microsoft.com/office/drawing/2014/main" id="{387754C4-B545-46BB-B4B0-A01B97EE16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44" name="Line 73">
                    <a:extLst>
                      <a:ext uri="{FF2B5EF4-FFF2-40B4-BE49-F238E27FC236}">
                        <a16:creationId xmlns:a16="http://schemas.microsoft.com/office/drawing/2014/main" id="{49E0051C-CA8B-44A6-B78B-9AFF51B089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45" name="Line 74">
                    <a:extLst>
                      <a:ext uri="{FF2B5EF4-FFF2-40B4-BE49-F238E27FC236}">
                        <a16:creationId xmlns:a16="http://schemas.microsoft.com/office/drawing/2014/main" id="{9D31A2CF-8F1A-48D1-A3D8-750C33109A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43" name="Line 75">
                  <a:extLst>
                    <a:ext uri="{FF2B5EF4-FFF2-40B4-BE49-F238E27FC236}">
                      <a16:creationId xmlns:a16="http://schemas.microsoft.com/office/drawing/2014/main" id="{BF5D4D9D-4B34-41E6-B60C-9D18D75F90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3" name="Group 76">
                <a:extLst>
                  <a:ext uri="{FF2B5EF4-FFF2-40B4-BE49-F238E27FC236}">
                    <a16:creationId xmlns:a16="http://schemas.microsoft.com/office/drawing/2014/main" id="{2F5A374F-71BE-4C55-94C8-34E0A0F7DE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3" y="2112"/>
                <a:ext cx="137" cy="126"/>
                <a:chOff x="1090" y="3836"/>
                <a:chExt cx="110" cy="100"/>
              </a:xfrm>
            </p:grpSpPr>
            <p:grpSp>
              <p:nvGrpSpPr>
                <p:cNvPr id="13359" name="Group 77">
                  <a:extLst>
                    <a:ext uri="{FF2B5EF4-FFF2-40B4-BE49-F238E27FC236}">
                      <a16:creationId xmlns:a16="http://schemas.microsoft.com/office/drawing/2014/main" id="{4BD2B076-1C68-4679-BCA0-B4BF1EE9B1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40" name="Line 78">
                    <a:extLst>
                      <a:ext uri="{FF2B5EF4-FFF2-40B4-BE49-F238E27FC236}">
                        <a16:creationId xmlns:a16="http://schemas.microsoft.com/office/drawing/2014/main" id="{812500A5-5FCF-4786-8E8C-2E52CE872B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41" name="Line 79">
                    <a:extLst>
                      <a:ext uri="{FF2B5EF4-FFF2-40B4-BE49-F238E27FC236}">
                        <a16:creationId xmlns:a16="http://schemas.microsoft.com/office/drawing/2014/main" id="{D299CBBD-57AF-486D-A4B4-AFEA1EC97C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39" name="Line 80">
                  <a:extLst>
                    <a:ext uri="{FF2B5EF4-FFF2-40B4-BE49-F238E27FC236}">
                      <a16:creationId xmlns:a16="http://schemas.microsoft.com/office/drawing/2014/main" id="{611D226E-1AC3-493F-99D5-E657C1942F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3354" name="Group 81">
                <a:extLst>
                  <a:ext uri="{FF2B5EF4-FFF2-40B4-BE49-F238E27FC236}">
                    <a16:creationId xmlns:a16="http://schemas.microsoft.com/office/drawing/2014/main" id="{5958BDAB-18E9-4CB2-92E1-E4F524E8EC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112"/>
                <a:ext cx="137" cy="126"/>
                <a:chOff x="1090" y="3836"/>
                <a:chExt cx="110" cy="100"/>
              </a:xfrm>
            </p:grpSpPr>
            <p:grpSp>
              <p:nvGrpSpPr>
                <p:cNvPr id="13355" name="Group 82">
                  <a:extLst>
                    <a:ext uri="{FF2B5EF4-FFF2-40B4-BE49-F238E27FC236}">
                      <a16:creationId xmlns:a16="http://schemas.microsoft.com/office/drawing/2014/main" id="{3AB695AB-9BBB-413C-A4EA-46E4607553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136" name="Line 83">
                    <a:extLst>
                      <a:ext uri="{FF2B5EF4-FFF2-40B4-BE49-F238E27FC236}">
                        <a16:creationId xmlns:a16="http://schemas.microsoft.com/office/drawing/2014/main" id="{1B841AEE-5FBC-4482-B94E-DC74594B17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137" name="Line 84">
                    <a:extLst>
                      <a:ext uri="{FF2B5EF4-FFF2-40B4-BE49-F238E27FC236}">
                        <a16:creationId xmlns:a16="http://schemas.microsoft.com/office/drawing/2014/main" id="{520E4803-875C-4DA1-9B95-0B7C77FAB6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135" name="Line 85">
                  <a:extLst>
                    <a:ext uri="{FF2B5EF4-FFF2-40B4-BE49-F238E27FC236}">
                      <a16:creationId xmlns:a16="http://schemas.microsoft.com/office/drawing/2014/main" id="{D10D3A21-E789-4D5C-B310-56D568C933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</p:grpSp>
        <p:sp>
          <p:nvSpPr>
            <p:cNvPr id="113" name="Rectangle 86">
              <a:extLst>
                <a:ext uri="{FF2B5EF4-FFF2-40B4-BE49-F238E27FC236}">
                  <a16:creationId xmlns:a16="http://schemas.microsoft.com/office/drawing/2014/main" id="{8E1E1CB7-AE0B-41B5-97FF-B1C635E18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92"/>
              <a:ext cx="1248" cy="52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114" name="Rectangle 87">
              <a:extLst>
                <a:ext uri="{FF2B5EF4-FFF2-40B4-BE49-F238E27FC236}">
                  <a16:creationId xmlns:a16="http://schemas.microsoft.com/office/drawing/2014/main" id="{77F13E3A-C093-476B-A727-DB61AB5EB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168"/>
              <a:ext cx="578" cy="48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115" name="Line 88">
              <a:extLst>
                <a:ext uri="{FF2B5EF4-FFF2-40B4-BE49-F238E27FC236}">
                  <a16:creationId xmlns:a16="http://schemas.microsoft.com/office/drawing/2014/main" id="{20A68854-88EA-4D62-B94C-372DFB574A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7" y="2592"/>
              <a:ext cx="625" cy="12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116" name="Line 89">
              <a:extLst>
                <a:ext uri="{FF2B5EF4-FFF2-40B4-BE49-F238E27FC236}">
                  <a16:creationId xmlns:a16="http://schemas.microsoft.com/office/drawing/2014/main" id="{B59579DD-8403-4C1A-9D05-833DCFD02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592"/>
              <a:ext cx="644" cy="12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117" name="Rectangle 90">
              <a:extLst>
                <a:ext uri="{FF2B5EF4-FFF2-40B4-BE49-F238E27FC236}">
                  <a16:creationId xmlns:a16="http://schemas.microsoft.com/office/drawing/2014/main" id="{6970C32B-2955-4EC6-95AA-485FC803A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3457"/>
              <a:ext cx="914" cy="51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118" name="Rectangle 91">
              <a:extLst>
                <a:ext uri="{FF2B5EF4-FFF2-40B4-BE49-F238E27FC236}">
                  <a16:creationId xmlns:a16="http://schemas.microsoft.com/office/drawing/2014/main" id="{41D67CF4-61CD-4DC3-B74B-61FCAA8C2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" y="3703"/>
              <a:ext cx="1142" cy="60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71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1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1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7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17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71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71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71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717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717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17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17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7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17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6" grpId="0" autoUpdateAnimBg="0"/>
      <p:bldP spid="717916" grpId="0" autoUpdateAnimBg="0"/>
      <p:bldP spid="717917" grpId="0" autoUpdateAnimBg="0"/>
      <p:bldP spid="717918" grpId="0" autoUpdateAnimBg="0"/>
      <p:bldP spid="717919" grpId="0" autoUpdateAnimBg="0"/>
      <p:bldP spid="717920" grpId="0" autoUpdateAnimBg="0"/>
      <p:bldP spid="717924" grpId="0" autoUpdateAnimBg="0"/>
      <p:bldP spid="71792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195">
            <a:extLst>
              <a:ext uri="{FF2B5EF4-FFF2-40B4-BE49-F238E27FC236}">
                <a16:creationId xmlns:a16="http://schemas.microsoft.com/office/drawing/2014/main" id="{C65B2AF3-B22F-422E-B549-0CBDDD1782D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0" y="4244975"/>
            <a:ext cx="19843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26" name="Text Box 2">
            <a:extLst>
              <a:ext uri="{FF2B5EF4-FFF2-40B4-BE49-F238E27FC236}">
                <a16:creationId xmlns:a16="http://schemas.microsoft.com/office/drawing/2014/main" id="{BE4C0ADA-6072-4B94-8B22-950844545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542925"/>
            <a:ext cx="89154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3300"/>
                </a:solidFill>
              </a:rPr>
              <a:t>例</a:t>
            </a:r>
            <a:r>
              <a:rPr lang="en-US" altLang="zh-CN" sz="2585" dirty="0">
                <a:solidFill>
                  <a:srgbClr val="FF3300"/>
                </a:solidFill>
              </a:rPr>
              <a:t>6</a:t>
            </a:r>
            <a:r>
              <a:rPr lang="zh-CN" altLang="en-US" sz="2215" dirty="0">
                <a:solidFill>
                  <a:srgbClr val="FF3300"/>
                </a:solidFill>
              </a:rPr>
              <a:t>：</a:t>
            </a:r>
            <a:r>
              <a:rPr lang="zh-CN" altLang="en-US" sz="2800" dirty="0">
                <a:solidFill>
                  <a:schemeClr val="tx1"/>
                </a:solidFill>
              </a:rPr>
              <a:t>已知磁场均匀分布在半径为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的范围内，</a:t>
            </a:r>
            <a:r>
              <a:rPr lang="en-US" altLang="zh-CN" sz="2800" dirty="0">
                <a:solidFill>
                  <a:schemeClr val="tx1"/>
                </a:solidFill>
              </a:rPr>
              <a:t>d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dirty="0">
                <a:solidFill>
                  <a:schemeClr val="tx1"/>
                </a:solidFill>
              </a:rPr>
              <a:t>/</a:t>
            </a:r>
            <a:r>
              <a:rPr lang="en-US" altLang="zh-CN" sz="2800" dirty="0" err="1">
                <a:solidFill>
                  <a:schemeClr val="tx1"/>
                </a:solidFill>
              </a:rPr>
              <a:t>d</a:t>
            </a:r>
            <a:r>
              <a:rPr lang="en-US" altLang="zh-CN" sz="2800" i="1" dirty="0" err="1">
                <a:solidFill>
                  <a:schemeClr val="tx1"/>
                </a:solidFill>
              </a:rPr>
              <a:t>t</a:t>
            </a:r>
            <a:r>
              <a:rPr lang="en-US" altLang="zh-CN" sz="2800" dirty="0">
                <a:solidFill>
                  <a:schemeClr val="tx1"/>
                </a:solidFill>
              </a:rPr>
              <a:t>=</a:t>
            </a:r>
            <a:r>
              <a:rPr lang="zh-CN" altLang="en-US" sz="2800" dirty="0">
                <a:solidFill>
                  <a:schemeClr val="tx1"/>
                </a:solidFill>
              </a:rPr>
              <a:t>常量，而且大于零。如图所示</a:t>
            </a:r>
            <a:r>
              <a:rPr lang="zh-CN" altLang="en-US" sz="2585" dirty="0">
                <a:solidFill>
                  <a:schemeClr val="tx1"/>
                </a:solidFill>
              </a:rPr>
              <a:t>，放有四根导体棒</a:t>
            </a:r>
          </a:p>
        </p:txBody>
      </p:sp>
      <p:grpSp>
        <p:nvGrpSpPr>
          <p:cNvPr id="14340" name="Group 3">
            <a:extLst>
              <a:ext uri="{FF2B5EF4-FFF2-40B4-BE49-F238E27FC236}">
                <a16:creationId xmlns:a16="http://schemas.microsoft.com/office/drawing/2014/main" id="{FB31D3B5-A26A-4BCE-BF72-455545B16543}"/>
              </a:ext>
            </a:extLst>
          </p:cNvPr>
          <p:cNvGrpSpPr>
            <a:grpSpLocks/>
          </p:cNvGrpSpPr>
          <p:nvPr/>
        </p:nvGrpSpPr>
        <p:grpSpPr bwMode="auto">
          <a:xfrm>
            <a:off x="1135063" y="1408757"/>
            <a:ext cx="3733800" cy="1300163"/>
            <a:chOff x="748" y="310"/>
            <a:chExt cx="2352" cy="888"/>
          </a:xfrm>
        </p:grpSpPr>
        <p:sp>
          <p:nvSpPr>
            <p:cNvPr id="20581" name="Text Box 4">
              <a:extLst>
                <a:ext uri="{FF2B5EF4-FFF2-40B4-BE49-F238E27FC236}">
                  <a16:creationId xmlns:a16="http://schemas.microsoft.com/office/drawing/2014/main" id="{6118E101-7AA3-4776-A4D1-4FDDC7AC20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10"/>
              <a:ext cx="235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dirty="0">
                  <a:solidFill>
                    <a:schemeClr val="tx1"/>
                  </a:solidFill>
                </a:rPr>
                <a:t>1</a:t>
              </a:r>
              <a:r>
                <a:rPr lang="zh-CN" altLang="en-US" sz="2585" dirty="0">
                  <a:solidFill>
                    <a:schemeClr val="tx1"/>
                  </a:solidFill>
                </a:rPr>
                <a:t>）比较各棒中的</a:t>
              </a:r>
              <a:r>
                <a:rPr lang="zh-CN" altLang="en-US" sz="2585" dirty="0">
                  <a:solidFill>
                    <a:schemeClr val="tx1"/>
                  </a:solidFill>
                  <a:sym typeface="Symbol" panose="05050102010706020507" pitchFamily="18" charset="2"/>
                </a:rPr>
                <a:t></a:t>
              </a:r>
              <a:r>
                <a:rPr lang="en-US" altLang="zh-CN" sz="2585" i="1" baseline="-25000" dirty="0" err="1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zh-CN" altLang="en-US" sz="2585" dirty="0">
                  <a:solidFill>
                    <a:schemeClr val="tx1"/>
                  </a:solidFill>
                  <a:sym typeface="Symbol" panose="05050102010706020507" pitchFamily="18" charset="2"/>
                </a:rPr>
                <a:t>。</a:t>
              </a:r>
              <a:endParaRPr lang="zh-CN" altLang="en-US" sz="2585" i="1" baseline="-25000" dirty="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0582" name="Text Box 5">
              <a:extLst>
                <a:ext uri="{FF2B5EF4-FFF2-40B4-BE49-F238E27FC236}">
                  <a16:creationId xmlns:a16="http://schemas.microsoft.com/office/drawing/2014/main" id="{2B48465B-E979-4C2A-AB4D-2DF3C133A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" y="585"/>
              <a:ext cx="220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>
                  <a:solidFill>
                    <a:schemeClr val="tx1"/>
                  </a:solidFill>
                </a:rPr>
                <a:t>2</a:t>
              </a:r>
              <a:r>
                <a:rPr lang="zh-CN" altLang="en-US" sz="2585">
                  <a:solidFill>
                    <a:schemeClr val="tx1"/>
                  </a:solidFill>
                </a:rPr>
                <a:t>）</a:t>
              </a:r>
              <a:r>
                <a:rPr lang="en-US" altLang="zh-CN" sz="2585">
                  <a:solidFill>
                    <a:schemeClr val="tx1"/>
                  </a:solidFill>
                </a:rPr>
                <a:t>3</a:t>
              </a:r>
              <a:r>
                <a:rPr lang="zh-CN" altLang="en-US" sz="2585">
                  <a:solidFill>
                    <a:schemeClr val="tx1"/>
                  </a:solidFill>
                </a:rPr>
                <a:t>，</a:t>
              </a:r>
              <a:r>
                <a:rPr lang="en-US" altLang="zh-CN" sz="2585">
                  <a:solidFill>
                    <a:schemeClr val="tx1"/>
                  </a:solidFill>
                </a:rPr>
                <a:t>4</a:t>
              </a:r>
              <a:r>
                <a:rPr lang="zh-CN" altLang="en-US" sz="2585">
                  <a:solidFill>
                    <a:schemeClr val="tx1"/>
                  </a:solidFill>
                </a:rPr>
                <a:t>连成通路</a:t>
              </a:r>
              <a:r>
                <a:rPr lang="en-US" altLang="zh-CN" sz="2585" i="1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585" i="1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585">
                  <a:solidFill>
                    <a:schemeClr val="tx1"/>
                  </a:solidFill>
                  <a:sym typeface="Symbol" panose="05050102010706020507" pitchFamily="18" charset="2"/>
                </a:rPr>
                <a:t>=</a:t>
              </a:r>
              <a:r>
                <a:rPr lang="zh-CN" altLang="en-US" sz="2585">
                  <a:solidFill>
                    <a:schemeClr val="tx1"/>
                  </a:solidFill>
                  <a:sym typeface="Symbol" panose="05050102010706020507" pitchFamily="18" charset="2"/>
                </a:rPr>
                <a:t>？</a:t>
              </a:r>
              <a:endParaRPr lang="zh-CN" altLang="en-US" sz="2585" i="1" baseline="-2500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0583" name="Text Box 6">
              <a:extLst>
                <a:ext uri="{FF2B5EF4-FFF2-40B4-BE49-F238E27FC236}">
                  <a16:creationId xmlns:a16="http://schemas.microsoft.com/office/drawing/2014/main" id="{92929A3F-3210-44B4-95BD-A3E617020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864"/>
              <a:ext cx="225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dirty="0">
                  <a:solidFill>
                    <a:schemeClr val="tx1"/>
                  </a:solidFill>
                </a:rPr>
                <a:t>3</a:t>
              </a:r>
              <a:r>
                <a:rPr lang="zh-CN" altLang="en-US" sz="2585" dirty="0">
                  <a:solidFill>
                    <a:schemeClr val="tx1"/>
                  </a:solidFill>
                </a:rPr>
                <a:t>）棒中哪端电势高？</a:t>
              </a:r>
            </a:p>
          </p:txBody>
        </p:sp>
      </p:grpSp>
      <p:grpSp>
        <p:nvGrpSpPr>
          <p:cNvPr id="14341" name="Group 8">
            <a:extLst>
              <a:ext uri="{FF2B5EF4-FFF2-40B4-BE49-F238E27FC236}">
                <a16:creationId xmlns:a16="http://schemas.microsoft.com/office/drawing/2014/main" id="{ED4A34E3-EA58-4478-9B09-CC2F13A56EBC}"/>
              </a:ext>
            </a:extLst>
          </p:cNvPr>
          <p:cNvGrpSpPr>
            <a:grpSpLocks/>
          </p:cNvGrpSpPr>
          <p:nvPr/>
        </p:nvGrpSpPr>
        <p:grpSpPr bwMode="auto">
          <a:xfrm>
            <a:off x="6176963" y="1462088"/>
            <a:ext cx="2235200" cy="2746375"/>
            <a:chOff x="1007" y="2016"/>
            <a:chExt cx="1408" cy="1875"/>
          </a:xfrm>
        </p:grpSpPr>
        <p:graphicFrame>
          <p:nvGraphicFramePr>
            <p:cNvPr id="14373" name="Object 9">
              <a:extLst>
                <a:ext uri="{FF2B5EF4-FFF2-40B4-BE49-F238E27FC236}">
                  <a16:creationId xmlns:a16="http://schemas.microsoft.com/office/drawing/2014/main" id="{C211E6F6-4D98-42A3-95CF-4C0FC9DF52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2431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4" name="公式" r:id="rId4" imgW="126835" imgH="139518" progId="Equation.3">
                    <p:embed/>
                  </p:oleObj>
                </mc:Choice>
                <mc:Fallback>
                  <p:oleObj name="公式" r:id="rId4" imgW="126835" imgH="139518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431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4" name="Object 10">
              <a:extLst>
                <a:ext uri="{FF2B5EF4-FFF2-40B4-BE49-F238E27FC236}">
                  <a16:creationId xmlns:a16="http://schemas.microsoft.com/office/drawing/2014/main" id="{50121108-4655-459E-8389-BC5DBF3404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592"/>
            <a:ext cx="15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5" name="公式" r:id="rId6" imgW="101468" imgH="164885" progId="Equation.3">
                    <p:embed/>
                  </p:oleObj>
                </mc:Choice>
                <mc:Fallback>
                  <p:oleObj name="公式" r:id="rId6" imgW="101468" imgH="16488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592"/>
                          <a:ext cx="15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5" name="Object 11">
              <a:extLst>
                <a:ext uri="{FF2B5EF4-FFF2-40B4-BE49-F238E27FC236}">
                  <a16:creationId xmlns:a16="http://schemas.microsoft.com/office/drawing/2014/main" id="{CB36E769-A166-4F59-84AD-1BF6B51031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2" y="3072"/>
            <a:ext cx="19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6" name="公式" r:id="rId8" imgW="126780" imgH="164814" progId="Equation.3">
                    <p:embed/>
                  </p:oleObj>
                </mc:Choice>
                <mc:Fallback>
                  <p:oleObj name="公式" r:id="rId8" imgW="126780" imgH="164814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" y="3072"/>
                          <a:ext cx="19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6" name="Object 12">
              <a:extLst>
                <a:ext uri="{FF2B5EF4-FFF2-40B4-BE49-F238E27FC236}">
                  <a16:creationId xmlns:a16="http://schemas.microsoft.com/office/drawing/2014/main" id="{F660F5B3-A3BE-487D-9042-27039A9839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0" y="3330"/>
            <a:ext cx="17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7" name="公式" r:id="rId10" imgW="114102" imgH="177492" progId="Equation.3">
                    <p:embed/>
                  </p:oleObj>
                </mc:Choice>
                <mc:Fallback>
                  <p:oleObj name="公式" r:id="rId10" imgW="114102" imgH="17749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0" y="3330"/>
                          <a:ext cx="171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7" name="Object 13">
              <a:extLst>
                <a:ext uri="{FF2B5EF4-FFF2-40B4-BE49-F238E27FC236}">
                  <a16:creationId xmlns:a16="http://schemas.microsoft.com/office/drawing/2014/main" id="{6BBB2152-1A3C-4AB5-AF59-DD66882E56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25" y="3590"/>
            <a:ext cx="19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8" name="公式" r:id="rId12" imgW="126780" imgH="164814" progId="Equation.3">
                    <p:embed/>
                  </p:oleObj>
                </mc:Choice>
                <mc:Fallback>
                  <p:oleObj name="公式" r:id="rId12" imgW="126780" imgH="164814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3590"/>
                          <a:ext cx="19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78" name="Group 14">
              <a:extLst>
                <a:ext uri="{FF2B5EF4-FFF2-40B4-BE49-F238E27FC236}">
                  <a16:creationId xmlns:a16="http://schemas.microsoft.com/office/drawing/2014/main" id="{6F8161DC-91AC-451D-A4BD-90EEDA999B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016"/>
              <a:ext cx="1248" cy="1248"/>
              <a:chOff x="1008" y="2016"/>
              <a:chExt cx="1344" cy="1344"/>
            </a:xfrm>
          </p:grpSpPr>
          <p:sp>
            <p:nvSpPr>
              <p:cNvPr id="20510" name="Oval 15">
                <a:extLst>
                  <a:ext uri="{FF2B5EF4-FFF2-40B4-BE49-F238E27FC236}">
                    <a16:creationId xmlns:a16="http://schemas.microsoft.com/office/drawing/2014/main" id="{BA604779-6EE4-47F6-BC4C-6A38A4F88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1344" cy="134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2215"/>
              </a:p>
            </p:txBody>
          </p:sp>
          <p:grpSp>
            <p:nvGrpSpPr>
              <p:cNvPr id="14386" name="Group 16">
                <a:extLst>
                  <a:ext uri="{FF2B5EF4-FFF2-40B4-BE49-F238E27FC236}">
                    <a16:creationId xmlns:a16="http://schemas.microsoft.com/office/drawing/2014/main" id="{C8D8652F-BD88-46DD-B7E7-E3C11ABB32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2880"/>
                <a:ext cx="137" cy="127"/>
                <a:chOff x="1090" y="3836"/>
                <a:chExt cx="110" cy="100"/>
              </a:xfrm>
            </p:grpSpPr>
            <p:grpSp>
              <p:nvGrpSpPr>
                <p:cNvPr id="14452" name="Group 17">
                  <a:extLst>
                    <a:ext uri="{FF2B5EF4-FFF2-40B4-BE49-F238E27FC236}">
                      <a16:creationId xmlns:a16="http://schemas.microsoft.com/office/drawing/2014/main" id="{4CFF141D-74FD-430A-AF6C-1B7F08C7B9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79" name="Line 18">
                    <a:extLst>
                      <a:ext uri="{FF2B5EF4-FFF2-40B4-BE49-F238E27FC236}">
                        <a16:creationId xmlns:a16="http://schemas.microsoft.com/office/drawing/2014/main" id="{1D05AE4D-0784-4FD6-8BD5-6F3B329B0E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80" name="Line 19">
                    <a:extLst>
                      <a:ext uri="{FF2B5EF4-FFF2-40B4-BE49-F238E27FC236}">
                        <a16:creationId xmlns:a16="http://schemas.microsoft.com/office/drawing/2014/main" id="{B2E5A296-4E82-4AFF-A25B-75F7A6B7A5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78" name="Line 20">
                  <a:extLst>
                    <a:ext uri="{FF2B5EF4-FFF2-40B4-BE49-F238E27FC236}">
                      <a16:creationId xmlns:a16="http://schemas.microsoft.com/office/drawing/2014/main" id="{3DCB0E07-94D7-45F8-95A4-32177FC1C2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87" name="Group 21">
                <a:extLst>
                  <a:ext uri="{FF2B5EF4-FFF2-40B4-BE49-F238E27FC236}">
                    <a16:creationId xmlns:a16="http://schemas.microsoft.com/office/drawing/2014/main" id="{83CD5A10-A58F-4888-B306-F39FA58654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2640"/>
                <a:ext cx="137" cy="126"/>
                <a:chOff x="1090" y="3836"/>
                <a:chExt cx="110" cy="100"/>
              </a:xfrm>
            </p:grpSpPr>
            <p:grpSp>
              <p:nvGrpSpPr>
                <p:cNvPr id="14448" name="Group 22">
                  <a:extLst>
                    <a:ext uri="{FF2B5EF4-FFF2-40B4-BE49-F238E27FC236}">
                      <a16:creationId xmlns:a16="http://schemas.microsoft.com/office/drawing/2014/main" id="{591E1192-31C4-45E9-B0E0-DA0ABE0E95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75" name="Line 23">
                    <a:extLst>
                      <a:ext uri="{FF2B5EF4-FFF2-40B4-BE49-F238E27FC236}">
                        <a16:creationId xmlns:a16="http://schemas.microsoft.com/office/drawing/2014/main" id="{ABE29E66-6B58-4542-90A2-54F8EF9EF0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5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76" name="Line 24">
                    <a:extLst>
                      <a:ext uri="{FF2B5EF4-FFF2-40B4-BE49-F238E27FC236}">
                        <a16:creationId xmlns:a16="http://schemas.microsoft.com/office/drawing/2014/main" id="{7A5894CE-6E62-40EB-B5B0-C64DC4EBB4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4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74" name="Line 25">
                  <a:extLst>
                    <a:ext uri="{FF2B5EF4-FFF2-40B4-BE49-F238E27FC236}">
                      <a16:creationId xmlns:a16="http://schemas.microsoft.com/office/drawing/2014/main" id="{E0A022A9-D041-4508-8A0F-CA7F54C42C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5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88" name="Group 26">
                <a:extLst>
                  <a:ext uri="{FF2B5EF4-FFF2-40B4-BE49-F238E27FC236}">
                    <a16:creationId xmlns:a16="http://schemas.microsoft.com/office/drawing/2014/main" id="{6C2D0D65-63FF-416E-BE0A-C591A73FD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400"/>
                <a:ext cx="137" cy="126"/>
                <a:chOff x="1090" y="3836"/>
                <a:chExt cx="110" cy="100"/>
              </a:xfrm>
            </p:grpSpPr>
            <p:grpSp>
              <p:nvGrpSpPr>
                <p:cNvPr id="14444" name="Group 27">
                  <a:extLst>
                    <a:ext uri="{FF2B5EF4-FFF2-40B4-BE49-F238E27FC236}">
                      <a16:creationId xmlns:a16="http://schemas.microsoft.com/office/drawing/2014/main" id="{E9FF2604-0795-4EFE-A741-BA0801D904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71" name="Line 28">
                    <a:extLst>
                      <a:ext uri="{FF2B5EF4-FFF2-40B4-BE49-F238E27FC236}">
                        <a16:creationId xmlns:a16="http://schemas.microsoft.com/office/drawing/2014/main" id="{BB07C712-A0F3-482D-9100-ED3EA28C99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72" name="Line 29">
                    <a:extLst>
                      <a:ext uri="{FF2B5EF4-FFF2-40B4-BE49-F238E27FC236}">
                        <a16:creationId xmlns:a16="http://schemas.microsoft.com/office/drawing/2014/main" id="{D71A8026-A114-48BC-9029-D2DD737789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70" name="Line 30">
                  <a:extLst>
                    <a:ext uri="{FF2B5EF4-FFF2-40B4-BE49-F238E27FC236}">
                      <a16:creationId xmlns:a16="http://schemas.microsoft.com/office/drawing/2014/main" id="{1015A4AE-64D6-4C6C-8926-FF90B2CE14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89" name="Group 31">
                <a:extLst>
                  <a:ext uri="{FF2B5EF4-FFF2-40B4-BE49-F238E27FC236}">
                    <a16:creationId xmlns:a16="http://schemas.microsoft.com/office/drawing/2014/main" id="{924F84DB-DA84-46F9-A3B3-2C67B061E1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2610"/>
                <a:ext cx="137" cy="126"/>
                <a:chOff x="1090" y="3836"/>
                <a:chExt cx="110" cy="100"/>
              </a:xfrm>
            </p:grpSpPr>
            <p:grpSp>
              <p:nvGrpSpPr>
                <p:cNvPr id="14440" name="Group 32">
                  <a:extLst>
                    <a:ext uri="{FF2B5EF4-FFF2-40B4-BE49-F238E27FC236}">
                      <a16:creationId xmlns:a16="http://schemas.microsoft.com/office/drawing/2014/main" id="{825D21C2-3A44-4F2A-ACF2-F44A9859E7A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67" name="Line 33">
                    <a:extLst>
                      <a:ext uri="{FF2B5EF4-FFF2-40B4-BE49-F238E27FC236}">
                        <a16:creationId xmlns:a16="http://schemas.microsoft.com/office/drawing/2014/main" id="{FFF3CF12-6181-4603-8AE7-9930501B24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68" name="Line 34">
                    <a:extLst>
                      <a:ext uri="{FF2B5EF4-FFF2-40B4-BE49-F238E27FC236}">
                        <a16:creationId xmlns:a16="http://schemas.microsoft.com/office/drawing/2014/main" id="{88C27A33-A163-42A8-8318-23AC7243A9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66" name="Line 35">
                  <a:extLst>
                    <a:ext uri="{FF2B5EF4-FFF2-40B4-BE49-F238E27FC236}">
                      <a16:creationId xmlns:a16="http://schemas.microsoft.com/office/drawing/2014/main" id="{0C0CFE30-4300-4D64-A193-2481E9492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0" name="Group 36">
                <a:extLst>
                  <a:ext uri="{FF2B5EF4-FFF2-40B4-BE49-F238E27FC236}">
                    <a16:creationId xmlns:a16="http://schemas.microsoft.com/office/drawing/2014/main" id="{8E85324E-C2B0-4080-9058-27C0DE6B2C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2370"/>
                <a:ext cx="137" cy="126"/>
                <a:chOff x="1090" y="3836"/>
                <a:chExt cx="110" cy="100"/>
              </a:xfrm>
            </p:grpSpPr>
            <p:grpSp>
              <p:nvGrpSpPr>
                <p:cNvPr id="14436" name="Group 37">
                  <a:extLst>
                    <a:ext uri="{FF2B5EF4-FFF2-40B4-BE49-F238E27FC236}">
                      <a16:creationId xmlns:a16="http://schemas.microsoft.com/office/drawing/2014/main" id="{23CF26DA-C8A3-4DC7-956F-CBD2C93714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63" name="Line 38">
                    <a:extLst>
                      <a:ext uri="{FF2B5EF4-FFF2-40B4-BE49-F238E27FC236}">
                        <a16:creationId xmlns:a16="http://schemas.microsoft.com/office/drawing/2014/main" id="{9DEF35BF-3C3C-4837-8026-387BF41577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3" y="3839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64" name="Line 39">
                    <a:extLst>
                      <a:ext uri="{FF2B5EF4-FFF2-40B4-BE49-F238E27FC236}">
                        <a16:creationId xmlns:a16="http://schemas.microsoft.com/office/drawing/2014/main" id="{D4F85165-15E7-4316-A996-E682D0BEA6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62" name="Line 40">
                  <a:extLst>
                    <a:ext uri="{FF2B5EF4-FFF2-40B4-BE49-F238E27FC236}">
                      <a16:creationId xmlns:a16="http://schemas.microsoft.com/office/drawing/2014/main" id="{2C66B348-868A-4B6E-9591-01A15E38DC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3" y="3839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1" name="Group 41">
                <a:extLst>
                  <a:ext uri="{FF2B5EF4-FFF2-40B4-BE49-F238E27FC236}">
                    <a16:creationId xmlns:a16="http://schemas.microsoft.com/office/drawing/2014/main" id="{CF1AA464-0243-48F6-BD45-6D9804BC6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7" y="2658"/>
                <a:ext cx="137" cy="126"/>
                <a:chOff x="1090" y="3836"/>
                <a:chExt cx="110" cy="100"/>
              </a:xfrm>
            </p:grpSpPr>
            <p:grpSp>
              <p:nvGrpSpPr>
                <p:cNvPr id="14432" name="Group 42">
                  <a:extLst>
                    <a:ext uri="{FF2B5EF4-FFF2-40B4-BE49-F238E27FC236}">
                      <a16:creationId xmlns:a16="http://schemas.microsoft.com/office/drawing/2014/main" id="{CC3BA5B5-C592-4C3A-A064-D9E8EFD62B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59" name="Line 43">
                    <a:extLst>
                      <a:ext uri="{FF2B5EF4-FFF2-40B4-BE49-F238E27FC236}">
                        <a16:creationId xmlns:a16="http://schemas.microsoft.com/office/drawing/2014/main" id="{10C55EF9-3073-4E42-8D8E-BD94985957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60" name="Line 44">
                    <a:extLst>
                      <a:ext uri="{FF2B5EF4-FFF2-40B4-BE49-F238E27FC236}">
                        <a16:creationId xmlns:a16="http://schemas.microsoft.com/office/drawing/2014/main" id="{C13405FB-14CC-4C6D-B346-6D629C31C3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58" name="Line 45">
                  <a:extLst>
                    <a:ext uri="{FF2B5EF4-FFF2-40B4-BE49-F238E27FC236}">
                      <a16:creationId xmlns:a16="http://schemas.microsoft.com/office/drawing/2014/main" id="{621A2523-55CA-492E-AF06-DB905F2F44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2" name="Group 46">
                <a:extLst>
                  <a:ext uri="{FF2B5EF4-FFF2-40B4-BE49-F238E27FC236}">
                    <a16:creationId xmlns:a16="http://schemas.microsoft.com/office/drawing/2014/main" id="{2677D00E-9CE0-4DB3-B6FA-CE1179443C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" y="2369"/>
                <a:ext cx="137" cy="127"/>
                <a:chOff x="1090" y="3836"/>
                <a:chExt cx="110" cy="100"/>
              </a:xfrm>
            </p:grpSpPr>
            <p:grpSp>
              <p:nvGrpSpPr>
                <p:cNvPr id="14428" name="Group 47">
                  <a:extLst>
                    <a:ext uri="{FF2B5EF4-FFF2-40B4-BE49-F238E27FC236}">
                      <a16:creationId xmlns:a16="http://schemas.microsoft.com/office/drawing/2014/main" id="{01D9530D-DEEF-4387-BD25-6AB2D7DEB6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55" name="Line 48">
                    <a:extLst>
                      <a:ext uri="{FF2B5EF4-FFF2-40B4-BE49-F238E27FC236}">
                        <a16:creationId xmlns:a16="http://schemas.microsoft.com/office/drawing/2014/main" id="{D7098771-B9C9-4732-9C28-A6C6E84C81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7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56" name="Line 49">
                    <a:extLst>
                      <a:ext uri="{FF2B5EF4-FFF2-40B4-BE49-F238E27FC236}">
                        <a16:creationId xmlns:a16="http://schemas.microsoft.com/office/drawing/2014/main" id="{1F743830-3F84-4FED-9884-07F4F02CE1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54" name="Line 50">
                  <a:extLst>
                    <a:ext uri="{FF2B5EF4-FFF2-40B4-BE49-F238E27FC236}">
                      <a16:creationId xmlns:a16="http://schemas.microsoft.com/office/drawing/2014/main" id="{718189CB-2092-4A29-BE61-4F05DF24F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7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3" name="Group 51">
                <a:extLst>
                  <a:ext uri="{FF2B5EF4-FFF2-40B4-BE49-F238E27FC236}">
                    <a16:creationId xmlns:a16="http://schemas.microsoft.com/office/drawing/2014/main" id="{9F309FAE-06B2-45E9-BFA7-9926813765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3" y="2658"/>
                <a:ext cx="137" cy="126"/>
                <a:chOff x="1090" y="3836"/>
                <a:chExt cx="110" cy="100"/>
              </a:xfrm>
            </p:grpSpPr>
            <p:grpSp>
              <p:nvGrpSpPr>
                <p:cNvPr id="14424" name="Group 52">
                  <a:extLst>
                    <a:ext uri="{FF2B5EF4-FFF2-40B4-BE49-F238E27FC236}">
                      <a16:creationId xmlns:a16="http://schemas.microsoft.com/office/drawing/2014/main" id="{3D3878C0-BE76-48BE-A70C-7200ECF4A7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51" name="Line 53">
                    <a:extLst>
                      <a:ext uri="{FF2B5EF4-FFF2-40B4-BE49-F238E27FC236}">
                        <a16:creationId xmlns:a16="http://schemas.microsoft.com/office/drawing/2014/main" id="{DBF42977-3927-46B0-9415-1B978D1CCF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52" name="Line 54">
                    <a:extLst>
                      <a:ext uri="{FF2B5EF4-FFF2-40B4-BE49-F238E27FC236}">
                        <a16:creationId xmlns:a16="http://schemas.microsoft.com/office/drawing/2014/main" id="{F930B6F5-5ECC-48D3-97B4-8B8FF20E1F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50" name="Line 55">
                  <a:extLst>
                    <a:ext uri="{FF2B5EF4-FFF2-40B4-BE49-F238E27FC236}">
                      <a16:creationId xmlns:a16="http://schemas.microsoft.com/office/drawing/2014/main" id="{8916E1BC-81E6-4728-A4D3-D6A111F53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4" name="Group 56">
                <a:extLst>
                  <a:ext uri="{FF2B5EF4-FFF2-40B4-BE49-F238E27FC236}">
                    <a16:creationId xmlns:a16="http://schemas.microsoft.com/office/drawing/2014/main" id="{9BC07437-DCB2-4144-81C7-3231868E1E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1" y="2881"/>
                <a:ext cx="137" cy="126"/>
                <a:chOff x="1090" y="3836"/>
                <a:chExt cx="110" cy="100"/>
              </a:xfrm>
            </p:grpSpPr>
            <p:grpSp>
              <p:nvGrpSpPr>
                <p:cNvPr id="14420" name="Group 57">
                  <a:extLst>
                    <a:ext uri="{FF2B5EF4-FFF2-40B4-BE49-F238E27FC236}">
                      <a16:creationId xmlns:a16="http://schemas.microsoft.com/office/drawing/2014/main" id="{43F8517C-9B1D-4E8B-9358-1C7E401608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47" name="Line 58">
                    <a:extLst>
                      <a:ext uri="{FF2B5EF4-FFF2-40B4-BE49-F238E27FC236}">
                        <a16:creationId xmlns:a16="http://schemas.microsoft.com/office/drawing/2014/main" id="{1F312E82-CD04-4317-87B9-B82C41E585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48" name="Line 59">
                    <a:extLst>
                      <a:ext uri="{FF2B5EF4-FFF2-40B4-BE49-F238E27FC236}">
                        <a16:creationId xmlns:a16="http://schemas.microsoft.com/office/drawing/2014/main" id="{8C215795-44B0-4351-B96F-331682CF0B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9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46" name="Line 60">
                  <a:extLst>
                    <a:ext uri="{FF2B5EF4-FFF2-40B4-BE49-F238E27FC236}">
                      <a16:creationId xmlns:a16="http://schemas.microsoft.com/office/drawing/2014/main" id="{21335122-9408-4B98-9B01-51DB28AE6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9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5" name="Group 61">
                <a:extLst>
                  <a:ext uri="{FF2B5EF4-FFF2-40B4-BE49-F238E27FC236}">
                    <a16:creationId xmlns:a16="http://schemas.microsoft.com/office/drawing/2014/main" id="{53BE57F4-D009-4647-94B3-B632A92778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5" y="2881"/>
                <a:ext cx="137" cy="126"/>
                <a:chOff x="1090" y="3836"/>
                <a:chExt cx="110" cy="100"/>
              </a:xfrm>
            </p:grpSpPr>
            <p:grpSp>
              <p:nvGrpSpPr>
                <p:cNvPr id="14416" name="Group 62">
                  <a:extLst>
                    <a:ext uri="{FF2B5EF4-FFF2-40B4-BE49-F238E27FC236}">
                      <a16:creationId xmlns:a16="http://schemas.microsoft.com/office/drawing/2014/main" id="{B7F2B2BB-8DCF-471B-A9FC-7C75EF6A2A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43" name="Line 63">
                    <a:extLst>
                      <a:ext uri="{FF2B5EF4-FFF2-40B4-BE49-F238E27FC236}">
                        <a16:creationId xmlns:a16="http://schemas.microsoft.com/office/drawing/2014/main" id="{3540EC7A-5DBD-4B14-8C1C-13EE2431C6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44" name="Line 64">
                    <a:extLst>
                      <a:ext uri="{FF2B5EF4-FFF2-40B4-BE49-F238E27FC236}">
                        <a16:creationId xmlns:a16="http://schemas.microsoft.com/office/drawing/2014/main" id="{124DE1B3-82BE-4154-B1E5-C8BDDC3A60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42" name="Line 65">
                  <a:extLst>
                    <a:ext uri="{FF2B5EF4-FFF2-40B4-BE49-F238E27FC236}">
                      <a16:creationId xmlns:a16="http://schemas.microsoft.com/office/drawing/2014/main" id="{06552DE6-AFF6-44B1-822E-5D22B60449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6" name="Group 66">
                <a:extLst>
                  <a:ext uri="{FF2B5EF4-FFF2-40B4-BE49-F238E27FC236}">
                    <a16:creationId xmlns:a16="http://schemas.microsoft.com/office/drawing/2014/main" id="{83ECB1F1-8E73-4C96-B6D3-596A45989F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5" y="3138"/>
                <a:ext cx="137" cy="126"/>
                <a:chOff x="1090" y="3836"/>
                <a:chExt cx="110" cy="100"/>
              </a:xfrm>
            </p:grpSpPr>
            <p:grpSp>
              <p:nvGrpSpPr>
                <p:cNvPr id="14412" name="Group 67">
                  <a:extLst>
                    <a:ext uri="{FF2B5EF4-FFF2-40B4-BE49-F238E27FC236}">
                      <a16:creationId xmlns:a16="http://schemas.microsoft.com/office/drawing/2014/main" id="{7830A676-A7D3-492C-81D0-8A32B97618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39" name="Line 68">
                    <a:extLst>
                      <a:ext uri="{FF2B5EF4-FFF2-40B4-BE49-F238E27FC236}">
                        <a16:creationId xmlns:a16="http://schemas.microsoft.com/office/drawing/2014/main" id="{AF138F68-ACB8-4353-A023-9E2C168B12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40" name="Line 69">
                    <a:extLst>
                      <a:ext uri="{FF2B5EF4-FFF2-40B4-BE49-F238E27FC236}">
                        <a16:creationId xmlns:a16="http://schemas.microsoft.com/office/drawing/2014/main" id="{1C7CA18A-3763-4BA3-8286-B26AD9982B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38" name="Line 70">
                  <a:extLst>
                    <a:ext uri="{FF2B5EF4-FFF2-40B4-BE49-F238E27FC236}">
                      <a16:creationId xmlns:a16="http://schemas.microsoft.com/office/drawing/2014/main" id="{D1169B28-2345-44B5-8635-1EFD390AE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7" name="Group 71">
                <a:extLst>
                  <a:ext uri="{FF2B5EF4-FFF2-40B4-BE49-F238E27FC236}">
                    <a16:creationId xmlns:a16="http://schemas.microsoft.com/office/drawing/2014/main" id="{2612E125-F5CE-4548-B3A0-5E9288CD5B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3138"/>
                <a:ext cx="137" cy="126"/>
                <a:chOff x="1090" y="3836"/>
                <a:chExt cx="110" cy="100"/>
              </a:xfrm>
            </p:grpSpPr>
            <p:grpSp>
              <p:nvGrpSpPr>
                <p:cNvPr id="14408" name="Group 72">
                  <a:extLst>
                    <a:ext uri="{FF2B5EF4-FFF2-40B4-BE49-F238E27FC236}">
                      <a16:creationId xmlns:a16="http://schemas.microsoft.com/office/drawing/2014/main" id="{F812DC81-423D-4F20-9FB2-74C094353B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35" name="Line 73">
                    <a:extLst>
                      <a:ext uri="{FF2B5EF4-FFF2-40B4-BE49-F238E27FC236}">
                        <a16:creationId xmlns:a16="http://schemas.microsoft.com/office/drawing/2014/main" id="{2B0B6F2E-1FD3-498F-B845-1C6AB2D2BB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36" name="Line 74">
                    <a:extLst>
                      <a:ext uri="{FF2B5EF4-FFF2-40B4-BE49-F238E27FC236}">
                        <a16:creationId xmlns:a16="http://schemas.microsoft.com/office/drawing/2014/main" id="{6AA8B919-101D-458F-A966-B9517DBCC0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34" name="Line 75">
                  <a:extLst>
                    <a:ext uri="{FF2B5EF4-FFF2-40B4-BE49-F238E27FC236}">
                      <a16:creationId xmlns:a16="http://schemas.microsoft.com/office/drawing/2014/main" id="{84D15BA5-FD68-428A-9F8A-6E79F2B8B7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8" name="Group 76">
                <a:extLst>
                  <a:ext uri="{FF2B5EF4-FFF2-40B4-BE49-F238E27FC236}">
                    <a16:creationId xmlns:a16="http://schemas.microsoft.com/office/drawing/2014/main" id="{A5539086-91AE-4ABD-9465-D16B106EE1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3" y="2112"/>
                <a:ext cx="137" cy="126"/>
                <a:chOff x="1090" y="3836"/>
                <a:chExt cx="110" cy="100"/>
              </a:xfrm>
            </p:grpSpPr>
            <p:grpSp>
              <p:nvGrpSpPr>
                <p:cNvPr id="14404" name="Group 77">
                  <a:extLst>
                    <a:ext uri="{FF2B5EF4-FFF2-40B4-BE49-F238E27FC236}">
                      <a16:creationId xmlns:a16="http://schemas.microsoft.com/office/drawing/2014/main" id="{83A0F030-4E0C-4EA4-8F27-539AA8F828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31" name="Line 78">
                    <a:extLst>
                      <a:ext uri="{FF2B5EF4-FFF2-40B4-BE49-F238E27FC236}">
                        <a16:creationId xmlns:a16="http://schemas.microsoft.com/office/drawing/2014/main" id="{C846A3A8-BF4F-4933-8EA7-9808CF1CAE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32" name="Line 79">
                    <a:extLst>
                      <a:ext uri="{FF2B5EF4-FFF2-40B4-BE49-F238E27FC236}">
                        <a16:creationId xmlns:a16="http://schemas.microsoft.com/office/drawing/2014/main" id="{D058C460-3868-40F7-BD8F-373FA8CF9A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30" name="Line 80">
                  <a:extLst>
                    <a:ext uri="{FF2B5EF4-FFF2-40B4-BE49-F238E27FC236}">
                      <a16:creationId xmlns:a16="http://schemas.microsoft.com/office/drawing/2014/main" id="{9E30A37A-A67E-49E3-A085-6DA229951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  <p:grpSp>
            <p:nvGrpSpPr>
              <p:cNvPr id="14399" name="Group 81">
                <a:extLst>
                  <a:ext uri="{FF2B5EF4-FFF2-40B4-BE49-F238E27FC236}">
                    <a16:creationId xmlns:a16="http://schemas.microsoft.com/office/drawing/2014/main" id="{BD2B3A46-209F-4A13-B0FC-7424941A9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112"/>
                <a:ext cx="137" cy="126"/>
                <a:chOff x="1090" y="3836"/>
                <a:chExt cx="110" cy="100"/>
              </a:xfrm>
            </p:grpSpPr>
            <p:grpSp>
              <p:nvGrpSpPr>
                <p:cNvPr id="14400" name="Group 82">
                  <a:extLst>
                    <a:ext uri="{FF2B5EF4-FFF2-40B4-BE49-F238E27FC236}">
                      <a16:creationId xmlns:a16="http://schemas.microsoft.com/office/drawing/2014/main" id="{F861313D-89D5-40F9-B0EB-998B8BEECC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0527" name="Line 83">
                    <a:extLst>
                      <a:ext uri="{FF2B5EF4-FFF2-40B4-BE49-F238E27FC236}">
                        <a16:creationId xmlns:a16="http://schemas.microsoft.com/office/drawing/2014/main" id="{0B785632-24E9-455F-93DA-8CCF4EEF75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39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  <p:sp>
                <p:nvSpPr>
                  <p:cNvPr id="20528" name="Line 84">
                    <a:extLst>
                      <a:ext uri="{FF2B5EF4-FFF2-40B4-BE49-F238E27FC236}">
                        <a16:creationId xmlns:a16="http://schemas.microsoft.com/office/drawing/2014/main" id="{7D0989E9-8B5E-4EEA-925A-1AF83D16E1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215"/>
                  </a:p>
                </p:txBody>
              </p:sp>
            </p:grpSp>
            <p:sp>
              <p:nvSpPr>
                <p:cNvPr id="20526" name="Line 85">
                  <a:extLst>
                    <a:ext uri="{FF2B5EF4-FFF2-40B4-BE49-F238E27FC236}">
                      <a16:creationId xmlns:a16="http://schemas.microsoft.com/office/drawing/2014/main" id="{94AF7352-8426-451F-A2B3-4843D97D40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39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sz="2215"/>
                </a:p>
              </p:txBody>
            </p:sp>
          </p:grpSp>
        </p:grpSp>
        <p:sp>
          <p:nvSpPr>
            <p:cNvPr id="20504" name="Rectangle 86">
              <a:extLst>
                <a:ext uri="{FF2B5EF4-FFF2-40B4-BE49-F238E27FC236}">
                  <a16:creationId xmlns:a16="http://schemas.microsoft.com/office/drawing/2014/main" id="{34FF39F1-7A5F-435C-8E9F-1FF83D1E9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92"/>
              <a:ext cx="1248" cy="52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0505" name="Rectangle 87">
              <a:extLst>
                <a:ext uri="{FF2B5EF4-FFF2-40B4-BE49-F238E27FC236}">
                  <a16:creationId xmlns:a16="http://schemas.microsoft.com/office/drawing/2014/main" id="{C8DA3B39-E4D0-48D6-87EA-D5F63D6CA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168"/>
              <a:ext cx="578" cy="48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0506" name="Line 88">
              <a:extLst>
                <a:ext uri="{FF2B5EF4-FFF2-40B4-BE49-F238E27FC236}">
                  <a16:creationId xmlns:a16="http://schemas.microsoft.com/office/drawing/2014/main" id="{6CEB42FC-6A9D-43B4-A7A0-8692718B8D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7" y="2592"/>
              <a:ext cx="625" cy="12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0507" name="Line 89">
              <a:extLst>
                <a:ext uri="{FF2B5EF4-FFF2-40B4-BE49-F238E27FC236}">
                  <a16:creationId xmlns:a16="http://schemas.microsoft.com/office/drawing/2014/main" id="{93FF5D70-4E7B-4968-8097-21552AC9C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592"/>
              <a:ext cx="644" cy="12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0508" name="Rectangle 90">
              <a:extLst>
                <a:ext uri="{FF2B5EF4-FFF2-40B4-BE49-F238E27FC236}">
                  <a16:creationId xmlns:a16="http://schemas.microsoft.com/office/drawing/2014/main" id="{584B030C-9870-463E-A152-1A789F3D9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3457"/>
              <a:ext cx="914" cy="39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0509" name="Rectangle 91">
              <a:extLst>
                <a:ext uri="{FF2B5EF4-FFF2-40B4-BE49-F238E27FC236}">
                  <a16:creationId xmlns:a16="http://schemas.microsoft.com/office/drawing/2014/main" id="{65FFC320-EBCC-4E2D-A367-07FA6B74D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" y="3703"/>
              <a:ext cx="1142" cy="51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</p:grpSp>
      <p:sp>
        <p:nvSpPr>
          <p:cNvPr id="717920" name="Text Box 96">
            <a:extLst>
              <a:ext uri="{FF2B5EF4-FFF2-40B4-BE49-F238E27FC236}">
                <a16:creationId xmlns:a16="http://schemas.microsoft.com/office/drawing/2014/main" id="{8303E966-8AB3-4139-AD91-70E3E4EC0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2685554"/>
            <a:ext cx="838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3300"/>
                </a:solidFill>
              </a:rPr>
              <a:t>解：</a:t>
            </a:r>
          </a:p>
        </p:txBody>
      </p:sp>
      <p:sp>
        <p:nvSpPr>
          <p:cNvPr id="105" name="Text Box 3">
            <a:extLst>
              <a:ext uri="{FF2B5EF4-FFF2-40B4-BE49-F238E27FC236}">
                <a16:creationId xmlns:a16="http://schemas.microsoft.com/office/drawing/2014/main" id="{DFBDFD5F-725C-425D-A7D1-A082C49A9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92075"/>
            <a:ext cx="376872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感生电动势与感应电场</a:t>
            </a:r>
          </a:p>
        </p:txBody>
      </p:sp>
      <p:sp>
        <p:nvSpPr>
          <p:cNvPr id="102" name="Text Box 78">
            <a:extLst>
              <a:ext uri="{FF2B5EF4-FFF2-40B4-BE49-F238E27FC236}">
                <a16:creationId xmlns:a16="http://schemas.microsoft.com/office/drawing/2014/main" id="{1804781C-C1B9-47D8-8E7D-BF73A7C67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3304679"/>
            <a:ext cx="19050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chemeClr val="tx1"/>
                </a:solidFill>
              </a:rPr>
              <a:t>当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＜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时：</a:t>
            </a:r>
          </a:p>
        </p:txBody>
      </p:sp>
      <p:graphicFrame>
        <p:nvGraphicFramePr>
          <p:cNvPr id="14345" name="Object 79">
            <a:extLst>
              <a:ext uri="{FF2B5EF4-FFF2-40B4-BE49-F238E27FC236}">
                <a16:creationId xmlns:a16="http://schemas.microsoft.com/office/drawing/2014/main" id="{9BF7E2AD-E631-4C08-AD53-B8A4290F87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917882"/>
              </p:ext>
            </p:extLst>
          </p:nvPr>
        </p:nvGraphicFramePr>
        <p:xfrm>
          <a:off x="2365375" y="3241179"/>
          <a:ext cx="13827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9" name="Equation" r:id="rId14" imgW="583947" imgH="330057" progId="Equation.DSMT4">
                  <p:embed/>
                </p:oleObj>
              </mc:Choice>
              <mc:Fallback>
                <p:oleObj name="Equation" r:id="rId14" imgW="583947" imgH="330057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3241179"/>
                        <a:ext cx="13827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Text Box 83">
            <a:extLst>
              <a:ext uri="{FF2B5EF4-FFF2-40B4-BE49-F238E27FC236}">
                <a16:creationId xmlns:a16="http://schemas.microsoft.com/office/drawing/2014/main" id="{94F46E58-9514-450E-99E4-1F58C4874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2704604"/>
            <a:ext cx="19050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chemeClr val="tx1"/>
                </a:solidFill>
              </a:rPr>
              <a:t>当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＞</a:t>
            </a:r>
            <a:r>
              <a:rPr lang="en-US" altLang="zh-CN" sz="2585" i="1" dirty="0">
                <a:solidFill>
                  <a:schemeClr val="tx1"/>
                </a:solidFill>
              </a:rPr>
              <a:t>R</a:t>
            </a:r>
            <a:r>
              <a:rPr lang="zh-CN" altLang="en-US" sz="2585" dirty="0">
                <a:solidFill>
                  <a:schemeClr val="tx1"/>
                </a:solidFill>
              </a:rPr>
              <a:t>时：</a:t>
            </a:r>
          </a:p>
        </p:txBody>
      </p:sp>
      <p:graphicFrame>
        <p:nvGraphicFramePr>
          <p:cNvPr id="14347" name="Object 88">
            <a:extLst>
              <a:ext uri="{FF2B5EF4-FFF2-40B4-BE49-F238E27FC236}">
                <a16:creationId xmlns:a16="http://schemas.microsoft.com/office/drawing/2014/main" id="{2F090EE9-910E-4F43-8C75-745B40308F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002662"/>
              </p:ext>
            </p:extLst>
          </p:nvPr>
        </p:nvGraphicFramePr>
        <p:xfrm>
          <a:off x="2390775" y="2564904"/>
          <a:ext cx="1360488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0" name="Equation" r:id="rId16" imgW="672808" imgH="355446" progId="Equation.DSMT4">
                  <p:embed/>
                </p:oleObj>
              </mc:Choice>
              <mc:Fallback>
                <p:oleObj name="Equation" r:id="rId16" imgW="672808" imgH="355446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2564904"/>
                        <a:ext cx="1360488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Text Box 4">
            <a:extLst>
              <a:ext uri="{FF2B5EF4-FFF2-40B4-BE49-F238E27FC236}">
                <a16:creationId xmlns:a16="http://schemas.microsoft.com/office/drawing/2014/main" id="{2CE38375-C27C-424A-A9F1-D8FF4C43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2712541"/>
            <a:ext cx="9858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dirty="0">
                <a:solidFill>
                  <a:srgbClr val="0033CC"/>
                </a:solidFill>
              </a:rPr>
              <a:t>(3, 4)</a:t>
            </a:r>
            <a:endParaRPr lang="zh-CN" altLang="en-US" sz="2585" i="1" baseline="-250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p:sp>
        <p:nvSpPr>
          <p:cNvPr id="108" name="Text Box 4">
            <a:extLst>
              <a:ext uri="{FF2B5EF4-FFF2-40B4-BE49-F238E27FC236}">
                <a16:creationId xmlns:a16="http://schemas.microsoft.com/office/drawing/2014/main" id="{154D9D0C-FA67-4CC4-8B12-A35D297C2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200" y="3358654"/>
            <a:ext cx="9874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dirty="0">
                <a:solidFill>
                  <a:srgbClr val="0033CC"/>
                </a:solidFill>
              </a:rPr>
              <a:t>(1, 2)</a:t>
            </a:r>
            <a:endParaRPr lang="zh-CN" altLang="en-US" sz="2585" i="1" baseline="-250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p:cxnSp>
        <p:nvCxnSpPr>
          <p:cNvPr id="14350" name="直接连接符 2">
            <a:extLst>
              <a:ext uri="{FF2B5EF4-FFF2-40B4-BE49-F238E27FC236}">
                <a16:creationId xmlns:a16="http://schemas.microsoft.com/office/drawing/2014/main" id="{CBAB8F84-9570-4EB7-B971-A138E563EE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94638" y="5092700"/>
            <a:ext cx="0" cy="1641475"/>
          </a:xfrm>
          <a:prstGeom prst="lin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1" name="直接连接符 4">
            <a:extLst>
              <a:ext uri="{FF2B5EF4-FFF2-40B4-BE49-F238E27FC236}">
                <a16:creationId xmlns:a16="http://schemas.microsoft.com/office/drawing/2014/main" id="{3BDFCD0B-02B5-4DD8-A6FD-7C54D211FF2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81938" y="5121275"/>
            <a:ext cx="306387" cy="1323975"/>
          </a:xfrm>
          <a:prstGeom prst="lin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0" name="Freeform 16">
            <a:extLst>
              <a:ext uri="{FF2B5EF4-FFF2-40B4-BE49-F238E27FC236}">
                <a16:creationId xmlns:a16="http://schemas.microsoft.com/office/drawing/2014/main" id="{7FA7A0B1-070E-411D-8E04-897CC542384B}"/>
              </a:ext>
            </a:extLst>
          </p:cNvPr>
          <p:cNvSpPr>
            <a:spLocks/>
          </p:cNvSpPr>
          <p:nvPr/>
        </p:nvSpPr>
        <p:spPr bwMode="auto">
          <a:xfrm rot="12024819">
            <a:off x="7912100" y="5956300"/>
            <a:ext cx="134938" cy="131763"/>
          </a:xfrm>
          <a:custGeom>
            <a:avLst/>
            <a:gdLst>
              <a:gd name="T0" fmla="*/ 76 w 64"/>
              <a:gd name="T1" fmla="*/ 0 h 96"/>
              <a:gd name="T2" fmla="*/ 12 w 64"/>
              <a:gd name="T3" fmla="*/ 26 h 96"/>
              <a:gd name="T4" fmla="*/ 5 w 64"/>
              <a:gd name="T5" fmla="*/ 105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" h="96">
                <a:moveTo>
                  <a:pt x="64" y="0"/>
                </a:moveTo>
                <a:cubicBezTo>
                  <a:pt x="42" y="4"/>
                  <a:pt x="20" y="8"/>
                  <a:pt x="10" y="24"/>
                </a:cubicBezTo>
                <a:cubicBezTo>
                  <a:pt x="0" y="40"/>
                  <a:pt x="2" y="68"/>
                  <a:pt x="4" y="96"/>
                </a:cubicBezTo>
              </a:path>
            </a:pathLst>
          </a:custGeom>
          <a:noFill/>
          <a:ln w="31750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14353" name="Object 19">
            <a:extLst>
              <a:ext uri="{FF2B5EF4-FFF2-40B4-BE49-F238E27FC236}">
                <a16:creationId xmlns:a16="http://schemas.microsoft.com/office/drawing/2014/main" id="{9493F86F-0EC4-495F-9AF9-B94B49441D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2100" y="6054725"/>
          <a:ext cx="184150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1" name="Equation" r:id="rId18" imgW="126725" imgH="177415" progId="Equation.DSMT4">
                  <p:embed/>
                </p:oleObj>
              </mc:Choice>
              <mc:Fallback>
                <p:oleObj name="Equation" r:id="rId18" imgW="126725" imgH="17741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100" y="6054725"/>
                        <a:ext cx="184150" cy="25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354" name="直接箭头连接符 10">
            <a:extLst>
              <a:ext uri="{FF2B5EF4-FFF2-40B4-BE49-F238E27FC236}">
                <a16:creationId xmlns:a16="http://schemas.microsoft.com/office/drawing/2014/main" id="{4DAE859A-3C16-4D4F-A4A3-99372827AFF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250238" y="6283325"/>
            <a:ext cx="568325" cy="123825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5" name="直接连接符 207">
            <a:extLst>
              <a:ext uri="{FF2B5EF4-FFF2-40B4-BE49-F238E27FC236}">
                <a16:creationId xmlns:a16="http://schemas.microsoft.com/office/drawing/2014/main" id="{77551CC2-EB72-449C-80AE-E637762CBE2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81938" y="5102225"/>
            <a:ext cx="476250" cy="1354138"/>
          </a:xfrm>
          <a:prstGeom prst="lin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56" name="Text Box 4">
            <a:extLst>
              <a:ext uri="{FF2B5EF4-FFF2-40B4-BE49-F238E27FC236}">
                <a16:creationId xmlns:a16="http://schemas.microsoft.com/office/drawing/2014/main" id="{4A865A9C-8D9E-444E-BC4F-4BF19C4E8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6088063"/>
            <a:ext cx="4683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i="1"/>
              <a:t>E</a:t>
            </a:r>
            <a:endParaRPr lang="zh-CN" altLang="en-US" sz="2000" i="1" baseline="-25000">
              <a:sym typeface="Symbol" panose="05050102010706020507" pitchFamily="18" charset="2"/>
            </a:endParaRPr>
          </a:p>
        </p:txBody>
      </p:sp>
      <p:sp>
        <p:nvSpPr>
          <p:cNvPr id="14357" name="Text Box 4">
            <a:extLst>
              <a:ext uri="{FF2B5EF4-FFF2-40B4-BE49-F238E27FC236}">
                <a16:creationId xmlns:a16="http://schemas.microsoft.com/office/drawing/2014/main" id="{0960E29E-4C0C-4ADF-B3E2-B3E1402DA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6270625"/>
            <a:ext cx="468312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baseline="-25000">
                <a:sym typeface="Symbol" panose="05050102010706020507" pitchFamily="18" charset="2"/>
              </a:rPr>
              <a:t>dl</a:t>
            </a:r>
            <a:endParaRPr lang="zh-CN" altLang="en-US" sz="2800" i="1" baseline="-25000">
              <a:sym typeface="Symbol" panose="05050102010706020507" pitchFamily="18" charset="2"/>
            </a:endParaRPr>
          </a:p>
        </p:txBody>
      </p:sp>
      <p:sp>
        <p:nvSpPr>
          <p:cNvPr id="14358" name="Text Box 4">
            <a:extLst>
              <a:ext uri="{FF2B5EF4-FFF2-40B4-BE49-F238E27FC236}">
                <a16:creationId xmlns:a16="http://schemas.microsoft.com/office/drawing/2014/main" id="{53D87AA8-B1BF-460C-8CF6-5EC5CA203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4488" y="5797550"/>
            <a:ext cx="468312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 baseline="-25000">
                <a:sym typeface="Symbol" panose="05050102010706020507" pitchFamily="18" charset="2"/>
              </a:rPr>
              <a:t>d</a:t>
            </a:r>
            <a:r>
              <a:rPr lang="el-GR" altLang="zh-CN" sz="2400" i="1" baseline="-25000">
                <a:sym typeface="Symbol" panose="05050102010706020507" pitchFamily="18" charset="2"/>
              </a:rPr>
              <a:t>θ</a:t>
            </a:r>
            <a:endParaRPr lang="zh-CN" altLang="en-US" sz="2400" i="1" baseline="-25000">
              <a:sym typeface="Symbol" panose="05050102010706020507" pitchFamily="18" charset="2"/>
            </a:endParaRPr>
          </a:p>
        </p:txBody>
      </p:sp>
      <p:cxnSp>
        <p:nvCxnSpPr>
          <p:cNvPr id="14359" name="直接连接符 30">
            <a:extLst>
              <a:ext uri="{FF2B5EF4-FFF2-40B4-BE49-F238E27FC236}">
                <a16:creationId xmlns:a16="http://schemas.microsoft.com/office/drawing/2014/main" id="{578D23C9-022B-439E-B78F-71C147F07AE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50075" y="6407150"/>
            <a:ext cx="1806575" cy="0"/>
          </a:xfrm>
          <a:prstGeom prst="lin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0" name="直接连接符 18">
            <a:extLst>
              <a:ext uri="{FF2B5EF4-FFF2-40B4-BE49-F238E27FC236}">
                <a16:creationId xmlns:a16="http://schemas.microsoft.com/office/drawing/2014/main" id="{E4C006B8-6691-4D30-902A-C6C7839B2E1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183563" y="6411913"/>
            <a:ext cx="2063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4361" name="对象 32">
            <a:extLst>
              <a:ext uri="{FF2B5EF4-FFF2-40B4-BE49-F238E27FC236}">
                <a16:creationId xmlns:a16="http://schemas.microsoft.com/office/drawing/2014/main" id="{316A589F-8FE4-4E78-B174-B9955BDFF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223707"/>
              </p:ext>
            </p:extLst>
          </p:nvPr>
        </p:nvGraphicFramePr>
        <p:xfrm>
          <a:off x="468313" y="4012034"/>
          <a:ext cx="1549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2" name="Equation" r:id="rId20" imgW="1549400" imgH="647700" progId="Equation.DSMT4">
                  <p:embed/>
                </p:oleObj>
              </mc:Choice>
              <mc:Fallback>
                <p:oleObj name="Equation" r:id="rId20" imgW="1549400" imgH="647700" progId="Equation.DSMT4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12034"/>
                        <a:ext cx="1549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2" name="对象 33">
            <a:extLst>
              <a:ext uri="{FF2B5EF4-FFF2-40B4-BE49-F238E27FC236}">
                <a16:creationId xmlns:a16="http://schemas.microsoft.com/office/drawing/2014/main" id="{02B5E59E-EAC4-49AA-B02D-537E4835A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510251"/>
              </p:ext>
            </p:extLst>
          </p:nvPr>
        </p:nvGraphicFramePr>
        <p:xfrm>
          <a:off x="2011363" y="3910434"/>
          <a:ext cx="275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3" name="Equation" r:id="rId22" imgW="2755900" imgH="787400" progId="Equation.DSMT4">
                  <p:embed/>
                </p:oleObj>
              </mc:Choice>
              <mc:Fallback>
                <p:oleObj name="Equation" r:id="rId22" imgW="2755900" imgH="7874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3910434"/>
                        <a:ext cx="2755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3" name="对象 34">
            <a:extLst>
              <a:ext uri="{FF2B5EF4-FFF2-40B4-BE49-F238E27FC236}">
                <a16:creationId xmlns:a16="http://schemas.microsoft.com/office/drawing/2014/main" id="{98ED93F5-19F4-4732-B193-A016148C69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320505"/>
              </p:ext>
            </p:extLst>
          </p:nvPr>
        </p:nvGraphicFramePr>
        <p:xfrm>
          <a:off x="4789488" y="3913609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4" name="Equation" r:id="rId24" imgW="1549400" imgH="787400" progId="Equation.DSMT4">
                  <p:embed/>
                </p:oleObj>
              </mc:Choice>
              <mc:Fallback>
                <p:oleObj name="Equation" r:id="rId24" imgW="1549400" imgH="78740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88" y="3913609"/>
                        <a:ext cx="1549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4" name="对象 35">
            <a:extLst>
              <a:ext uri="{FF2B5EF4-FFF2-40B4-BE49-F238E27FC236}">
                <a16:creationId xmlns:a16="http://schemas.microsoft.com/office/drawing/2014/main" id="{81D81D0D-A9A2-46DB-B813-DA1BB0461F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9875" y="4005263"/>
          <a:ext cx="220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5" name="Equation" r:id="rId26" imgW="2209800" imgH="393700" progId="Equation.DSMT4">
                  <p:embed/>
                </p:oleObj>
              </mc:Choice>
              <mc:Fallback>
                <p:oleObj name="Equation" r:id="rId26" imgW="2209800" imgH="393700" progId="Equation.DSMT4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75" y="4005263"/>
                        <a:ext cx="220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5" name="对象 233">
            <a:extLst>
              <a:ext uri="{FF2B5EF4-FFF2-40B4-BE49-F238E27FC236}">
                <a16:creationId xmlns:a16="http://schemas.microsoft.com/office/drawing/2014/main" id="{8F659360-78AE-4721-B5EA-B7DC075F5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601832"/>
              </p:ext>
            </p:extLst>
          </p:nvPr>
        </p:nvGraphicFramePr>
        <p:xfrm>
          <a:off x="479425" y="5021560"/>
          <a:ext cx="1689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6" name="Equation" r:id="rId28" imgW="1689100" imgH="647700" progId="Equation.DSMT4">
                  <p:embed/>
                </p:oleObj>
              </mc:Choice>
              <mc:Fallback>
                <p:oleObj name="Equation" r:id="rId28" imgW="1689100" imgH="647700" progId="Equation.DSMT4">
                  <p:embed/>
                  <p:pic>
                    <p:nvPicPr>
                      <p:cNvPr id="0" name="对象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5021560"/>
                        <a:ext cx="16891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" name="对象 234">
            <a:extLst>
              <a:ext uri="{FF2B5EF4-FFF2-40B4-BE49-F238E27FC236}">
                <a16:creationId xmlns:a16="http://schemas.microsoft.com/office/drawing/2014/main" id="{44BD3F60-41F5-4BD3-A2C6-BA41DD411E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142349"/>
              </p:ext>
            </p:extLst>
          </p:nvPr>
        </p:nvGraphicFramePr>
        <p:xfrm>
          <a:off x="2085975" y="5010447"/>
          <a:ext cx="2501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7" name="Equation" r:id="rId30" imgW="2501900" imgH="711200" progId="Equation.DSMT4">
                  <p:embed/>
                </p:oleObj>
              </mc:Choice>
              <mc:Fallback>
                <p:oleObj name="Equation" r:id="rId30" imgW="2501900" imgH="711200" progId="Equation.DSMT4">
                  <p:embed/>
                  <p:pic>
                    <p:nvPicPr>
                      <p:cNvPr id="0" name="对象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5010447"/>
                        <a:ext cx="2501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对象 36">
            <a:extLst>
              <a:ext uri="{FF2B5EF4-FFF2-40B4-BE49-F238E27FC236}">
                <a16:creationId xmlns:a16="http://schemas.microsoft.com/office/drawing/2014/main" id="{41409EEC-BA5A-4427-A1E3-F9226DC924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063393"/>
              </p:ext>
            </p:extLst>
          </p:nvPr>
        </p:nvGraphicFramePr>
        <p:xfrm>
          <a:off x="4564063" y="4869160"/>
          <a:ext cx="2755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8" name="Equation" r:id="rId32" imgW="2755900" imgH="1016000" progId="Equation.DSMT4">
                  <p:embed/>
                </p:oleObj>
              </mc:Choice>
              <mc:Fallback>
                <p:oleObj name="Equation" r:id="rId32" imgW="2755900" imgH="101600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4869160"/>
                        <a:ext cx="2755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8" name="对象 37">
            <a:extLst>
              <a:ext uri="{FF2B5EF4-FFF2-40B4-BE49-F238E27FC236}">
                <a16:creationId xmlns:a16="http://schemas.microsoft.com/office/drawing/2014/main" id="{B837B83A-BFC8-46D8-9339-6DBD93A37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238902"/>
              </p:ext>
            </p:extLst>
          </p:nvPr>
        </p:nvGraphicFramePr>
        <p:xfrm>
          <a:off x="4611216" y="5805264"/>
          <a:ext cx="1905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9" name="Equation" r:id="rId34" imgW="1905000" imgH="711200" progId="Equation.DSMT4">
                  <p:embed/>
                </p:oleObj>
              </mc:Choice>
              <mc:Fallback>
                <p:oleObj name="Equation" r:id="rId34" imgW="1905000" imgH="711200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1216" y="5805264"/>
                        <a:ext cx="19050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9" name="对象 38">
            <a:extLst>
              <a:ext uri="{FF2B5EF4-FFF2-40B4-BE49-F238E27FC236}">
                <a16:creationId xmlns:a16="http://schemas.microsoft.com/office/drawing/2014/main" id="{CC125519-D730-4231-8659-78A373F7A0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952008"/>
              </p:ext>
            </p:extLst>
          </p:nvPr>
        </p:nvGraphicFramePr>
        <p:xfrm>
          <a:off x="1041400" y="4581128"/>
          <a:ext cx="1295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0" name="Equation" r:id="rId36" imgW="1295400" imgH="419100" progId="Equation.DSMT4">
                  <p:embed/>
                </p:oleObj>
              </mc:Choice>
              <mc:Fallback>
                <p:oleObj name="Equation" r:id="rId36" imgW="1295400" imgH="41910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4581128"/>
                        <a:ext cx="1295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0" name="对象 39">
            <a:extLst>
              <a:ext uri="{FF2B5EF4-FFF2-40B4-BE49-F238E27FC236}">
                <a16:creationId xmlns:a16="http://schemas.microsoft.com/office/drawing/2014/main" id="{0E23BCFD-9376-4BE7-8469-4ED142D32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886731"/>
              </p:ext>
            </p:extLst>
          </p:nvPr>
        </p:nvGraphicFramePr>
        <p:xfrm>
          <a:off x="461963" y="5661248"/>
          <a:ext cx="67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1" name="Equation" r:id="rId38" imgW="672808" imgH="418918" progId="Equation.DSMT4">
                  <p:embed/>
                </p:oleObj>
              </mc:Choice>
              <mc:Fallback>
                <p:oleObj name="Equation" r:id="rId38" imgW="672808" imgH="418918" progId="Equation.DSMT4">
                  <p:embed/>
                  <p:pic>
                    <p:nvPicPr>
                      <p:cNvPr id="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5661248"/>
                        <a:ext cx="673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1" name="对象 40">
            <a:extLst>
              <a:ext uri="{FF2B5EF4-FFF2-40B4-BE49-F238E27FC236}">
                <a16:creationId xmlns:a16="http://schemas.microsoft.com/office/drawing/2014/main" id="{AE9C90B7-047A-43E7-88F5-EEB80F2BF5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416"/>
              </p:ext>
            </p:extLst>
          </p:nvPr>
        </p:nvGraphicFramePr>
        <p:xfrm>
          <a:off x="3059832" y="5946601"/>
          <a:ext cx="15335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2" name="Equation" r:id="rId40" imgW="1533545" imgH="866700" progId="Equation.DSMT4">
                  <p:embed/>
                </p:oleObj>
              </mc:Choice>
              <mc:Fallback>
                <p:oleObj name="Equation" r:id="rId40" imgW="1533545" imgH="866700" progId="Equation.DSMT4">
                  <p:embed/>
                  <p:pic>
                    <p:nvPicPr>
                      <p:cNvPr id="0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5946601"/>
                        <a:ext cx="15335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2" name="文本框 41">
            <a:extLst>
              <a:ext uri="{FF2B5EF4-FFF2-40B4-BE49-F238E27FC236}">
                <a16:creationId xmlns:a16="http://schemas.microsoft.com/office/drawing/2014/main" id="{DDA61341-901D-46F8-AA1C-A88BF6FCA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6162625"/>
            <a:ext cx="296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也可对各个环路利用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4" grpId="0"/>
      <p:bldP spid="107" grpId="0"/>
      <p:bldP spid="108" grpId="0"/>
      <p:bldP spid="143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0AE6BF37-4888-4B09-8759-B7A994296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8" y="649288"/>
            <a:ext cx="815022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例</a:t>
            </a:r>
            <a:r>
              <a:rPr lang="en-US" altLang="zh-CN" sz="2400">
                <a:solidFill>
                  <a:srgbClr val="FF0000"/>
                </a:solidFill>
              </a:rPr>
              <a:t>7:</a:t>
            </a:r>
            <a:r>
              <a:rPr lang="en-US" altLang="zh-CN" sz="2400"/>
              <a:t>  A</a:t>
            </a:r>
            <a:r>
              <a:rPr lang="zh-CN" altLang="en-US" sz="2400"/>
              <a:t>、</a:t>
            </a:r>
            <a:r>
              <a:rPr lang="en-US" altLang="zh-CN" sz="2400"/>
              <a:t>B</a:t>
            </a:r>
            <a:r>
              <a:rPr lang="zh-CN" altLang="en-US" sz="2400"/>
              <a:t>是相同的两灯泡，内阻</a:t>
            </a:r>
            <a:r>
              <a:rPr lang="en-US" altLang="zh-CN" sz="2400" i="1"/>
              <a:t>r</a:t>
            </a:r>
            <a:r>
              <a:rPr lang="en-US" altLang="zh-CN" sz="2400"/>
              <a:t>&gt;&gt;</a:t>
            </a:r>
            <a:r>
              <a:rPr lang="en-US" altLang="zh-CN" sz="2400" i="1"/>
              <a:t>R</a:t>
            </a:r>
            <a:r>
              <a:rPr lang="en-US" altLang="zh-CN" sz="2400"/>
              <a:t>. </a:t>
            </a:r>
            <a:r>
              <a:rPr lang="zh-CN" altLang="en-US" sz="2400"/>
              <a:t>线圈的电阻为</a:t>
            </a:r>
            <a:r>
              <a:rPr lang="en-US" altLang="zh-CN" sz="2400" i="1"/>
              <a:t>R</a:t>
            </a:r>
            <a:r>
              <a:rPr lang="zh-CN" altLang="en-US" sz="2400"/>
              <a:t>，</a:t>
            </a:r>
            <a:r>
              <a:rPr lang="en-US" altLang="zh-CN" sz="2400" i="1"/>
              <a:t>L</a:t>
            </a:r>
            <a:r>
              <a:rPr lang="zh-CN" altLang="en-US" sz="2400"/>
              <a:t>很大。则下面正确的是</a:t>
            </a:r>
            <a:r>
              <a:rPr lang="en-US" altLang="zh-CN" sz="2400"/>
              <a:t>[         ].</a:t>
            </a:r>
          </a:p>
        </p:txBody>
      </p:sp>
      <p:grpSp>
        <p:nvGrpSpPr>
          <p:cNvPr id="15363" name="Group 3">
            <a:extLst>
              <a:ext uri="{FF2B5EF4-FFF2-40B4-BE49-F238E27FC236}">
                <a16:creationId xmlns:a16="http://schemas.microsoft.com/office/drawing/2014/main" id="{46976949-E706-4FD8-BF33-0FE6F0E338EF}"/>
              </a:ext>
            </a:extLst>
          </p:cNvPr>
          <p:cNvGrpSpPr>
            <a:grpSpLocks/>
          </p:cNvGrpSpPr>
          <p:nvPr/>
        </p:nvGrpSpPr>
        <p:grpSpPr bwMode="auto">
          <a:xfrm>
            <a:off x="5337175" y="938213"/>
            <a:ext cx="3505200" cy="2249487"/>
            <a:chOff x="407" y="230"/>
            <a:chExt cx="2392" cy="1535"/>
          </a:xfrm>
        </p:grpSpPr>
        <p:grpSp>
          <p:nvGrpSpPr>
            <p:cNvPr id="15440" name="Group 4">
              <a:extLst>
                <a:ext uri="{FF2B5EF4-FFF2-40B4-BE49-F238E27FC236}">
                  <a16:creationId xmlns:a16="http://schemas.microsoft.com/office/drawing/2014/main" id="{F8F35678-BE86-4CC8-859F-A2B13ADE90FD}"/>
                </a:ext>
              </a:extLst>
            </p:cNvPr>
            <p:cNvGrpSpPr>
              <a:grpSpLocks/>
            </p:cNvGrpSpPr>
            <p:nvPr/>
          </p:nvGrpSpPr>
          <p:grpSpPr bwMode="auto">
            <a:xfrm rot="161433">
              <a:off x="1702" y="446"/>
              <a:ext cx="733" cy="180"/>
              <a:chOff x="2020" y="1428"/>
              <a:chExt cx="1336" cy="270"/>
            </a:xfrm>
          </p:grpSpPr>
          <p:sp>
            <p:nvSpPr>
              <p:cNvPr id="15484" name="Line 5">
                <a:extLst>
                  <a:ext uri="{FF2B5EF4-FFF2-40B4-BE49-F238E27FC236}">
                    <a16:creationId xmlns:a16="http://schemas.microsoft.com/office/drawing/2014/main" id="{EF11C8E8-A6EC-4ACF-91A9-7BDD8A713E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019" y="1505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5" name="Line 6">
                <a:extLst>
                  <a:ext uri="{FF2B5EF4-FFF2-40B4-BE49-F238E27FC236}">
                    <a16:creationId xmlns:a16="http://schemas.microsoft.com/office/drawing/2014/main" id="{5A7828DA-CB77-4F8B-AB41-D5F307CEB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122" y="1486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6" name="Line 7">
                <a:extLst>
                  <a:ext uri="{FF2B5EF4-FFF2-40B4-BE49-F238E27FC236}">
                    <a16:creationId xmlns:a16="http://schemas.microsoft.com/office/drawing/2014/main" id="{9FDDB29F-161B-4398-93A4-76485E3F6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226" y="1494"/>
                <a:ext cx="194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7" name="Line 8">
                <a:extLst>
                  <a:ext uri="{FF2B5EF4-FFF2-40B4-BE49-F238E27FC236}">
                    <a16:creationId xmlns:a16="http://schemas.microsoft.com/office/drawing/2014/main" id="{9E125E49-3F4B-46C5-85A3-CBC4F6119B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329" y="1475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8" name="Line 9">
                <a:extLst>
                  <a:ext uri="{FF2B5EF4-FFF2-40B4-BE49-F238E27FC236}">
                    <a16:creationId xmlns:a16="http://schemas.microsoft.com/office/drawing/2014/main" id="{B29D5CEF-CB7A-49C2-95B5-F11D1B944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434" y="1481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9" name="Line 10">
                <a:extLst>
                  <a:ext uri="{FF2B5EF4-FFF2-40B4-BE49-F238E27FC236}">
                    <a16:creationId xmlns:a16="http://schemas.microsoft.com/office/drawing/2014/main" id="{D6EC90F6-D421-461A-BCEB-AFFF1967D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540" y="1462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0" name="Line 11">
                <a:extLst>
                  <a:ext uri="{FF2B5EF4-FFF2-40B4-BE49-F238E27FC236}">
                    <a16:creationId xmlns:a16="http://schemas.microsoft.com/office/drawing/2014/main" id="{4498A260-E240-4218-9DBD-E210F1977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641" y="1469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1" name="Line 12">
                <a:extLst>
                  <a:ext uri="{FF2B5EF4-FFF2-40B4-BE49-F238E27FC236}">
                    <a16:creationId xmlns:a16="http://schemas.microsoft.com/office/drawing/2014/main" id="{33EDF426-51EC-46B8-970E-9C4E35989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747" y="1451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2" name="Line 13">
                <a:extLst>
                  <a:ext uri="{FF2B5EF4-FFF2-40B4-BE49-F238E27FC236}">
                    <a16:creationId xmlns:a16="http://schemas.microsoft.com/office/drawing/2014/main" id="{44BC34EE-7327-4A3B-B032-5D5FB8667E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852" y="1456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3" name="Line 14">
                <a:extLst>
                  <a:ext uri="{FF2B5EF4-FFF2-40B4-BE49-F238E27FC236}">
                    <a16:creationId xmlns:a16="http://schemas.microsoft.com/office/drawing/2014/main" id="{F0AB6D16-D2CF-4D95-91B2-AB8CC6203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955" y="1437"/>
                <a:ext cx="192" cy="194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4" name="Line 15">
                <a:extLst>
                  <a:ext uri="{FF2B5EF4-FFF2-40B4-BE49-F238E27FC236}">
                    <a16:creationId xmlns:a16="http://schemas.microsoft.com/office/drawing/2014/main" id="{D122FA5E-5622-414F-AEB4-717AE0DE3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3059" y="1445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5" name="Line 16">
                <a:extLst>
                  <a:ext uri="{FF2B5EF4-FFF2-40B4-BE49-F238E27FC236}">
                    <a16:creationId xmlns:a16="http://schemas.microsoft.com/office/drawing/2014/main" id="{6F49A0C2-142A-4FC9-97B4-E42DF7349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3163" y="1427"/>
                <a:ext cx="192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41" name="Line 17">
              <a:extLst>
                <a:ext uri="{FF2B5EF4-FFF2-40B4-BE49-F238E27FC236}">
                  <a16:creationId xmlns:a16="http://schemas.microsoft.com/office/drawing/2014/main" id="{4A1E5168-5186-424B-BCE6-9CCB45800B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626"/>
              <a:ext cx="1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2" name="Line 18">
              <a:extLst>
                <a:ext uri="{FF2B5EF4-FFF2-40B4-BE49-F238E27FC236}">
                  <a16:creationId xmlns:a16="http://schemas.microsoft.com/office/drawing/2014/main" id="{14607051-1042-4A7F-B4C1-C1A691183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3" y="608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3" name="Line 19">
              <a:extLst>
                <a:ext uri="{FF2B5EF4-FFF2-40B4-BE49-F238E27FC236}">
                  <a16:creationId xmlns:a16="http://schemas.microsoft.com/office/drawing/2014/main" id="{C58139AE-050C-4458-85C7-1542BA4765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1124"/>
              <a:ext cx="4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Line 20">
              <a:extLst>
                <a:ext uri="{FF2B5EF4-FFF2-40B4-BE49-F238E27FC236}">
                  <a16:creationId xmlns:a16="http://schemas.microsoft.com/office/drawing/2014/main" id="{9EAD3363-FB39-4030-9E9D-0157E82F0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4" y="1123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Line 21">
              <a:extLst>
                <a:ext uri="{FF2B5EF4-FFF2-40B4-BE49-F238E27FC236}">
                  <a16:creationId xmlns:a16="http://schemas.microsoft.com/office/drawing/2014/main" id="{9F43C228-2CB8-4751-99AD-79AD40662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2" y="618"/>
              <a:ext cx="0" cy="5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Line 22">
              <a:extLst>
                <a:ext uri="{FF2B5EF4-FFF2-40B4-BE49-F238E27FC236}">
                  <a16:creationId xmlns:a16="http://schemas.microsoft.com/office/drawing/2014/main" id="{42B72159-9E6B-4A6E-AB1A-B2556898F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" y="602"/>
              <a:ext cx="0" cy="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47" name="Group 23">
              <a:extLst>
                <a:ext uri="{FF2B5EF4-FFF2-40B4-BE49-F238E27FC236}">
                  <a16:creationId xmlns:a16="http://schemas.microsoft.com/office/drawing/2014/main" id="{EAE64C7C-5DA4-4AE2-9E1F-92EAD649C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8" y="1026"/>
              <a:ext cx="193" cy="178"/>
              <a:chOff x="2429" y="2605"/>
              <a:chExt cx="351" cy="351"/>
            </a:xfrm>
          </p:grpSpPr>
          <p:sp>
            <p:nvSpPr>
              <p:cNvPr id="15481" name="Oval 24">
                <a:extLst>
                  <a:ext uri="{FF2B5EF4-FFF2-40B4-BE49-F238E27FC236}">
                    <a16:creationId xmlns:a16="http://schemas.microsoft.com/office/drawing/2014/main" id="{A6378B82-8517-497C-B16B-A2AE201B93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2606"/>
                <a:ext cx="351" cy="350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5482" name="Line 25">
                <a:extLst>
                  <a:ext uri="{FF2B5EF4-FFF2-40B4-BE49-F238E27FC236}">
                    <a16:creationId xmlns:a16="http://schemas.microsoft.com/office/drawing/2014/main" id="{8CEF6503-F918-4CEC-993A-256D600A2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0" y="2653"/>
                <a:ext cx="250" cy="250"/>
              </a:xfrm>
              <a:prstGeom prst="line">
                <a:avLst/>
              </a:prstGeom>
              <a:noFill/>
              <a:ln w="317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3" name="Line 26">
                <a:extLst>
                  <a:ext uri="{FF2B5EF4-FFF2-40B4-BE49-F238E27FC236}">
                    <a16:creationId xmlns:a16="http://schemas.microsoft.com/office/drawing/2014/main" id="{F63E651C-52E1-4A70-A1EF-BA2FD430D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02" y="2638"/>
                <a:ext cx="203" cy="28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48" name="Line 27">
              <a:extLst>
                <a:ext uri="{FF2B5EF4-FFF2-40B4-BE49-F238E27FC236}">
                  <a16:creationId xmlns:a16="http://schemas.microsoft.com/office/drawing/2014/main" id="{5A72F1D0-6071-4AD6-87A9-5417BBF0A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" y="626"/>
              <a:ext cx="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9" name="Line 28">
              <a:extLst>
                <a:ext uri="{FF2B5EF4-FFF2-40B4-BE49-F238E27FC236}">
                  <a16:creationId xmlns:a16="http://schemas.microsoft.com/office/drawing/2014/main" id="{2F8CABC4-C602-4A78-AE56-62C46F660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2" y="626"/>
              <a:ext cx="3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0" name="Line 29">
              <a:extLst>
                <a:ext uri="{FF2B5EF4-FFF2-40B4-BE49-F238E27FC236}">
                  <a16:creationId xmlns:a16="http://schemas.microsoft.com/office/drawing/2014/main" id="{D53077CB-F93C-43BD-9537-1EEDCDF1C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" y="1124"/>
              <a:ext cx="4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1" name="Line 30">
              <a:extLst>
                <a:ext uri="{FF2B5EF4-FFF2-40B4-BE49-F238E27FC236}">
                  <a16:creationId xmlns:a16="http://schemas.microsoft.com/office/drawing/2014/main" id="{A47583DC-0933-42B8-951B-70B8B5FE5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3" y="1124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" name="Line 31">
              <a:extLst>
                <a:ext uri="{FF2B5EF4-FFF2-40B4-BE49-F238E27FC236}">
                  <a16:creationId xmlns:a16="http://schemas.microsoft.com/office/drawing/2014/main" id="{716BAB6C-C4FF-4151-AB10-668B8F814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" y="608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3" name="Rectangle 32">
              <a:extLst>
                <a:ext uri="{FF2B5EF4-FFF2-40B4-BE49-F238E27FC236}">
                  <a16:creationId xmlns:a16="http://schemas.microsoft.com/office/drawing/2014/main" id="{B6BA3ADA-74F1-49AF-843E-51D8E91F7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555"/>
              <a:ext cx="296" cy="124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54" name="Line 33">
              <a:extLst>
                <a:ext uri="{FF2B5EF4-FFF2-40B4-BE49-F238E27FC236}">
                  <a16:creationId xmlns:a16="http://schemas.microsoft.com/office/drawing/2014/main" id="{9322BA53-FD5B-4EE7-8A3E-2B3723513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1" y="844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5" name="Line 34">
              <a:extLst>
                <a:ext uri="{FF2B5EF4-FFF2-40B4-BE49-F238E27FC236}">
                  <a16:creationId xmlns:a16="http://schemas.microsoft.com/office/drawing/2014/main" id="{108FC34B-EEEB-4423-8D27-55F6D8572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" y="844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6" name="Line 35">
              <a:extLst>
                <a:ext uri="{FF2B5EF4-FFF2-40B4-BE49-F238E27FC236}">
                  <a16:creationId xmlns:a16="http://schemas.microsoft.com/office/drawing/2014/main" id="{BE5D0219-2908-4323-AD78-7CAD8FB65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" y="846"/>
              <a:ext cx="0" cy="6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7" name="Line 36">
              <a:extLst>
                <a:ext uri="{FF2B5EF4-FFF2-40B4-BE49-F238E27FC236}">
                  <a16:creationId xmlns:a16="http://schemas.microsoft.com/office/drawing/2014/main" id="{A6890636-0B3D-41FF-B1AE-96E6B66E5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842"/>
              <a:ext cx="0" cy="62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8" name="Line 37">
              <a:extLst>
                <a:ext uri="{FF2B5EF4-FFF2-40B4-BE49-F238E27FC236}">
                  <a16:creationId xmlns:a16="http://schemas.microsoft.com/office/drawing/2014/main" id="{01745D1B-3BE5-4753-ADD5-A446B6BC2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4" y="1462"/>
              <a:ext cx="59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59" name="Group 38">
              <a:extLst>
                <a:ext uri="{FF2B5EF4-FFF2-40B4-BE49-F238E27FC236}">
                  <a16:creationId xmlns:a16="http://schemas.microsoft.com/office/drawing/2014/main" id="{0C17ECBB-42CE-4F5C-ACC5-C2F78D65FB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2" y="1312"/>
              <a:ext cx="237" cy="331"/>
              <a:chOff x="1503" y="3331"/>
              <a:chExt cx="433" cy="497"/>
            </a:xfrm>
          </p:grpSpPr>
          <p:sp>
            <p:nvSpPr>
              <p:cNvPr id="15477" name="Line 39">
                <a:extLst>
                  <a:ext uri="{FF2B5EF4-FFF2-40B4-BE49-F238E27FC236}">
                    <a16:creationId xmlns:a16="http://schemas.microsoft.com/office/drawing/2014/main" id="{2E02811A-288C-47DD-B0AD-572C840F1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3431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8" name="Line 40">
                <a:extLst>
                  <a:ext uri="{FF2B5EF4-FFF2-40B4-BE49-F238E27FC236}">
                    <a16:creationId xmlns:a16="http://schemas.microsoft.com/office/drawing/2014/main" id="{76E3D129-3275-49D2-849F-A8D22C816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4" y="3330"/>
                <a:ext cx="0" cy="4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9" name="Line 41">
                <a:extLst>
                  <a:ext uri="{FF2B5EF4-FFF2-40B4-BE49-F238E27FC236}">
                    <a16:creationId xmlns:a16="http://schemas.microsoft.com/office/drawing/2014/main" id="{0C74E38A-0430-4976-B0A2-894D554AB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5" y="3439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0" name="Line 42">
                <a:extLst>
                  <a:ext uri="{FF2B5EF4-FFF2-40B4-BE49-F238E27FC236}">
                    <a16:creationId xmlns:a16="http://schemas.microsoft.com/office/drawing/2014/main" id="{E251AAF9-F32C-4DE9-9373-C0854F046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5" y="3340"/>
                <a:ext cx="0" cy="4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60" name="Line 43">
              <a:extLst>
                <a:ext uri="{FF2B5EF4-FFF2-40B4-BE49-F238E27FC236}">
                  <a16:creationId xmlns:a16="http://schemas.microsoft.com/office/drawing/2014/main" id="{A432A896-0951-463C-A8EC-6C2C906F6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" y="1459"/>
              <a:ext cx="7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1" name="Line 44">
              <a:extLst>
                <a:ext uri="{FF2B5EF4-FFF2-40B4-BE49-F238E27FC236}">
                  <a16:creationId xmlns:a16="http://schemas.microsoft.com/office/drawing/2014/main" id="{5234E0BD-8C86-43DB-96FE-F2DD9E830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3" y="1459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2" name="Oval 45">
              <a:extLst>
                <a:ext uri="{FF2B5EF4-FFF2-40B4-BE49-F238E27FC236}">
                  <a16:creationId xmlns:a16="http://schemas.microsoft.com/office/drawing/2014/main" id="{A81DF52D-78AC-468B-8EAE-84D02129A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433"/>
              <a:ext cx="41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63" name="Oval 46">
              <a:extLst>
                <a:ext uri="{FF2B5EF4-FFF2-40B4-BE49-F238E27FC236}">
                  <a16:creationId xmlns:a16="http://schemas.microsoft.com/office/drawing/2014/main" id="{4BC755E5-62FF-4F87-9F0B-CFBECE80E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8" y="1437"/>
              <a:ext cx="41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64" name="Line 47">
              <a:extLst>
                <a:ext uri="{FF2B5EF4-FFF2-40B4-BE49-F238E27FC236}">
                  <a16:creationId xmlns:a16="http://schemas.microsoft.com/office/drawing/2014/main" id="{14DBDE30-7197-458F-9922-47A019767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4" y="1383"/>
              <a:ext cx="280" cy="6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5" name="Text Box 48">
              <a:extLst>
                <a:ext uri="{FF2B5EF4-FFF2-40B4-BE49-F238E27FC236}">
                  <a16:creationId xmlns:a16="http://schemas.microsoft.com/office/drawing/2014/main" id="{D585097F-DD2A-42A0-A903-A4881912B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450"/>
              <a:ext cx="207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K</a:t>
              </a:r>
            </a:p>
          </p:txBody>
        </p:sp>
        <p:sp>
          <p:nvSpPr>
            <p:cNvPr id="15466" name="Text Box 49">
              <a:extLst>
                <a:ext uri="{FF2B5EF4-FFF2-40B4-BE49-F238E27FC236}">
                  <a16:creationId xmlns:a16="http://schemas.microsoft.com/office/drawing/2014/main" id="{3A90EFEC-78D4-4DB3-A40F-E8BC2F768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" y="333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67" name="Text Box 50">
              <a:extLst>
                <a:ext uri="{FF2B5EF4-FFF2-40B4-BE49-F238E27FC236}">
                  <a16:creationId xmlns:a16="http://schemas.microsoft.com/office/drawing/2014/main" id="{686BCFC5-9D44-46D3-9365-F979A136D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843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15468" name="Text Box 51">
              <a:extLst>
                <a:ext uri="{FF2B5EF4-FFF2-40B4-BE49-F238E27FC236}">
                  <a16:creationId xmlns:a16="http://schemas.microsoft.com/office/drawing/2014/main" id="{DE49FA1E-7E47-4E63-8CA5-E5CB18AB1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" y="846"/>
              <a:ext cx="207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B</a:t>
              </a:r>
            </a:p>
          </p:txBody>
        </p:sp>
        <p:sp>
          <p:nvSpPr>
            <p:cNvPr id="15469" name="Text Box 52">
              <a:extLst>
                <a:ext uri="{FF2B5EF4-FFF2-40B4-BE49-F238E27FC236}">
                  <a16:creationId xmlns:a16="http://schemas.microsoft.com/office/drawing/2014/main" id="{DAD01C9C-09E2-457E-BB68-77E34D972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4" y="238"/>
              <a:ext cx="3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L</a:t>
              </a:r>
              <a:r>
                <a:rPr lang="en-US" altLang="zh-CN" sz="2400"/>
                <a:t>,</a:t>
              </a:r>
            </a:p>
          </p:txBody>
        </p:sp>
        <p:grpSp>
          <p:nvGrpSpPr>
            <p:cNvPr id="15470" name="Group 53">
              <a:extLst>
                <a:ext uri="{FF2B5EF4-FFF2-40B4-BE49-F238E27FC236}">
                  <a16:creationId xmlns:a16="http://schemas.microsoft.com/office/drawing/2014/main" id="{7615D42A-3F31-47EC-9673-514F0E8F8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035"/>
              <a:ext cx="181" cy="180"/>
              <a:chOff x="2429" y="2605"/>
              <a:chExt cx="351" cy="351"/>
            </a:xfrm>
          </p:grpSpPr>
          <p:sp>
            <p:nvSpPr>
              <p:cNvPr id="15474" name="Oval 54">
                <a:extLst>
                  <a:ext uri="{FF2B5EF4-FFF2-40B4-BE49-F238E27FC236}">
                    <a16:creationId xmlns:a16="http://schemas.microsoft.com/office/drawing/2014/main" id="{3001CE2D-01E4-45C1-AF84-3DD9E6A25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2605"/>
                <a:ext cx="351" cy="351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5475" name="Line 55">
                <a:extLst>
                  <a:ext uri="{FF2B5EF4-FFF2-40B4-BE49-F238E27FC236}">
                    <a16:creationId xmlns:a16="http://schemas.microsoft.com/office/drawing/2014/main" id="{5B4D75AC-362E-4BD7-88EA-3C9B16E28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0" y="2654"/>
                <a:ext cx="250" cy="249"/>
              </a:xfrm>
              <a:prstGeom prst="line">
                <a:avLst/>
              </a:prstGeom>
              <a:noFill/>
              <a:ln w="317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6" name="Line 56">
                <a:extLst>
                  <a:ext uri="{FF2B5EF4-FFF2-40B4-BE49-F238E27FC236}">
                    <a16:creationId xmlns:a16="http://schemas.microsoft.com/office/drawing/2014/main" id="{5F37B64F-37BA-4C20-82E4-F653FBB2F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02" y="2639"/>
                <a:ext cx="202" cy="28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71" name="Text Box 57">
              <a:extLst>
                <a:ext uri="{FF2B5EF4-FFF2-40B4-BE49-F238E27FC236}">
                  <a16:creationId xmlns:a16="http://schemas.microsoft.com/office/drawing/2014/main" id="{DB89E80B-A95E-46B2-8091-53E09E113B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4" y="230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72" name="Text Box 58">
              <a:extLst>
                <a:ext uri="{FF2B5EF4-FFF2-40B4-BE49-F238E27FC236}">
                  <a16:creationId xmlns:a16="http://schemas.microsoft.com/office/drawing/2014/main" id="{25A5AC01-1DE6-4288-B02B-DFB87145C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" y="1072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73" name="Text Box 59">
              <a:extLst>
                <a:ext uri="{FF2B5EF4-FFF2-40B4-BE49-F238E27FC236}">
                  <a16:creationId xmlns:a16="http://schemas.microsoft.com/office/drawing/2014/main" id="{86F505D6-07F9-4C0B-A2F8-56ED99E41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" y="1077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</p:grpSp>
      <p:grpSp>
        <p:nvGrpSpPr>
          <p:cNvPr id="766012" name="Group 60">
            <a:extLst>
              <a:ext uri="{FF2B5EF4-FFF2-40B4-BE49-F238E27FC236}">
                <a16:creationId xmlns:a16="http://schemas.microsoft.com/office/drawing/2014/main" id="{2C9A851A-BAAD-4966-82E3-CB148E971CB3}"/>
              </a:ext>
            </a:extLst>
          </p:cNvPr>
          <p:cNvGrpSpPr>
            <a:grpSpLocks/>
          </p:cNvGrpSpPr>
          <p:nvPr/>
        </p:nvGrpSpPr>
        <p:grpSpPr bwMode="auto">
          <a:xfrm>
            <a:off x="4984750" y="3970338"/>
            <a:ext cx="3935413" cy="2249487"/>
            <a:chOff x="1609" y="2388"/>
            <a:chExt cx="2685" cy="1535"/>
          </a:xfrm>
        </p:grpSpPr>
        <p:grpSp>
          <p:nvGrpSpPr>
            <p:cNvPr id="15382" name="Group 61">
              <a:extLst>
                <a:ext uri="{FF2B5EF4-FFF2-40B4-BE49-F238E27FC236}">
                  <a16:creationId xmlns:a16="http://schemas.microsoft.com/office/drawing/2014/main" id="{BBBEAEF9-970C-4B7C-9129-AE3BFF914794}"/>
                </a:ext>
              </a:extLst>
            </p:cNvPr>
            <p:cNvGrpSpPr>
              <a:grpSpLocks/>
            </p:cNvGrpSpPr>
            <p:nvPr/>
          </p:nvGrpSpPr>
          <p:grpSpPr bwMode="auto">
            <a:xfrm rot="161433">
              <a:off x="3176" y="2604"/>
              <a:ext cx="733" cy="180"/>
              <a:chOff x="2020" y="1428"/>
              <a:chExt cx="1336" cy="270"/>
            </a:xfrm>
          </p:grpSpPr>
          <p:sp>
            <p:nvSpPr>
              <p:cNvPr id="15428" name="Line 62">
                <a:extLst>
                  <a:ext uri="{FF2B5EF4-FFF2-40B4-BE49-F238E27FC236}">
                    <a16:creationId xmlns:a16="http://schemas.microsoft.com/office/drawing/2014/main" id="{6D3A881B-6070-4261-BAD3-C6BACE753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020" y="1505"/>
                <a:ext cx="191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9" name="Line 63">
                <a:extLst>
                  <a:ext uri="{FF2B5EF4-FFF2-40B4-BE49-F238E27FC236}">
                    <a16:creationId xmlns:a16="http://schemas.microsoft.com/office/drawing/2014/main" id="{EFBA5C58-450C-4090-9084-D92514AE2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124" y="1486"/>
                <a:ext cx="192" cy="191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0" name="Line 64">
                <a:extLst>
                  <a:ext uri="{FF2B5EF4-FFF2-40B4-BE49-F238E27FC236}">
                    <a16:creationId xmlns:a16="http://schemas.microsoft.com/office/drawing/2014/main" id="{CC160E83-A042-4683-8E07-33E6DF4A8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227" y="1494"/>
                <a:ext cx="193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1" name="Line 65">
                <a:extLst>
                  <a:ext uri="{FF2B5EF4-FFF2-40B4-BE49-F238E27FC236}">
                    <a16:creationId xmlns:a16="http://schemas.microsoft.com/office/drawing/2014/main" id="{C2F84620-F990-45EB-A4AD-561710F80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330" y="1475"/>
                <a:ext cx="192" cy="191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2" name="Line 66">
                <a:extLst>
                  <a:ext uri="{FF2B5EF4-FFF2-40B4-BE49-F238E27FC236}">
                    <a16:creationId xmlns:a16="http://schemas.microsoft.com/office/drawing/2014/main" id="{135D992B-76DC-43DE-A030-1A11FEBB2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436" y="1481"/>
                <a:ext cx="191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3" name="Line 67">
                <a:extLst>
                  <a:ext uri="{FF2B5EF4-FFF2-40B4-BE49-F238E27FC236}">
                    <a16:creationId xmlns:a16="http://schemas.microsoft.com/office/drawing/2014/main" id="{DBCD31A0-B88B-4A30-B8E0-0EDC091D5B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541" y="1462"/>
                <a:ext cx="192" cy="191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4" name="Line 68">
                <a:extLst>
                  <a:ext uri="{FF2B5EF4-FFF2-40B4-BE49-F238E27FC236}">
                    <a16:creationId xmlns:a16="http://schemas.microsoft.com/office/drawing/2014/main" id="{8E9D7BD1-8EA6-4AEF-A89C-B4C5220EB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642" y="1469"/>
                <a:ext cx="191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5" name="Line 69">
                <a:extLst>
                  <a:ext uri="{FF2B5EF4-FFF2-40B4-BE49-F238E27FC236}">
                    <a16:creationId xmlns:a16="http://schemas.microsoft.com/office/drawing/2014/main" id="{3A2887CE-6AB3-4866-A599-764CEA40B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748" y="1451"/>
                <a:ext cx="192" cy="191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6" name="Line 70">
                <a:extLst>
                  <a:ext uri="{FF2B5EF4-FFF2-40B4-BE49-F238E27FC236}">
                    <a16:creationId xmlns:a16="http://schemas.microsoft.com/office/drawing/2014/main" id="{6B32DE66-E6BF-44EE-B872-B6DF20A69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2853" y="1456"/>
                <a:ext cx="191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7" name="Line 71">
                <a:extLst>
                  <a:ext uri="{FF2B5EF4-FFF2-40B4-BE49-F238E27FC236}">
                    <a16:creationId xmlns:a16="http://schemas.microsoft.com/office/drawing/2014/main" id="{716F1F8A-7679-4023-A00A-AE2A03BE1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2956" y="1437"/>
                <a:ext cx="192" cy="193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8" name="Line 72">
                <a:extLst>
                  <a:ext uri="{FF2B5EF4-FFF2-40B4-BE49-F238E27FC236}">
                    <a16:creationId xmlns:a16="http://schemas.microsoft.com/office/drawing/2014/main" id="{5B0E1C2E-0B1F-4F6F-9197-4C15282B5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61714" flipV="1">
                <a:off x="3060" y="1445"/>
                <a:ext cx="191" cy="192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9" name="Line 73">
                <a:extLst>
                  <a:ext uri="{FF2B5EF4-FFF2-40B4-BE49-F238E27FC236}">
                    <a16:creationId xmlns:a16="http://schemas.microsoft.com/office/drawing/2014/main" id="{F97D8B4F-42CD-46BB-959F-8407334BC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574387" flipV="1">
                <a:off x="3164" y="1427"/>
                <a:ext cx="192" cy="191"/>
              </a:xfrm>
              <a:prstGeom prst="line">
                <a:avLst/>
              </a:pr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83" name="Line 74">
              <a:extLst>
                <a:ext uri="{FF2B5EF4-FFF2-40B4-BE49-F238E27FC236}">
                  <a16:creationId xmlns:a16="http://schemas.microsoft.com/office/drawing/2014/main" id="{BCE3383C-2C28-44C2-A2C1-1EAB9E741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784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Line 75">
              <a:extLst>
                <a:ext uri="{FF2B5EF4-FFF2-40B4-BE49-F238E27FC236}">
                  <a16:creationId xmlns:a16="http://schemas.microsoft.com/office/drawing/2014/main" id="{D580F3C8-2BAF-4F43-9465-B15A12CCE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2766"/>
              <a:ext cx="1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Line 76">
              <a:extLst>
                <a:ext uri="{FF2B5EF4-FFF2-40B4-BE49-F238E27FC236}">
                  <a16:creationId xmlns:a16="http://schemas.microsoft.com/office/drawing/2014/main" id="{C7B27BB4-0710-43D0-A854-1D4369FD3B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282"/>
              <a:ext cx="4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Line 77">
              <a:extLst>
                <a:ext uri="{FF2B5EF4-FFF2-40B4-BE49-F238E27FC236}">
                  <a16:creationId xmlns:a16="http://schemas.microsoft.com/office/drawing/2014/main" id="{D87095C3-2A3A-4767-B453-9CA874D20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1" y="3281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Line 78">
              <a:extLst>
                <a:ext uri="{FF2B5EF4-FFF2-40B4-BE49-F238E27FC236}">
                  <a16:creationId xmlns:a16="http://schemas.microsoft.com/office/drawing/2014/main" id="{2D3186F5-309A-4347-9DC0-08700FD01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8" y="2776"/>
              <a:ext cx="0" cy="5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Line 79">
              <a:extLst>
                <a:ext uri="{FF2B5EF4-FFF2-40B4-BE49-F238E27FC236}">
                  <a16:creationId xmlns:a16="http://schemas.microsoft.com/office/drawing/2014/main" id="{75FCDAD6-23C5-45EA-8D90-FE19C5495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2760"/>
              <a:ext cx="0" cy="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89" name="Group 80">
              <a:extLst>
                <a:ext uri="{FF2B5EF4-FFF2-40B4-BE49-F238E27FC236}">
                  <a16:creationId xmlns:a16="http://schemas.microsoft.com/office/drawing/2014/main" id="{A802F5B2-890C-48F7-B66F-96BD86624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0" y="3184"/>
              <a:ext cx="193" cy="178"/>
              <a:chOff x="2429" y="2605"/>
              <a:chExt cx="351" cy="351"/>
            </a:xfrm>
          </p:grpSpPr>
          <p:sp>
            <p:nvSpPr>
              <p:cNvPr id="15425" name="Oval 81">
                <a:extLst>
                  <a:ext uri="{FF2B5EF4-FFF2-40B4-BE49-F238E27FC236}">
                    <a16:creationId xmlns:a16="http://schemas.microsoft.com/office/drawing/2014/main" id="{283756CE-5C12-4840-8E4F-122B24EA6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8" y="2606"/>
                <a:ext cx="351" cy="350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5426" name="Line 82">
                <a:extLst>
                  <a:ext uri="{FF2B5EF4-FFF2-40B4-BE49-F238E27FC236}">
                    <a16:creationId xmlns:a16="http://schemas.microsoft.com/office/drawing/2014/main" id="{842EBBB4-C00C-4CC2-9300-15D26E5B8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9" y="2653"/>
                <a:ext cx="250" cy="250"/>
              </a:xfrm>
              <a:prstGeom prst="line">
                <a:avLst/>
              </a:prstGeom>
              <a:noFill/>
              <a:ln w="317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7" name="Line 83">
                <a:extLst>
                  <a:ext uri="{FF2B5EF4-FFF2-40B4-BE49-F238E27FC236}">
                    <a16:creationId xmlns:a16="http://schemas.microsoft.com/office/drawing/2014/main" id="{9BE0136B-DBB5-494C-9A9F-3023A33592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01" y="2638"/>
                <a:ext cx="203" cy="28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90" name="Line 84">
              <a:extLst>
                <a:ext uri="{FF2B5EF4-FFF2-40B4-BE49-F238E27FC236}">
                  <a16:creationId xmlns:a16="http://schemas.microsoft.com/office/drawing/2014/main" id="{6677CD8C-AB41-450F-91D8-FB89164E1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5" y="2773"/>
              <a:ext cx="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Line 85">
              <a:extLst>
                <a:ext uri="{FF2B5EF4-FFF2-40B4-BE49-F238E27FC236}">
                  <a16:creationId xmlns:a16="http://schemas.microsoft.com/office/drawing/2014/main" id="{AD12774B-0B30-450C-8404-0825B5A2A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773"/>
              <a:ext cx="3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Line 86">
              <a:extLst>
                <a:ext uri="{FF2B5EF4-FFF2-40B4-BE49-F238E27FC236}">
                  <a16:creationId xmlns:a16="http://schemas.microsoft.com/office/drawing/2014/main" id="{E132F1A4-0F9B-436A-9DFA-B171AC9DA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282"/>
              <a:ext cx="4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Line 87">
              <a:extLst>
                <a:ext uri="{FF2B5EF4-FFF2-40B4-BE49-F238E27FC236}">
                  <a16:creationId xmlns:a16="http://schemas.microsoft.com/office/drawing/2014/main" id="{E39ADB78-0D56-44C0-88C4-4C0A3CD89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5" y="3282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Line 88">
              <a:extLst>
                <a:ext uri="{FF2B5EF4-FFF2-40B4-BE49-F238E27FC236}">
                  <a16:creationId xmlns:a16="http://schemas.microsoft.com/office/drawing/2014/main" id="{FF44310A-F165-44E9-8734-F4E81EF80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1" y="2766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Line 89">
              <a:extLst>
                <a:ext uri="{FF2B5EF4-FFF2-40B4-BE49-F238E27FC236}">
                  <a16:creationId xmlns:a16="http://schemas.microsoft.com/office/drawing/2014/main" id="{762C3E66-25B7-467E-83CE-7653B4D07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" y="2765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Line 90">
              <a:extLst>
                <a:ext uri="{FF2B5EF4-FFF2-40B4-BE49-F238E27FC236}">
                  <a16:creationId xmlns:a16="http://schemas.microsoft.com/office/drawing/2014/main" id="{0B7C7C22-1131-4011-968C-5ACF37B73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3004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7" name="Rectangle 91">
              <a:extLst>
                <a:ext uri="{FF2B5EF4-FFF2-40B4-BE49-F238E27FC236}">
                  <a16:creationId xmlns:a16="http://schemas.microsoft.com/office/drawing/2014/main" id="{DD5BBE8A-1910-4339-BFAF-43823DA83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713"/>
              <a:ext cx="295" cy="124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398" name="Line 92">
              <a:extLst>
                <a:ext uri="{FF2B5EF4-FFF2-40B4-BE49-F238E27FC236}">
                  <a16:creationId xmlns:a16="http://schemas.microsoft.com/office/drawing/2014/main" id="{AD1C5085-D4B4-4FE1-8F8C-02C0AB22A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6" y="3002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Line 93">
              <a:extLst>
                <a:ext uri="{FF2B5EF4-FFF2-40B4-BE49-F238E27FC236}">
                  <a16:creationId xmlns:a16="http://schemas.microsoft.com/office/drawing/2014/main" id="{088F7CB7-33B0-46B9-8836-5D093C0B5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3002"/>
              <a:ext cx="2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0" name="Line 94">
              <a:extLst>
                <a:ext uri="{FF2B5EF4-FFF2-40B4-BE49-F238E27FC236}">
                  <a16:creationId xmlns:a16="http://schemas.microsoft.com/office/drawing/2014/main" id="{F3E289AF-0838-4B91-BFF7-4876CACA3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8" y="3004"/>
              <a:ext cx="0" cy="6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1" name="Line 95">
              <a:extLst>
                <a:ext uri="{FF2B5EF4-FFF2-40B4-BE49-F238E27FC236}">
                  <a16:creationId xmlns:a16="http://schemas.microsoft.com/office/drawing/2014/main" id="{918982BB-4A20-4956-8590-7F492324A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0" y="3000"/>
              <a:ext cx="0" cy="62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2" name="Line 96">
              <a:extLst>
                <a:ext uri="{FF2B5EF4-FFF2-40B4-BE49-F238E27FC236}">
                  <a16:creationId xmlns:a16="http://schemas.microsoft.com/office/drawing/2014/main" id="{1AADE290-F3FB-40A0-BD00-0E1AC12C3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" y="3620"/>
              <a:ext cx="89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03" name="Group 97">
              <a:extLst>
                <a:ext uri="{FF2B5EF4-FFF2-40B4-BE49-F238E27FC236}">
                  <a16:creationId xmlns:a16="http://schemas.microsoft.com/office/drawing/2014/main" id="{A800479D-E51F-4D36-A3B4-4125D7E2C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4" y="3470"/>
              <a:ext cx="237" cy="331"/>
              <a:chOff x="1503" y="3331"/>
              <a:chExt cx="433" cy="497"/>
            </a:xfrm>
          </p:grpSpPr>
          <p:sp>
            <p:nvSpPr>
              <p:cNvPr id="15421" name="Line 98">
                <a:extLst>
                  <a:ext uri="{FF2B5EF4-FFF2-40B4-BE49-F238E27FC236}">
                    <a16:creationId xmlns:a16="http://schemas.microsoft.com/office/drawing/2014/main" id="{B2ECE604-EDDA-43A8-9B1E-3B16762EB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3" y="3431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2" name="Line 99">
                <a:extLst>
                  <a:ext uri="{FF2B5EF4-FFF2-40B4-BE49-F238E27FC236}">
                    <a16:creationId xmlns:a16="http://schemas.microsoft.com/office/drawing/2014/main" id="{422A2A11-2DE9-46BE-8F4F-0E38126D6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4" y="3330"/>
                <a:ext cx="0" cy="4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3" name="Line 100">
                <a:extLst>
                  <a:ext uri="{FF2B5EF4-FFF2-40B4-BE49-F238E27FC236}">
                    <a16:creationId xmlns:a16="http://schemas.microsoft.com/office/drawing/2014/main" id="{624604BF-12E1-47CC-ACEB-7CACB602A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6" y="3439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4" name="Line 101">
                <a:extLst>
                  <a:ext uri="{FF2B5EF4-FFF2-40B4-BE49-F238E27FC236}">
                    <a16:creationId xmlns:a16="http://schemas.microsoft.com/office/drawing/2014/main" id="{A29FCBA8-B783-46A4-B690-A83064B57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7" y="3340"/>
                <a:ext cx="0" cy="4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04" name="Line 102">
              <a:extLst>
                <a:ext uri="{FF2B5EF4-FFF2-40B4-BE49-F238E27FC236}">
                  <a16:creationId xmlns:a16="http://schemas.microsoft.com/office/drawing/2014/main" id="{6C65739A-9433-43E6-8A96-6C789BC4E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3617"/>
              <a:ext cx="7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Line 103">
              <a:extLst>
                <a:ext uri="{FF2B5EF4-FFF2-40B4-BE49-F238E27FC236}">
                  <a16:creationId xmlns:a16="http://schemas.microsoft.com/office/drawing/2014/main" id="{898D9EE7-3289-4EDB-9881-86F066BA9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5" y="3617"/>
              <a:ext cx="52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Oval 104">
              <a:extLst>
                <a:ext uri="{FF2B5EF4-FFF2-40B4-BE49-F238E27FC236}">
                  <a16:creationId xmlns:a16="http://schemas.microsoft.com/office/drawing/2014/main" id="{BC14748E-8808-4EA5-A941-37B1E7641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3591"/>
              <a:ext cx="41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07" name="Oval 105">
              <a:extLst>
                <a:ext uri="{FF2B5EF4-FFF2-40B4-BE49-F238E27FC236}">
                  <a16:creationId xmlns:a16="http://schemas.microsoft.com/office/drawing/2014/main" id="{F407DFBC-76C9-4A2D-8C4B-14A83B54A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595"/>
              <a:ext cx="41" cy="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15408" name="Line 106">
              <a:extLst>
                <a:ext uri="{FF2B5EF4-FFF2-40B4-BE49-F238E27FC236}">
                  <a16:creationId xmlns:a16="http://schemas.microsoft.com/office/drawing/2014/main" id="{3639D7F5-FFBC-4DE2-BB5A-644161BE80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6" y="3595"/>
              <a:ext cx="278" cy="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Text Box 107">
              <a:extLst>
                <a:ext uri="{FF2B5EF4-FFF2-40B4-BE49-F238E27FC236}">
                  <a16:creationId xmlns:a16="http://schemas.microsoft.com/office/drawing/2014/main" id="{88BD2D2C-E9D1-4405-B70F-835A101C7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" y="3608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K</a:t>
              </a:r>
            </a:p>
          </p:txBody>
        </p:sp>
        <p:sp>
          <p:nvSpPr>
            <p:cNvPr id="15410" name="Text Box 108">
              <a:extLst>
                <a:ext uri="{FF2B5EF4-FFF2-40B4-BE49-F238E27FC236}">
                  <a16:creationId xmlns:a16="http://schemas.microsoft.com/office/drawing/2014/main" id="{DB619795-1A5F-46A0-A2BD-7FD339B43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9" y="2491"/>
              <a:ext cx="207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11" name="Text Box 109">
              <a:extLst>
                <a:ext uri="{FF2B5EF4-FFF2-40B4-BE49-F238E27FC236}">
                  <a16:creationId xmlns:a16="http://schemas.microsoft.com/office/drawing/2014/main" id="{55003D55-6628-4A6F-8C47-AFD768462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" y="3001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15412" name="Text Box 110">
              <a:extLst>
                <a:ext uri="{FF2B5EF4-FFF2-40B4-BE49-F238E27FC236}">
                  <a16:creationId xmlns:a16="http://schemas.microsoft.com/office/drawing/2014/main" id="{C49DE1BF-DCEA-4142-94C5-DD2DEEED6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" y="3004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B</a:t>
              </a:r>
            </a:p>
          </p:txBody>
        </p:sp>
        <p:sp>
          <p:nvSpPr>
            <p:cNvPr id="15413" name="Text Box 111">
              <a:extLst>
                <a:ext uri="{FF2B5EF4-FFF2-40B4-BE49-F238E27FC236}">
                  <a16:creationId xmlns:a16="http://schemas.microsoft.com/office/drawing/2014/main" id="{283FB639-E228-4E5B-9DD5-787601B54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8" y="2396"/>
              <a:ext cx="304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L</a:t>
              </a:r>
              <a:r>
                <a:rPr lang="en-US" altLang="zh-CN" sz="2400"/>
                <a:t>,</a:t>
              </a:r>
            </a:p>
          </p:txBody>
        </p:sp>
        <p:grpSp>
          <p:nvGrpSpPr>
            <p:cNvPr id="15414" name="Group 112">
              <a:extLst>
                <a:ext uri="{FF2B5EF4-FFF2-40B4-BE49-F238E27FC236}">
                  <a16:creationId xmlns:a16="http://schemas.microsoft.com/office/drawing/2014/main" id="{6FF9B7E6-37FA-4378-9F22-263C7889D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6" y="3183"/>
              <a:ext cx="203" cy="190"/>
              <a:chOff x="2429" y="2605"/>
              <a:chExt cx="351" cy="351"/>
            </a:xfrm>
          </p:grpSpPr>
          <p:sp>
            <p:nvSpPr>
              <p:cNvPr id="15418" name="Oval 113">
                <a:extLst>
                  <a:ext uri="{FF2B5EF4-FFF2-40B4-BE49-F238E27FC236}">
                    <a16:creationId xmlns:a16="http://schemas.microsoft.com/office/drawing/2014/main" id="{FF3F5F94-2DEB-4A66-AFAC-E4A0E1287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2606"/>
                <a:ext cx="350" cy="350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5419" name="Line 114">
                <a:extLst>
                  <a:ext uri="{FF2B5EF4-FFF2-40B4-BE49-F238E27FC236}">
                    <a16:creationId xmlns:a16="http://schemas.microsoft.com/office/drawing/2014/main" id="{DF5B1387-90A1-4B4A-BB35-0FF3CDE1E4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0" y="2654"/>
                <a:ext cx="251" cy="250"/>
              </a:xfrm>
              <a:prstGeom prst="line">
                <a:avLst/>
              </a:prstGeom>
              <a:noFill/>
              <a:ln w="317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0" name="Line 115">
                <a:extLst>
                  <a:ext uri="{FF2B5EF4-FFF2-40B4-BE49-F238E27FC236}">
                    <a16:creationId xmlns:a16="http://schemas.microsoft.com/office/drawing/2014/main" id="{7DE41906-FE36-4BD0-8390-BAD38DE291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03" y="2638"/>
                <a:ext cx="202" cy="28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415" name="Text Box 116">
              <a:extLst>
                <a:ext uri="{FF2B5EF4-FFF2-40B4-BE49-F238E27FC236}">
                  <a16:creationId xmlns:a16="http://schemas.microsoft.com/office/drawing/2014/main" id="{EEEC2AB4-310D-4AD5-9ADA-E2292C4FD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" y="2388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16" name="Text Box 117">
              <a:extLst>
                <a:ext uri="{FF2B5EF4-FFF2-40B4-BE49-F238E27FC236}">
                  <a16:creationId xmlns:a16="http://schemas.microsoft.com/office/drawing/2014/main" id="{F3C4E1D4-CE18-4E60-85EC-52896469A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3229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  <p:sp>
          <p:nvSpPr>
            <p:cNvPr id="15417" name="Text Box 118">
              <a:extLst>
                <a:ext uri="{FF2B5EF4-FFF2-40B4-BE49-F238E27FC236}">
                  <a16:creationId xmlns:a16="http://schemas.microsoft.com/office/drawing/2014/main" id="{19FED26B-8FA1-41DC-9140-71B1EF058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3" y="3223"/>
              <a:ext cx="2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r</a:t>
              </a:r>
            </a:p>
          </p:txBody>
        </p:sp>
      </p:grpSp>
      <p:sp>
        <p:nvSpPr>
          <p:cNvPr id="15365" name="Text Box 119">
            <a:extLst>
              <a:ext uri="{FF2B5EF4-FFF2-40B4-BE49-F238E27FC236}">
                <a16:creationId xmlns:a16="http://schemas.microsoft.com/office/drawing/2014/main" id="{9635CB3A-8A09-44C5-A11C-3F9541FFA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1443038"/>
            <a:ext cx="91265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(A) K</a:t>
            </a:r>
            <a:r>
              <a:rPr lang="zh-CN" altLang="en-US" sz="2400"/>
              <a:t>接通时，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&lt;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/>
              <a:t>.</a:t>
            </a:r>
          </a:p>
        </p:txBody>
      </p:sp>
      <p:sp>
        <p:nvSpPr>
          <p:cNvPr id="15366" name="Text Box 120">
            <a:extLst>
              <a:ext uri="{FF2B5EF4-FFF2-40B4-BE49-F238E27FC236}">
                <a16:creationId xmlns:a16="http://schemas.microsoft.com/office/drawing/2014/main" id="{097AB696-705A-471E-BABB-A405A41AD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8" y="1976438"/>
            <a:ext cx="94186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(B) K</a:t>
            </a:r>
            <a:r>
              <a:rPr lang="zh-CN" altLang="en-US" sz="2400"/>
              <a:t>接通时，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=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/>
              <a:t>.</a:t>
            </a:r>
          </a:p>
        </p:txBody>
      </p:sp>
      <p:sp>
        <p:nvSpPr>
          <p:cNvPr id="15367" name="Text Box 121">
            <a:extLst>
              <a:ext uri="{FF2B5EF4-FFF2-40B4-BE49-F238E27FC236}">
                <a16:creationId xmlns:a16="http://schemas.microsoft.com/office/drawing/2014/main" id="{ADBFB284-C148-483E-BC6F-2503E543A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470150"/>
            <a:ext cx="93297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(C) K</a:t>
            </a:r>
            <a:r>
              <a:rPr lang="zh-CN" altLang="en-US" sz="2400"/>
              <a:t>断开时，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en-US" altLang="zh-CN" sz="2400"/>
              <a:t>B</a:t>
            </a:r>
            <a:r>
              <a:rPr lang="zh-CN" altLang="en-US" sz="2400"/>
              <a:t>同时灭</a:t>
            </a:r>
            <a:r>
              <a:rPr lang="en-US" altLang="zh-CN" sz="2400"/>
              <a:t>.</a:t>
            </a:r>
          </a:p>
        </p:txBody>
      </p:sp>
      <p:sp>
        <p:nvSpPr>
          <p:cNvPr id="15368" name="Text Box 122">
            <a:extLst>
              <a:ext uri="{FF2B5EF4-FFF2-40B4-BE49-F238E27FC236}">
                <a16:creationId xmlns:a16="http://schemas.microsoft.com/office/drawing/2014/main" id="{0F2546F9-4765-4A5F-B61E-BBD328D02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2924175"/>
            <a:ext cx="92789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(D) K</a:t>
            </a:r>
            <a:r>
              <a:rPr lang="zh-CN" altLang="en-US" sz="2400"/>
              <a:t>断开时， 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=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/>
              <a:t>.</a:t>
            </a:r>
          </a:p>
        </p:txBody>
      </p:sp>
      <p:sp>
        <p:nvSpPr>
          <p:cNvPr id="766075" name="Rectangle 123">
            <a:extLst>
              <a:ext uri="{FF2B5EF4-FFF2-40B4-BE49-F238E27FC236}">
                <a16:creationId xmlns:a16="http://schemas.microsoft.com/office/drawing/2014/main" id="{2E1AD929-9236-4644-AA61-9AB13FB16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3344863"/>
            <a:ext cx="8810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解： </a:t>
            </a:r>
          </a:p>
        </p:txBody>
      </p:sp>
      <p:grpSp>
        <p:nvGrpSpPr>
          <p:cNvPr id="766076" name="Group 124">
            <a:extLst>
              <a:ext uri="{FF2B5EF4-FFF2-40B4-BE49-F238E27FC236}">
                <a16:creationId xmlns:a16="http://schemas.microsoft.com/office/drawing/2014/main" id="{E848B506-EB82-4607-9594-571772949DD3}"/>
              </a:ext>
            </a:extLst>
          </p:cNvPr>
          <p:cNvGrpSpPr>
            <a:grpSpLocks/>
          </p:cNvGrpSpPr>
          <p:nvPr/>
        </p:nvGrpSpPr>
        <p:grpSpPr bwMode="auto">
          <a:xfrm>
            <a:off x="5902325" y="2995613"/>
            <a:ext cx="1400175" cy="1181100"/>
            <a:chOff x="4028" y="1864"/>
            <a:chExt cx="955" cy="807"/>
          </a:xfrm>
        </p:grpSpPr>
        <p:sp>
          <p:nvSpPr>
            <p:cNvPr id="15380" name="AutoShape 125">
              <a:extLst>
                <a:ext uri="{FF2B5EF4-FFF2-40B4-BE49-F238E27FC236}">
                  <a16:creationId xmlns:a16="http://schemas.microsoft.com/office/drawing/2014/main" id="{8C17C770-2295-466F-BF5F-4E235FFC52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28" y="2016"/>
              <a:ext cx="707" cy="40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1 w 21600"/>
                <a:gd name="T13" fmla="*/ 5413 h 21600"/>
                <a:gd name="T14" fmla="*/ 18911 w 21600"/>
                <a:gd name="T15" fmla="*/ 1618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1" name="Text Box 126">
              <a:extLst>
                <a:ext uri="{FF2B5EF4-FFF2-40B4-BE49-F238E27FC236}">
                  <a16:creationId xmlns:a16="http://schemas.microsoft.com/office/drawing/2014/main" id="{AAE6DFA4-5C64-4ECE-905A-510AE1F41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1931"/>
              <a:ext cx="630" cy="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等效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400"/>
            </a:p>
          </p:txBody>
        </p:sp>
      </p:grpSp>
      <p:sp>
        <p:nvSpPr>
          <p:cNvPr id="766079" name="Text Box 127">
            <a:extLst>
              <a:ext uri="{FF2B5EF4-FFF2-40B4-BE49-F238E27FC236}">
                <a16:creationId xmlns:a16="http://schemas.microsoft.com/office/drawing/2014/main" id="{AA4BA417-CA7B-4031-A312-8D68695F6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1850" y="3670300"/>
            <a:ext cx="79565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因</a:t>
            </a:r>
            <a:r>
              <a:rPr lang="en-US" altLang="zh-CN" sz="2400" i="1"/>
              <a:t>r</a:t>
            </a:r>
            <a:r>
              <a:rPr lang="en-US" altLang="zh-CN" sz="2400"/>
              <a:t>&gt;&gt;</a:t>
            </a:r>
            <a:r>
              <a:rPr lang="en-US" altLang="zh-CN" sz="2400" i="1"/>
              <a:t>R</a:t>
            </a:r>
            <a:r>
              <a:rPr lang="zh-CN" altLang="en-US" sz="2400"/>
              <a:t>， 故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&lt;&lt;</a:t>
            </a:r>
            <a:r>
              <a:rPr lang="en-US" altLang="zh-CN" sz="2400" i="1"/>
              <a:t>I</a:t>
            </a:r>
            <a:r>
              <a:rPr lang="en-US" altLang="zh-CN" sz="2400"/>
              <a:t>.</a:t>
            </a:r>
          </a:p>
        </p:txBody>
      </p:sp>
      <p:sp>
        <p:nvSpPr>
          <p:cNvPr id="766080" name="Rectangle 128">
            <a:extLst>
              <a:ext uri="{FF2B5EF4-FFF2-40B4-BE49-F238E27FC236}">
                <a16:creationId xmlns:a16="http://schemas.microsoft.com/office/drawing/2014/main" id="{9A102570-3252-4A83-A960-CD46AC451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2950" y="5767388"/>
            <a:ext cx="7810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/>
              <a:t>I</a:t>
            </a:r>
          </a:p>
        </p:txBody>
      </p:sp>
      <p:sp>
        <p:nvSpPr>
          <p:cNvPr id="766081" name="Text Box 129">
            <a:extLst>
              <a:ext uri="{FF2B5EF4-FFF2-40B4-BE49-F238E27FC236}">
                <a16:creationId xmlns:a16="http://schemas.microsoft.com/office/drawing/2014/main" id="{438E0371-CCD3-4EF2-BB97-AC5CE808A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4213225"/>
            <a:ext cx="3713163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又因</a:t>
            </a:r>
            <a:r>
              <a:rPr lang="en-US" altLang="zh-CN" sz="2400" i="1"/>
              <a:t>L</a:t>
            </a:r>
            <a:r>
              <a:rPr lang="zh-CN" altLang="en-US" sz="2400"/>
              <a:t>很大， 故 </a:t>
            </a:r>
            <a:r>
              <a:rPr lang="zh-CN" altLang="en-US" sz="2400">
                <a:sym typeface="Symbol" panose="05050102010706020507" pitchFamily="18" charset="2"/>
              </a:rPr>
              <a:t></a:t>
            </a:r>
            <a:r>
              <a:rPr lang="en-US" altLang="zh-CN" sz="2400" i="1" baseline="-25000">
                <a:sym typeface="Symbol" panose="05050102010706020507" pitchFamily="18" charset="2"/>
              </a:rPr>
              <a:t>L </a:t>
            </a:r>
            <a:r>
              <a:rPr lang="zh-CN" altLang="en-US" sz="2400">
                <a:sym typeface="Symbol" panose="05050102010706020507" pitchFamily="18" charset="2"/>
              </a:rPr>
              <a:t>大，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ym typeface="Symbol" panose="05050102010706020507" pitchFamily="18" charset="2"/>
              </a:rPr>
              <a:t>所以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en-US" altLang="zh-CN" sz="2400" i="1" baseline="-25000">
                <a:sym typeface="Symbol" panose="05050102010706020507" pitchFamily="18" charset="2"/>
              </a:rPr>
              <a:t>L</a:t>
            </a:r>
            <a:r>
              <a:rPr lang="en-US" altLang="zh-CN" sz="2400" i="1">
                <a:sym typeface="Symbol" panose="05050102010706020507" pitchFamily="18" charset="2"/>
              </a:rPr>
              <a:t>≈</a:t>
            </a:r>
            <a:r>
              <a:rPr lang="en-US" altLang="zh-CN" sz="2400">
                <a:sym typeface="Symbol" panose="05050102010706020507" pitchFamily="18" charset="2"/>
              </a:rPr>
              <a:t>0</a:t>
            </a:r>
            <a:r>
              <a:rPr lang="zh-CN" altLang="en-US" sz="2400">
                <a:sym typeface="Symbol" panose="05050102010706020507" pitchFamily="18" charset="2"/>
              </a:rPr>
              <a:t>， 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>
                <a:cs typeface="Times New Roman" panose="02020603050405020304" pitchFamily="18" charset="0"/>
              </a:rPr>
              <a:t>≈</a:t>
            </a:r>
            <a:r>
              <a:rPr lang="en-US" altLang="zh-CN" sz="2400" i="1"/>
              <a:t>I</a:t>
            </a:r>
            <a:r>
              <a:rPr lang="en-US" altLang="zh-CN" sz="2400"/>
              <a:t> </a:t>
            </a:r>
          </a:p>
        </p:txBody>
      </p:sp>
      <p:sp>
        <p:nvSpPr>
          <p:cNvPr id="766082" name="Text Box 130">
            <a:extLst>
              <a:ext uri="{FF2B5EF4-FFF2-40B4-BE49-F238E27FC236}">
                <a16:creationId xmlns:a16="http://schemas.microsoft.com/office/drawing/2014/main" id="{306E3469-9EE4-4C7E-BA9D-392CAD755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5214938"/>
            <a:ext cx="32400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故， </a:t>
            </a:r>
            <a:r>
              <a:rPr lang="en-US" altLang="zh-CN" sz="2400"/>
              <a:t>K</a:t>
            </a:r>
            <a:r>
              <a:rPr lang="zh-CN" altLang="en-US" sz="2400"/>
              <a:t>接通时，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/>
              <a:t>&gt;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.</a:t>
            </a:r>
          </a:p>
        </p:txBody>
      </p:sp>
      <p:sp>
        <p:nvSpPr>
          <p:cNvPr id="766083" name="Text Box 131">
            <a:extLst>
              <a:ext uri="{FF2B5EF4-FFF2-40B4-BE49-F238E27FC236}">
                <a16:creationId xmlns:a16="http://schemas.microsoft.com/office/drawing/2014/main" id="{7E07DFA5-C20D-40D0-ACAF-D69110017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3695700"/>
            <a:ext cx="45497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K</a:t>
            </a:r>
            <a:r>
              <a:rPr lang="zh-CN" altLang="en-US" sz="2400"/>
              <a:t>接通时，</a:t>
            </a:r>
          </a:p>
        </p:txBody>
      </p:sp>
      <p:sp>
        <p:nvSpPr>
          <p:cNvPr id="766084" name="Rectangle 132">
            <a:extLst>
              <a:ext uri="{FF2B5EF4-FFF2-40B4-BE49-F238E27FC236}">
                <a16:creationId xmlns:a16="http://schemas.microsoft.com/office/drawing/2014/main" id="{6BDDF89C-F9F4-46DF-BD65-58A2840C2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5108575"/>
            <a:ext cx="21399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/>
              <a:t>I</a:t>
            </a:r>
          </a:p>
        </p:txBody>
      </p:sp>
      <p:sp>
        <p:nvSpPr>
          <p:cNvPr id="766085" name="Text Box 133">
            <a:extLst>
              <a:ext uri="{FF2B5EF4-FFF2-40B4-BE49-F238E27FC236}">
                <a16:creationId xmlns:a16="http://schemas.microsoft.com/office/drawing/2014/main" id="{D63F01FC-C77F-4B76-90D5-E66E0F5C3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5711825"/>
            <a:ext cx="3263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990000"/>
                </a:solidFill>
              </a:rPr>
              <a:t>K</a:t>
            </a:r>
            <a:r>
              <a:rPr lang="zh-CN" altLang="en-US" sz="2400">
                <a:solidFill>
                  <a:srgbClr val="990000"/>
                </a:solidFill>
              </a:rPr>
              <a:t>断开时，仍有</a:t>
            </a:r>
            <a:r>
              <a:rPr lang="en-US" altLang="zh-CN" sz="2400" i="1"/>
              <a:t>I</a:t>
            </a:r>
            <a:r>
              <a:rPr lang="en-US" altLang="zh-CN" sz="2400" baseline="-25000"/>
              <a:t>B</a:t>
            </a:r>
            <a:r>
              <a:rPr lang="en-US" altLang="zh-CN" sz="2400">
                <a:solidFill>
                  <a:srgbClr val="990000"/>
                </a:solidFill>
              </a:rPr>
              <a:t> </a:t>
            </a:r>
            <a:r>
              <a:rPr lang="en-US" altLang="zh-CN" sz="2400"/>
              <a:t>&gt;</a:t>
            </a:r>
            <a:r>
              <a:rPr lang="en-US" altLang="zh-CN" sz="2400" i="1"/>
              <a:t>I</a:t>
            </a:r>
            <a:r>
              <a:rPr lang="en-US" altLang="zh-CN" sz="2400" baseline="-25000"/>
              <a:t>A</a:t>
            </a:r>
            <a:r>
              <a:rPr lang="en-US" altLang="zh-CN" sz="2400"/>
              <a:t>.</a:t>
            </a:r>
          </a:p>
        </p:txBody>
      </p:sp>
      <p:sp>
        <p:nvSpPr>
          <p:cNvPr id="15378" name="Rectangle 135">
            <a:hlinkClick r:id="" action="ppaction://macro?name=TimerOnOff"/>
            <a:extLst>
              <a:ext uri="{FF2B5EF4-FFF2-40B4-BE49-F238E27FC236}">
                <a16:creationId xmlns:a16="http://schemas.microsoft.com/office/drawing/2014/main" id="{03AB13F7-6139-40DA-AAE1-72B8917F2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333375"/>
            <a:ext cx="6159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folHlink"/>
              </a:solidFill>
            </a:endParaRPr>
          </a:p>
        </p:txBody>
      </p:sp>
      <p:sp>
        <p:nvSpPr>
          <p:cNvPr id="15379" name="Text Box 3">
            <a:extLst>
              <a:ext uri="{FF2B5EF4-FFF2-40B4-BE49-F238E27FC236}">
                <a16:creationId xmlns:a16="http://schemas.microsoft.com/office/drawing/2014/main" id="{62F9E592-F83E-421B-BF01-AD56D33EF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27000"/>
            <a:ext cx="37687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自感与互感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6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66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66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6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6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6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6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76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76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075" grpId="0"/>
      <p:bldP spid="766079" grpId="0"/>
      <p:bldP spid="766080" grpId="0"/>
      <p:bldP spid="766081" grpId="0"/>
      <p:bldP spid="766082" grpId="0"/>
      <p:bldP spid="766083" grpId="0"/>
      <p:bldP spid="766084" grpId="0"/>
      <p:bldP spid="7660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8B8799B-1005-41CC-81FB-F617E0E8F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76" t="26901" r="21651" b="19551"/>
          <a:stretch>
            <a:fillRect/>
          </a:stretch>
        </p:blipFill>
        <p:spPr bwMode="auto">
          <a:xfrm>
            <a:off x="7542213" y="44450"/>
            <a:ext cx="1576387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Box 2">
            <a:extLst>
              <a:ext uri="{FF2B5EF4-FFF2-40B4-BE49-F238E27FC236}">
                <a16:creationId xmlns:a16="http://schemas.microsoft.com/office/drawing/2014/main" id="{D8A6F69E-929D-47DA-B1AB-09B6F6880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620713"/>
            <a:ext cx="9380538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例</a:t>
            </a:r>
            <a:r>
              <a:rPr lang="en-US" altLang="zh-CN" sz="2585" dirty="0">
                <a:solidFill>
                  <a:srgbClr val="FF0000"/>
                </a:solidFill>
              </a:rPr>
              <a:t>8:</a:t>
            </a:r>
            <a:r>
              <a:rPr lang="en-US" altLang="zh-CN" sz="2585" dirty="0">
                <a:solidFill>
                  <a:schemeClr val="tx1"/>
                </a:solidFill>
              </a:rPr>
              <a:t>  </a:t>
            </a:r>
            <a:r>
              <a:rPr lang="zh-CN" altLang="en-US" sz="2585" dirty="0">
                <a:solidFill>
                  <a:schemeClr val="tx1"/>
                </a:solidFill>
              </a:rPr>
              <a:t>环形螺线管总匝数 </a:t>
            </a:r>
            <a:r>
              <a:rPr lang="en-US" altLang="zh-CN" sz="2585" i="1" dirty="0">
                <a:solidFill>
                  <a:schemeClr val="tx1"/>
                </a:solidFill>
              </a:rPr>
              <a:t>N</a:t>
            </a:r>
            <a:r>
              <a:rPr lang="en-US" altLang="zh-CN" sz="2585" dirty="0">
                <a:solidFill>
                  <a:schemeClr val="tx1"/>
                </a:solidFill>
              </a:rPr>
              <a:t> </a:t>
            </a:r>
            <a:r>
              <a:rPr lang="zh-CN" altLang="en-US" sz="2585" dirty="0">
                <a:solidFill>
                  <a:schemeClr val="tx1"/>
                </a:solidFill>
              </a:rPr>
              <a:t>（如图）</a:t>
            </a:r>
            <a:endParaRPr lang="zh-CN" altLang="en-US" sz="2215" dirty="0">
              <a:solidFill>
                <a:schemeClr val="tx1"/>
              </a:solidFill>
            </a:endParaRP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FA7E4478-5FE9-442C-B7CE-7E611CDEC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620713"/>
            <a:ext cx="2052637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800000"/>
                </a:solidFill>
              </a:rPr>
              <a:t>（</a:t>
            </a:r>
            <a:r>
              <a:rPr lang="en-US" altLang="zh-CN" sz="2585" dirty="0">
                <a:solidFill>
                  <a:srgbClr val="800000"/>
                </a:solidFill>
              </a:rPr>
              <a:t>1</a:t>
            </a:r>
            <a:r>
              <a:rPr lang="zh-CN" altLang="en-US" sz="2585" dirty="0">
                <a:solidFill>
                  <a:srgbClr val="800000"/>
                </a:solidFill>
              </a:rPr>
              <a:t>）求 </a:t>
            </a:r>
            <a:r>
              <a:rPr lang="en-US" altLang="zh-CN" sz="2585" i="1" dirty="0">
                <a:solidFill>
                  <a:srgbClr val="800000"/>
                </a:solidFill>
              </a:rPr>
              <a:t>L</a:t>
            </a:r>
            <a:endParaRPr lang="en-US" altLang="zh-CN" sz="2215" i="1" dirty="0">
              <a:solidFill>
                <a:srgbClr val="800000"/>
              </a:solidFill>
            </a:endParaRPr>
          </a:p>
        </p:txBody>
      </p:sp>
      <p:sp>
        <p:nvSpPr>
          <p:cNvPr id="794628" name="Text Box 4">
            <a:extLst>
              <a:ext uri="{FF2B5EF4-FFF2-40B4-BE49-F238E27FC236}">
                <a16:creationId xmlns:a16="http://schemas.microsoft.com/office/drawing/2014/main" id="{1FC7968B-89D2-488E-AA46-910B14198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16000"/>
            <a:ext cx="9590088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解</a:t>
            </a:r>
            <a:r>
              <a:rPr lang="en-US" altLang="zh-CN" sz="2585" dirty="0">
                <a:solidFill>
                  <a:srgbClr val="FF0000"/>
                </a:solidFill>
              </a:rPr>
              <a:t>:  </a:t>
            </a:r>
            <a:r>
              <a:rPr lang="zh-CN" altLang="en-US" sz="2585" dirty="0">
                <a:solidFill>
                  <a:schemeClr val="tx1"/>
                </a:solidFill>
              </a:rPr>
              <a:t>设线圈中通有电流</a:t>
            </a:r>
            <a:r>
              <a:rPr lang="zh-CN" altLang="en-US" sz="2215" dirty="0">
                <a:solidFill>
                  <a:schemeClr val="tx1"/>
                </a:solidFill>
              </a:rPr>
              <a:t> </a:t>
            </a:r>
            <a:r>
              <a:rPr lang="en-US" altLang="zh-CN" sz="2585" i="1" dirty="0">
                <a:solidFill>
                  <a:schemeClr val="tx1"/>
                </a:solidFill>
              </a:rPr>
              <a:t>I</a:t>
            </a:r>
            <a:r>
              <a:rPr lang="en-US" altLang="zh-CN" sz="2585" dirty="0">
                <a:solidFill>
                  <a:schemeClr val="tx1"/>
                </a:solidFill>
              </a:rPr>
              <a:t> .</a:t>
            </a:r>
            <a:endParaRPr lang="en-US" altLang="zh-CN" sz="2215" dirty="0">
              <a:solidFill>
                <a:schemeClr val="tx1"/>
              </a:solidFill>
            </a:endParaRPr>
          </a:p>
        </p:txBody>
      </p:sp>
      <p:graphicFrame>
        <p:nvGraphicFramePr>
          <p:cNvPr id="794629" name="Object 5">
            <a:extLst>
              <a:ext uri="{FF2B5EF4-FFF2-40B4-BE49-F238E27FC236}">
                <a16:creationId xmlns:a16="http://schemas.microsoft.com/office/drawing/2014/main" id="{1B1A884A-FA7C-44BA-A02E-89D02D8313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2163" y="1195388"/>
          <a:ext cx="217011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3" name="公式" r:id="rId4" imgW="752590" imgH="390420" progId="Equation.3">
                  <p:embed/>
                </p:oleObj>
              </mc:Choice>
              <mc:Fallback>
                <p:oleObj name="公式" r:id="rId4" imgW="752590" imgH="3904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1195388"/>
                        <a:ext cx="217011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0" name="Object 6">
            <a:extLst>
              <a:ext uri="{FF2B5EF4-FFF2-40B4-BE49-F238E27FC236}">
                <a16:creationId xmlns:a16="http://schemas.microsoft.com/office/drawing/2014/main" id="{62985C0B-37CF-4EA3-97C6-E01AC19F04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8463" y="1277938"/>
          <a:ext cx="19653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4" name="公式" r:id="rId6" imgW="1771532" imgH="666630" progId="Equation.3">
                  <p:embed/>
                </p:oleObj>
              </mc:Choice>
              <mc:Fallback>
                <p:oleObj name="公式" r:id="rId6" imgW="1771532" imgH="6666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1277938"/>
                        <a:ext cx="19653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1" name="Object 7">
            <a:extLst>
              <a:ext uri="{FF2B5EF4-FFF2-40B4-BE49-F238E27FC236}">
                <a16:creationId xmlns:a16="http://schemas.microsoft.com/office/drawing/2014/main" id="{94828C11-4D02-4317-A3E0-B531D8A5C2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3100" y="2054225"/>
          <a:ext cx="9017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5" name="公式" r:id="rId8" imgW="733411" imgH="657180" progId="Equation.3">
                  <p:embed/>
                </p:oleObj>
              </mc:Choice>
              <mc:Fallback>
                <p:oleObj name="公式" r:id="rId8" imgW="733411" imgH="6571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2054225"/>
                        <a:ext cx="9017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Text Box 8">
            <a:extLst>
              <a:ext uri="{FF2B5EF4-FFF2-40B4-BE49-F238E27FC236}">
                <a16:creationId xmlns:a16="http://schemas.microsoft.com/office/drawing/2014/main" id="{B23CC24F-1CB8-42D2-B786-14D7C3452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2663" y="2844800"/>
            <a:ext cx="56213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800000"/>
                </a:solidFill>
              </a:rPr>
              <a:t>（</a:t>
            </a:r>
            <a:r>
              <a:rPr lang="en-US" altLang="zh-CN" dirty="0">
                <a:solidFill>
                  <a:srgbClr val="800000"/>
                </a:solidFill>
              </a:rPr>
              <a:t>2</a:t>
            </a:r>
            <a:r>
              <a:rPr lang="zh-CN" altLang="en-US" dirty="0">
                <a:solidFill>
                  <a:srgbClr val="800000"/>
                </a:solidFill>
              </a:rPr>
              <a:t>）若中心有一无限长直导线</a:t>
            </a:r>
            <a:r>
              <a:rPr lang="en-US" altLang="zh-CN" dirty="0">
                <a:solidFill>
                  <a:srgbClr val="800000"/>
                </a:solidFill>
              </a:rPr>
              <a:t>,  </a:t>
            </a:r>
            <a:r>
              <a:rPr lang="zh-CN" altLang="en-US" dirty="0">
                <a:solidFill>
                  <a:srgbClr val="800000"/>
                </a:solidFill>
              </a:rPr>
              <a:t>求</a:t>
            </a:r>
            <a:r>
              <a:rPr lang="en-US" altLang="zh-CN" i="1" dirty="0">
                <a:solidFill>
                  <a:srgbClr val="800000"/>
                </a:solidFill>
              </a:rPr>
              <a:t>M</a:t>
            </a:r>
            <a:endParaRPr lang="en-US" altLang="zh-CN" dirty="0">
              <a:solidFill>
                <a:srgbClr val="800000"/>
              </a:solidFill>
            </a:endParaRPr>
          </a:p>
        </p:txBody>
      </p:sp>
      <p:sp>
        <p:nvSpPr>
          <p:cNvPr id="794633" name="Text Box 9">
            <a:extLst>
              <a:ext uri="{FF2B5EF4-FFF2-40B4-BE49-F238E27FC236}">
                <a16:creationId xmlns:a16="http://schemas.microsoft.com/office/drawing/2014/main" id="{784B2606-6DBB-4C07-9C12-406D57DD4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197225"/>
            <a:ext cx="32162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chemeClr val="tx1"/>
                </a:solidFill>
              </a:rPr>
              <a:t>设直线中通电流</a:t>
            </a:r>
            <a:r>
              <a:rPr lang="zh-CN" altLang="en-US" sz="2585" dirty="0">
                <a:solidFill>
                  <a:schemeClr val="tx1"/>
                </a:solidFill>
              </a:rPr>
              <a:t> </a:t>
            </a:r>
            <a:r>
              <a:rPr lang="en-US" altLang="zh-CN" sz="2585" i="1" dirty="0">
                <a:solidFill>
                  <a:schemeClr val="tx1"/>
                </a:solidFill>
              </a:rPr>
              <a:t>I</a:t>
            </a:r>
            <a:r>
              <a:rPr lang="en-US" altLang="zh-CN" sz="1477" dirty="0">
                <a:solidFill>
                  <a:schemeClr val="tx1"/>
                </a:solidFill>
              </a:rPr>
              <a:t> 1</a:t>
            </a:r>
            <a:endParaRPr lang="en-US" altLang="zh-CN" sz="2585" dirty="0">
              <a:solidFill>
                <a:schemeClr val="tx1"/>
              </a:solidFill>
            </a:endParaRPr>
          </a:p>
        </p:txBody>
      </p:sp>
      <p:graphicFrame>
        <p:nvGraphicFramePr>
          <p:cNvPr id="794634" name="Object 10">
            <a:extLst>
              <a:ext uri="{FF2B5EF4-FFF2-40B4-BE49-F238E27FC236}">
                <a16:creationId xmlns:a16="http://schemas.microsoft.com/office/drawing/2014/main" id="{B687BC93-0B10-43A7-A543-546375FC8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3255963"/>
          <a:ext cx="12509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6" name="公式" r:id="rId10" imgW="561877" imgH="162000" progId="Equation.3">
                  <p:embed/>
                </p:oleObj>
              </mc:Choice>
              <mc:Fallback>
                <p:oleObj name="公式" r:id="rId10" imgW="561877" imgH="162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255963"/>
                        <a:ext cx="12509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1" name="Text Box 11">
            <a:extLst>
              <a:ext uri="{FF2B5EF4-FFF2-40B4-BE49-F238E27FC236}">
                <a16:creationId xmlns:a16="http://schemas.microsoft.com/office/drawing/2014/main" id="{10C5B298-3BD0-42AC-AEFE-71501146C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02175"/>
            <a:ext cx="9144000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rgbClr val="800000"/>
                </a:solidFill>
              </a:rPr>
              <a:t>（</a:t>
            </a:r>
            <a:r>
              <a:rPr lang="en-US" altLang="zh-CN" sz="2215" dirty="0">
                <a:solidFill>
                  <a:srgbClr val="800000"/>
                </a:solidFill>
              </a:rPr>
              <a:t>3</a:t>
            </a:r>
            <a:r>
              <a:rPr lang="zh-CN" altLang="en-US" sz="2215" dirty="0">
                <a:solidFill>
                  <a:srgbClr val="800000"/>
                </a:solidFill>
              </a:rPr>
              <a:t>）若在螺绕环中通以交变 电流                                 求在长直导线中的   </a:t>
            </a:r>
          </a:p>
          <a:p>
            <a:pPr eaLnBrk="1" hangingPunct="1">
              <a:defRPr/>
            </a:pPr>
            <a:r>
              <a:rPr lang="zh-CN" altLang="en-US" sz="2215" dirty="0">
                <a:solidFill>
                  <a:srgbClr val="800000"/>
                </a:solidFill>
              </a:rPr>
              <a:t>          感应电动势</a:t>
            </a:r>
            <a:r>
              <a:rPr lang="en-US" altLang="zh-CN" sz="2215" dirty="0">
                <a:solidFill>
                  <a:srgbClr val="800000"/>
                </a:solidFill>
              </a:rPr>
              <a:t>.</a:t>
            </a:r>
          </a:p>
        </p:txBody>
      </p:sp>
      <p:graphicFrame>
        <p:nvGraphicFramePr>
          <p:cNvPr id="16397" name="Object 12">
            <a:extLst>
              <a:ext uri="{FF2B5EF4-FFF2-40B4-BE49-F238E27FC236}">
                <a16:creationId xmlns:a16="http://schemas.microsoft.com/office/drawing/2014/main" id="{3DEE180C-35F8-4942-BD62-F07402B51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3875" y="4737100"/>
          <a:ext cx="1981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7" name="公式" r:id="rId12" imgW="1542999" imgH="323730" progId="Equation.3">
                  <p:embed/>
                </p:oleObj>
              </mc:Choice>
              <mc:Fallback>
                <p:oleObj name="公式" r:id="rId12" imgW="1542999" imgH="32373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4737100"/>
                        <a:ext cx="1981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7" name="Object 13">
            <a:extLst>
              <a:ext uri="{FF2B5EF4-FFF2-40B4-BE49-F238E27FC236}">
                <a16:creationId xmlns:a16="http://schemas.microsoft.com/office/drawing/2014/main" id="{7A248C3A-40F8-4C70-A943-97E151F444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5422900"/>
          <a:ext cx="148431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8" name="公式" r:id="rId14" imgW="552422" imgH="276210" progId="Equation.3">
                  <p:embed/>
                </p:oleObj>
              </mc:Choice>
              <mc:Fallback>
                <p:oleObj name="公式" r:id="rId14" imgW="552422" imgH="27621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5422900"/>
                        <a:ext cx="148431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8" name="Object 14">
            <a:extLst>
              <a:ext uri="{FF2B5EF4-FFF2-40B4-BE49-F238E27FC236}">
                <a16:creationId xmlns:a16="http://schemas.microsoft.com/office/drawing/2014/main" id="{6211E10B-E6D5-494A-A88B-961ED3BF8E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6225" y="5403850"/>
          <a:ext cx="33718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9" name="公式" r:id="rId16" imgW="2943098" imgH="666630" progId="Equation.3">
                  <p:embed/>
                </p:oleObj>
              </mc:Choice>
              <mc:Fallback>
                <p:oleObj name="公式" r:id="rId16" imgW="2943098" imgH="6666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5403850"/>
                        <a:ext cx="33718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39" name="Object 15">
            <a:extLst>
              <a:ext uri="{FF2B5EF4-FFF2-40B4-BE49-F238E27FC236}">
                <a16:creationId xmlns:a16="http://schemas.microsoft.com/office/drawing/2014/main" id="{BC7789AC-23BD-4246-8682-4ECA584266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3" y="1484313"/>
          <a:ext cx="10572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0" name="公式" r:id="rId18" imgW="409522" imgH="142830" progId="Equation.3">
                  <p:embed/>
                </p:oleObj>
              </mc:Choice>
              <mc:Fallback>
                <p:oleObj name="公式" r:id="rId18" imgW="409522" imgH="1428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1484313"/>
                        <a:ext cx="10572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40" name="Line 16">
            <a:extLst>
              <a:ext uri="{FF2B5EF4-FFF2-40B4-BE49-F238E27FC236}">
                <a16:creationId xmlns:a16="http://schemas.microsoft.com/office/drawing/2014/main" id="{4214528F-21A7-45CD-A133-588FEC672A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39925" y="1770063"/>
            <a:ext cx="0" cy="914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794641" name="Line 17">
            <a:extLst>
              <a:ext uri="{FF2B5EF4-FFF2-40B4-BE49-F238E27FC236}">
                <a16:creationId xmlns:a16="http://schemas.microsoft.com/office/drawing/2014/main" id="{0C0F3D50-93B0-415A-BAE8-E9250ABA14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39925" y="2633663"/>
            <a:ext cx="0" cy="175895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794642" name="Object 18">
            <a:extLst>
              <a:ext uri="{FF2B5EF4-FFF2-40B4-BE49-F238E27FC236}">
                <a16:creationId xmlns:a16="http://schemas.microsoft.com/office/drawing/2014/main" id="{EB4AD420-22A1-44B6-B94E-773D8FCE4E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0363" y="2420938"/>
          <a:ext cx="2587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1" name="公式" r:id="rId20" imgW="279400" imgH="368300" progId="Equation.3">
                  <p:embed/>
                </p:oleObj>
              </mc:Choice>
              <mc:Fallback>
                <p:oleObj name="公式" r:id="rId20" imgW="279400" imgH="368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2420938"/>
                        <a:ext cx="258762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3" name="Object 19">
            <a:extLst>
              <a:ext uri="{FF2B5EF4-FFF2-40B4-BE49-F238E27FC236}">
                <a16:creationId xmlns:a16="http://schemas.microsoft.com/office/drawing/2014/main" id="{3E3652FB-1FF3-4CDD-81E7-37ADE7ACA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" y="2530475"/>
          <a:ext cx="1714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2" name="公式" r:id="rId22" imgW="85632" imgH="218970" progId="Equation.3">
                  <p:embed/>
                </p:oleObj>
              </mc:Choice>
              <mc:Fallback>
                <p:oleObj name="公式" r:id="rId22" imgW="85632" imgH="21897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" y="2530475"/>
                        <a:ext cx="17145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4" name="Object 20">
            <a:extLst>
              <a:ext uri="{FF2B5EF4-FFF2-40B4-BE49-F238E27FC236}">
                <a16:creationId xmlns:a16="http://schemas.microsoft.com/office/drawing/2014/main" id="{949210EC-92B4-4107-8FBA-D707066B22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6688" y="3721100"/>
          <a:ext cx="32543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3" name="公式" r:id="rId24" imgW="1305012" imgH="333450" progId="Equation.3">
                  <p:embed/>
                </p:oleObj>
              </mc:Choice>
              <mc:Fallback>
                <p:oleObj name="公式" r:id="rId24" imgW="1305012" imgH="33345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8" y="3721100"/>
                        <a:ext cx="325437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5" name="Object 21">
            <a:extLst>
              <a:ext uri="{FF2B5EF4-FFF2-40B4-BE49-F238E27FC236}">
                <a16:creationId xmlns:a16="http://schemas.microsoft.com/office/drawing/2014/main" id="{D17A87FD-4A49-4634-B085-B253D97B4A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8150" y="2060575"/>
          <a:ext cx="23653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4" name="公式" r:id="rId26" imgW="2390677" imgH="714420" progId="Equation.3">
                  <p:embed/>
                </p:oleObj>
              </mc:Choice>
              <mc:Fallback>
                <p:oleObj name="公式" r:id="rId26" imgW="2390677" imgH="7144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150" y="2060575"/>
                        <a:ext cx="236537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46" name="Object 22">
            <a:extLst>
              <a:ext uri="{FF2B5EF4-FFF2-40B4-BE49-F238E27FC236}">
                <a16:creationId xmlns:a16="http://schemas.microsoft.com/office/drawing/2014/main" id="{132AD502-F6D2-4F97-8DF0-2470A31B94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4075" y="3695700"/>
          <a:ext cx="16557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5" name="公式" r:id="rId28" imgW="676143" imgH="314280" progId="Equation.3">
                  <p:embed/>
                </p:oleObj>
              </mc:Choice>
              <mc:Fallback>
                <p:oleObj name="公式" r:id="rId28" imgW="676143" imgH="3142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4075" y="3695700"/>
                        <a:ext cx="16557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47" name="Text Box 23">
            <a:extLst>
              <a:ext uri="{FF2B5EF4-FFF2-40B4-BE49-F238E27FC236}">
                <a16:creationId xmlns:a16="http://schemas.microsoft.com/office/drawing/2014/main" id="{A1D3D846-651B-4ACA-8A97-F2D2EB13A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6148388"/>
            <a:ext cx="6937375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>
                <a:solidFill>
                  <a:schemeClr val="tx1"/>
                </a:solidFill>
              </a:rPr>
              <a:t>方向</a:t>
            </a:r>
            <a:r>
              <a:rPr lang="en-US" altLang="zh-CN" sz="2215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794649" name="Text Box 25">
            <a:extLst>
              <a:ext uri="{FF2B5EF4-FFF2-40B4-BE49-F238E27FC236}">
                <a16:creationId xmlns:a16="http://schemas.microsoft.com/office/drawing/2014/main" id="{BC80B4CE-B210-4E94-88DC-2468606E9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3763" y="714375"/>
            <a:ext cx="2008187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rgbClr val="FF0000"/>
                </a:solidFill>
              </a:rPr>
              <a:t>安培环路定理</a:t>
            </a:r>
          </a:p>
        </p:txBody>
      </p:sp>
      <p:sp>
        <p:nvSpPr>
          <p:cNvPr id="794650" name="AutoShape 26">
            <a:extLst>
              <a:ext uri="{FF2B5EF4-FFF2-40B4-BE49-F238E27FC236}">
                <a16:creationId xmlns:a16="http://schemas.microsoft.com/office/drawing/2014/main" id="{83927BA2-A66A-479F-8572-6D91B4F61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1165225"/>
            <a:ext cx="896938" cy="895350"/>
          </a:xfrm>
          <a:prstGeom prst="wedgeEllipseCallout">
            <a:avLst>
              <a:gd name="adj1" fmla="val 195259"/>
              <a:gd name="adj2" fmla="val -71278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215">
              <a:solidFill>
                <a:schemeClr val="tx1"/>
              </a:solidFill>
            </a:endParaRPr>
          </a:p>
        </p:txBody>
      </p:sp>
      <p:sp>
        <p:nvSpPr>
          <p:cNvPr id="794651" name="Rectangle 27">
            <a:extLst>
              <a:ext uri="{FF2B5EF4-FFF2-40B4-BE49-F238E27FC236}">
                <a16:creationId xmlns:a16="http://schemas.microsoft.com/office/drawing/2014/main" id="{2D31AD2E-B388-4161-9131-DEC432609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816225"/>
            <a:ext cx="438150" cy="803275"/>
          </a:xfrm>
          <a:prstGeom prst="rect">
            <a:avLst/>
          </a:prstGeom>
          <a:solidFill>
            <a:srgbClr val="CCFFCC">
              <a:alpha val="50195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sp>
        <p:nvSpPr>
          <p:cNvPr id="794652" name="Rectangle 28">
            <a:extLst>
              <a:ext uri="{FF2B5EF4-FFF2-40B4-BE49-F238E27FC236}">
                <a16:creationId xmlns:a16="http://schemas.microsoft.com/office/drawing/2014/main" id="{0187451F-67DB-4D63-B133-1F5B0211C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2816225"/>
            <a:ext cx="84138" cy="803275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grpSp>
        <p:nvGrpSpPr>
          <p:cNvPr id="16413" name="Group 29">
            <a:extLst>
              <a:ext uri="{FF2B5EF4-FFF2-40B4-BE49-F238E27FC236}">
                <a16:creationId xmlns:a16="http://schemas.microsoft.com/office/drawing/2014/main" id="{08018A71-7DE3-4922-A151-75862E6ED911}"/>
              </a:ext>
            </a:extLst>
          </p:cNvPr>
          <p:cNvGrpSpPr>
            <a:grpSpLocks/>
          </p:cNvGrpSpPr>
          <p:nvPr/>
        </p:nvGrpSpPr>
        <p:grpSpPr bwMode="auto">
          <a:xfrm>
            <a:off x="0" y="2076450"/>
            <a:ext cx="3571875" cy="2065338"/>
            <a:chOff x="1411" y="1151"/>
            <a:chExt cx="2437" cy="1410"/>
          </a:xfrm>
        </p:grpSpPr>
        <p:sp>
          <p:nvSpPr>
            <p:cNvPr id="22563" name="Oval 30">
              <a:extLst>
                <a:ext uri="{FF2B5EF4-FFF2-40B4-BE49-F238E27FC236}">
                  <a16:creationId xmlns:a16="http://schemas.microsoft.com/office/drawing/2014/main" id="{77C9152F-C96A-40AF-A559-34D29CB6F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151"/>
              <a:ext cx="1874" cy="86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2564" name="Oval 31">
              <a:extLst>
                <a:ext uri="{FF2B5EF4-FFF2-40B4-BE49-F238E27FC236}">
                  <a16:creationId xmlns:a16="http://schemas.microsoft.com/office/drawing/2014/main" id="{FE67C673-74E7-4437-8F89-8201D8DFD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" y="1298"/>
              <a:ext cx="1283" cy="519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2215"/>
            </a:p>
          </p:txBody>
        </p:sp>
        <p:sp>
          <p:nvSpPr>
            <p:cNvPr id="22565" name="Arc 32">
              <a:extLst>
                <a:ext uri="{FF2B5EF4-FFF2-40B4-BE49-F238E27FC236}">
                  <a16:creationId xmlns:a16="http://schemas.microsoft.com/office/drawing/2014/main" id="{93D57B77-946F-4AF5-BA02-F85421AEF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2135"/>
              <a:ext cx="1877" cy="418"/>
            </a:xfrm>
            <a:custGeom>
              <a:avLst/>
              <a:gdLst>
                <a:gd name="T0" fmla="*/ 1877 w 42872"/>
                <a:gd name="T1" fmla="*/ 63 h 21600"/>
                <a:gd name="T2" fmla="*/ 0 w 42872"/>
                <a:gd name="T3" fmla="*/ 36 h 21600"/>
                <a:gd name="T4" fmla="*/ 942 w 4287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872" h="21600" fill="none" extrusionOk="0">
                  <a:moveTo>
                    <a:pt x="42872" y="3276"/>
                  </a:moveTo>
                  <a:cubicBezTo>
                    <a:pt x="41254" y="13817"/>
                    <a:pt x="32186" y="21599"/>
                    <a:pt x="21522" y="21600"/>
                  </a:cubicBezTo>
                  <a:cubicBezTo>
                    <a:pt x="10303" y="21600"/>
                    <a:pt x="953" y="13012"/>
                    <a:pt x="0" y="1834"/>
                  </a:cubicBezTo>
                </a:path>
                <a:path w="42872" h="21600" stroke="0" extrusionOk="0">
                  <a:moveTo>
                    <a:pt x="42872" y="3276"/>
                  </a:moveTo>
                  <a:cubicBezTo>
                    <a:pt x="41254" y="13817"/>
                    <a:pt x="32186" y="21599"/>
                    <a:pt x="21522" y="21600"/>
                  </a:cubicBezTo>
                  <a:cubicBezTo>
                    <a:pt x="10303" y="21600"/>
                    <a:pt x="953" y="13012"/>
                    <a:pt x="0" y="1834"/>
                  </a:cubicBezTo>
                  <a:lnTo>
                    <a:pt x="21522" y="0"/>
                  </a:lnTo>
                  <a:lnTo>
                    <a:pt x="42872" y="3276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6" name="Line 33">
              <a:extLst>
                <a:ext uri="{FF2B5EF4-FFF2-40B4-BE49-F238E27FC236}">
                  <a16:creationId xmlns:a16="http://schemas.microsoft.com/office/drawing/2014/main" id="{96787563-0C1F-4796-BF3E-1FA259768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7" y="1638"/>
              <a:ext cx="0" cy="53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7" name="Line 34">
              <a:extLst>
                <a:ext uri="{FF2B5EF4-FFF2-40B4-BE49-F238E27FC236}">
                  <a16:creationId xmlns:a16="http://schemas.microsoft.com/office/drawing/2014/main" id="{F918B32F-F4BC-4C4F-BDDB-B3D4F2A1F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9" y="1889"/>
              <a:ext cx="0" cy="56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8" name="Line 35">
              <a:extLst>
                <a:ext uri="{FF2B5EF4-FFF2-40B4-BE49-F238E27FC236}">
                  <a16:creationId xmlns:a16="http://schemas.microsoft.com/office/drawing/2014/main" id="{099285FC-8BC7-47E2-B345-0E480C887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" y="2000"/>
              <a:ext cx="0" cy="56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69" name="Line 36">
              <a:extLst>
                <a:ext uri="{FF2B5EF4-FFF2-40B4-BE49-F238E27FC236}">
                  <a16:creationId xmlns:a16="http://schemas.microsoft.com/office/drawing/2014/main" id="{BE765660-E60C-4BC8-B0B9-135EDB2B1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1943"/>
              <a:ext cx="0" cy="56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0" name="Line 37">
              <a:extLst>
                <a:ext uri="{FF2B5EF4-FFF2-40B4-BE49-F238E27FC236}">
                  <a16:creationId xmlns:a16="http://schemas.microsoft.com/office/drawing/2014/main" id="{591381C3-7B39-4AA9-A2EF-4B444B366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0" y="1624"/>
              <a:ext cx="0" cy="58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1" name="Line 38">
              <a:extLst>
                <a:ext uri="{FF2B5EF4-FFF2-40B4-BE49-F238E27FC236}">
                  <a16:creationId xmlns:a16="http://schemas.microsoft.com/office/drawing/2014/main" id="{CC9EBCCB-EF8E-433C-A723-E506BE0CB1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4" y="1807"/>
              <a:ext cx="53" cy="19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2" name="Line 39">
              <a:extLst>
                <a:ext uri="{FF2B5EF4-FFF2-40B4-BE49-F238E27FC236}">
                  <a16:creationId xmlns:a16="http://schemas.microsoft.com/office/drawing/2014/main" id="{C2BA06A2-376D-4A51-9713-35748B037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8" y="1761"/>
              <a:ext cx="250" cy="14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3" name="Line 40">
              <a:extLst>
                <a:ext uri="{FF2B5EF4-FFF2-40B4-BE49-F238E27FC236}">
                  <a16:creationId xmlns:a16="http://schemas.microsoft.com/office/drawing/2014/main" id="{9F02723C-22F0-42B7-A77C-C3DA269B5A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8" y="1793"/>
              <a:ext cx="185" cy="17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4" name="Line 41">
              <a:extLst>
                <a:ext uri="{FF2B5EF4-FFF2-40B4-BE49-F238E27FC236}">
                  <a16:creationId xmlns:a16="http://schemas.microsoft.com/office/drawing/2014/main" id="{E87F7101-6AEF-42C4-BDD5-BE497E24A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98" y="1453"/>
              <a:ext cx="22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5" name="Line 42">
              <a:extLst>
                <a:ext uri="{FF2B5EF4-FFF2-40B4-BE49-F238E27FC236}">
                  <a16:creationId xmlns:a16="http://schemas.microsoft.com/office/drawing/2014/main" id="{82A6DEF0-C11F-49D1-ACA1-E8AB2996A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83" y="1453"/>
              <a:ext cx="47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6" name="Line 43">
              <a:extLst>
                <a:ext uri="{FF2B5EF4-FFF2-40B4-BE49-F238E27FC236}">
                  <a16:creationId xmlns:a16="http://schemas.microsoft.com/office/drawing/2014/main" id="{824DA206-320B-4CCE-B071-9ADFF5D67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3" y="1217"/>
              <a:ext cx="173" cy="11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7" name="Line 44">
              <a:extLst>
                <a:ext uri="{FF2B5EF4-FFF2-40B4-BE49-F238E27FC236}">
                  <a16:creationId xmlns:a16="http://schemas.microsoft.com/office/drawing/2014/main" id="{C4E30B14-B39C-49A7-8BA2-1C7710D9A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1153"/>
              <a:ext cx="37" cy="16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8" name="Line 45">
              <a:extLst>
                <a:ext uri="{FF2B5EF4-FFF2-40B4-BE49-F238E27FC236}">
                  <a16:creationId xmlns:a16="http://schemas.microsoft.com/office/drawing/2014/main" id="{150BA3F6-59EF-4926-929F-B61E04F8C0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8" y="1203"/>
              <a:ext cx="170" cy="13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79" name="Line 46">
              <a:extLst>
                <a:ext uri="{FF2B5EF4-FFF2-40B4-BE49-F238E27FC236}">
                  <a16:creationId xmlns:a16="http://schemas.microsoft.com/office/drawing/2014/main" id="{5AC5F9F6-B3EB-4915-A208-54E59E858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06" y="2072"/>
              <a:ext cx="25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6436" name="Object 47">
              <a:extLst>
                <a:ext uri="{FF2B5EF4-FFF2-40B4-BE49-F238E27FC236}">
                  <a16:creationId xmlns:a16="http://schemas.microsoft.com/office/drawing/2014/main" id="{E05A332B-A384-463A-BC81-C0C48AF5A1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1" y="1204"/>
            <a:ext cx="168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6" name="公式" r:id="rId30" imgW="126780" imgH="164814" progId="Equation.3">
                    <p:embed/>
                  </p:oleObj>
                </mc:Choice>
                <mc:Fallback>
                  <p:oleObj name="公式" r:id="rId30" imgW="126780" imgH="164814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1" y="1204"/>
                          <a:ext cx="168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7" name="Object 48">
              <a:extLst>
                <a:ext uri="{FF2B5EF4-FFF2-40B4-BE49-F238E27FC236}">
                  <a16:creationId xmlns:a16="http://schemas.microsoft.com/office/drawing/2014/main" id="{BD05B9B6-30AD-4C9F-AA71-6DBE1968C7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46" y="1511"/>
            <a:ext cx="25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7" name="公式" r:id="rId32" imgW="190335" imgH="215713" progId="Equation.3">
                    <p:embed/>
                  </p:oleObj>
                </mc:Choice>
                <mc:Fallback>
                  <p:oleObj name="公式" r:id="rId32" imgW="190335" imgH="215713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6" y="1511"/>
                          <a:ext cx="252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8" name="Object 49">
              <a:extLst>
                <a:ext uri="{FF2B5EF4-FFF2-40B4-BE49-F238E27FC236}">
                  <a16:creationId xmlns:a16="http://schemas.microsoft.com/office/drawing/2014/main" id="{64AF991C-D49F-407A-9044-AAC4A120E1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0" y="1785"/>
            <a:ext cx="168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8" name="公式" r:id="rId34" imgW="126725" imgH="177415" progId="Equation.3">
                    <p:embed/>
                  </p:oleObj>
                </mc:Choice>
                <mc:Fallback>
                  <p:oleObj name="公式" r:id="rId34" imgW="126725" imgH="177415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0" y="1785"/>
                          <a:ext cx="168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83" name="Line 50">
              <a:extLst>
                <a:ext uri="{FF2B5EF4-FFF2-40B4-BE49-F238E27FC236}">
                  <a16:creationId xmlns:a16="http://schemas.microsoft.com/office/drawing/2014/main" id="{DB086173-AA2A-4DA2-B4A1-778E44F50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4" y="1387"/>
              <a:ext cx="479" cy="1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sp>
          <p:nvSpPr>
            <p:cNvPr id="22584" name="Line 51">
              <a:extLst>
                <a:ext uri="{FF2B5EF4-FFF2-40B4-BE49-F238E27FC236}">
                  <a16:creationId xmlns:a16="http://schemas.microsoft.com/office/drawing/2014/main" id="{2A2B10DD-62BF-47D9-8165-6410F6122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4" y="1387"/>
              <a:ext cx="818" cy="1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15"/>
            </a:p>
          </p:txBody>
        </p:sp>
        <p:graphicFrame>
          <p:nvGraphicFramePr>
            <p:cNvPr id="16441" name="Object 52">
              <a:extLst>
                <a:ext uri="{FF2B5EF4-FFF2-40B4-BE49-F238E27FC236}">
                  <a16:creationId xmlns:a16="http://schemas.microsoft.com/office/drawing/2014/main" id="{0A74FF9E-D975-462B-8500-F336DB4BAD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7" y="1202"/>
            <a:ext cx="168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9" name="公式" r:id="rId36" imgW="126725" imgH="177415" progId="Equation.3">
                    <p:embed/>
                  </p:oleObj>
                </mc:Choice>
                <mc:Fallback>
                  <p:oleObj name="公式" r:id="rId36" imgW="126725" imgH="177415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7" y="1202"/>
                          <a:ext cx="168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42" name="Object 53">
              <a:extLst>
                <a:ext uri="{FF2B5EF4-FFF2-40B4-BE49-F238E27FC236}">
                  <a16:creationId xmlns:a16="http://schemas.microsoft.com/office/drawing/2014/main" id="{28098BC7-3352-4191-9771-35DE08D508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9" y="1234"/>
            <a:ext cx="16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0" name="公式" r:id="rId38" imgW="126835" imgH="139518" progId="Equation.3">
                    <p:embed/>
                  </p:oleObj>
                </mc:Choice>
                <mc:Fallback>
                  <p:oleObj name="公式" r:id="rId38" imgW="126835" imgH="139518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9" y="1234"/>
                          <a:ext cx="168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4678" name="Object 54">
            <a:extLst>
              <a:ext uri="{FF2B5EF4-FFF2-40B4-BE49-F238E27FC236}">
                <a16:creationId xmlns:a16="http://schemas.microsoft.com/office/drawing/2014/main" id="{03B61600-1F7C-4CF0-9069-5F66D9AB12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3688" y="3536950"/>
          <a:ext cx="36988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1" name="公式" r:id="rId40" imgW="190335" imgH="177646" progId="Equation.3">
                  <p:embed/>
                </p:oleObj>
              </mc:Choice>
              <mc:Fallback>
                <p:oleObj name="公式" r:id="rId40" imgW="190335" imgH="177646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3536950"/>
                        <a:ext cx="36988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79" name="Object 55">
            <a:extLst>
              <a:ext uri="{FF2B5EF4-FFF2-40B4-BE49-F238E27FC236}">
                <a16:creationId xmlns:a16="http://schemas.microsoft.com/office/drawing/2014/main" id="{D1D532E1-6AB7-484A-9C7B-E85CDC94B6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5625" y="1355725"/>
          <a:ext cx="156051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2" name="公式" r:id="rId42" imgW="523788" imgH="247590" progId="Equation.3">
                  <p:embed/>
                </p:oleObj>
              </mc:Choice>
              <mc:Fallback>
                <p:oleObj name="公式" r:id="rId42" imgW="523788" imgH="24759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1355725"/>
                        <a:ext cx="1560513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2" name="Rectangle 56">
            <a:hlinkClick r:id="" action="ppaction://macro?name=TimerOnOff"/>
            <a:extLst>
              <a:ext uri="{FF2B5EF4-FFF2-40B4-BE49-F238E27FC236}">
                <a16:creationId xmlns:a16="http://schemas.microsoft.com/office/drawing/2014/main" id="{82FCBEF8-D8E1-4E02-856F-31282D0AF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1863" y="341313"/>
            <a:ext cx="61595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2215"/>
          </a:p>
        </p:txBody>
      </p:sp>
      <p:sp>
        <p:nvSpPr>
          <p:cNvPr id="59" name="Text Box 3">
            <a:extLst>
              <a:ext uri="{FF2B5EF4-FFF2-40B4-BE49-F238E27FC236}">
                <a16:creationId xmlns:a16="http://schemas.microsoft.com/office/drawing/2014/main" id="{E0EE5F93-AB0C-49AB-BA0A-FA2539B47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1913" y="115888"/>
            <a:ext cx="37703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自感与互感</a:t>
            </a:r>
          </a:p>
        </p:txBody>
      </p:sp>
      <p:sp>
        <p:nvSpPr>
          <p:cNvPr id="58" name="Text Box 25">
            <a:extLst>
              <a:ext uri="{FF2B5EF4-FFF2-40B4-BE49-F238E27FC236}">
                <a16:creationId xmlns:a16="http://schemas.microsoft.com/office/drawing/2014/main" id="{76E91093-7980-46B5-A20E-32CBBFBC8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34925"/>
            <a:ext cx="1106487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>
                <a:solidFill>
                  <a:srgbClr val="FF0000"/>
                </a:solidFill>
              </a:rPr>
              <a:t>螺绕环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9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9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9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94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9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79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79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79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9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79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79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79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9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9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79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79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79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79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79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3" dur="500"/>
                                        <p:tgtEl>
                                          <p:spTgt spid="79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8" dur="500"/>
                                        <p:tgtEl>
                                          <p:spTgt spid="79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628" grpId="0" autoUpdateAnimBg="0"/>
      <p:bldP spid="794633" grpId="0" autoUpdateAnimBg="0"/>
      <p:bldP spid="794647" grpId="0" autoUpdateAnimBg="0"/>
      <p:bldP spid="794649" grpId="0" autoUpdateAnimBg="0"/>
      <p:bldP spid="794650" grpId="0" animBg="1"/>
      <p:bldP spid="794651" grpId="0" animBg="1"/>
      <p:bldP spid="794652" grpId="0" animBg="1"/>
      <p:bldP spid="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2">
            <a:extLst>
              <a:ext uri="{FF2B5EF4-FFF2-40B4-BE49-F238E27FC236}">
                <a16:creationId xmlns:a16="http://schemas.microsoft.com/office/drawing/2014/main" id="{DA3D7D5B-3006-420C-8211-552C4C206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519113"/>
            <a:ext cx="8294688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例</a:t>
            </a:r>
            <a:r>
              <a:rPr lang="en-US" altLang="zh-CN" sz="2585" dirty="0">
                <a:solidFill>
                  <a:srgbClr val="FF0000"/>
                </a:solidFill>
              </a:rPr>
              <a:t>9:</a:t>
            </a:r>
            <a:r>
              <a:rPr lang="zh-CN" altLang="en-US" sz="2585" dirty="0"/>
              <a:t>一圆形平行板电容器，两极板的半径为</a:t>
            </a:r>
            <a:r>
              <a:rPr lang="en-US" altLang="zh-CN" sz="2585" i="1" dirty="0"/>
              <a:t>a</a:t>
            </a:r>
            <a:r>
              <a:rPr lang="zh-CN" altLang="en-US" sz="2585" dirty="0"/>
              <a:t>。设其正在</a:t>
            </a:r>
          </a:p>
          <a:p>
            <a:pPr eaLnBrk="1" hangingPunct="1">
              <a:defRPr/>
            </a:pPr>
            <a:r>
              <a:rPr lang="zh-CN" altLang="en-US" sz="2585" dirty="0"/>
              <a:t>      充放电，电荷按规律</a:t>
            </a:r>
            <a:r>
              <a:rPr lang="en-US" altLang="zh-CN" sz="2585" i="1" dirty="0"/>
              <a:t>Q</a:t>
            </a:r>
            <a:r>
              <a:rPr lang="en-US" altLang="zh-CN" sz="2585" dirty="0"/>
              <a:t>=</a:t>
            </a:r>
            <a:r>
              <a:rPr lang="en-US" altLang="zh-CN" sz="2585" i="1" dirty="0"/>
              <a:t>Q</a:t>
            </a:r>
            <a:r>
              <a:rPr lang="en-US" altLang="zh-CN" sz="2585" baseline="-25000" dirty="0"/>
              <a:t>0</a:t>
            </a:r>
            <a:r>
              <a:rPr lang="en-US" altLang="zh-CN" sz="2585" dirty="0"/>
              <a:t>sin</a:t>
            </a:r>
            <a:r>
              <a:rPr lang="en-US" altLang="zh-CN" sz="2585" i="1" dirty="0">
                <a:sym typeface="Symbol" panose="05050102010706020507" pitchFamily="18" charset="2"/>
              </a:rPr>
              <a:t></a:t>
            </a:r>
            <a:r>
              <a:rPr lang="en-US" altLang="zh-CN" sz="2585" i="1" dirty="0"/>
              <a:t>t</a:t>
            </a:r>
            <a:r>
              <a:rPr lang="zh-CN" altLang="en-US" sz="2585" dirty="0"/>
              <a:t>变化，忽略边缘效应</a:t>
            </a:r>
          </a:p>
          <a:p>
            <a:pPr eaLnBrk="1" hangingPunct="1">
              <a:defRPr/>
            </a:pPr>
            <a:r>
              <a:rPr lang="zh-CN" altLang="en-US" sz="2585" dirty="0"/>
              <a:t>      求：两极板间任意点的 </a:t>
            </a:r>
            <a:r>
              <a:rPr lang="en-US" altLang="zh-CN" sz="2585" i="1" dirty="0" err="1"/>
              <a:t>j</a:t>
            </a:r>
            <a:r>
              <a:rPr lang="en-US" altLang="zh-CN" sz="2585" i="1" baseline="-25000" dirty="0" err="1"/>
              <a:t>D</a:t>
            </a:r>
            <a:r>
              <a:rPr lang="en-US" altLang="zh-CN" sz="2585" dirty="0"/>
              <a:t> </a:t>
            </a:r>
            <a:r>
              <a:rPr lang="zh-CN" altLang="en-US" sz="2585" dirty="0"/>
              <a:t>和 </a:t>
            </a:r>
            <a:r>
              <a:rPr lang="en-US" altLang="zh-CN" sz="2585" i="1" dirty="0"/>
              <a:t>B</a:t>
            </a:r>
            <a:r>
              <a:rPr lang="zh-CN" altLang="en-US" sz="2585" dirty="0"/>
              <a:t>？</a:t>
            </a:r>
          </a:p>
        </p:txBody>
      </p:sp>
      <p:sp>
        <p:nvSpPr>
          <p:cNvPr id="163843" name="Text Box 3">
            <a:extLst>
              <a:ext uri="{FF2B5EF4-FFF2-40B4-BE49-F238E27FC236}">
                <a16:creationId xmlns:a16="http://schemas.microsoft.com/office/drawing/2014/main" id="{75EB0719-25DF-492E-A176-DF8D93621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8" y="1693863"/>
            <a:ext cx="8509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FF0000"/>
                </a:solidFill>
              </a:rPr>
              <a:t>解：</a:t>
            </a:r>
          </a:p>
        </p:txBody>
      </p:sp>
      <p:graphicFrame>
        <p:nvGraphicFramePr>
          <p:cNvPr id="163844" name="Object 4">
            <a:extLst>
              <a:ext uri="{FF2B5EF4-FFF2-40B4-BE49-F238E27FC236}">
                <a16:creationId xmlns:a16="http://schemas.microsoft.com/office/drawing/2014/main" id="{F45960F7-8B68-4238-A287-DEA0BA771E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5050" y="2144713"/>
          <a:ext cx="10160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3" name="公式" r:id="rId3" imgW="1104900" imgH="673100" progId="Equation.3">
                  <p:embed/>
                </p:oleObj>
              </mc:Choice>
              <mc:Fallback>
                <p:oleObj name="公式" r:id="rId3" imgW="1104900" imgH="673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2144713"/>
                        <a:ext cx="10160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5" name="Text Box 5">
            <a:extLst>
              <a:ext uri="{FF2B5EF4-FFF2-40B4-BE49-F238E27FC236}">
                <a16:creationId xmlns:a16="http://schemas.microsoft.com/office/drawing/2014/main" id="{FD1B0BBB-E6EB-4B47-ABA1-92E754308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1693863"/>
            <a:ext cx="39052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/>
              <a:t>(1)</a:t>
            </a:r>
            <a:r>
              <a:rPr lang="zh-CN" altLang="en-US" sz="2585"/>
              <a:t>平行板之间的电场为：</a:t>
            </a:r>
          </a:p>
        </p:txBody>
      </p:sp>
      <p:sp>
        <p:nvSpPr>
          <p:cNvPr id="163846" name="Text Box 6">
            <a:extLst>
              <a:ext uri="{FF2B5EF4-FFF2-40B4-BE49-F238E27FC236}">
                <a16:creationId xmlns:a16="http://schemas.microsoft.com/office/drawing/2014/main" id="{2EACEA7B-A544-41FC-B35C-D3EA93E06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1693863"/>
            <a:ext cx="8128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/>
              <a:t>D</a:t>
            </a:r>
            <a:r>
              <a:rPr lang="en-US" altLang="zh-CN" sz="2585"/>
              <a:t>=</a:t>
            </a:r>
            <a:r>
              <a:rPr lang="en-US" altLang="zh-CN" sz="2585" i="1">
                <a:sym typeface="Symbol" panose="05050102010706020507" pitchFamily="18" charset="2"/>
              </a:rPr>
              <a:t></a:t>
            </a:r>
            <a:endParaRPr lang="en-US" altLang="zh-CN" sz="2585" i="1"/>
          </a:p>
        </p:txBody>
      </p:sp>
      <p:graphicFrame>
        <p:nvGraphicFramePr>
          <p:cNvPr id="163847" name="Object 7">
            <a:extLst>
              <a:ext uri="{FF2B5EF4-FFF2-40B4-BE49-F238E27FC236}">
                <a16:creationId xmlns:a16="http://schemas.microsoft.com/office/drawing/2014/main" id="{93851616-5081-40E2-B587-05F4F9573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0825" y="1562100"/>
          <a:ext cx="569913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4" name="公式" r:id="rId5" imgW="583947" imgH="736280" progId="Equation.3">
                  <p:embed/>
                </p:oleObj>
              </mc:Choice>
              <mc:Fallback>
                <p:oleObj name="公式" r:id="rId5" imgW="583947" imgH="7362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1562100"/>
                        <a:ext cx="569913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8" name="Object 8">
            <a:extLst>
              <a:ext uri="{FF2B5EF4-FFF2-40B4-BE49-F238E27FC236}">
                <a16:creationId xmlns:a16="http://schemas.microsoft.com/office/drawing/2014/main" id="{C130FA64-159F-4ADD-9605-33D66E1C2D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4875" y="2074863"/>
          <a:ext cx="9842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5" name="公式" r:id="rId7" imgW="1066800" imgH="736600" progId="Equation.3">
                  <p:embed/>
                </p:oleObj>
              </mc:Choice>
              <mc:Fallback>
                <p:oleObj name="公式" r:id="rId7" imgW="1066800" imgH="736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2074863"/>
                        <a:ext cx="9842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9" name="Object 9">
            <a:extLst>
              <a:ext uri="{FF2B5EF4-FFF2-40B4-BE49-F238E27FC236}">
                <a16:creationId xmlns:a16="http://schemas.microsoft.com/office/drawing/2014/main" id="{8B95B292-544C-4ECE-99CB-1252419393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0088" y="2030413"/>
          <a:ext cx="19685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6" name="公式" r:id="rId9" imgW="952087" imgH="380835" progId="Equation.3">
                  <p:embed/>
                </p:oleObj>
              </mc:Choice>
              <mc:Fallback>
                <p:oleObj name="公式" r:id="rId9" imgW="952087" imgH="3808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2030413"/>
                        <a:ext cx="19685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0" name="Text Box 10">
            <a:extLst>
              <a:ext uri="{FF2B5EF4-FFF2-40B4-BE49-F238E27FC236}">
                <a16:creationId xmlns:a16="http://schemas.microsoft.com/office/drawing/2014/main" id="{D5900BC6-C3FD-403F-80C8-07AAD93A4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2701925"/>
            <a:ext cx="64389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j</a:t>
            </a:r>
            <a:r>
              <a:rPr lang="en-US" altLang="zh-CN" sz="2585" i="1" baseline="-25000"/>
              <a:t>D</a:t>
            </a:r>
            <a:r>
              <a:rPr lang="zh-CN" altLang="en-US" sz="2585"/>
              <a:t>均匀分布在横截面上，与传导电流同向。</a:t>
            </a:r>
          </a:p>
        </p:txBody>
      </p:sp>
      <p:sp>
        <p:nvSpPr>
          <p:cNvPr id="163851" name="Text Box 11">
            <a:extLst>
              <a:ext uri="{FF2B5EF4-FFF2-40B4-BE49-F238E27FC236}">
                <a16:creationId xmlns:a16="http://schemas.microsoft.com/office/drawing/2014/main" id="{8D657ABA-F058-408F-8698-9968B3A0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3124200"/>
            <a:ext cx="5715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(2)</a:t>
            </a:r>
          </a:p>
        </p:txBody>
      </p:sp>
      <p:sp>
        <p:nvSpPr>
          <p:cNvPr id="163852" name="Text Box 12">
            <a:extLst>
              <a:ext uri="{FF2B5EF4-FFF2-40B4-BE49-F238E27FC236}">
                <a16:creationId xmlns:a16="http://schemas.microsoft.com/office/drawing/2014/main" id="{3EDF7B5E-A11F-413D-878F-898BBFA61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3138488"/>
            <a:ext cx="87614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/>
              <a:t>在极板间取半径为</a:t>
            </a:r>
            <a:r>
              <a:rPr lang="en-US" altLang="zh-CN" sz="2585" i="1"/>
              <a:t>r</a:t>
            </a:r>
            <a:r>
              <a:rPr lang="zh-CN" altLang="en-US" sz="2585"/>
              <a:t>的同心圆环为积分回路</a:t>
            </a:r>
          </a:p>
        </p:txBody>
      </p:sp>
      <p:sp>
        <p:nvSpPr>
          <p:cNvPr id="163853" name="Oval 13">
            <a:extLst>
              <a:ext uri="{FF2B5EF4-FFF2-40B4-BE49-F238E27FC236}">
                <a16:creationId xmlns:a16="http://schemas.microsoft.com/office/drawing/2014/main" id="{F6D2BF58-64DF-4ACA-8249-A9B058E60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833813"/>
            <a:ext cx="1828800" cy="1687512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63854" name="Oval 14">
            <a:extLst>
              <a:ext uri="{FF2B5EF4-FFF2-40B4-BE49-F238E27FC236}">
                <a16:creationId xmlns:a16="http://schemas.microsoft.com/office/drawing/2014/main" id="{3E3BC77A-F2D6-4F08-B0C6-ACEBF7434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184650"/>
            <a:ext cx="1066800" cy="985838"/>
          </a:xfrm>
          <a:prstGeom prst="ellipse">
            <a:avLst/>
          </a:prstGeom>
          <a:noFill/>
          <a:ln w="38100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63855" name="Line 15">
            <a:extLst>
              <a:ext uri="{FF2B5EF4-FFF2-40B4-BE49-F238E27FC236}">
                <a16:creationId xmlns:a16="http://schemas.microsoft.com/office/drawing/2014/main" id="{1CE93B53-3AEA-4494-992A-993D65D665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4325938"/>
            <a:ext cx="381000" cy="35242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163856" name="Object 16">
            <a:extLst>
              <a:ext uri="{FF2B5EF4-FFF2-40B4-BE49-F238E27FC236}">
                <a16:creationId xmlns:a16="http://schemas.microsoft.com/office/drawing/2014/main" id="{08B34BBC-6F55-417D-8F46-A942A4413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6550" y="4325938"/>
          <a:ext cx="187325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7" name="公式" r:id="rId11" imgW="203112" imgH="228501" progId="Equation.3">
                  <p:embed/>
                </p:oleObj>
              </mc:Choice>
              <mc:Fallback>
                <p:oleObj name="公式" r:id="rId11" imgW="203112" imgH="22850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4325938"/>
                        <a:ext cx="187325" cy="21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7" name="Text Box 17">
            <a:extLst>
              <a:ext uri="{FF2B5EF4-FFF2-40B4-BE49-F238E27FC236}">
                <a16:creationId xmlns:a16="http://schemas.microsoft.com/office/drawing/2014/main" id="{DD8E13C6-1C37-4F0E-9C72-761C2E15A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3546475"/>
            <a:ext cx="2852738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585"/>
              <a:t>根据全电流定理：</a:t>
            </a:r>
          </a:p>
        </p:txBody>
      </p:sp>
      <p:sp>
        <p:nvSpPr>
          <p:cNvPr id="163861" name="Text Box 21">
            <a:extLst>
              <a:ext uri="{FF2B5EF4-FFF2-40B4-BE49-F238E27FC236}">
                <a16:creationId xmlns:a16="http://schemas.microsoft.com/office/drawing/2014/main" id="{EBE59351-22DE-4CEF-901C-33FAF816C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8" y="4040188"/>
            <a:ext cx="907256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r</a:t>
            </a:r>
            <a:r>
              <a:rPr lang="en-US" altLang="zh-CN" sz="2585"/>
              <a:t>&lt; </a:t>
            </a:r>
            <a:r>
              <a:rPr lang="en-US" altLang="zh-CN" sz="2585" i="1"/>
              <a:t>a</a:t>
            </a:r>
            <a:r>
              <a:rPr lang="zh-CN" altLang="en-US" sz="2585"/>
              <a:t>时</a:t>
            </a:r>
          </a:p>
        </p:txBody>
      </p:sp>
      <p:graphicFrame>
        <p:nvGraphicFramePr>
          <p:cNvPr id="163863" name="Object 23">
            <a:extLst>
              <a:ext uri="{FF2B5EF4-FFF2-40B4-BE49-F238E27FC236}">
                <a16:creationId xmlns:a16="http://schemas.microsoft.com/office/drawing/2014/main" id="{F1ED4D77-BD0C-4AB1-BDDD-C5E9C19791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7550" y="4027488"/>
          <a:ext cx="19542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8" name="公式" r:id="rId13" imgW="901309" imgH="291973" progId="Equation.3">
                  <p:embed/>
                </p:oleObj>
              </mc:Choice>
              <mc:Fallback>
                <p:oleObj name="公式" r:id="rId13" imgW="901309" imgH="29197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4027488"/>
                        <a:ext cx="19542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65" name="Text Box 25">
            <a:extLst>
              <a:ext uri="{FF2B5EF4-FFF2-40B4-BE49-F238E27FC236}">
                <a16:creationId xmlns:a16="http://schemas.microsoft.com/office/drawing/2014/main" id="{E2797862-8052-4CDE-8868-526AC9A4B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460875"/>
            <a:ext cx="11461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/>
              <a:t>I + I</a:t>
            </a:r>
            <a:r>
              <a:rPr lang="en-US" altLang="zh-CN" sz="2585" i="1" baseline="-25000"/>
              <a:t>D</a:t>
            </a:r>
            <a:r>
              <a:rPr lang="en-US" altLang="zh-CN" sz="2585" i="1"/>
              <a:t>=</a:t>
            </a:r>
          </a:p>
        </p:txBody>
      </p:sp>
      <p:graphicFrame>
        <p:nvGraphicFramePr>
          <p:cNvPr id="163866" name="Object 26">
            <a:extLst>
              <a:ext uri="{FF2B5EF4-FFF2-40B4-BE49-F238E27FC236}">
                <a16:creationId xmlns:a16="http://schemas.microsoft.com/office/drawing/2014/main" id="{641825C9-0C46-4AD4-9AEE-AF9FC320F6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4397375"/>
          <a:ext cx="10239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9" name="公式" r:id="rId15" imgW="457200" imgH="292100" progId="Equation.3">
                  <p:embed/>
                </p:oleObj>
              </mc:Choice>
              <mc:Fallback>
                <p:oleObj name="公式" r:id="rId15" imgW="457200" imgH="2921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4397375"/>
                        <a:ext cx="1023938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68" name="Text Box 28">
            <a:extLst>
              <a:ext uri="{FF2B5EF4-FFF2-40B4-BE49-F238E27FC236}">
                <a16:creationId xmlns:a16="http://schemas.microsoft.com/office/drawing/2014/main" id="{365348CB-997B-41A3-943B-8CA4ECF14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4968875"/>
            <a:ext cx="3333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0</a:t>
            </a:r>
          </a:p>
        </p:txBody>
      </p:sp>
      <p:graphicFrame>
        <p:nvGraphicFramePr>
          <p:cNvPr id="163869" name="Object 29">
            <a:extLst>
              <a:ext uri="{FF2B5EF4-FFF2-40B4-BE49-F238E27FC236}">
                <a16:creationId xmlns:a16="http://schemas.microsoft.com/office/drawing/2014/main" id="{193E6A33-B3EB-4F1A-9059-1E5D0E831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4529138"/>
          <a:ext cx="10779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0" name="公式" r:id="rId17" imgW="1168400" imgH="419100" progId="Equation.3">
                  <p:embed/>
                </p:oleObj>
              </mc:Choice>
              <mc:Fallback>
                <p:oleObj name="公式" r:id="rId17" imgW="1168400" imgH="4191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4529138"/>
                        <a:ext cx="10779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0" name="AutoShape 30">
            <a:extLst>
              <a:ext uri="{FF2B5EF4-FFF2-40B4-BE49-F238E27FC236}">
                <a16:creationId xmlns:a16="http://schemas.microsoft.com/office/drawing/2014/main" id="{BEFE1CF7-5CD8-469A-BA2F-A1345E485E1C}"/>
              </a:ext>
            </a:extLst>
          </p:cNvPr>
          <p:cNvSpPr>
            <a:spLocks/>
          </p:cNvSpPr>
          <p:nvPr/>
        </p:nvSpPr>
        <p:spPr bwMode="auto">
          <a:xfrm>
            <a:off x="4533900" y="4256088"/>
            <a:ext cx="152400" cy="492125"/>
          </a:xfrm>
          <a:prstGeom prst="rightBrace">
            <a:avLst>
              <a:gd name="adj1" fmla="val 2692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graphicFrame>
        <p:nvGraphicFramePr>
          <p:cNvPr id="163871" name="Object 31">
            <a:extLst>
              <a:ext uri="{FF2B5EF4-FFF2-40B4-BE49-F238E27FC236}">
                <a16:creationId xmlns:a16="http://schemas.microsoft.com/office/drawing/2014/main" id="{E4974D49-D65A-4AD3-96EE-89C7B22A2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9488" y="4205288"/>
          <a:ext cx="10890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1" name="公式" r:id="rId19" imgW="1180588" imgH="660113" progId="Equation.3">
                  <p:embed/>
                </p:oleObj>
              </mc:Choice>
              <mc:Fallback>
                <p:oleObj name="公式" r:id="rId19" imgW="1180588" imgH="66011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88" y="4205288"/>
                        <a:ext cx="10890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2" name="Object 32">
            <a:extLst>
              <a:ext uri="{FF2B5EF4-FFF2-40B4-BE49-F238E27FC236}">
                <a16:creationId xmlns:a16="http://schemas.microsoft.com/office/drawing/2014/main" id="{6291B314-90FE-4863-82FC-B09FCBBE6E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4989513"/>
          <a:ext cx="15652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2" name="公式" r:id="rId21" imgW="609600" imgH="228600" progId="Equation.3">
                  <p:embed/>
                </p:oleObj>
              </mc:Choice>
              <mc:Fallback>
                <p:oleObj name="公式" r:id="rId21" imgW="609600" imgH="2286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989513"/>
                        <a:ext cx="156527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3" name="Object 33">
            <a:extLst>
              <a:ext uri="{FF2B5EF4-FFF2-40B4-BE49-F238E27FC236}">
                <a16:creationId xmlns:a16="http://schemas.microsoft.com/office/drawing/2014/main" id="{DAD8E837-0D5C-4322-8C0B-CC7EC87050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1188" y="4792663"/>
          <a:ext cx="25368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3" name="公式" r:id="rId23" imgW="1193800" imgH="419100" progId="Equation.3">
                  <p:embed/>
                </p:oleObj>
              </mc:Choice>
              <mc:Fallback>
                <p:oleObj name="公式" r:id="rId23" imgW="1193800" imgH="4191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4792663"/>
                        <a:ext cx="25368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4" name="Text Box 34">
            <a:extLst>
              <a:ext uri="{FF2B5EF4-FFF2-40B4-BE49-F238E27FC236}">
                <a16:creationId xmlns:a16="http://schemas.microsoft.com/office/drawing/2014/main" id="{AF095349-E07C-45A3-A760-A10AF5A48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5575300"/>
            <a:ext cx="8839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r</a:t>
            </a:r>
            <a:r>
              <a:rPr lang="en-US" altLang="zh-CN" sz="2585"/>
              <a:t>&gt; </a:t>
            </a:r>
            <a:r>
              <a:rPr lang="en-US" altLang="zh-CN" sz="2585" i="1"/>
              <a:t>a</a:t>
            </a:r>
            <a:r>
              <a:rPr lang="zh-CN" altLang="en-US" sz="2585"/>
              <a:t>时</a:t>
            </a:r>
          </a:p>
        </p:txBody>
      </p:sp>
      <p:sp>
        <p:nvSpPr>
          <p:cNvPr id="163875" name="Text Box 35">
            <a:extLst>
              <a:ext uri="{FF2B5EF4-FFF2-40B4-BE49-F238E27FC236}">
                <a16:creationId xmlns:a16="http://schemas.microsoft.com/office/drawing/2014/main" id="{9E4F2A4B-D1B1-4F85-BFAB-0B7F3874E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5594350"/>
            <a:ext cx="11461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/>
              <a:t>I + I</a:t>
            </a:r>
            <a:r>
              <a:rPr lang="en-US" altLang="zh-CN" sz="2585" i="1" baseline="-25000"/>
              <a:t>D</a:t>
            </a:r>
            <a:r>
              <a:rPr lang="en-US" altLang="zh-CN" sz="2585" i="1"/>
              <a:t>=</a:t>
            </a:r>
          </a:p>
        </p:txBody>
      </p:sp>
      <p:graphicFrame>
        <p:nvGraphicFramePr>
          <p:cNvPr id="163876" name="Object 36">
            <a:extLst>
              <a:ext uri="{FF2B5EF4-FFF2-40B4-BE49-F238E27FC236}">
                <a16:creationId xmlns:a16="http://schemas.microsoft.com/office/drawing/2014/main" id="{3A852540-6489-471D-B369-25914B8C71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8775" y="5589588"/>
          <a:ext cx="9128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4" name="公式" r:id="rId25" imgW="457200" imgH="292100" progId="Equation.3">
                  <p:embed/>
                </p:oleObj>
              </mc:Choice>
              <mc:Fallback>
                <p:oleObj name="公式" r:id="rId25" imgW="457200" imgH="2921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5589588"/>
                        <a:ext cx="912813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8" name="Object 38">
            <a:extLst>
              <a:ext uri="{FF2B5EF4-FFF2-40B4-BE49-F238E27FC236}">
                <a16:creationId xmlns:a16="http://schemas.microsoft.com/office/drawing/2014/main" id="{AE853423-ABD6-4C49-BAC3-633733E8AC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6363" y="5662613"/>
          <a:ext cx="11033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5" name="公式" r:id="rId27" imgW="1193800" imgH="419100" progId="Equation.3">
                  <p:embed/>
                </p:oleObj>
              </mc:Choice>
              <mc:Fallback>
                <p:oleObj name="公式" r:id="rId27" imgW="1193800" imgH="4191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6363" y="5662613"/>
                        <a:ext cx="11033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9" name="Oval 39">
            <a:extLst>
              <a:ext uri="{FF2B5EF4-FFF2-40B4-BE49-F238E27FC236}">
                <a16:creationId xmlns:a16="http://schemas.microsoft.com/office/drawing/2014/main" id="{33DCA128-D112-4A57-90C6-C8310D8F1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622675"/>
            <a:ext cx="2286000" cy="2109788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63880" name="Text Box 40">
            <a:extLst>
              <a:ext uri="{FF2B5EF4-FFF2-40B4-BE49-F238E27FC236}">
                <a16:creationId xmlns:a16="http://schemas.microsoft.com/office/drawing/2014/main" id="{5B7EE5B1-2C90-46C3-9F17-8DCC7B1AA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63" y="6110288"/>
            <a:ext cx="3508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0</a:t>
            </a:r>
          </a:p>
        </p:txBody>
      </p:sp>
      <p:graphicFrame>
        <p:nvGraphicFramePr>
          <p:cNvPr id="163881" name="Object 41">
            <a:extLst>
              <a:ext uri="{FF2B5EF4-FFF2-40B4-BE49-F238E27FC236}">
                <a16:creationId xmlns:a16="http://schemas.microsoft.com/office/drawing/2014/main" id="{3765D2D5-F86B-47D8-8EA7-CA848301BD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2100" y="5535613"/>
          <a:ext cx="12303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6" name="公式" r:id="rId29" imgW="1333500" imgH="660400" progId="Equation.3">
                  <p:embed/>
                </p:oleObj>
              </mc:Choice>
              <mc:Fallback>
                <p:oleObj name="公式" r:id="rId29" imgW="1333500" imgH="6604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5535613"/>
                        <a:ext cx="12303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2" name="Object 42">
            <a:extLst>
              <a:ext uri="{FF2B5EF4-FFF2-40B4-BE49-F238E27FC236}">
                <a16:creationId xmlns:a16="http://schemas.microsoft.com/office/drawing/2014/main" id="{C3582ABB-F95D-47E8-8056-1B5FDCBC86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1063" y="6102350"/>
          <a:ext cx="25908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7" name="公式" r:id="rId31" imgW="1231366" imgH="406224" progId="Equation.3">
                  <p:embed/>
                </p:oleObj>
              </mc:Choice>
              <mc:Fallback>
                <p:oleObj name="公式" r:id="rId31" imgW="1231366" imgH="406224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6102350"/>
                        <a:ext cx="259080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44" name="Group 43">
            <a:extLst>
              <a:ext uri="{FF2B5EF4-FFF2-40B4-BE49-F238E27FC236}">
                <a16:creationId xmlns:a16="http://schemas.microsoft.com/office/drawing/2014/main" id="{AF7BF7D0-8BBA-4F4B-BD07-5DD3356B3A83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371600"/>
            <a:ext cx="1905000" cy="1828800"/>
            <a:chOff x="4272" y="528"/>
            <a:chExt cx="1200" cy="1248"/>
          </a:xfrm>
        </p:grpSpPr>
        <p:sp>
          <p:nvSpPr>
            <p:cNvPr id="11309" name="AutoShape 44">
              <a:extLst>
                <a:ext uri="{FF2B5EF4-FFF2-40B4-BE49-F238E27FC236}">
                  <a16:creationId xmlns:a16="http://schemas.microsoft.com/office/drawing/2014/main" id="{F3ACA01D-5542-4DF8-93D5-7B75F7320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440"/>
              <a:ext cx="96" cy="336"/>
            </a:xfrm>
            <a:prstGeom prst="can">
              <a:avLst>
                <a:gd name="adj" fmla="val 37576"/>
              </a:avLst>
            </a:prstGeom>
            <a:solidFill>
              <a:schemeClr val="accent1"/>
            </a:solidFill>
            <a:ln w="190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grpSp>
          <p:nvGrpSpPr>
            <p:cNvPr id="17452" name="Group 45">
              <a:extLst>
                <a:ext uri="{FF2B5EF4-FFF2-40B4-BE49-F238E27FC236}">
                  <a16:creationId xmlns:a16="http://schemas.microsoft.com/office/drawing/2014/main" id="{E63D3044-4F42-4BC2-A113-8ABE08D54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654"/>
              <a:ext cx="1200" cy="883"/>
              <a:chOff x="4080" y="1034"/>
              <a:chExt cx="1248" cy="1030"/>
            </a:xfrm>
          </p:grpSpPr>
          <p:sp>
            <p:nvSpPr>
              <p:cNvPr id="11312" name="Oval 46">
                <a:extLst>
                  <a:ext uri="{FF2B5EF4-FFF2-40B4-BE49-F238E27FC236}">
                    <a16:creationId xmlns:a16="http://schemas.microsoft.com/office/drawing/2014/main" id="{DC21A884-3006-418A-B036-75B946516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055"/>
                <a:ext cx="1248" cy="479"/>
              </a:xfrm>
              <a:prstGeom prst="ellipse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215"/>
              </a:p>
            </p:txBody>
          </p:sp>
          <p:sp>
            <p:nvSpPr>
              <p:cNvPr id="11313" name="Oval 47">
                <a:extLst>
                  <a:ext uri="{FF2B5EF4-FFF2-40B4-BE49-F238E27FC236}">
                    <a16:creationId xmlns:a16="http://schemas.microsoft.com/office/drawing/2014/main" id="{61EC9A93-DE3B-4F83-AF1F-95465AD59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582"/>
                <a:ext cx="1248" cy="479"/>
              </a:xfrm>
              <a:prstGeom prst="ellipse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215"/>
              </a:p>
            </p:txBody>
          </p:sp>
          <p:sp>
            <p:nvSpPr>
              <p:cNvPr id="11314" name="Line 48">
                <a:extLst>
                  <a:ext uri="{FF2B5EF4-FFF2-40B4-BE49-F238E27FC236}">
                    <a16:creationId xmlns:a16="http://schemas.microsoft.com/office/drawing/2014/main" id="{1CAC43AA-F95E-4A26-979C-3518CC9FF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56" y="1103"/>
                <a:ext cx="477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215"/>
              </a:p>
            </p:txBody>
          </p:sp>
          <p:sp>
            <p:nvSpPr>
              <p:cNvPr id="11315" name="Text Box 49">
                <a:extLst>
                  <a:ext uri="{FF2B5EF4-FFF2-40B4-BE49-F238E27FC236}">
                    <a16:creationId xmlns:a16="http://schemas.microsoft.com/office/drawing/2014/main" id="{1853D70A-99BA-45AB-9754-B5404C9736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1034"/>
                <a:ext cx="233" cy="3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85" i="1"/>
                  <a:t>a</a:t>
                </a:r>
              </a:p>
            </p:txBody>
          </p:sp>
        </p:grpSp>
        <p:sp>
          <p:nvSpPr>
            <p:cNvPr id="11311" name="AutoShape 50">
              <a:extLst>
                <a:ext uri="{FF2B5EF4-FFF2-40B4-BE49-F238E27FC236}">
                  <a16:creationId xmlns:a16="http://schemas.microsoft.com/office/drawing/2014/main" id="{783E3C8C-E805-4F44-BDAA-9297AC428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528"/>
              <a:ext cx="96" cy="336"/>
            </a:xfrm>
            <a:prstGeom prst="can">
              <a:avLst>
                <a:gd name="adj" fmla="val 37576"/>
              </a:avLst>
            </a:prstGeom>
            <a:solidFill>
              <a:schemeClr val="accent1"/>
            </a:solidFill>
            <a:ln w="190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</p:grpSp>
      <p:graphicFrame>
        <p:nvGraphicFramePr>
          <p:cNvPr id="163893" name="Object 53">
            <a:extLst>
              <a:ext uri="{FF2B5EF4-FFF2-40B4-BE49-F238E27FC236}">
                <a16:creationId xmlns:a16="http://schemas.microsoft.com/office/drawing/2014/main" id="{BE9D8F64-BD5D-4F14-9E9C-2E65E863FB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5888" y="3532188"/>
          <a:ext cx="1822450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8" name="公式" r:id="rId33" imgW="825500" imgH="292100" progId="Equation.3">
                  <p:embed/>
                </p:oleObj>
              </mc:Choice>
              <mc:Fallback>
                <p:oleObj name="公式" r:id="rId33" imgW="825500" imgH="2921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888" y="3532188"/>
                        <a:ext cx="1822450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4" name="AutoShape 54">
            <a:extLst>
              <a:ext uri="{FF2B5EF4-FFF2-40B4-BE49-F238E27FC236}">
                <a16:creationId xmlns:a16="http://schemas.microsoft.com/office/drawing/2014/main" id="{6C396D18-FAD5-4B5B-A42B-A3B3C0E7A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613" y="4484688"/>
            <a:ext cx="492125" cy="457200"/>
          </a:xfrm>
          <a:prstGeom prst="wedgeEllipseCallout">
            <a:avLst>
              <a:gd name="adj1" fmla="val -92856"/>
              <a:gd name="adj2" fmla="val 105449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215"/>
          </a:p>
        </p:txBody>
      </p:sp>
      <p:sp>
        <p:nvSpPr>
          <p:cNvPr id="163895" name="AutoShape 55">
            <a:extLst>
              <a:ext uri="{FF2B5EF4-FFF2-40B4-BE49-F238E27FC236}">
                <a16:creationId xmlns:a16="http://schemas.microsoft.com/office/drawing/2014/main" id="{1C52D022-F887-47BB-8D58-7B44113F7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5573713"/>
            <a:ext cx="493712" cy="457200"/>
          </a:xfrm>
          <a:prstGeom prst="wedgeEllipseCallout">
            <a:avLst>
              <a:gd name="adj1" fmla="val -85713"/>
              <a:gd name="adj2" fmla="val 113139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215"/>
          </a:p>
        </p:txBody>
      </p:sp>
      <p:graphicFrame>
        <p:nvGraphicFramePr>
          <p:cNvPr id="163896" name="Object 56">
            <a:extLst>
              <a:ext uri="{FF2B5EF4-FFF2-40B4-BE49-F238E27FC236}">
                <a16:creationId xmlns:a16="http://schemas.microsoft.com/office/drawing/2014/main" id="{1C467DB0-AE95-4D62-9854-0BBC5F4091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4913" y="5981700"/>
          <a:ext cx="102076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9" name="公式" r:id="rId35" imgW="1104900" imgH="698500" progId="Equation.3">
                  <p:embed/>
                </p:oleObj>
              </mc:Choice>
              <mc:Fallback>
                <p:oleObj name="公式" r:id="rId35" imgW="1104900" imgH="6985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4913" y="5981700"/>
                        <a:ext cx="1020762" cy="644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8" name="Rectangle 57">
            <a:hlinkClick r:id="" action="ppaction://macro?name=TimerOnOff"/>
            <a:extLst>
              <a:ext uri="{FF2B5EF4-FFF2-40B4-BE49-F238E27FC236}">
                <a16:creationId xmlns:a16="http://schemas.microsoft.com/office/drawing/2014/main" id="{D9067F2E-3ECA-4EE2-AAED-F2702E112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52" name="Text Box 3">
            <a:extLst>
              <a:ext uri="{FF2B5EF4-FFF2-40B4-BE49-F238E27FC236}">
                <a16:creationId xmlns:a16="http://schemas.microsoft.com/office/drawing/2014/main" id="{3AB3B646-0F1A-4745-B119-C4E878BB0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3" y="98425"/>
            <a:ext cx="1944687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 dirty="0">
                <a:solidFill>
                  <a:srgbClr val="FF0000"/>
                </a:solidFill>
              </a:rPr>
              <a:t>位移电流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75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16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75"/>
                                        <p:tgtEl>
                                          <p:spTgt spid="16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16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75"/>
                                        <p:tgtEl>
                                          <p:spTgt spid="16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16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6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500"/>
                                        <p:tgtEl>
                                          <p:spTgt spid="16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6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4" dur="500"/>
                                        <p:tgtEl>
                                          <p:spTgt spid="16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9" dur="500"/>
                                        <p:tgtEl>
                                          <p:spTgt spid="16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2" dur="500"/>
                                        <p:tgtEl>
                                          <p:spTgt spid="163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16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16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75" fill="hold"/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75" fill="hold"/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3" dur="500"/>
                                        <p:tgtEl>
                                          <p:spTgt spid="1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8" dur="500"/>
                                        <p:tgtEl>
                                          <p:spTgt spid="1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6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1" dur="500"/>
                                        <p:tgtEl>
                                          <p:spTgt spid="1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6" dur="500"/>
                                        <p:tgtEl>
                                          <p:spTgt spid="16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1" dur="500"/>
                                        <p:tgtEl>
                                          <p:spTgt spid="1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63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63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autoUpdateAnimBg="0"/>
      <p:bldP spid="163845" grpId="0" autoUpdateAnimBg="0"/>
      <p:bldP spid="163846" grpId="0" autoUpdateAnimBg="0"/>
      <p:bldP spid="163850" grpId="0" autoUpdateAnimBg="0"/>
      <p:bldP spid="163851" grpId="0" autoUpdateAnimBg="0"/>
      <p:bldP spid="163852" grpId="0" autoUpdateAnimBg="0"/>
      <p:bldP spid="163853" grpId="0" animBg="1"/>
      <p:bldP spid="163854" grpId="0" animBg="1"/>
      <p:bldP spid="163857" grpId="0" autoUpdateAnimBg="0"/>
      <p:bldP spid="163861" grpId="0" autoUpdateAnimBg="0"/>
      <p:bldP spid="163865" grpId="0" autoUpdateAnimBg="0"/>
      <p:bldP spid="163868" grpId="0" autoUpdateAnimBg="0"/>
      <p:bldP spid="163870" grpId="0" animBg="1"/>
      <p:bldP spid="163874" grpId="0" autoUpdateAnimBg="0"/>
      <p:bldP spid="163875" grpId="0" autoUpdateAnimBg="0"/>
      <p:bldP spid="163879" grpId="0" animBg="1"/>
      <p:bldP spid="163880" grpId="0" autoUpdateAnimBg="0"/>
      <p:bldP spid="163894" grpId="0" animBg="1"/>
      <p:bldP spid="16389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4BE6A240-69FC-4B8D-A6FF-39B91C3A3739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650875"/>
            <a:ext cx="1905000" cy="1687513"/>
            <a:chOff x="4272" y="528"/>
            <a:chExt cx="1200" cy="1248"/>
          </a:xfrm>
        </p:grpSpPr>
        <p:sp>
          <p:nvSpPr>
            <p:cNvPr id="12319" name="AutoShape 3">
              <a:extLst>
                <a:ext uri="{FF2B5EF4-FFF2-40B4-BE49-F238E27FC236}">
                  <a16:creationId xmlns:a16="http://schemas.microsoft.com/office/drawing/2014/main" id="{3AC63812-3DF2-416E-83FC-A8FE9F1F0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440"/>
              <a:ext cx="96" cy="336"/>
            </a:xfrm>
            <a:prstGeom prst="can">
              <a:avLst>
                <a:gd name="adj" fmla="val 37576"/>
              </a:avLst>
            </a:prstGeom>
            <a:solidFill>
              <a:schemeClr val="accent1"/>
            </a:solidFill>
            <a:ln w="190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grpSp>
          <p:nvGrpSpPr>
            <p:cNvPr id="18461" name="Group 4">
              <a:extLst>
                <a:ext uri="{FF2B5EF4-FFF2-40B4-BE49-F238E27FC236}">
                  <a16:creationId xmlns:a16="http://schemas.microsoft.com/office/drawing/2014/main" id="{9092325E-4A94-4FCF-BB89-D2D1D46AA2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641"/>
              <a:ext cx="1200" cy="897"/>
              <a:chOff x="4080" y="1018"/>
              <a:chExt cx="1248" cy="1046"/>
            </a:xfrm>
          </p:grpSpPr>
          <p:sp>
            <p:nvSpPr>
              <p:cNvPr id="12322" name="Oval 5">
                <a:extLst>
                  <a:ext uri="{FF2B5EF4-FFF2-40B4-BE49-F238E27FC236}">
                    <a16:creationId xmlns:a16="http://schemas.microsoft.com/office/drawing/2014/main" id="{5FEBD785-E373-4188-B860-5FCD6787D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056"/>
                <a:ext cx="1248" cy="479"/>
              </a:xfrm>
              <a:prstGeom prst="ellipse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215"/>
              </a:p>
            </p:txBody>
          </p:sp>
          <p:sp>
            <p:nvSpPr>
              <p:cNvPr id="12323" name="Oval 6">
                <a:extLst>
                  <a:ext uri="{FF2B5EF4-FFF2-40B4-BE49-F238E27FC236}">
                    <a16:creationId xmlns:a16="http://schemas.microsoft.com/office/drawing/2014/main" id="{24E734C4-C557-4D04-AFC7-453816EEE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583"/>
                <a:ext cx="1248" cy="481"/>
              </a:xfrm>
              <a:prstGeom prst="ellipse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215"/>
              </a:p>
            </p:txBody>
          </p:sp>
          <p:sp>
            <p:nvSpPr>
              <p:cNvPr id="12324" name="Line 7">
                <a:extLst>
                  <a:ext uri="{FF2B5EF4-FFF2-40B4-BE49-F238E27FC236}">
                    <a16:creationId xmlns:a16="http://schemas.microsoft.com/office/drawing/2014/main" id="{AB2672BF-6808-4F3D-802E-0D23B9A01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56" y="1104"/>
                <a:ext cx="477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215"/>
              </a:p>
            </p:txBody>
          </p:sp>
          <p:sp>
            <p:nvSpPr>
              <p:cNvPr id="12325" name="Text Box 8">
                <a:extLst>
                  <a:ext uri="{FF2B5EF4-FFF2-40B4-BE49-F238E27FC236}">
                    <a16:creationId xmlns:a16="http://schemas.microsoft.com/office/drawing/2014/main" id="{1F62D28E-09DD-449E-8CFA-1145ABA5F2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1018"/>
                <a:ext cx="233" cy="4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85" i="1"/>
                  <a:t>a</a:t>
                </a:r>
              </a:p>
            </p:txBody>
          </p:sp>
        </p:grpSp>
        <p:sp>
          <p:nvSpPr>
            <p:cNvPr id="12321" name="AutoShape 9">
              <a:extLst>
                <a:ext uri="{FF2B5EF4-FFF2-40B4-BE49-F238E27FC236}">
                  <a16:creationId xmlns:a16="http://schemas.microsoft.com/office/drawing/2014/main" id="{9D9AB0F1-FA68-4D23-95B0-52915E603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528"/>
              <a:ext cx="96" cy="336"/>
            </a:xfrm>
            <a:prstGeom prst="can">
              <a:avLst>
                <a:gd name="adj" fmla="val 37576"/>
              </a:avLst>
            </a:prstGeom>
            <a:solidFill>
              <a:schemeClr val="accent1"/>
            </a:solidFill>
            <a:ln w="190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</p:grpSp>
      <p:graphicFrame>
        <p:nvGraphicFramePr>
          <p:cNvPr id="18435" name="Object 12">
            <a:extLst>
              <a:ext uri="{FF2B5EF4-FFF2-40B4-BE49-F238E27FC236}">
                <a16:creationId xmlns:a16="http://schemas.microsoft.com/office/drawing/2014/main" id="{68EFF30C-F93C-4BDA-9834-C520D271E9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9288" y="650875"/>
          <a:ext cx="167481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7" name="公式" r:id="rId3" imgW="736600" imgH="368300" progId="Equation.3">
                  <p:embed/>
                </p:oleObj>
              </mc:Choice>
              <mc:Fallback>
                <p:oleObj name="公式" r:id="rId3" imgW="736600" imgH="368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650875"/>
                        <a:ext cx="1674812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13">
            <a:extLst>
              <a:ext uri="{FF2B5EF4-FFF2-40B4-BE49-F238E27FC236}">
                <a16:creationId xmlns:a16="http://schemas.microsoft.com/office/drawing/2014/main" id="{8C817610-643F-4337-AEBE-A1ADDBB0D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5688" y="923925"/>
            <a:ext cx="12223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( </a:t>
            </a:r>
            <a:r>
              <a:rPr lang="en-US" altLang="zh-CN" sz="2585" i="1"/>
              <a:t>r </a:t>
            </a:r>
            <a:r>
              <a:rPr lang="en-US" altLang="zh-CN" sz="2585"/>
              <a:t>&lt; </a:t>
            </a:r>
            <a:r>
              <a:rPr lang="en-US" altLang="zh-CN" sz="2585" i="1"/>
              <a:t>a </a:t>
            </a:r>
            <a:r>
              <a:rPr lang="en-US" altLang="zh-CN" sz="2585"/>
              <a:t>)</a:t>
            </a:r>
          </a:p>
        </p:txBody>
      </p:sp>
      <p:graphicFrame>
        <p:nvGraphicFramePr>
          <p:cNvPr id="18437" name="Object 14">
            <a:extLst>
              <a:ext uri="{FF2B5EF4-FFF2-40B4-BE49-F238E27FC236}">
                <a16:creationId xmlns:a16="http://schemas.microsoft.com/office/drawing/2014/main" id="{83D5AEE6-D450-478F-9DF4-43245673F9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888" y="1493838"/>
          <a:ext cx="17907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8" name="公式" r:id="rId5" imgW="787058" imgH="393529" progId="Equation.3">
                  <p:embed/>
                </p:oleObj>
              </mc:Choice>
              <mc:Fallback>
                <p:oleObj name="公式" r:id="rId5" imgW="787058" imgH="39352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1493838"/>
                        <a:ext cx="17907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15">
            <a:extLst>
              <a:ext uri="{FF2B5EF4-FFF2-40B4-BE49-F238E27FC236}">
                <a16:creationId xmlns:a16="http://schemas.microsoft.com/office/drawing/2014/main" id="{9B914EA6-A449-4A25-AB54-357FB3069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1649413"/>
            <a:ext cx="1222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/>
              <a:t>( </a:t>
            </a:r>
            <a:r>
              <a:rPr lang="en-US" altLang="zh-CN" sz="2585" i="1"/>
              <a:t>r </a:t>
            </a:r>
            <a:r>
              <a:rPr lang="en-US" altLang="zh-CN" sz="2585"/>
              <a:t>&gt; </a:t>
            </a:r>
            <a:r>
              <a:rPr lang="en-US" altLang="zh-CN" sz="2585" i="1"/>
              <a:t>a </a:t>
            </a:r>
            <a:r>
              <a:rPr lang="en-US" altLang="zh-CN" sz="2585"/>
              <a:t>)</a:t>
            </a:r>
          </a:p>
        </p:txBody>
      </p:sp>
      <p:sp>
        <p:nvSpPr>
          <p:cNvPr id="12297" name="AutoShape 16">
            <a:extLst>
              <a:ext uri="{FF2B5EF4-FFF2-40B4-BE49-F238E27FC236}">
                <a16:creationId xmlns:a16="http://schemas.microsoft.com/office/drawing/2014/main" id="{695D8E3B-F541-470D-9291-FE65F3789292}"/>
              </a:ext>
            </a:extLst>
          </p:cNvPr>
          <p:cNvSpPr>
            <a:spLocks/>
          </p:cNvSpPr>
          <p:nvPr/>
        </p:nvSpPr>
        <p:spPr bwMode="auto">
          <a:xfrm>
            <a:off x="398463" y="1125538"/>
            <a:ext cx="220662" cy="968375"/>
          </a:xfrm>
          <a:prstGeom prst="leftBrace">
            <a:avLst>
              <a:gd name="adj1" fmla="val 3672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graphicFrame>
        <p:nvGraphicFramePr>
          <p:cNvPr id="18440" name="Object 17">
            <a:extLst>
              <a:ext uri="{FF2B5EF4-FFF2-40B4-BE49-F238E27FC236}">
                <a16:creationId xmlns:a16="http://schemas.microsoft.com/office/drawing/2014/main" id="{276C2E4B-90F2-4931-9913-588271A8D1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3463" y="1014413"/>
          <a:ext cx="226377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9" name="公式" r:id="rId7" imgW="1130300" imgH="419100" progId="Equation.3">
                  <p:embed/>
                </p:oleObj>
              </mc:Choice>
              <mc:Fallback>
                <p:oleObj name="公式" r:id="rId7" imgW="1130300" imgH="4191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3" y="1014413"/>
                        <a:ext cx="226377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82" name="Text Box 18">
            <a:extLst>
              <a:ext uri="{FF2B5EF4-FFF2-40B4-BE49-F238E27FC236}">
                <a16:creationId xmlns:a16="http://schemas.microsoft.com/office/drawing/2014/main" id="{009FDCB9-9FB2-4FEF-BB4F-11EBA4EC2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2779713"/>
            <a:ext cx="7493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/>
              <a:t>r </a:t>
            </a:r>
            <a:r>
              <a:rPr lang="en-US" altLang="zh-CN" sz="2585"/>
              <a:t>=</a:t>
            </a:r>
            <a:r>
              <a:rPr lang="en-US" altLang="zh-CN" sz="2585" i="1"/>
              <a:t>a</a:t>
            </a:r>
            <a:endParaRPr lang="en-US" altLang="zh-CN" sz="2585"/>
          </a:p>
        </p:txBody>
      </p:sp>
      <p:sp>
        <p:nvSpPr>
          <p:cNvPr id="164883" name="Line 19">
            <a:extLst>
              <a:ext uri="{FF2B5EF4-FFF2-40B4-BE49-F238E27FC236}">
                <a16:creationId xmlns:a16="http://schemas.microsoft.com/office/drawing/2014/main" id="{4E16923A-B7F5-48A9-B7A8-B00B046EA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25" y="4167188"/>
            <a:ext cx="2514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164884" name="Line 20">
            <a:extLst>
              <a:ext uri="{FF2B5EF4-FFF2-40B4-BE49-F238E27FC236}">
                <a16:creationId xmlns:a16="http://schemas.microsoft.com/office/drawing/2014/main" id="{E87A1F5E-377D-4FF3-92DD-831741EFD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5625" y="2409825"/>
            <a:ext cx="0" cy="1898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164885" name="Line 21">
            <a:extLst>
              <a:ext uri="{FF2B5EF4-FFF2-40B4-BE49-F238E27FC236}">
                <a16:creationId xmlns:a16="http://schemas.microsoft.com/office/drawing/2014/main" id="{3B598284-8D76-486E-8932-C760222573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6225" y="1846263"/>
            <a:ext cx="0" cy="232092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164886" name="Line 22">
            <a:extLst>
              <a:ext uri="{FF2B5EF4-FFF2-40B4-BE49-F238E27FC236}">
                <a16:creationId xmlns:a16="http://schemas.microsoft.com/office/drawing/2014/main" id="{C034B8D5-FBC7-4A16-85F1-069C9FF4D252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803231" y="3074194"/>
            <a:ext cx="1195388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sp>
        <p:nvSpPr>
          <p:cNvPr id="164887" name="Freeform 23">
            <a:extLst>
              <a:ext uri="{FF2B5EF4-FFF2-40B4-BE49-F238E27FC236}">
                <a16:creationId xmlns:a16="http://schemas.microsoft.com/office/drawing/2014/main" id="{985CECEF-52F6-4472-822D-75C6202D2219}"/>
              </a:ext>
            </a:extLst>
          </p:cNvPr>
          <p:cNvSpPr>
            <a:spLocks/>
          </p:cNvSpPr>
          <p:nvPr/>
        </p:nvSpPr>
        <p:spPr bwMode="auto">
          <a:xfrm>
            <a:off x="7896225" y="2971800"/>
            <a:ext cx="1066800" cy="1055688"/>
          </a:xfrm>
          <a:custGeom>
            <a:avLst/>
            <a:gdLst>
              <a:gd name="T0" fmla="*/ 0 w 672"/>
              <a:gd name="T1" fmla="*/ 0 h 720"/>
              <a:gd name="T2" fmla="*/ 165100 w 672"/>
              <a:gd name="T3" fmla="*/ 228600 h 720"/>
              <a:gd name="T4" fmla="*/ 412750 w 672"/>
              <a:gd name="T5" fmla="*/ 609600 h 720"/>
              <a:gd name="T6" fmla="*/ 825500 w 672"/>
              <a:gd name="T7" fmla="*/ 990600 h 720"/>
              <a:gd name="T8" fmla="*/ 1155700 w 672"/>
              <a:gd name="T9" fmla="*/ 1143000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720">
                <a:moveTo>
                  <a:pt x="0" y="0"/>
                </a:moveTo>
                <a:cubicBezTo>
                  <a:pt x="28" y="40"/>
                  <a:pt x="56" y="80"/>
                  <a:pt x="96" y="144"/>
                </a:cubicBezTo>
                <a:cubicBezTo>
                  <a:pt x="136" y="208"/>
                  <a:pt x="176" y="304"/>
                  <a:pt x="240" y="384"/>
                </a:cubicBezTo>
                <a:cubicBezTo>
                  <a:pt x="304" y="464"/>
                  <a:pt x="408" y="568"/>
                  <a:pt x="480" y="624"/>
                </a:cubicBezTo>
                <a:cubicBezTo>
                  <a:pt x="552" y="680"/>
                  <a:pt x="640" y="704"/>
                  <a:pt x="672" y="720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215"/>
          </a:p>
        </p:txBody>
      </p:sp>
      <p:graphicFrame>
        <p:nvGraphicFramePr>
          <p:cNvPr id="164888" name="Object 24">
            <a:extLst>
              <a:ext uri="{FF2B5EF4-FFF2-40B4-BE49-F238E27FC236}">
                <a16:creationId xmlns:a16="http://schemas.microsoft.com/office/drawing/2014/main" id="{D5FF0D8C-8F18-440F-878E-3A121F759D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16975" y="4238625"/>
          <a:ext cx="187325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0" name="公式" r:id="rId9" imgW="203112" imgH="228501" progId="Equation.3">
                  <p:embed/>
                </p:oleObj>
              </mc:Choice>
              <mc:Fallback>
                <p:oleObj name="公式" r:id="rId9" imgW="203112" imgH="228501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6975" y="4238625"/>
                        <a:ext cx="187325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9" name="Object 25">
            <a:extLst>
              <a:ext uri="{FF2B5EF4-FFF2-40B4-BE49-F238E27FC236}">
                <a16:creationId xmlns:a16="http://schemas.microsoft.com/office/drawing/2014/main" id="{7371E598-3AE3-45D6-9793-4E6BA41AB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35738" y="2409825"/>
          <a:ext cx="26828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1" name="公式" r:id="rId11" imgW="291973" imgH="291973" progId="Equation.3">
                  <p:embed/>
                </p:oleObj>
              </mc:Choice>
              <mc:Fallback>
                <p:oleObj name="公式" r:id="rId11" imgW="291973" imgH="29197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38" y="2409825"/>
                        <a:ext cx="268287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0" name="Object 26">
            <a:extLst>
              <a:ext uri="{FF2B5EF4-FFF2-40B4-BE49-F238E27FC236}">
                <a16:creationId xmlns:a16="http://schemas.microsoft.com/office/drawing/2014/main" id="{108F3AF2-A33F-42C1-8D05-5DB36AE813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9550" y="4238625"/>
          <a:ext cx="209550" cy="2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2" name="公式" r:id="rId13" imgW="228600" imgH="241300" progId="Equation.3">
                  <p:embed/>
                </p:oleObj>
              </mc:Choice>
              <mc:Fallback>
                <p:oleObj name="公式" r:id="rId13" imgW="228600" imgH="2413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9550" y="4238625"/>
                        <a:ext cx="209550" cy="22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1" name="Object 27">
            <a:extLst>
              <a:ext uri="{FF2B5EF4-FFF2-40B4-BE49-F238E27FC236}">
                <a16:creationId xmlns:a16="http://schemas.microsoft.com/office/drawing/2014/main" id="{8B13A9D0-E5BE-4383-A0BC-E90FF655FA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2225" y="2617788"/>
          <a:ext cx="2455863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3" name="公式" r:id="rId15" imgW="1181100" imgH="368300" progId="Equation.3">
                  <p:embed/>
                </p:oleObj>
              </mc:Choice>
              <mc:Fallback>
                <p:oleObj name="公式" r:id="rId15" imgW="1181100" imgH="3683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2617788"/>
                        <a:ext cx="2455863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2" name="Object 28">
            <a:extLst>
              <a:ext uri="{FF2B5EF4-FFF2-40B4-BE49-F238E27FC236}">
                <a16:creationId xmlns:a16="http://schemas.microsoft.com/office/drawing/2014/main" id="{4BB10C9F-5726-42AA-94F8-86AD555DA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3963" y="2605088"/>
          <a:ext cx="23749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" name="公式" r:id="rId17" imgW="1104421" imgH="406224" progId="Equation.3">
                  <p:embed/>
                </p:oleObj>
              </mc:Choice>
              <mc:Fallback>
                <p:oleObj name="公式" r:id="rId17" imgW="1104421" imgH="406224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2605088"/>
                        <a:ext cx="2374900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94" name="Text Box 30">
            <a:extLst>
              <a:ext uri="{FF2B5EF4-FFF2-40B4-BE49-F238E27FC236}">
                <a16:creationId xmlns:a16="http://schemas.microsoft.com/office/drawing/2014/main" id="{CB3A9E44-3C06-48BA-809B-B24B3E21A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3933825"/>
            <a:ext cx="92186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/>
              <a:t>一般，变化的电场产生的磁场很小。</a:t>
            </a:r>
          </a:p>
        </p:txBody>
      </p:sp>
      <p:sp>
        <p:nvSpPr>
          <p:cNvPr id="164912" name="Text Box 48">
            <a:extLst>
              <a:ext uri="{FF2B5EF4-FFF2-40B4-BE49-F238E27FC236}">
                <a16:creationId xmlns:a16="http://schemas.microsoft.com/office/drawing/2014/main" id="{C35B27DA-3F53-4FDD-B543-0B306A66E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4783138"/>
            <a:ext cx="89789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/>
              <a:t>如：</a:t>
            </a:r>
            <a:r>
              <a:rPr lang="en-US" altLang="zh-CN" sz="2585" i="1"/>
              <a:t>a</a:t>
            </a:r>
            <a:r>
              <a:rPr lang="en-US" altLang="zh-CN" sz="2585"/>
              <a:t>=5</a:t>
            </a:r>
            <a:r>
              <a:rPr lang="en-US" altLang="zh-CN" sz="2585" b="0"/>
              <a:t>cm</a:t>
            </a:r>
            <a:r>
              <a:rPr lang="zh-CN" altLang="en-US" sz="2585"/>
              <a:t>，</a:t>
            </a:r>
          </a:p>
        </p:txBody>
      </p:sp>
      <p:graphicFrame>
        <p:nvGraphicFramePr>
          <p:cNvPr id="164913" name="Object 49">
            <a:extLst>
              <a:ext uri="{FF2B5EF4-FFF2-40B4-BE49-F238E27FC236}">
                <a16:creationId xmlns:a16="http://schemas.microsoft.com/office/drawing/2014/main" id="{F86B8880-C797-4A1D-A6E5-AE9D7C498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654550"/>
          <a:ext cx="17510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" name="公式" r:id="rId19" imgW="774364" imgH="355446" progId="Equation.3">
                  <p:embed/>
                </p:oleObj>
              </mc:Choice>
              <mc:Fallback>
                <p:oleObj name="公式" r:id="rId19" imgW="774364" imgH="355446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654550"/>
                        <a:ext cx="1751013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14" name="Object 50">
            <a:extLst>
              <a:ext uri="{FF2B5EF4-FFF2-40B4-BE49-F238E27FC236}">
                <a16:creationId xmlns:a16="http://schemas.microsoft.com/office/drawing/2014/main" id="{4DAE05FC-E1E1-4C66-AE5F-FB4CFFA0F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4863" y="4722813"/>
          <a:ext cx="213836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6" name="公式" r:id="rId21" imgW="952087" imgH="330057" progId="Equation.3">
                  <p:embed/>
                </p:oleObj>
              </mc:Choice>
              <mc:Fallback>
                <p:oleObj name="公式" r:id="rId21" imgW="952087" imgH="330057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863" y="4722813"/>
                        <a:ext cx="213836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915" name="Text Box 51">
            <a:extLst>
              <a:ext uri="{FF2B5EF4-FFF2-40B4-BE49-F238E27FC236}">
                <a16:creationId xmlns:a16="http://schemas.microsoft.com/office/drawing/2014/main" id="{65C14B09-833A-4043-8180-6A5A90A67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4811713"/>
            <a:ext cx="8509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585"/>
              <a:t>，若</a:t>
            </a:r>
          </a:p>
        </p:txBody>
      </p:sp>
      <p:sp>
        <p:nvSpPr>
          <p:cNvPr id="164916" name="Text Box 52">
            <a:extLst>
              <a:ext uri="{FF2B5EF4-FFF2-40B4-BE49-F238E27FC236}">
                <a16:creationId xmlns:a16="http://schemas.microsoft.com/office/drawing/2014/main" id="{7A281504-9BE7-4561-AAA2-71EDBAD32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75" y="5500688"/>
            <a:ext cx="38481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B</a:t>
            </a:r>
            <a:r>
              <a:rPr lang="en-US" altLang="zh-CN" sz="2585" i="1" baseline="-25000"/>
              <a:t>max</a:t>
            </a:r>
            <a:r>
              <a:rPr lang="en-US" altLang="zh-CN" sz="2585"/>
              <a:t>=3×10</a:t>
            </a:r>
            <a:r>
              <a:rPr lang="en-US" altLang="zh-CN" sz="2585" baseline="30000"/>
              <a:t>-7 </a:t>
            </a:r>
            <a:r>
              <a:rPr lang="en-US" altLang="zh-CN" sz="2585"/>
              <a:t> </a:t>
            </a:r>
            <a:r>
              <a:rPr lang="en-US" altLang="zh-CN" sz="2585" b="0"/>
              <a:t>T</a:t>
            </a:r>
          </a:p>
        </p:txBody>
      </p:sp>
      <p:sp>
        <p:nvSpPr>
          <p:cNvPr id="164917" name="Text Box 53">
            <a:extLst>
              <a:ext uri="{FF2B5EF4-FFF2-40B4-BE49-F238E27FC236}">
                <a16:creationId xmlns:a16="http://schemas.microsoft.com/office/drawing/2014/main" id="{76893A6D-70EB-4641-BA39-2B7F57C20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5475288"/>
            <a:ext cx="92186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/>
              <a:t>地球表面地磁场的大小约</a:t>
            </a:r>
            <a:r>
              <a:rPr lang="en-US" altLang="zh-CN" sz="2215"/>
              <a:t>5×10</a:t>
            </a:r>
            <a:r>
              <a:rPr lang="en-US" altLang="zh-CN" sz="2585" baseline="30000"/>
              <a:t>-</a:t>
            </a:r>
            <a:r>
              <a:rPr lang="en-US" altLang="zh-CN" sz="2215" baseline="30000"/>
              <a:t>5</a:t>
            </a:r>
            <a:r>
              <a:rPr lang="en-US" altLang="zh-CN" sz="2215"/>
              <a:t>  </a:t>
            </a:r>
            <a:r>
              <a:rPr lang="en-US" altLang="zh-CN" sz="2215" b="0"/>
              <a:t>T</a:t>
            </a:r>
          </a:p>
        </p:txBody>
      </p:sp>
      <p:sp>
        <p:nvSpPr>
          <p:cNvPr id="12318" name="Rectangle 54">
            <a:hlinkClick r:id="" action="ppaction://macro?name=TimerOnOff"/>
            <a:extLst>
              <a:ext uri="{FF2B5EF4-FFF2-40B4-BE49-F238E27FC236}">
                <a16:creationId xmlns:a16="http://schemas.microsoft.com/office/drawing/2014/main" id="{7B69F961-FC8F-4302-B60D-427B3B994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6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6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75"/>
                                        <p:tgtEl>
                                          <p:spTgt spid="16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16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75"/>
                                        <p:tgtEl>
                                          <p:spTgt spid="16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82" grpId="0" autoUpdateAnimBg="0"/>
      <p:bldP spid="164894" grpId="0" autoUpdateAnimBg="0"/>
      <p:bldP spid="164912" grpId="0"/>
      <p:bldP spid="164915" grpId="0"/>
      <p:bldP spid="164916" grpId="0" autoUpdateAnimBg="0"/>
      <p:bldP spid="164917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5343</TotalTime>
  <Words>1403</Words>
  <Application>Microsoft Office PowerPoint</Application>
  <PresentationFormat>全屏显示(4:3)</PresentationFormat>
  <Paragraphs>175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楷体_GB2312</vt:lpstr>
      <vt:lpstr>宋体</vt:lpstr>
      <vt:lpstr>Arial</vt:lpstr>
      <vt:lpstr>Times New Roman</vt:lpstr>
      <vt:lpstr>默认设计模板</vt:lpstr>
      <vt:lpstr>公式</vt:lpstr>
      <vt:lpstr>Equation</vt:lpstr>
      <vt:lpstr>剪辑</vt:lpstr>
      <vt:lpstr>PowerPoint 演示文稿</vt:lpstr>
      <vt:lpstr>例2: </vt:lpstr>
      <vt:lpstr>例2: </vt:lpstr>
      <vt:lpstr>例3: 如图所示，有两根相距为L的平行导线，其一端用电阻R连接，导线上有一质量为m的金属棒无摩擦滑过，有一均匀磁场B与图面垂直。假设在t=0瞬时金属棒以v0的速度向左方滑动，求(1)金属棒的运动速度与时间的函数关系；(2)金属棒的运动距离与时间的函数关系；(3)能量守恒定律是否成立？试证明。 (8-T7)</vt:lpstr>
      <vt:lpstr>例3: 如图所示，有两根相距为L的平行导线，其一端用电阻R连接，导线上有一质量为m的金属棒无摩擦滑过，有一均匀磁场B与图面垂直。假设在t=0瞬时金属棒以v0的速度向左方滑动，求(1)金属棒的运动速度与时间的函数关系；(2)金属棒的运动距离与时间的函数关系；(3)能量守恒定律是否成立？试证明。 (8-T7)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wzj</dc:creator>
  <cp:lastModifiedBy>Liuwei</cp:lastModifiedBy>
  <cp:revision>454</cp:revision>
  <dcterms:created xsi:type="dcterms:W3CDTF">2001-08-01T02:42:17Z</dcterms:created>
  <dcterms:modified xsi:type="dcterms:W3CDTF">2024-09-27T03:15:56Z</dcterms:modified>
</cp:coreProperties>
</file>