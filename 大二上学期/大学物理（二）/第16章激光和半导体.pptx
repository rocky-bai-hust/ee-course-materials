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7"/>
  </p:notesMasterIdLst>
  <p:sldIdLst>
    <p:sldId id="437" r:id="rId2"/>
    <p:sldId id="438" r:id="rId3"/>
    <p:sldId id="345" r:id="rId4"/>
    <p:sldId id="346" r:id="rId5"/>
    <p:sldId id="347" r:id="rId6"/>
    <p:sldId id="317" r:id="rId7"/>
    <p:sldId id="313" r:id="rId8"/>
    <p:sldId id="314" r:id="rId9"/>
    <p:sldId id="281" r:id="rId10"/>
    <p:sldId id="324" r:id="rId11"/>
    <p:sldId id="320" r:id="rId12"/>
    <p:sldId id="325" r:id="rId13"/>
    <p:sldId id="308" r:id="rId14"/>
    <p:sldId id="315" r:id="rId15"/>
    <p:sldId id="309" r:id="rId16"/>
    <p:sldId id="321" r:id="rId17"/>
    <p:sldId id="271" r:id="rId18"/>
    <p:sldId id="310" r:id="rId19"/>
    <p:sldId id="311" r:id="rId20"/>
    <p:sldId id="326" r:id="rId21"/>
    <p:sldId id="327" r:id="rId22"/>
    <p:sldId id="328" r:id="rId23"/>
    <p:sldId id="318" r:id="rId24"/>
    <p:sldId id="329" r:id="rId25"/>
    <p:sldId id="330" r:id="rId26"/>
    <p:sldId id="269" r:id="rId27"/>
    <p:sldId id="268" r:id="rId28"/>
    <p:sldId id="278" r:id="rId29"/>
    <p:sldId id="307" r:id="rId30"/>
    <p:sldId id="259" r:id="rId31"/>
    <p:sldId id="270" r:id="rId32"/>
    <p:sldId id="256" r:id="rId33"/>
    <p:sldId id="322" r:id="rId34"/>
    <p:sldId id="333" r:id="rId35"/>
    <p:sldId id="334" r:id="rId36"/>
    <p:sldId id="335" r:id="rId37"/>
    <p:sldId id="336" r:id="rId38"/>
    <p:sldId id="348" r:id="rId39"/>
    <p:sldId id="349" r:id="rId40"/>
    <p:sldId id="337" r:id="rId41"/>
    <p:sldId id="338" r:id="rId42"/>
    <p:sldId id="339" r:id="rId43"/>
    <p:sldId id="323" r:id="rId44"/>
    <p:sldId id="343" r:id="rId45"/>
    <p:sldId id="344" r:id="rId4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395"/>
    <a:srgbClr val="00FF00"/>
    <a:srgbClr val="A8289F"/>
    <a:srgbClr val="FFCCFF"/>
    <a:srgbClr val="FFFF00"/>
    <a:srgbClr val="FFCC99"/>
    <a:srgbClr val="BDBDFF"/>
    <a:srgbClr val="B2F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80" autoAdjust="0"/>
    <p:restoredTop sz="94640" autoAdjust="0"/>
  </p:normalViewPr>
  <p:slideViewPr>
    <p:cSldViewPr>
      <p:cViewPr varScale="1">
        <p:scale>
          <a:sx n="107" d="100"/>
          <a:sy n="107" d="100"/>
        </p:scale>
        <p:origin x="162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24.wmf"/><Relationship Id="rId7" Type="http://schemas.openxmlformats.org/officeDocument/2006/relationships/image" Target="../media/image28.e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emf"/><Relationship Id="rId5" Type="http://schemas.openxmlformats.org/officeDocument/2006/relationships/image" Target="../media/image26.wmf"/><Relationship Id="rId10" Type="http://schemas.openxmlformats.org/officeDocument/2006/relationships/image" Target="../media/image31.emf"/><Relationship Id="rId4" Type="http://schemas.openxmlformats.org/officeDocument/2006/relationships/image" Target="../media/image25.wmf"/><Relationship Id="rId9" Type="http://schemas.openxmlformats.org/officeDocument/2006/relationships/image" Target="../media/image30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44.wmf"/><Relationship Id="rId18" Type="http://schemas.openxmlformats.org/officeDocument/2006/relationships/image" Target="../media/image49.wmf"/><Relationship Id="rId3" Type="http://schemas.openxmlformats.org/officeDocument/2006/relationships/image" Target="../media/image34.emf"/><Relationship Id="rId7" Type="http://schemas.openxmlformats.org/officeDocument/2006/relationships/image" Target="../media/image38.wmf"/><Relationship Id="rId12" Type="http://schemas.openxmlformats.org/officeDocument/2006/relationships/image" Target="../media/image43.wmf"/><Relationship Id="rId17" Type="http://schemas.openxmlformats.org/officeDocument/2006/relationships/image" Target="../media/image48.wmf"/><Relationship Id="rId2" Type="http://schemas.openxmlformats.org/officeDocument/2006/relationships/image" Target="../media/image33.emf"/><Relationship Id="rId16" Type="http://schemas.openxmlformats.org/officeDocument/2006/relationships/image" Target="../media/image47.wmf"/><Relationship Id="rId20" Type="http://schemas.openxmlformats.org/officeDocument/2006/relationships/image" Target="../media/image51.wmf"/><Relationship Id="rId1" Type="http://schemas.openxmlformats.org/officeDocument/2006/relationships/image" Target="../media/image32.emf"/><Relationship Id="rId6" Type="http://schemas.openxmlformats.org/officeDocument/2006/relationships/image" Target="../media/image37.wmf"/><Relationship Id="rId11" Type="http://schemas.openxmlformats.org/officeDocument/2006/relationships/image" Target="../media/image42.wmf"/><Relationship Id="rId5" Type="http://schemas.openxmlformats.org/officeDocument/2006/relationships/image" Target="../media/image36.emf"/><Relationship Id="rId15" Type="http://schemas.openxmlformats.org/officeDocument/2006/relationships/image" Target="../media/image46.wmf"/><Relationship Id="rId10" Type="http://schemas.openxmlformats.org/officeDocument/2006/relationships/image" Target="../media/image41.wmf"/><Relationship Id="rId19" Type="http://schemas.openxmlformats.org/officeDocument/2006/relationships/image" Target="../media/image50.wmf"/><Relationship Id="rId4" Type="http://schemas.openxmlformats.org/officeDocument/2006/relationships/image" Target="../media/image35.emf"/><Relationship Id="rId9" Type="http://schemas.openxmlformats.org/officeDocument/2006/relationships/image" Target="../media/image40.wmf"/><Relationship Id="rId14" Type="http://schemas.openxmlformats.org/officeDocument/2006/relationships/image" Target="../media/image4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image" Target="../media/image7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png"/><Relationship Id="rId5" Type="http://schemas.openxmlformats.org/officeDocument/2006/relationships/image" Target="../media/image93.wmf"/><Relationship Id="rId4" Type="http://schemas.openxmlformats.org/officeDocument/2006/relationships/image" Target="../media/image92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e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14914CA-4C21-462E-A27A-6779DCDEB62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3B04ACD-2606-4543-9EEB-4D4867249F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A9719DC-FFD3-4347-8B23-B4B780064072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40EB61BD-B858-48CD-B72E-C937E1F9283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AA62A6EE-0D4D-469C-AAD3-67BCE59F19B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B7C0FAD5-1EC8-43CA-BD95-D88632A248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72D03E36-1FE6-41FC-BBBC-C630E577831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D72C4B29-BE4F-46AA-89B2-007D183D67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1031CAAF-47A7-4905-B8EB-A44CE0003883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903C12A-4C8A-4742-BC9A-DA8868DF63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C54E397-04DA-4EC6-A36C-07006F22F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00286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E34A643-1250-4E7E-9072-B468EAFEEE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170DF1B-238B-44EB-8420-7CC1F5CDCBC9}" type="slidenum">
              <a:rPr lang="en-US" altLang="zh-CN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A6B5C56F-F8CA-4E58-ABFF-1AEA601D932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C3DE90AA-7598-4729-B6A8-AAB42D5F7C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6BBCC971-75E6-4A6D-88BA-52D20B69F7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32D2D51-1C8A-43AC-8D04-B5275C674850}" type="slidenum">
              <a:rPr lang="en-US" altLang="zh-CN"/>
              <a:pPr>
                <a:spcBef>
                  <a:spcPct val="0"/>
                </a:spcBef>
              </a:pPr>
              <a:t>17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D667B15A-D70A-4CB8-B14A-88904766A1B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ACC5DA78-4FDA-4A0F-9F9F-287E83A064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53BE90C1-EFEF-48EE-B975-C4DB5D5470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F30151D-ADA4-47BA-9074-4B77D2E2F419}" type="slidenum">
              <a:rPr lang="en-US" altLang="zh-CN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97F4C242-B85C-4C3A-96D3-ABAE5430993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696AE856-F838-4517-8134-96C2AAF294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F1C173A5-0213-48C0-B2A8-ED76F0FAF3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B99C92F-8EA9-4A23-A448-ADBD9BE773F7}" type="slidenum">
              <a:rPr lang="en-US" altLang="zh-CN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E0E080D2-EF83-4EDB-8A50-E3A934EA6CC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FED3C3DB-2791-454E-9F38-37FFD9BE0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FCDF1FD9-3975-4676-817E-EEA786DB60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A48C5C4-849A-4FDF-BCE6-91F9BAA37E3A}" type="slidenum">
              <a:rPr lang="en-US" altLang="zh-CN"/>
              <a:pPr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2C0CE98-CF83-4386-AF9C-43DFD49548C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B7A244B6-0C77-4E89-B9D2-B1005EADCB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3E5195ED-82CB-4DB1-A750-D15729E089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A4E2450-DC44-420D-8918-4C74E42CEBBB}" type="slidenum">
              <a:rPr lang="en-US" altLang="zh-CN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3D8ADE6-4689-4DDA-B95C-BBE58547009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8E2E4F54-25B4-4939-AC88-7D6855CB47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107964FC-F907-4E4B-BE28-59295837AA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AFC54AA-BFA5-49DD-9118-9DE152A7E9EA}" type="slidenum">
              <a:rPr lang="en-US" altLang="zh-CN"/>
              <a:pPr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CD8BBFDB-F2B5-4836-9422-C0EE4958FB8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D5CF7446-9249-475B-8090-98A31E252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73824132-3DE0-4601-A4CB-36C1D1E1FC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1985B66-AFC3-4E64-A07B-2CEDD6EDE2C9}" type="slidenum">
              <a:rPr lang="en-US" altLang="zh-CN"/>
              <a:pPr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BFC43F0-B721-4835-9CC0-8C54C36363A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7F6D9E28-99A3-4A69-AF61-7E26354E5C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889B39-80AA-45E2-BF76-B13F6C2537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80E990-17B2-4762-A14F-C5A3E4FC1A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44EA00-4B95-4276-AB43-E226EA1E95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F1C32E-436B-47ED-9F3D-DA79CBDF308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351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5D0397C-F45A-4693-8048-6E39659C7E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80A8F7-326A-48D2-9938-AC327A3B3C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C1A7AA-A105-440F-8FEA-EC8D19AAD3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9A05AC-FA24-4F04-BFC3-E39C560E09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0100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100F93-6F61-42B3-957A-7B1AD5135D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437B9D-E066-4BA3-9703-684F913F51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E0B522-C3DD-4D10-ABFC-5C481230D3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E6068B-71A1-4351-B738-6A88479681C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9185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46B1C6-8289-45D6-83A5-35E1BEE4BC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813CCB-280B-4739-8AF4-E6DAAE0FED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545DE7-C279-46DC-B118-1ECC56DC1E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E34EEB-E31F-4B77-A9C4-F3D4E52471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070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9768138-68DE-40C9-9EB9-2E91A72D55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0D1FDD1-2D83-4046-A3B7-93E102BE9D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5E4BA80-B60D-4102-8262-4DE1938F5F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2DD8C5-7A87-4B1B-A3D8-1DF06705DA1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5641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D137E6E-762F-4611-81E8-67942B85E3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FE97341-DD9E-45F4-AD78-096C97547B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E595311-4FFA-43DC-8445-70DAFCBE98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757BB2-E18D-42B5-A673-2F8662C718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248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5C366FD-D6EE-4E46-93BB-5A2C04BD26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4554302-9D94-4966-9724-749B02CF46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B44ADD1-27FC-461F-8101-378D4ED2CA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CD415-B973-477A-9C0B-E1F3600DF42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765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ACF40F-1FCB-47C7-A24F-659256DA81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1FE37-A7EE-4C9D-8F7E-29F524CE43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7BE834-2C3C-481B-A568-5A3020054E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DEC348-BCFE-4BC3-ABD4-188B5002654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452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F87CE2-BC6F-4BD7-833D-A4552A5F3F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6C048D-2382-42A0-ADA7-2FB2D0F5E4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96AF5F-7E03-43B7-8574-31EBAC553C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649BCA-65FC-4550-A376-758D4EA983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1958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DE12BB-24FB-4D8C-B41A-A2B8416225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252FE68-B18B-4ABD-B995-79A066B358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4D7F1A3-A787-4868-AB96-AD7860A186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12830E-C923-4C4A-AF0F-75CCFAACE8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589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523A9B-29C2-4845-993B-0C922BD4EF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BFF3D6D-6FC9-4AFA-AB0E-A327042C9E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B6C63B-CAC8-4486-AEE2-1950F0CB25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FBEE43-11E1-464A-AD8E-561552700D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7620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2A62A40-67CB-4C33-AD66-E39C4EF737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6A98C49-65DB-44B5-B94D-18CDDE5252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D8BDBB-D49A-4044-A303-42978DE8B7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77E11D-CF3E-4209-BE59-D2265661B19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00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A85CB9C-9344-4044-A4FD-E297322BC5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7E7DFD5-0232-410C-908B-777915F022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4148" name="Rectangle 4">
            <a:extLst>
              <a:ext uri="{FF2B5EF4-FFF2-40B4-BE49-F238E27FC236}">
                <a16:creationId xmlns:a16="http://schemas.microsoft.com/office/drawing/2014/main" id="{E7320710-ED95-442F-BDBC-C7855A6C460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4149" name="Rectangle 5">
            <a:extLst>
              <a:ext uri="{FF2B5EF4-FFF2-40B4-BE49-F238E27FC236}">
                <a16:creationId xmlns:a16="http://schemas.microsoft.com/office/drawing/2014/main" id="{22F5038F-68F9-4ECF-94A6-16A5CF47A8C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4150" name="Rectangle 6">
            <a:extLst>
              <a:ext uri="{FF2B5EF4-FFF2-40B4-BE49-F238E27FC236}">
                <a16:creationId xmlns:a16="http://schemas.microsoft.com/office/drawing/2014/main" id="{34F7089F-3187-4549-84AC-20858BCE84E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CDBD6543-8A98-42DF-B45E-CCAD4CB6464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2.emf"/><Relationship Id="rId18" Type="http://schemas.openxmlformats.org/officeDocument/2006/relationships/oleObject" Target="../embeddings/oleObject15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e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1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1.emf"/><Relationship Id="rId5" Type="http://schemas.openxmlformats.org/officeDocument/2006/relationships/image" Target="../media/image8.emf"/><Relationship Id="rId15" Type="http://schemas.openxmlformats.org/officeDocument/2006/relationships/image" Target="../media/image13.emf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15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0.emf"/><Relationship Id="rId14" Type="http://schemas.openxmlformats.org/officeDocument/2006/relationships/oleObject" Target="../embeddings/oleObject1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19.e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1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29.emf"/><Relationship Id="rId3" Type="http://schemas.openxmlformats.org/officeDocument/2006/relationships/oleObject" Target="../embeddings/oleObject22.bin"/><Relationship Id="rId21" Type="http://schemas.openxmlformats.org/officeDocument/2006/relationships/oleObject" Target="../embeddings/oleObject31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8.emf"/><Relationship Id="rId20" Type="http://schemas.openxmlformats.org/officeDocument/2006/relationships/image" Target="../media/image30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7.emf"/><Relationship Id="rId22" Type="http://schemas.openxmlformats.org/officeDocument/2006/relationships/image" Target="../media/image31.e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7.bin"/><Relationship Id="rId18" Type="http://schemas.openxmlformats.org/officeDocument/2006/relationships/image" Target="../media/image39.wmf"/><Relationship Id="rId26" Type="http://schemas.openxmlformats.org/officeDocument/2006/relationships/image" Target="../media/image43.wmf"/><Relationship Id="rId39" Type="http://schemas.openxmlformats.org/officeDocument/2006/relationships/oleObject" Target="../embeddings/oleObject50.bin"/><Relationship Id="rId21" Type="http://schemas.openxmlformats.org/officeDocument/2006/relationships/oleObject" Target="../embeddings/oleObject41.bin"/><Relationship Id="rId34" Type="http://schemas.openxmlformats.org/officeDocument/2006/relationships/image" Target="../media/image47.wmf"/><Relationship Id="rId42" Type="http://schemas.openxmlformats.org/officeDocument/2006/relationships/image" Target="../media/image51.wmf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8.wmf"/><Relationship Id="rId20" Type="http://schemas.openxmlformats.org/officeDocument/2006/relationships/image" Target="../media/image40.wmf"/><Relationship Id="rId29" Type="http://schemas.openxmlformats.org/officeDocument/2006/relationships/oleObject" Target="../embeddings/oleObject45.bin"/><Relationship Id="rId41" Type="http://schemas.openxmlformats.org/officeDocument/2006/relationships/oleObject" Target="../embeddings/oleObject51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33.emf"/><Relationship Id="rId11" Type="http://schemas.openxmlformats.org/officeDocument/2006/relationships/oleObject" Target="../embeddings/oleObject36.bin"/><Relationship Id="rId24" Type="http://schemas.openxmlformats.org/officeDocument/2006/relationships/image" Target="../media/image42.wmf"/><Relationship Id="rId32" Type="http://schemas.openxmlformats.org/officeDocument/2006/relationships/image" Target="../media/image46.wmf"/><Relationship Id="rId37" Type="http://schemas.openxmlformats.org/officeDocument/2006/relationships/oleObject" Target="../embeddings/oleObject49.bin"/><Relationship Id="rId40" Type="http://schemas.openxmlformats.org/officeDocument/2006/relationships/image" Target="../media/image50.wmf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23" Type="http://schemas.openxmlformats.org/officeDocument/2006/relationships/oleObject" Target="../embeddings/oleObject42.bin"/><Relationship Id="rId28" Type="http://schemas.openxmlformats.org/officeDocument/2006/relationships/image" Target="../media/image44.wmf"/><Relationship Id="rId36" Type="http://schemas.openxmlformats.org/officeDocument/2006/relationships/image" Target="../media/image48.wmf"/><Relationship Id="rId10" Type="http://schemas.openxmlformats.org/officeDocument/2006/relationships/image" Target="../media/image35.emf"/><Relationship Id="rId19" Type="http://schemas.openxmlformats.org/officeDocument/2006/relationships/oleObject" Target="../embeddings/oleObject40.bin"/><Relationship Id="rId31" Type="http://schemas.openxmlformats.org/officeDocument/2006/relationships/oleObject" Target="../embeddings/oleObject46.bin"/><Relationship Id="rId44" Type="http://schemas.openxmlformats.org/officeDocument/2006/relationships/oleObject" Target="../embeddings/oleObject53.bin"/><Relationship Id="rId4" Type="http://schemas.openxmlformats.org/officeDocument/2006/relationships/image" Target="../media/image32.e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7.wmf"/><Relationship Id="rId22" Type="http://schemas.openxmlformats.org/officeDocument/2006/relationships/image" Target="../media/image41.wmf"/><Relationship Id="rId27" Type="http://schemas.openxmlformats.org/officeDocument/2006/relationships/oleObject" Target="../embeddings/oleObject44.bin"/><Relationship Id="rId30" Type="http://schemas.openxmlformats.org/officeDocument/2006/relationships/image" Target="../media/image45.wmf"/><Relationship Id="rId35" Type="http://schemas.openxmlformats.org/officeDocument/2006/relationships/oleObject" Target="../embeddings/oleObject48.bin"/><Relationship Id="rId43" Type="http://schemas.openxmlformats.org/officeDocument/2006/relationships/oleObject" Target="../embeddings/oleObject52.bin"/><Relationship Id="rId8" Type="http://schemas.openxmlformats.org/officeDocument/2006/relationships/image" Target="../media/image34.emf"/><Relationship Id="rId3" Type="http://schemas.openxmlformats.org/officeDocument/2006/relationships/oleObject" Target="../embeddings/oleObject32.bin"/><Relationship Id="rId12" Type="http://schemas.openxmlformats.org/officeDocument/2006/relationships/image" Target="../media/image36.emf"/><Relationship Id="rId17" Type="http://schemas.openxmlformats.org/officeDocument/2006/relationships/oleObject" Target="../embeddings/oleObject39.bin"/><Relationship Id="rId25" Type="http://schemas.openxmlformats.org/officeDocument/2006/relationships/oleObject" Target="../embeddings/oleObject43.bin"/><Relationship Id="rId33" Type="http://schemas.openxmlformats.org/officeDocument/2006/relationships/oleObject" Target="../embeddings/oleObject47.bin"/><Relationship Id="rId38" Type="http://schemas.openxmlformats.org/officeDocument/2006/relationships/image" Target="../media/image49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55.png"/><Relationship Id="rId4" Type="http://schemas.openxmlformats.org/officeDocument/2006/relationships/image" Target="../media/image54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56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9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6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6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66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&#21160;&#30011;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hyperlink" Target="PN&#32467;.swf" TargetMode="External"/><Relationship Id="rId5" Type="http://schemas.openxmlformats.org/officeDocument/2006/relationships/image" Target="../media/image67.emf"/><Relationship Id="rId4" Type="http://schemas.openxmlformats.org/officeDocument/2006/relationships/oleObject" Target="../embeddings/oleObject66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P-N&#32467;&#21453;&#21521;&#25130;&#27490;.avi" TargetMode="External"/><Relationship Id="rId3" Type="http://schemas.openxmlformats.org/officeDocument/2006/relationships/oleObject" Target="../embeddings/oleObject67.bin"/><Relationship Id="rId7" Type="http://schemas.openxmlformats.org/officeDocument/2006/relationships/hyperlink" Target="P-N&#32467;&#27491;&#21521;&#23548;&#36890;.avi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1.e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0.emf"/><Relationship Id="rId9" Type="http://schemas.openxmlformats.org/officeDocument/2006/relationships/image" Target="../media/image7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jpeg"/><Relationship Id="rId7" Type="http://schemas.openxmlformats.org/officeDocument/2006/relationships/image" Target="../media/image80.png"/><Relationship Id="rId2" Type="http://schemas.openxmlformats.org/officeDocument/2006/relationships/hyperlink" Target="http://ufolab.phys.hust.edu.cn/index2.jpg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jpe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82.emf"/><Relationship Id="rId4" Type="http://schemas.openxmlformats.org/officeDocument/2006/relationships/oleObject" Target="../embeddings/oleObject69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3.e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8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85.wmf"/><Relationship Id="rId4" Type="http://schemas.openxmlformats.org/officeDocument/2006/relationships/oleObject" Target="../embeddings/oleObject71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oleObject" Target="../embeddings/oleObject79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90.wmf"/><Relationship Id="rId12" Type="http://schemas.openxmlformats.org/officeDocument/2006/relationships/image" Target="../media/image9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3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74.bin"/><Relationship Id="rId11" Type="http://schemas.openxmlformats.org/officeDocument/2006/relationships/oleObject" Target="../embeddings/oleObject78.bin"/><Relationship Id="rId5" Type="http://schemas.openxmlformats.org/officeDocument/2006/relationships/image" Target="../media/image89.png"/><Relationship Id="rId15" Type="http://schemas.openxmlformats.org/officeDocument/2006/relationships/oleObject" Target="../embeddings/oleObject80.bin"/><Relationship Id="rId10" Type="http://schemas.openxmlformats.org/officeDocument/2006/relationships/oleObject" Target="../embeddings/oleObject77.bin"/><Relationship Id="rId4" Type="http://schemas.openxmlformats.org/officeDocument/2006/relationships/oleObject" Target="../embeddings/oleObject73.bin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92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94.wmf"/><Relationship Id="rId4" Type="http://schemas.openxmlformats.org/officeDocument/2006/relationships/oleObject" Target="../embeddings/oleObject81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9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98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85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eg"/><Relationship Id="rId3" Type="http://schemas.openxmlformats.org/officeDocument/2006/relationships/image" Target="../media/image101.png"/><Relationship Id="rId7" Type="http://schemas.openxmlformats.org/officeDocument/2006/relationships/image" Target="../media/image7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2.png"/><Relationship Id="rId5" Type="http://schemas.openxmlformats.org/officeDocument/2006/relationships/image" Target="../media/image100.wmf"/><Relationship Id="rId4" Type="http://schemas.openxmlformats.org/officeDocument/2006/relationships/oleObject" Target="../embeddings/oleObject87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eg"/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7.xml"/><Relationship Id="rId4" Type="http://schemas.openxmlformats.org/officeDocument/2006/relationships/hyperlink" Target="&#37329;&#23646;&#28608;&#20809;&#20999;&#21106;%7bYAG%7d&#35270;&#39057;_1&#20998;58&#31186;.mp4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3g.163.com/v/video/VTL9BJBE9.html" TargetMode="External"/><Relationship Id="rId4" Type="http://schemas.openxmlformats.org/officeDocument/2006/relationships/image" Target="../media/image116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emf"/><Relationship Id="rId2" Type="http://schemas.openxmlformats.org/officeDocument/2006/relationships/image" Target="../media/image117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emf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119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8" name="Text Box 4">
            <a:extLst>
              <a:ext uri="{FF2B5EF4-FFF2-40B4-BE49-F238E27FC236}">
                <a16:creationId xmlns:a16="http://schemas.microsoft.com/office/drawing/2014/main" id="{3775BCB1-E233-43A8-A42C-84C347772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3" y="3276600"/>
            <a:ext cx="43926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角动量量子化：</a:t>
            </a:r>
          </a:p>
        </p:txBody>
      </p:sp>
      <p:graphicFrame>
        <p:nvGraphicFramePr>
          <p:cNvPr id="180230" name="Object 6">
            <a:extLst>
              <a:ext uri="{FF2B5EF4-FFF2-40B4-BE49-F238E27FC236}">
                <a16:creationId xmlns:a16="http://schemas.microsoft.com/office/drawing/2014/main" id="{47A034D4-3345-4FDA-90DB-F526A6E5C2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971993"/>
              </p:ext>
            </p:extLst>
          </p:nvPr>
        </p:nvGraphicFramePr>
        <p:xfrm>
          <a:off x="3094038" y="3284538"/>
          <a:ext cx="21256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6" name="Equation" r:id="rId3" imgW="2082800" imgH="495300" progId="Equation.DSMT4">
                  <p:embed/>
                </p:oleObj>
              </mc:Choice>
              <mc:Fallback>
                <p:oleObj name="Equation" r:id="rId3" imgW="2082800" imgH="495300" progId="Equation.DSMT4">
                  <p:embed/>
                  <p:pic>
                    <p:nvPicPr>
                      <p:cNvPr id="180230" name="Object 6">
                        <a:extLst>
                          <a:ext uri="{FF2B5EF4-FFF2-40B4-BE49-F238E27FC236}">
                            <a16:creationId xmlns:a16="http://schemas.microsoft.com/office/drawing/2014/main" id="{47A034D4-3345-4FDA-90DB-F526A6E5C2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038" y="3284538"/>
                        <a:ext cx="212566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1" name="Object 7">
            <a:extLst>
              <a:ext uri="{FF2B5EF4-FFF2-40B4-BE49-F238E27FC236}">
                <a16:creationId xmlns:a16="http://schemas.microsoft.com/office/drawing/2014/main" id="{0B1C1F7E-5885-4C53-A53B-2A8460E59E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0909080"/>
              </p:ext>
            </p:extLst>
          </p:nvPr>
        </p:nvGraphicFramePr>
        <p:xfrm>
          <a:off x="2670175" y="3944938"/>
          <a:ext cx="28654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7" name="Equation" r:id="rId5" imgW="3149600" imgH="393700" progId="Equation.DSMT4">
                  <p:embed/>
                </p:oleObj>
              </mc:Choice>
              <mc:Fallback>
                <p:oleObj name="Equation" r:id="rId5" imgW="3149600" imgH="393700" progId="Equation.DSMT4">
                  <p:embed/>
                  <p:pic>
                    <p:nvPicPr>
                      <p:cNvPr id="180231" name="Object 7">
                        <a:extLst>
                          <a:ext uri="{FF2B5EF4-FFF2-40B4-BE49-F238E27FC236}">
                            <a16:creationId xmlns:a16="http://schemas.microsoft.com/office/drawing/2014/main" id="{0B1C1F7E-5885-4C53-A53B-2A8460E59E3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3944938"/>
                        <a:ext cx="28654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2" name="AutoShape 8">
            <a:extLst>
              <a:ext uri="{FF2B5EF4-FFF2-40B4-BE49-F238E27FC236}">
                <a16:creationId xmlns:a16="http://schemas.microsoft.com/office/drawing/2014/main" id="{6084419E-9637-4C65-B101-683550A02090}"/>
              </a:ext>
            </a:extLst>
          </p:cNvPr>
          <p:cNvSpPr>
            <a:spLocks/>
          </p:cNvSpPr>
          <p:nvPr/>
        </p:nvSpPr>
        <p:spPr bwMode="auto">
          <a:xfrm>
            <a:off x="490538" y="4051300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 b="1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0234" name="Text Box 10">
            <a:extLst>
              <a:ext uri="{FF2B5EF4-FFF2-40B4-BE49-F238E27FC236}">
                <a16:creationId xmlns:a16="http://schemas.microsoft.com/office/drawing/2014/main" id="{0B70289A-FDCD-48A0-9893-F54EC94B4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7675" y="3783013"/>
            <a:ext cx="23574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共有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个值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0235" name="Text Box 11">
            <a:extLst>
              <a:ext uri="{FF2B5EF4-FFF2-40B4-BE49-F238E27FC236}">
                <a16:creationId xmlns:a16="http://schemas.microsoft.com/office/drawing/2014/main" id="{D7041AB6-7275-44C8-BCD1-9ACC61D66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2374900"/>
            <a:ext cx="25622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能量量子化：</a:t>
            </a:r>
          </a:p>
        </p:txBody>
      </p:sp>
      <p:graphicFrame>
        <p:nvGraphicFramePr>
          <p:cNvPr id="180236" name="Object 12">
            <a:extLst>
              <a:ext uri="{FF2B5EF4-FFF2-40B4-BE49-F238E27FC236}">
                <a16:creationId xmlns:a16="http://schemas.microsoft.com/office/drawing/2014/main" id="{8058236F-685A-4718-904F-F4E677F94C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829108"/>
              </p:ext>
            </p:extLst>
          </p:nvPr>
        </p:nvGraphicFramePr>
        <p:xfrm>
          <a:off x="2790825" y="2211388"/>
          <a:ext cx="264477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8" name="Equation" r:id="rId7" imgW="2590800" imgH="889000" progId="Equation.DSMT4">
                  <p:embed/>
                </p:oleObj>
              </mc:Choice>
              <mc:Fallback>
                <p:oleObj name="Equation" r:id="rId7" imgW="2590800" imgH="889000" progId="Equation.DSMT4">
                  <p:embed/>
                  <p:pic>
                    <p:nvPicPr>
                      <p:cNvPr id="180236" name="Object 12">
                        <a:extLst>
                          <a:ext uri="{FF2B5EF4-FFF2-40B4-BE49-F238E27FC236}">
                            <a16:creationId xmlns:a16="http://schemas.microsoft.com/office/drawing/2014/main" id="{8058236F-685A-4718-904F-F4E677F94C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2211388"/>
                        <a:ext cx="264477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Text Box 15">
            <a:extLst>
              <a:ext uri="{FF2B5EF4-FFF2-40B4-BE49-F238E27FC236}">
                <a16:creationId xmlns:a16="http://schemas.microsoft.com/office/drawing/2014/main" id="{8CB5F172-AE03-49B0-B961-CFE93CF72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03188"/>
            <a:ext cx="18002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内容回顾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B8C29D-9B4D-4CDE-87E1-22DBB8302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7350" y="2141538"/>
            <a:ext cx="2960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n=1,2,…</a:t>
            </a:r>
            <a:endParaRPr lang="zh-CN" altLang="en-US" sz="2800" b="1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0CEBB1-371E-4CFC-B249-BCF7F2FD1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038" y="2659063"/>
            <a:ext cx="28813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n: 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主量子数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CF5AAA-0677-4971-BFF1-C6E85E7E5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3873500"/>
            <a:ext cx="2286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角量子数</a:t>
            </a: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70AD77A0-A52B-456B-BFC1-27A632F1A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4483100"/>
            <a:ext cx="57864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通常用字母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s, p, d, f, g, h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表示。</a:t>
            </a:r>
          </a:p>
        </p:txBody>
      </p:sp>
      <p:sp>
        <p:nvSpPr>
          <p:cNvPr id="22" name="Text Box 2">
            <a:extLst>
              <a:ext uri="{FF2B5EF4-FFF2-40B4-BE49-F238E27FC236}">
                <a16:creationId xmlns:a16="http://schemas.microsoft.com/office/drawing/2014/main" id="{3DBB99F1-C92F-4F50-9986-269542946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5084763"/>
            <a:ext cx="42751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角动量空间量子化</a:t>
            </a:r>
          </a:p>
        </p:txBody>
      </p:sp>
      <p:graphicFrame>
        <p:nvGraphicFramePr>
          <p:cNvPr id="23" name="Object 39">
            <a:extLst>
              <a:ext uri="{FF2B5EF4-FFF2-40B4-BE49-F238E27FC236}">
                <a16:creationId xmlns:a16="http://schemas.microsoft.com/office/drawing/2014/main" id="{60BF5048-9001-4988-B715-07B0686C58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668334"/>
              </p:ext>
            </p:extLst>
          </p:nvPr>
        </p:nvGraphicFramePr>
        <p:xfrm>
          <a:off x="614363" y="5864225"/>
          <a:ext cx="126682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9" name="Equation" r:id="rId9" imgW="1143000" imgH="419100" progId="Equation.DSMT4">
                  <p:embed/>
                </p:oleObj>
              </mc:Choice>
              <mc:Fallback>
                <p:oleObj name="Equation" r:id="rId9" imgW="1143000" imgH="419100" progId="Equation.DSMT4">
                  <p:embed/>
                  <p:pic>
                    <p:nvPicPr>
                      <p:cNvPr id="23" name="Object 39">
                        <a:extLst>
                          <a:ext uri="{FF2B5EF4-FFF2-40B4-BE49-F238E27FC236}">
                            <a16:creationId xmlns:a16="http://schemas.microsoft.com/office/drawing/2014/main" id="{60BF5048-9001-4988-B715-07B0686C58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" y="5864225"/>
                        <a:ext cx="1266825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0">
            <a:extLst>
              <a:ext uri="{FF2B5EF4-FFF2-40B4-BE49-F238E27FC236}">
                <a16:creationId xmlns:a16="http://schemas.microsoft.com/office/drawing/2014/main" id="{9C1B5C4E-F23C-417B-B398-31F7498513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33005"/>
              </p:ext>
            </p:extLst>
          </p:nvPr>
        </p:nvGraphicFramePr>
        <p:xfrm>
          <a:off x="2501900" y="5634038"/>
          <a:ext cx="29591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0" name="Equation" r:id="rId11" imgW="2578100" imgH="393700" progId="Equation.DSMT4">
                  <p:embed/>
                </p:oleObj>
              </mc:Choice>
              <mc:Fallback>
                <p:oleObj name="Equation" r:id="rId11" imgW="2578100" imgH="393700" progId="Equation.DSMT4">
                  <p:embed/>
                  <p:pic>
                    <p:nvPicPr>
                      <p:cNvPr id="24" name="Object 40">
                        <a:extLst>
                          <a:ext uri="{FF2B5EF4-FFF2-40B4-BE49-F238E27FC236}">
                            <a16:creationId xmlns:a16="http://schemas.microsoft.com/office/drawing/2014/main" id="{9C1B5C4E-F23C-417B-B398-31F7498513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5634038"/>
                        <a:ext cx="29591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41">
            <a:extLst>
              <a:ext uri="{FF2B5EF4-FFF2-40B4-BE49-F238E27FC236}">
                <a16:creationId xmlns:a16="http://schemas.microsoft.com/office/drawing/2014/main" id="{9659A2DB-991A-44C0-B046-C8555B9AAC1C}"/>
              </a:ext>
            </a:extLst>
          </p:cNvPr>
          <p:cNvSpPr>
            <a:spLocks/>
          </p:cNvSpPr>
          <p:nvPr/>
        </p:nvSpPr>
        <p:spPr bwMode="auto">
          <a:xfrm>
            <a:off x="2144713" y="5768975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 b="1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 Box 42">
            <a:extLst>
              <a:ext uri="{FF2B5EF4-FFF2-40B4-BE49-F238E27FC236}">
                <a16:creationId xmlns:a16="http://schemas.microsoft.com/office/drawing/2014/main" id="{96D52866-6BEC-4E84-B785-4B0092CA9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963" y="6224588"/>
            <a:ext cx="34925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轨道磁量子数</a:t>
            </a:r>
          </a:p>
        </p:txBody>
      </p:sp>
      <p:sp>
        <p:nvSpPr>
          <p:cNvPr id="27" name="Text Box 45">
            <a:extLst>
              <a:ext uri="{FF2B5EF4-FFF2-40B4-BE49-F238E27FC236}">
                <a16:creationId xmlns:a16="http://schemas.microsoft.com/office/drawing/2014/main" id="{6401DD09-72A5-4239-80C7-8F671203E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0900" y="5561013"/>
            <a:ext cx="25209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l+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个值</a:t>
            </a:r>
          </a:p>
        </p:txBody>
      </p:sp>
      <p:sp>
        <p:nvSpPr>
          <p:cNvPr id="28" name="Text Box 13">
            <a:extLst>
              <a:ext uri="{FF2B5EF4-FFF2-40B4-BE49-F238E27FC236}">
                <a16:creationId xmlns:a16="http://schemas.microsoft.com/office/drawing/2014/main" id="{33E70719-2E32-4645-87BA-302EC531A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6224588"/>
            <a:ext cx="4635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29" name="TextBox 31">
            <a:extLst>
              <a:ext uri="{FF2B5EF4-FFF2-40B4-BE49-F238E27FC236}">
                <a16:creationId xmlns:a16="http://schemas.microsoft.com/office/drawing/2014/main" id="{6CB3458B-3062-4738-A5FB-E8034DCF79F2}"/>
              </a:ext>
            </a:extLst>
          </p:cNvPr>
          <p:cNvSpPr txBox="1"/>
          <p:nvPr/>
        </p:nvSpPr>
        <p:spPr>
          <a:xfrm>
            <a:off x="2930525" y="6224588"/>
            <a:ext cx="1428750" cy="5232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  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endParaRPr lang="zh-CN" altLang="en-US" sz="2800" b="1" i="1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" name="Object 4">
            <a:extLst>
              <a:ext uri="{FF2B5EF4-FFF2-40B4-BE49-F238E27FC236}">
                <a16:creationId xmlns:a16="http://schemas.microsoft.com/office/drawing/2014/main" id="{9071A70B-3930-42B6-9444-8D52790E0A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9220886"/>
              </p:ext>
            </p:extLst>
          </p:nvPr>
        </p:nvGraphicFramePr>
        <p:xfrm>
          <a:off x="5203825" y="1509713"/>
          <a:ext cx="18573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1" name="Equation" r:id="rId13" imgW="1816100" imgH="812800" progId="Equation.DSMT4">
                  <p:embed/>
                </p:oleObj>
              </mc:Choice>
              <mc:Fallback>
                <p:oleObj name="Equation" r:id="rId13" imgW="1816100" imgH="812800" progId="Equation.DSMT4">
                  <p:embed/>
                  <p:pic>
                    <p:nvPicPr>
                      <p:cNvPr id="30" name="Object 4">
                        <a:extLst>
                          <a:ext uri="{FF2B5EF4-FFF2-40B4-BE49-F238E27FC236}">
                            <a16:creationId xmlns:a16="http://schemas.microsoft.com/office/drawing/2014/main" id="{9071A70B-3930-42B6-9444-8D52790E0AF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5" y="1509713"/>
                        <a:ext cx="1857375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7">
            <a:extLst>
              <a:ext uri="{FF2B5EF4-FFF2-40B4-BE49-F238E27FC236}">
                <a16:creationId xmlns:a16="http://schemas.microsoft.com/office/drawing/2014/main" id="{45A67569-F170-41F1-890E-91E74B37FA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0490935"/>
              </p:ext>
            </p:extLst>
          </p:nvPr>
        </p:nvGraphicFramePr>
        <p:xfrm>
          <a:off x="534988" y="1660525"/>
          <a:ext cx="43561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2" name="Equation" r:id="rId15" imgW="4356100" imgH="762000" progId="Equation.DSMT4">
                  <p:embed/>
                </p:oleObj>
              </mc:Choice>
              <mc:Fallback>
                <p:oleObj name="Equation" r:id="rId15" imgW="4356100" imgH="762000" progId="Equation.DSMT4">
                  <p:embed/>
                  <p:pic>
                    <p:nvPicPr>
                      <p:cNvPr id="32" name="Object 7">
                        <a:extLst>
                          <a:ext uri="{FF2B5EF4-FFF2-40B4-BE49-F238E27FC236}">
                            <a16:creationId xmlns:a16="http://schemas.microsoft.com/office/drawing/2014/main" id="{45A67569-F170-41F1-890E-91E74B37FA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8" y="1660525"/>
                        <a:ext cx="43561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12">
            <a:extLst>
              <a:ext uri="{FF2B5EF4-FFF2-40B4-BE49-F238E27FC236}">
                <a16:creationId xmlns:a16="http://schemas.microsoft.com/office/drawing/2014/main" id="{16E8B794-0F93-4341-9FDB-1CFB8FA00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8" y="654050"/>
            <a:ext cx="68738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5139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氢原子的量子力学处理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134E24-5E5D-4C2D-8F24-6D66C5057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8" y="1177925"/>
            <a:ext cx="27093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定态薛定谔方程</a:t>
            </a:r>
          </a:p>
        </p:txBody>
      </p:sp>
    </p:spTree>
    <p:extLst>
      <p:ext uri="{BB962C8B-B14F-4D97-AF65-F5344CB8AC3E}">
        <p14:creationId xmlns:p14="http://schemas.microsoft.com/office/powerpoint/2010/main" val="419236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8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75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5" dur="75"/>
                                        <p:tgtEl>
                                          <p:spTgt spid="18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2" dur="75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8" grpId="0"/>
      <p:bldP spid="180232" grpId="0" animBg="1"/>
      <p:bldP spid="180234" grpId="0"/>
      <p:bldP spid="180235" grpId="0"/>
      <p:bldP spid="16" grpId="0"/>
      <p:bldP spid="17" grpId="0"/>
      <p:bldP spid="18" grpId="0"/>
      <p:bldP spid="19" grpId="0" autoUpdateAnimBg="0"/>
      <p:bldP spid="19" grpId="1" autoUpdateAnimBg="0"/>
      <p:bldP spid="22" grpId="0"/>
      <p:bldP spid="25" grpId="0" animBg="1"/>
      <p:bldP spid="26" grpId="0" autoUpdateAnimBg="0"/>
      <p:bldP spid="27" grpId="0"/>
      <p:bldP spid="28" grpId="0" autoUpdateAnimBg="0"/>
      <p:bldP spid="29" grpId="0"/>
      <p:bldP spid="33" grpId="0" autoUpdateAnimBg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57">
            <a:extLst>
              <a:ext uri="{FF2B5EF4-FFF2-40B4-BE49-F238E27FC236}">
                <a16:creationId xmlns:a16="http://schemas.microsoft.com/office/drawing/2014/main" id="{CC9B5C24-2D0B-4BBB-B1CB-2F4B176EB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0675" y="5899150"/>
            <a:ext cx="2216150" cy="523875"/>
          </a:xfrm>
          <a:prstGeom prst="rect">
            <a:avLst/>
          </a:prstGeom>
          <a:solidFill>
            <a:srgbClr val="FFC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角向概率密度</a:t>
            </a:r>
          </a:p>
        </p:txBody>
      </p:sp>
      <p:graphicFrame>
        <p:nvGraphicFramePr>
          <p:cNvPr id="201756" name="Object 28">
            <a:extLst>
              <a:ext uri="{FF2B5EF4-FFF2-40B4-BE49-F238E27FC236}">
                <a16:creationId xmlns:a16="http://schemas.microsoft.com/office/drawing/2014/main" id="{0B5E80A8-F8F5-4C47-9505-3BD9F78B20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074825"/>
              </p:ext>
            </p:extLst>
          </p:nvPr>
        </p:nvGraphicFramePr>
        <p:xfrm>
          <a:off x="701675" y="2641600"/>
          <a:ext cx="36385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0" name="Equation" r:id="rId4" imgW="1486001" imgH="247590" progId="Equation.DSMT4">
                  <p:embed/>
                </p:oleObj>
              </mc:Choice>
              <mc:Fallback>
                <p:oleObj name="Equation" r:id="rId4" imgW="1486001" imgH="247590" progId="Equation.DSMT4">
                  <p:embed/>
                  <p:pic>
                    <p:nvPicPr>
                      <p:cNvPr id="201756" name="Object 28">
                        <a:extLst>
                          <a:ext uri="{FF2B5EF4-FFF2-40B4-BE49-F238E27FC236}">
                            <a16:creationId xmlns:a16="http://schemas.microsoft.com/office/drawing/2014/main" id="{0B5E80A8-F8F5-4C47-9505-3BD9F78B20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2641600"/>
                        <a:ext cx="36385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58" name="Object 30">
            <a:extLst>
              <a:ext uri="{FF2B5EF4-FFF2-40B4-BE49-F238E27FC236}">
                <a16:creationId xmlns:a16="http://schemas.microsoft.com/office/drawing/2014/main" id="{6AB4DF20-F420-490A-A29F-4331BA2A66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604792"/>
              </p:ext>
            </p:extLst>
          </p:nvPr>
        </p:nvGraphicFramePr>
        <p:xfrm>
          <a:off x="1216025" y="3459163"/>
          <a:ext cx="55594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1" name="Equation" r:id="rId6" imgW="2152689" imgH="247590" progId="Equation.DSMT4">
                  <p:embed/>
                </p:oleObj>
              </mc:Choice>
              <mc:Fallback>
                <p:oleObj name="Equation" r:id="rId6" imgW="2152689" imgH="247590" progId="Equation.DSMT4">
                  <p:embed/>
                  <p:pic>
                    <p:nvPicPr>
                      <p:cNvPr id="201758" name="Object 30">
                        <a:extLst>
                          <a:ext uri="{FF2B5EF4-FFF2-40B4-BE49-F238E27FC236}">
                            <a16:creationId xmlns:a16="http://schemas.microsoft.com/office/drawing/2014/main" id="{6AB4DF20-F420-490A-A29F-4331BA2A66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025" y="3459163"/>
                        <a:ext cx="55594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60" name="Object 32">
            <a:extLst>
              <a:ext uri="{FF2B5EF4-FFF2-40B4-BE49-F238E27FC236}">
                <a16:creationId xmlns:a16="http://schemas.microsoft.com/office/drawing/2014/main" id="{2438A6C1-5C6B-46EA-B785-6BEC2BB1A6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8886240"/>
              </p:ext>
            </p:extLst>
          </p:nvPr>
        </p:nvGraphicFramePr>
        <p:xfrm>
          <a:off x="1181100" y="4395788"/>
          <a:ext cx="63563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2" name="Equation" r:id="rId8" imgW="2219412" imgH="247590" progId="Equation.DSMT4">
                  <p:embed/>
                </p:oleObj>
              </mc:Choice>
              <mc:Fallback>
                <p:oleObj name="Equation" r:id="rId8" imgW="2219412" imgH="247590" progId="Equation.DSMT4">
                  <p:embed/>
                  <p:pic>
                    <p:nvPicPr>
                      <p:cNvPr id="201760" name="Object 32">
                        <a:extLst>
                          <a:ext uri="{FF2B5EF4-FFF2-40B4-BE49-F238E27FC236}">
                            <a16:creationId xmlns:a16="http://schemas.microsoft.com/office/drawing/2014/main" id="{2438A6C1-5C6B-46EA-B785-6BEC2BB1A6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4395788"/>
                        <a:ext cx="63563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1779" name="Group 51">
            <a:extLst>
              <a:ext uri="{FF2B5EF4-FFF2-40B4-BE49-F238E27FC236}">
                <a16:creationId xmlns:a16="http://schemas.microsoft.com/office/drawing/2014/main" id="{13A71F49-39FA-49E6-9451-39435ABB731C}"/>
              </a:ext>
            </a:extLst>
          </p:cNvPr>
          <p:cNvGrpSpPr>
            <a:grpSpLocks/>
          </p:cNvGrpSpPr>
          <p:nvPr/>
        </p:nvGrpSpPr>
        <p:grpSpPr bwMode="auto">
          <a:xfrm>
            <a:off x="496888" y="1387475"/>
            <a:ext cx="6565900" cy="1223963"/>
            <a:chOff x="559" y="119"/>
            <a:chExt cx="4135" cy="771"/>
          </a:xfrm>
        </p:grpSpPr>
        <p:sp>
          <p:nvSpPr>
            <p:cNvPr id="45072" name="Rectangle 41">
              <a:extLst>
                <a:ext uri="{FF2B5EF4-FFF2-40B4-BE49-F238E27FC236}">
                  <a16:creationId xmlns:a16="http://schemas.microsoft.com/office/drawing/2014/main" id="{17EAD43D-E9FC-40C7-B95E-29201F594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" y="119"/>
              <a:ext cx="4135" cy="771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rgbClr val="8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5073" name="Object 37">
              <a:extLst>
                <a:ext uri="{FF2B5EF4-FFF2-40B4-BE49-F238E27FC236}">
                  <a16:creationId xmlns:a16="http://schemas.microsoft.com/office/drawing/2014/main" id="{0AED0C5A-1888-4755-A669-0F5A938091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164"/>
            <a:ext cx="204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13" name="公式" r:id="rId10" imgW="1333376" imgH="123930" progId="Equation.3">
                    <p:embed/>
                  </p:oleObj>
                </mc:Choice>
                <mc:Fallback>
                  <p:oleObj name="公式" r:id="rId10" imgW="1333376" imgH="123930" progId="Equation.3">
                    <p:embed/>
                    <p:pic>
                      <p:nvPicPr>
                        <p:cNvPr id="45073" name="Object 37">
                          <a:extLst>
                            <a:ext uri="{FF2B5EF4-FFF2-40B4-BE49-F238E27FC236}">
                              <a16:creationId xmlns:a16="http://schemas.microsoft.com/office/drawing/2014/main" id="{0AED0C5A-1888-4755-A669-0F5A938091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164"/>
                          <a:ext cx="204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4" name="Object 38">
              <a:extLst>
                <a:ext uri="{FF2B5EF4-FFF2-40B4-BE49-F238E27FC236}">
                  <a16:creationId xmlns:a16="http://schemas.microsoft.com/office/drawing/2014/main" id="{8A06ECBB-56E1-482B-AA38-3B619135CD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53" y="572"/>
            <a:ext cx="195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14" name="公式" r:id="rId12" imgW="1571633" imgH="123930" progId="Equation.3">
                    <p:embed/>
                  </p:oleObj>
                </mc:Choice>
                <mc:Fallback>
                  <p:oleObj name="公式" r:id="rId12" imgW="1571633" imgH="123930" progId="Equation.3">
                    <p:embed/>
                    <p:pic>
                      <p:nvPicPr>
                        <p:cNvPr id="45074" name="Object 38">
                          <a:extLst>
                            <a:ext uri="{FF2B5EF4-FFF2-40B4-BE49-F238E27FC236}">
                              <a16:creationId xmlns:a16="http://schemas.microsoft.com/office/drawing/2014/main" id="{8A06ECBB-56E1-482B-AA38-3B619135CD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572"/>
                          <a:ext cx="1951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5" name="Object 39">
              <a:extLst>
                <a:ext uri="{FF2B5EF4-FFF2-40B4-BE49-F238E27FC236}">
                  <a16:creationId xmlns:a16="http://schemas.microsoft.com/office/drawing/2014/main" id="{9B0A4B62-60C9-4016-9446-37E42CCD7F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" y="346"/>
            <a:ext cx="1913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15" name="公式" r:id="rId14" imgW="1257199" imgH="123930" progId="Equation.3">
                    <p:embed/>
                  </p:oleObj>
                </mc:Choice>
                <mc:Fallback>
                  <p:oleObj name="公式" r:id="rId14" imgW="1257199" imgH="123930" progId="Equation.3">
                    <p:embed/>
                    <p:pic>
                      <p:nvPicPr>
                        <p:cNvPr id="45075" name="Object 39">
                          <a:extLst>
                            <a:ext uri="{FF2B5EF4-FFF2-40B4-BE49-F238E27FC236}">
                              <a16:creationId xmlns:a16="http://schemas.microsoft.com/office/drawing/2014/main" id="{9B0A4B62-60C9-4016-9446-37E42CCD7F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46"/>
                          <a:ext cx="1913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6" name="AutoShape 50">
              <a:extLst>
                <a:ext uri="{FF2B5EF4-FFF2-40B4-BE49-F238E27FC236}">
                  <a16:creationId xmlns:a16="http://schemas.microsoft.com/office/drawing/2014/main" id="{9364AF6D-2221-48F4-8436-5AB05CFD9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55"/>
              <a:ext cx="136" cy="454"/>
            </a:xfrm>
            <a:prstGeom prst="leftBrace">
              <a:avLst>
                <a:gd name="adj1" fmla="val 27819"/>
                <a:gd name="adj2" fmla="val 50000"/>
              </a:avLst>
            </a:prstGeom>
            <a:noFill/>
            <a:ln w="349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1782" name="Line 54">
            <a:extLst>
              <a:ext uri="{FF2B5EF4-FFF2-40B4-BE49-F238E27FC236}">
                <a16:creationId xmlns:a16="http://schemas.microsoft.com/office/drawing/2014/main" id="{0CD5336F-A724-4E39-9273-11159B5F4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6225" y="5227638"/>
            <a:ext cx="20177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1783" name="Text Box 55">
            <a:extLst>
              <a:ext uri="{FF2B5EF4-FFF2-40B4-BE49-F238E27FC236}">
                <a16:creationId xmlns:a16="http://schemas.microsoft.com/office/drawing/2014/main" id="{E084A46B-8442-4445-BC7A-87A8EBECA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5227638"/>
            <a:ext cx="215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径向概率</a:t>
            </a:r>
          </a:p>
        </p:txBody>
      </p:sp>
      <p:sp>
        <p:nvSpPr>
          <p:cNvPr id="201784" name="Line 56">
            <a:extLst>
              <a:ext uri="{FF2B5EF4-FFF2-40B4-BE49-F238E27FC236}">
                <a16:creationId xmlns:a16="http://schemas.microsoft.com/office/drawing/2014/main" id="{A289FF63-2BE4-4CFA-BF0C-8760B58B5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5227638"/>
            <a:ext cx="38163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1785" name="Text Box 57">
            <a:extLst>
              <a:ext uri="{FF2B5EF4-FFF2-40B4-BE49-F238E27FC236}">
                <a16:creationId xmlns:a16="http://schemas.microsoft.com/office/drawing/2014/main" id="{3AEBFC5A-9A6B-4AD1-9326-BFB315B40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227638"/>
            <a:ext cx="2014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角向概率</a:t>
            </a:r>
          </a:p>
        </p:txBody>
      </p:sp>
      <p:graphicFrame>
        <p:nvGraphicFramePr>
          <p:cNvPr id="35" name="Object 32">
            <a:extLst>
              <a:ext uri="{FF2B5EF4-FFF2-40B4-BE49-F238E27FC236}">
                <a16:creationId xmlns:a16="http://schemas.microsoft.com/office/drawing/2014/main" id="{9450655C-C0DE-4224-AF56-5E37774A21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505761"/>
              </p:ext>
            </p:extLst>
          </p:nvPr>
        </p:nvGraphicFramePr>
        <p:xfrm>
          <a:off x="714375" y="5746750"/>
          <a:ext cx="1550988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6" name="MathType 6.0 Equation" r:id="rId16" imgW="571601" imgH="276210" progId="Equation.DSMT4">
                  <p:embed/>
                </p:oleObj>
              </mc:Choice>
              <mc:Fallback>
                <p:oleObj name="MathType 6.0 Equation" r:id="rId16" imgW="571601" imgH="276210" progId="Equation.DSMT4">
                  <p:embed/>
                  <p:pic>
                    <p:nvPicPr>
                      <p:cNvPr id="35" name="Object 32">
                        <a:extLst>
                          <a:ext uri="{FF2B5EF4-FFF2-40B4-BE49-F238E27FC236}">
                            <a16:creationId xmlns:a16="http://schemas.microsoft.com/office/drawing/2014/main" id="{9450655C-C0DE-4224-AF56-5E37774A21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5746750"/>
                        <a:ext cx="1550988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55">
            <a:extLst>
              <a:ext uri="{FF2B5EF4-FFF2-40B4-BE49-F238E27FC236}">
                <a16:creationId xmlns:a16="http://schemas.microsoft.com/office/drawing/2014/main" id="{DE06476F-DFF8-4522-A649-FD41EEB3F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975" y="5899150"/>
            <a:ext cx="2414588" cy="523875"/>
          </a:xfrm>
          <a:prstGeom prst="rect">
            <a:avLst/>
          </a:prstGeom>
          <a:solidFill>
            <a:srgbClr val="FFC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径向概率密度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7" name="Object 32">
            <a:extLst>
              <a:ext uri="{FF2B5EF4-FFF2-40B4-BE49-F238E27FC236}">
                <a16:creationId xmlns:a16="http://schemas.microsoft.com/office/drawing/2014/main" id="{BB9262CA-13AF-494F-BB7F-00DDD35EA4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2222197"/>
              </p:ext>
            </p:extLst>
          </p:nvPr>
        </p:nvGraphicFramePr>
        <p:xfrm>
          <a:off x="4833938" y="5724525"/>
          <a:ext cx="18256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7" name="MathType 6.0 Equation" r:id="rId18" imgW="685868" imgH="285660" progId="Equation.DSMT4">
                  <p:embed/>
                </p:oleObj>
              </mc:Choice>
              <mc:Fallback>
                <p:oleObj name="MathType 6.0 Equation" r:id="rId18" imgW="685868" imgH="285660" progId="Equation.DSMT4">
                  <p:embed/>
                  <p:pic>
                    <p:nvPicPr>
                      <p:cNvPr id="37" name="Object 32">
                        <a:extLst>
                          <a:ext uri="{FF2B5EF4-FFF2-40B4-BE49-F238E27FC236}">
                            <a16:creationId xmlns:a16="http://schemas.microsoft.com/office/drawing/2014/main" id="{BB9262CA-13AF-494F-BB7F-00DDD35EA4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8" y="5724525"/>
                        <a:ext cx="18256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8">
            <a:extLst>
              <a:ext uri="{FF2B5EF4-FFF2-40B4-BE49-F238E27FC236}">
                <a16:creationId xmlns:a16="http://schemas.microsoft.com/office/drawing/2014/main" id="{A2D4D536-73D3-43EC-9939-2A464CBA6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692150"/>
            <a:ext cx="543793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51395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氢原子中电子的位置概率分布</a:t>
            </a:r>
          </a:p>
        </p:txBody>
      </p:sp>
      <p:sp>
        <p:nvSpPr>
          <p:cNvPr id="45071" name="Text Box 15">
            <a:extLst>
              <a:ext uri="{FF2B5EF4-FFF2-40B4-BE49-F238E27FC236}">
                <a16:creationId xmlns:a16="http://schemas.microsoft.com/office/drawing/2014/main" id="{5C382735-8B3E-4A0A-B328-CD052D6F0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03188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内容回顾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59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201783" grpId="0"/>
      <p:bldP spid="201785" grpId="0"/>
      <p:bldP spid="3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>
            <a:extLst>
              <a:ext uri="{FF2B5EF4-FFF2-40B4-BE49-F238E27FC236}">
                <a16:creationId xmlns:a16="http://schemas.microsoft.com/office/drawing/2014/main" id="{3F2890FF-C5A1-43B3-B389-3702CD55B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1341438"/>
            <a:ext cx="3382962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施特恩</a:t>
            </a:r>
            <a:r>
              <a:rPr lang="en-US" altLang="zh-CN" sz="2800" b="1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-</a:t>
            </a:r>
            <a:r>
              <a:rPr lang="zh-CN" altLang="en-US" sz="2800" b="1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盖拉赫实验</a:t>
            </a:r>
          </a:p>
        </p:txBody>
      </p:sp>
      <p:sp>
        <p:nvSpPr>
          <p:cNvPr id="117766" name="Text Box 6">
            <a:extLst>
              <a:ext uri="{FF2B5EF4-FFF2-40B4-BE49-F238E27FC236}">
                <a16:creationId xmlns:a16="http://schemas.microsoft.com/office/drawing/2014/main" id="{7FBD863F-6F7B-4B46-91B7-7B079DC72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3716338"/>
            <a:ext cx="2538413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自旋角动量：</a:t>
            </a:r>
          </a:p>
        </p:txBody>
      </p:sp>
      <p:grpSp>
        <p:nvGrpSpPr>
          <p:cNvPr id="34821" name="组合 1">
            <a:extLst>
              <a:ext uri="{FF2B5EF4-FFF2-40B4-BE49-F238E27FC236}">
                <a16:creationId xmlns:a16="http://schemas.microsoft.com/office/drawing/2014/main" id="{4DF78456-E233-45CC-9061-87C315B93422}"/>
              </a:ext>
            </a:extLst>
          </p:cNvPr>
          <p:cNvGrpSpPr>
            <a:grpSpLocks/>
          </p:cNvGrpSpPr>
          <p:nvPr/>
        </p:nvGrpSpPr>
        <p:grpSpPr bwMode="auto">
          <a:xfrm>
            <a:off x="2946400" y="4322763"/>
            <a:ext cx="3467100" cy="523875"/>
            <a:chOff x="6126875" y="3782513"/>
            <a:chExt cx="3467833" cy="523220"/>
          </a:xfrm>
        </p:grpSpPr>
        <p:sp>
          <p:nvSpPr>
            <p:cNvPr id="14394" name="WordArt 7">
              <a:extLst>
                <a:ext uri="{FF2B5EF4-FFF2-40B4-BE49-F238E27FC236}">
                  <a16:creationId xmlns:a16="http://schemas.microsoft.com/office/drawing/2014/main" id="{0DC5A5DA-D130-49A8-B58A-16256FDD04CB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6126875" y="3980657"/>
              <a:ext cx="168740" cy="1873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b="1" i="1" kern="10">
                  <a:ln w="9525">
                    <a:solidFill>
                      <a:srgbClr val="333399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Bookman Old Style" panose="02050604050505020204" pitchFamily="18" charset="0"/>
                </a:rPr>
                <a:t>s</a:t>
              </a:r>
              <a:endParaRPr lang="zh-CN" altLang="en-US" sz="3600" b="1" i="1" kern="10">
                <a:ln w="9525">
                  <a:solidFill>
                    <a:srgbClr val="333399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4395" name="Text Box 8">
              <a:extLst>
                <a:ext uri="{FF2B5EF4-FFF2-40B4-BE49-F238E27FC236}">
                  <a16:creationId xmlns:a16="http://schemas.microsoft.com/office/drawing/2014/main" id="{C058F3A1-D392-4277-AA79-C6C248C36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5615" y="3782513"/>
              <a:ext cx="32990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称为自旋量子数</a:t>
              </a:r>
              <a:endParaRPr lang="en-US" altLang="zh-CN" sz="2800" b="1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</p:grpSp>
      <p:graphicFrame>
        <p:nvGraphicFramePr>
          <p:cNvPr id="117780" name="Object 20">
            <a:extLst>
              <a:ext uri="{FF2B5EF4-FFF2-40B4-BE49-F238E27FC236}">
                <a16:creationId xmlns:a16="http://schemas.microsoft.com/office/drawing/2014/main" id="{0F65A3FC-F1E6-43FE-AA3E-A91D587ECC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4283075"/>
          <a:ext cx="2414588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6" name="Equation" r:id="rId3" imgW="690840" imgH="142920" progId="Equation.DSMT4">
                  <p:embed/>
                </p:oleObj>
              </mc:Choice>
              <mc:Fallback>
                <p:oleObj name="Equation" r:id="rId3" imgW="690840" imgH="14292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283075"/>
                        <a:ext cx="2414588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12" name="Group 52">
            <a:extLst>
              <a:ext uri="{FF2B5EF4-FFF2-40B4-BE49-F238E27FC236}">
                <a16:creationId xmlns:a16="http://schemas.microsoft.com/office/drawing/2014/main" id="{7FF22AF5-37F3-4A5B-9645-93D11DE3B63A}"/>
              </a:ext>
            </a:extLst>
          </p:cNvPr>
          <p:cNvGrpSpPr>
            <a:grpSpLocks/>
          </p:cNvGrpSpPr>
          <p:nvPr/>
        </p:nvGrpSpPr>
        <p:grpSpPr bwMode="auto">
          <a:xfrm>
            <a:off x="6923088" y="4164013"/>
            <a:ext cx="1663700" cy="876300"/>
            <a:chOff x="4715" y="2758"/>
            <a:chExt cx="1048" cy="552"/>
          </a:xfrm>
        </p:grpSpPr>
        <p:sp>
          <p:nvSpPr>
            <p:cNvPr id="14392" name="Text Box 19">
              <a:extLst>
                <a:ext uri="{FF2B5EF4-FFF2-40B4-BE49-F238E27FC236}">
                  <a16:creationId xmlns:a16="http://schemas.microsoft.com/office/drawing/2014/main" id="{28569720-3B64-4950-8804-DE00660BA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5" y="2849"/>
              <a:ext cx="29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chemeClr val="tx2"/>
                  </a:solidFill>
                  <a:latin typeface="楷体_GB2312"/>
                  <a:ea typeface="楷体_GB2312"/>
                  <a:cs typeface="楷体_GB2312"/>
                </a:rPr>
                <a:t>故</a:t>
              </a:r>
            </a:p>
          </p:txBody>
        </p:sp>
        <p:graphicFrame>
          <p:nvGraphicFramePr>
            <p:cNvPr id="14393" name="Object 21">
              <a:extLst>
                <a:ext uri="{FF2B5EF4-FFF2-40B4-BE49-F238E27FC236}">
                  <a16:creationId xmlns:a16="http://schemas.microsoft.com/office/drawing/2014/main" id="{488CE890-B64D-4282-B923-54A5F5321B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15" y="2758"/>
            <a:ext cx="748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7" name="Equation" r:id="rId5" imgW="453960" imgH="275760" progId="Equation.DSMT4">
                    <p:embed/>
                  </p:oleObj>
                </mc:Choice>
                <mc:Fallback>
                  <p:oleObj name="Equation" r:id="rId5" imgW="453960" imgH="27576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5" y="2758"/>
                          <a:ext cx="748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41" name="Text Box 26">
            <a:extLst>
              <a:ext uri="{FF2B5EF4-FFF2-40B4-BE49-F238E27FC236}">
                <a16:creationId xmlns:a16="http://schemas.microsoft.com/office/drawing/2014/main" id="{C6B89F3F-57A6-4DBD-8454-EA94DF679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9763" y="5880100"/>
            <a:ext cx="39544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b="1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 b="1">
                <a:solidFill>
                  <a:schemeClr val="tx2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称为</a:t>
            </a:r>
            <a:r>
              <a:rPr lang="zh-CN" altLang="en-US" sz="2800" b="1">
                <a:solidFill>
                  <a:srgbClr val="FF0000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自旋磁量子数</a:t>
            </a:r>
          </a:p>
        </p:txBody>
      </p:sp>
      <p:sp>
        <p:nvSpPr>
          <p:cNvPr id="117804" name="Text Box 44">
            <a:extLst>
              <a:ext uri="{FF2B5EF4-FFF2-40B4-BE49-F238E27FC236}">
                <a16:creationId xmlns:a16="http://schemas.microsoft.com/office/drawing/2014/main" id="{ECB7E713-4517-44A0-B39F-819D70C87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5189538"/>
            <a:ext cx="60483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在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轴（外磁场）方向上的投影：</a:t>
            </a:r>
          </a:p>
        </p:txBody>
      </p:sp>
      <p:graphicFrame>
        <p:nvGraphicFramePr>
          <p:cNvPr id="117806" name="Object 46">
            <a:extLst>
              <a:ext uri="{FF2B5EF4-FFF2-40B4-BE49-F238E27FC236}">
                <a16:creationId xmlns:a16="http://schemas.microsoft.com/office/drawing/2014/main" id="{2D254F4A-99FC-4816-909C-C30FD768A4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5851525"/>
          <a:ext cx="14462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8" name="Equation" r:id="rId7" imgW="419400" imgH="123120" progId="Equation.DSMT4">
                  <p:embed/>
                </p:oleObj>
              </mc:Choice>
              <mc:Fallback>
                <p:oleObj name="Equation" r:id="rId7" imgW="419400" imgH="12312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851525"/>
                        <a:ext cx="14462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17" name="Group 57">
            <a:extLst>
              <a:ext uri="{FF2B5EF4-FFF2-40B4-BE49-F238E27FC236}">
                <a16:creationId xmlns:a16="http://schemas.microsoft.com/office/drawing/2014/main" id="{F79035AD-A843-463B-8AE6-369009B4879D}"/>
              </a:ext>
            </a:extLst>
          </p:cNvPr>
          <p:cNvGrpSpPr>
            <a:grpSpLocks/>
          </p:cNvGrpSpPr>
          <p:nvPr/>
        </p:nvGrpSpPr>
        <p:grpSpPr bwMode="auto">
          <a:xfrm>
            <a:off x="6850063" y="5708650"/>
            <a:ext cx="1509712" cy="817563"/>
            <a:chOff x="3923" y="3735"/>
            <a:chExt cx="951" cy="515"/>
          </a:xfrm>
        </p:grpSpPr>
        <p:sp>
          <p:nvSpPr>
            <p:cNvPr id="14390" name="Text Box 45">
              <a:extLst>
                <a:ext uri="{FF2B5EF4-FFF2-40B4-BE49-F238E27FC236}">
                  <a16:creationId xmlns:a16="http://schemas.microsoft.com/office/drawing/2014/main" id="{B0C0E943-7550-441C-8E02-73B274147F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3793"/>
              <a:ext cx="33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chemeClr val="tx2"/>
                  </a:solidFill>
                  <a:latin typeface="楷体_GB2312"/>
                  <a:ea typeface="楷体_GB2312"/>
                  <a:cs typeface="楷体_GB2312"/>
                </a:rPr>
                <a:t>故</a:t>
              </a:r>
            </a:p>
          </p:txBody>
        </p:sp>
        <p:graphicFrame>
          <p:nvGraphicFramePr>
            <p:cNvPr id="14391" name="Object 47">
              <a:extLst>
                <a:ext uri="{FF2B5EF4-FFF2-40B4-BE49-F238E27FC236}">
                  <a16:creationId xmlns:a16="http://schemas.microsoft.com/office/drawing/2014/main" id="{ED55C32C-F230-4279-A734-1BBAF185C2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8" y="3735"/>
            <a:ext cx="676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9" name="Equation" r:id="rId9" imgW="394560" imgH="246240" progId="Equation.DSMT4">
                    <p:embed/>
                  </p:oleObj>
                </mc:Choice>
                <mc:Fallback>
                  <p:oleObj name="Equation" r:id="rId9" imgW="394560" imgH="24624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8" y="3735"/>
                          <a:ext cx="676" cy="5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875" name="Text Box 49">
            <a:extLst>
              <a:ext uri="{FF2B5EF4-FFF2-40B4-BE49-F238E27FC236}">
                <a16:creationId xmlns:a16="http://schemas.microsoft.com/office/drawing/2014/main" id="{AEC2AF48-9A63-4119-A50B-8D748A2B0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20713"/>
            <a:ext cx="4895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5139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电子自旋</a:t>
            </a:r>
            <a:endParaRPr lang="en-US" altLang="zh-CN" sz="2800" b="1" dirty="0">
              <a:solidFill>
                <a:srgbClr val="051395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4830" name="Object 47">
            <a:extLst>
              <a:ext uri="{FF2B5EF4-FFF2-40B4-BE49-F238E27FC236}">
                <a16:creationId xmlns:a16="http://schemas.microsoft.com/office/drawing/2014/main" id="{70573058-A588-4DB5-A083-0FCBF4A1E9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3550" y="5708650"/>
          <a:ext cx="11398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0" name="Equation" r:id="rId11" imgW="424440" imgH="246240" progId="Equation.DSMT4">
                  <p:embed/>
                </p:oleObj>
              </mc:Choice>
              <mc:Fallback>
                <p:oleObj name="Equation" r:id="rId11" imgW="424440" imgH="24624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5708650"/>
                        <a:ext cx="113982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8" name="Object 47">
            <a:extLst>
              <a:ext uri="{FF2B5EF4-FFF2-40B4-BE49-F238E27FC236}">
                <a16:creationId xmlns:a16="http://schemas.microsoft.com/office/drawing/2014/main" id="{59EFE6E3-391E-41D5-9EA0-23D1DED09C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3925" y="4149725"/>
          <a:ext cx="8239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1" name="Equation" r:id="rId13" imgW="271440" imgH="246240" progId="Equation.DSMT4">
                  <p:embed/>
                </p:oleObj>
              </mc:Choice>
              <mc:Fallback>
                <p:oleObj name="Equation" r:id="rId13" imgW="271440" imgH="24624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5" y="4149725"/>
                        <a:ext cx="8239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0" name="Text Box 24">
            <a:extLst>
              <a:ext uri="{FF2B5EF4-FFF2-40B4-BE49-F238E27FC236}">
                <a16:creationId xmlns:a16="http://schemas.microsoft.com/office/drawing/2014/main" id="{E1999188-7E6B-4343-8285-21D794EE9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7263" y="6396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23</a:t>
            </a:r>
            <a:endParaRPr lang="en-US" altLang="zh-CN" sz="2800" b="1">
              <a:solidFill>
                <a:schemeClr val="tx2"/>
              </a:solidFill>
              <a:latin typeface="楷体_GB2312"/>
              <a:ea typeface="楷体_GB2312"/>
              <a:cs typeface="楷体_GB231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69FB868-62C9-45E8-AC9E-72743CBCE5AC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981075"/>
            <a:ext cx="5508625" cy="2524125"/>
            <a:chOff x="3635870" y="980660"/>
            <a:chExt cx="5508130" cy="2524438"/>
          </a:xfrm>
        </p:grpSpPr>
        <p:sp>
          <p:nvSpPr>
            <p:cNvPr id="25" name="Rectangle 40">
              <a:extLst>
                <a:ext uri="{FF2B5EF4-FFF2-40B4-BE49-F238E27FC236}">
                  <a16:creationId xmlns:a16="http://schemas.microsoft.com/office/drawing/2014/main" id="{2293F515-298A-4D8E-90F6-256D5D0E1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870" y="1488723"/>
              <a:ext cx="5400190" cy="20163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pSp>
          <p:nvGrpSpPr>
            <p:cNvPr id="14367" name="Group 62">
              <a:extLst>
                <a:ext uri="{FF2B5EF4-FFF2-40B4-BE49-F238E27FC236}">
                  <a16:creationId xmlns:a16="http://schemas.microsoft.com/office/drawing/2014/main" id="{E5262405-C4A8-4850-A487-3BFEC354A8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5620" y="2065235"/>
              <a:ext cx="4572000" cy="1166813"/>
              <a:chOff x="1366" y="1344"/>
              <a:chExt cx="2880" cy="735"/>
            </a:xfrm>
          </p:grpSpPr>
          <p:sp>
            <p:nvSpPr>
              <p:cNvPr id="14370" name="Line 16">
                <a:extLst>
                  <a:ext uri="{FF2B5EF4-FFF2-40B4-BE49-F238E27FC236}">
                    <a16:creationId xmlns:a16="http://schemas.microsoft.com/office/drawing/2014/main" id="{DA312FC1-F43E-4A82-9785-0C4D9DC137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6" y="1588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1" name="Line 17">
                <a:extLst>
                  <a:ext uri="{FF2B5EF4-FFF2-40B4-BE49-F238E27FC236}">
                    <a16:creationId xmlns:a16="http://schemas.microsoft.com/office/drawing/2014/main" id="{F6980CA3-F797-44D2-A241-A8653861FF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6" y="158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2" name="Line 18">
                <a:extLst>
                  <a:ext uri="{FF2B5EF4-FFF2-40B4-BE49-F238E27FC236}">
                    <a16:creationId xmlns:a16="http://schemas.microsoft.com/office/drawing/2014/main" id="{2BDFD724-7973-48C0-8100-A4E01E7554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6" y="182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3" name="Line 19">
                <a:extLst>
                  <a:ext uri="{FF2B5EF4-FFF2-40B4-BE49-F238E27FC236}">
                    <a16:creationId xmlns:a16="http://schemas.microsoft.com/office/drawing/2014/main" id="{FE6DA7EC-4A58-4598-B0FC-01718E0130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8" y="1588"/>
                <a:ext cx="0" cy="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4" name="Line 20">
                <a:extLst>
                  <a:ext uri="{FF2B5EF4-FFF2-40B4-BE49-F238E27FC236}">
                    <a16:creationId xmlns:a16="http://schemas.microsoft.com/office/drawing/2014/main" id="{7A8A5AD1-77DA-45FC-B1EC-1C5C256056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8" y="1748"/>
                <a:ext cx="0" cy="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5" name="Line 21">
                <a:extLst>
                  <a:ext uri="{FF2B5EF4-FFF2-40B4-BE49-F238E27FC236}">
                    <a16:creationId xmlns:a16="http://schemas.microsoft.com/office/drawing/2014/main" id="{7E8633BC-6084-4D20-B93A-369FE81F81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0" y="1708"/>
                <a:ext cx="20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6" name="Line 22">
                <a:extLst>
                  <a:ext uri="{FF2B5EF4-FFF2-40B4-BE49-F238E27FC236}">
                    <a16:creationId xmlns:a16="http://schemas.microsoft.com/office/drawing/2014/main" id="{C3D480B9-1C1F-4063-898D-1E7746519C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4" y="138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7" name="Line 23">
                <a:extLst>
                  <a:ext uri="{FF2B5EF4-FFF2-40B4-BE49-F238E27FC236}">
                    <a16:creationId xmlns:a16="http://schemas.microsoft.com/office/drawing/2014/main" id="{3C1E303A-C4F9-4981-B52C-C02453CBCD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4" y="174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8" name="Line 24">
                <a:extLst>
                  <a:ext uri="{FF2B5EF4-FFF2-40B4-BE49-F238E27FC236}">
                    <a16:creationId xmlns:a16="http://schemas.microsoft.com/office/drawing/2014/main" id="{D8139122-CFF9-4ABD-9765-46AF372772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0" y="138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9" name="Line 25">
                <a:extLst>
                  <a:ext uri="{FF2B5EF4-FFF2-40B4-BE49-F238E27FC236}">
                    <a16:creationId xmlns:a16="http://schemas.microsoft.com/office/drawing/2014/main" id="{1DFAC6C5-1D5E-43FE-9369-429DB06845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0" y="174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0" name="Text Box 26">
                <a:extLst>
                  <a:ext uri="{FF2B5EF4-FFF2-40B4-BE49-F238E27FC236}">
                    <a16:creationId xmlns:a16="http://schemas.microsoft.com/office/drawing/2014/main" id="{23ADD11F-300A-478E-8A61-BB59E182FF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10" y="1418"/>
                <a:ext cx="72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D</a:t>
                </a:r>
                <a:r>
                  <a:rPr lang="en-US" altLang="zh-CN" sz="2400" b="1" baseline="-25000">
                    <a:solidFill>
                      <a:schemeClr val="tx2"/>
                    </a:solidFill>
                    <a:latin typeface="楷体_GB2312"/>
                    <a:ea typeface="楷体_GB2312"/>
                    <a:cs typeface="楷体_GB2312"/>
                  </a:rPr>
                  <a:t>1</a:t>
                </a:r>
                <a:endParaRPr lang="en-US" altLang="zh-CN" sz="2400" b="1">
                  <a:solidFill>
                    <a:schemeClr val="tx2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  <p:sp>
            <p:nvSpPr>
              <p:cNvPr id="14381" name="Text Box 27">
                <a:extLst>
                  <a:ext uri="{FF2B5EF4-FFF2-40B4-BE49-F238E27FC236}">
                    <a16:creationId xmlns:a16="http://schemas.microsoft.com/office/drawing/2014/main" id="{DAFACB14-B28B-4ABB-A828-0F4C073052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6" y="1418"/>
                <a:ext cx="38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D</a:t>
                </a:r>
                <a:r>
                  <a:rPr lang="en-US" altLang="zh-CN" sz="2400" b="1" baseline="-25000">
                    <a:solidFill>
                      <a:schemeClr val="tx2"/>
                    </a:solidFill>
                    <a:latin typeface="楷体_GB2312"/>
                    <a:ea typeface="楷体_GB2312"/>
                    <a:cs typeface="楷体_GB2312"/>
                  </a:rPr>
                  <a:t>2</a:t>
                </a:r>
                <a:endParaRPr lang="en-US" altLang="zh-CN" sz="2400" b="1">
                  <a:solidFill>
                    <a:schemeClr val="tx2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  <p:sp>
            <p:nvSpPr>
              <p:cNvPr id="14382" name="Rectangle 28">
                <a:extLst>
                  <a:ext uri="{FF2B5EF4-FFF2-40B4-BE49-F238E27FC236}">
                    <a16:creationId xmlns:a16="http://schemas.microsoft.com/office/drawing/2014/main" id="{37F84A7F-23D6-490D-8519-80967E5840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2" y="1388"/>
                <a:ext cx="672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 b="1">
                  <a:solidFill>
                    <a:schemeClr val="tx2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  <p:sp>
            <p:nvSpPr>
              <p:cNvPr id="14383" name="Rectangle 29">
                <a:extLst>
                  <a:ext uri="{FF2B5EF4-FFF2-40B4-BE49-F238E27FC236}">
                    <a16:creationId xmlns:a16="http://schemas.microsoft.com/office/drawing/2014/main" id="{7207445D-C5C9-4F7E-B168-DF90BA163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2" y="1788"/>
                <a:ext cx="672" cy="2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 b="1">
                  <a:solidFill>
                    <a:schemeClr val="tx2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  <p:sp>
            <p:nvSpPr>
              <p:cNvPr id="14384" name="Line 30">
                <a:extLst>
                  <a:ext uri="{FF2B5EF4-FFF2-40B4-BE49-F238E27FC236}">
                    <a16:creationId xmlns:a16="http://schemas.microsoft.com/office/drawing/2014/main" id="{DA313247-B4E1-4D3B-AA5D-011649E73B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0" y="1388"/>
                <a:ext cx="0" cy="6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5" name="Line 31">
                <a:extLst>
                  <a:ext uri="{FF2B5EF4-FFF2-40B4-BE49-F238E27FC236}">
                    <a16:creationId xmlns:a16="http://schemas.microsoft.com/office/drawing/2014/main" id="{B7CF08A0-5AE1-4F73-8275-793781DCEC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78" y="1628"/>
                <a:ext cx="432" cy="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6" name="Line 32">
                <a:extLst>
                  <a:ext uri="{FF2B5EF4-FFF2-40B4-BE49-F238E27FC236}">
                    <a16:creationId xmlns:a16="http://schemas.microsoft.com/office/drawing/2014/main" id="{24A7FFBC-677C-4060-B9B4-DEADD4101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1708"/>
                <a:ext cx="384" cy="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7" name="Text Box 33">
                <a:extLst>
                  <a:ext uri="{FF2B5EF4-FFF2-40B4-BE49-F238E27FC236}">
                    <a16:creationId xmlns:a16="http://schemas.microsoft.com/office/drawing/2014/main" id="{B3449B80-5DA6-4E1F-ADB4-EC38898090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" y="1344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 b="1">
                    <a:solidFill>
                      <a:schemeClr val="tx2"/>
                    </a:solidFill>
                    <a:ea typeface="楷体_GB2312"/>
                    <a:cs typeface="楷体_GB2312"/>
                  </a:rPr>
                  <a:t>S</a:t>
                </a:r>
              </a:p>
            </p:txBody>
          </p:sp>
          <p:sp>
            <p:nvSpPr>
              <p:cNvPr id="14388" name="Text Box 34">
                <a:extLst>
                  <a:ext uri="{FF2B5EF4-FFF2-40B4-BE49-F238E27FC236}">
                    <a16:creationId xmlns:a16="http://schemas.microsoft.com/office/drawing/2014/main" id="{04EA5FF5-1CD9-4AB4-AAD4-58FBDBB1FB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" y="1752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 b="1">
                    <a:solidFill>
                      <a:schemeClr val="tx2"/>
                    </a:solidFill>
                    <a:ea typeface="楷体_GB2312"/>
                    <a:cs typeface="楷体_GB2312"/>
                  </a:rPr>
                  <a:t>N</a:t>
                </a:r>
              </a:p>
            </p:txBody>
          </p:sp>
          <p:sp>
            <p:nvSpPr>
              <p:cNvPr id="14389" name="Text Box 35">
                <a:extLst>
                  <a:ext uri="{FF2B5EF4-FFF2-40B4-BE49-F238E27FC236}">
                    <a16:creationId xmlns:a16="http://schemas.microsoft.com/office/drawing/2014/main" id="{743A7EBE-629B-4D73-A860-5773887508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8" y="134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P</a:t>
                </a:r>
              </a:p>
            </p:txBody>
          </p:sp>
        </p:grpSp>
        <p:sp>
          <p:nvSpPr>
            <p:cNvPr id="14368" name="AutoShape 37">
              <a:extLst>
                <a:ext uri="{FF2B5EF4-FFF2-40B4-BE49-F238E27FC236}">
                  <a16:creationId xmlns:a16="http://schemas.microsoft.com/office/drawing/2014/main" id="{B71F419A-EE5F-4499-A9CA-89354E253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470" y="1417535"/>
              <a:ext cx="2403475" cy="612775"/>
            </a:xfrm>
            <a:prstGeom prst="wedgeEllipseCallout">
              <a:avLst>
                <a:gd name="adj1" fmla="val -56801"/>
                <a:gd name="adj2" fmla="val 140671"/>
              </a:avLst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</a:t>
              </a:r>
              <a:r>
                <a:rPr lang="zh-CN" altLang="en-US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态的银原子</a:t>
              </a:r>
            </a:p>
          </p:txBody>
        </p:sp>
        <p:sp>
          <p:nvSpPr>
            <p:cNvPr id="14369" name="AutoShape 38">
              <a:extLst>
                <a:ext uri="{FF2B5EF4-FFF2-40B4-BE49-F238E27FC236}">
                  <a16:creationId xmlns:a16="http://schemas.microsoft.com/office/drawing/2014/main" id="{8523FC6F-3061-474A-A165-94E4F870D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60" y="980660"/>
              <a:ext cx="1979640" cy="762000"/>
            </a:xfrm>
            <a:prstGeom prst="wedgeEllipseCallout">
              <a:avLst>
                <a:gd name="adj1" fmla="val -43134"/>
                <a:gd name="adj2" fmla="val 107917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非均匀磁场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109848A2-270C-4923-BA46-FDF80FCB5F9C}"/>
              </a:ext>
            </a:extLst>
          </p:cNvPr>
          <p:cNvGrpSpPr>
            <a:grpSpLocks/>
          </p:cNvGrpSpPr>
          <p:nvPr/>
        </p:nvGrpSpPr>
        <p:grpSpPr bwMode="auto">
          <a:xfrm>
            <a:off x="503238" y="2060575"/>
            <a:ext cx="1150937" cy="1419225"/>
            <a:chOff x="502555" y="2060810"/>
            <a:chExt cx="1150938" cy="1419270"/>
          </a:xfrm>
        </p:grpSpPr>
        <p:grpSp>
          <p:nvGrpSpPr>
            <p:cNvPr id="14362" name="Group 61">
              <a:extLst>
                <a:ext uri="{FF2B5EF4-FFF2-40B4-BE49-F238E27FC236}">
                  <a16:creationId xmlns:a16="http://schemas.microsoft.com/office/drawing/2014/main" id="{AC88E7A0-1851-4249-AE60-1BBC9715E1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55" y="2060810"/>
              <a:ext cx="1150938" cy="1009650"/>
              <a:chOff x="4740" y="1842"/>
              <a:chExt cx="725" cy="636"/>
            </a:xfrm>
          </p:grpSpPr>
          <p:sp>
            <p:nvSpPr>
              <p:cNvPr id="14364" name="Rectangle 40">
                <a:extLst>
                  <a:ext uri="{FF2B5EF4-FFF2-40B4-BE49-F238E27FC236}">
                    <a16:creationId xmlns:a16="http://schemas.microsoft.com/office/drawing/2014/main" id="{176312BC-BB3A-4E18-9774-10A3B63FD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0" y="1842"/>
                <a:ext cx="725" cy="6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 b="1">
                  <a:solidFill>
                    <a:schemeClr val="tx2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  <p:sp>
            <p:nvSpPr>
              <p:cNvPr id="14365" name="Line 41">
                <a:extLst>
                  <a:ext uri="{FF2B5EF4-FFF2-40B4-BE49-F238E27FC236}">
                    <a16:creationId xmlns:a16="http://schemas.microsoft.com/office/drawing/2014/main" id="{DC6AC47D-45C6-45B3-A4B3-AC60BB1AB5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5" y="2160"/>
                <a:ext cx="454" cy="0"/>
              </a:xfrm>
              <a:prstGeom prst="line">
                <a:avLst/>
              </a:prstGeom>
              <a:noFill/>
              <a:ln w="5715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363" name="文本框 1">
              <a:extLst>
                <a:ext uri="{FF2B5EF4-FFF2-40B4-BE49-F238E27FC236}">
                  <a16:creationId xmlns:a16="http://schemas.microsoft.com/office/drawing/2014/main" id="{0AB6E67A-B469-457B-9A05-8BBB47869C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684" y="3079970"/>
              <a:ext cx="95891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楷体_GB2312"/>
                  <a:ea typeface="楷体_GB2312"/>
                  <a:cs typeface="楷体_GB2312"/>
                </a:rPr>
                <a:t>无磁场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7C57885-BCFD-43E5-9D09-260C082A42DC}"/>
              </a:ext>
            </a:extLst>
          </p:cNvPr>
          <p:cNvGrpSpPr>
            <a:grpSpLocks/>
          </p:cNvGrpSpPr>
          <p:nvPr/>
        </p:nvGrpSpPr>
        <p:grpSpPr bwMode="auto">
          <a:xfrm>
            <a:off x="1944688" y="2066925"/>
            <a:ext cx="1474787" cy="1401763"/>
            <a:chOff x="1944756" y="2067147"/>
            <a:chExt cx="1475084" cy="1402168"/>
          </a:xfrm>
        </p:grpSpPr>
        <p:grpSp>
          <p:nvGrpSpPr>
            <p:cNvPr id="14355" name="Group 60">
              <a:extLst>
                <a:ext uri="{FF2B5EF4-FFF2-40B4-BE49-F238E27FC236}">
                  <a16:creationId xmlns:a16="http://schemas.microsoft.com/office/drawing/2014/main" id="{E5400EA2-A770-4BFF-9E42-B4DB0B6CEE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7857" y="2067147"/>
              <a:ext cx="1223963" cy="1008062"/>
              <a:chOff x="4785" y="2750"/>
              <a:chExt cx="771" cy="635"/>
            </a:xfrm>
          </p:grpSpPr>
          <p:sp>
            <p:nvSpPr>
              <p:cNvPr id="14357" name="Rectangle 42">
                <a:extLst>
                  <a:ext uri="{FF2B5EF4-FFF2-40B4-BE49-F238E27FC236}">
                    <a16:creationId xmlns:a16="http://schemas.microsoft.com/office/drawing/2014/main" id="{DD476488-8746-4C1E-B1C9-5E5056322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750"/>
                <a:ext cx="771" cy="63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 b="1">
                  <a:solidFill>
                    <a:schemeClr val="tx2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  <p:grpSp>
            <p:nvGrpSpPr>
              <p:cNvPr id="14358" name="Group 47">
                <a:extLst>
                  <a:ext uri="{FF2B5EF4-FFF2-40B4-BE49-F238E27FC236}">
                    <a16:creationId xmlns:a16="http://schemas.microsoft.com/office/drawing/2014/main" id="{707CD108-EB2C-4951-9B4F-7D5470D362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76" y="3022"/>
                <a:ext cx="581" cy="92"/>
                <a:chOff x="4903" y="3067"/>
                <a:chExt cx="581" cy="92"/>
              </a:xfrm>
            </p:grpSpPr>
            <p:sp>
              <p:nvSpPr>
                <p:cNvPr id="14359" name="Oval 44">
                  <a:extLst>
                    <a:ext uri="{FF2B5EF4-FFF2-40B4-BE49-F238E27FC236}">
                      <a16:creationId xmlns:a16="http://schemas.microsoft.com/office/drawing/2014/main" id="{EA3B4615-AABA-43B8-9DA9-B35AB4C7E2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7" y="3067"/>
                  <a:ext cx="454" cy="92"/>
                </a:xfrm>
                <a:prstGeom prst="ellipse">
                  <a:avLst/>
                </a:prstGeom>
                <a:noFill/>
                <a:ln w="38100" algn="ctr">
                  <a:solidFill>
                    <a:srgbClr val="9966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zh-CN" altLang="en-US" sz="2800" b="1">
                    <a:solidFill>
                      <a:schemeClr val="tx2"/>
                    </a:solidFill>
                    <a:latin typeface="楷体_GB2312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14360" name="Line 45">
                  <a:extLst>
                    <a:ext uri="{FF2B5EF4-FFF2-40B4-BE49-F238E27FC236}">
                      <a16:creationId xmlns:a16="http://schemas.microsoft.com/office/drawing/2014/main" id="{4791DECF-9B5E-424C-97F9-3DA24BA962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03" y="3113"/>
                  <a:ext cx="91" cy="0"/>
                </a:xfrm>
                <a:prstGeom prst="line">
                  <a:avLst/>
                </a:prstGeom>
                <a:noFill/>
                <a:ln w="57150">
                  <a:solidFill>
                    <a:srgbClr val="9966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1" name="Line 46">
                  <a:extLst>
                    <a:ext uri="{FF2B5EF4-FFF2-40B4-BE49-F238E27FC236}">
                      <a16:creationId xmlns:a16="http://schemas.microsoft.com/office/drawing/2014/main" id="{CAC00F18-EE9E-4863-B82C-898E2B9DED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93" y="3113"/>
                  <a:ext cx="91" cy="0"/>
                </a:xfrm>
                <a:prstGeom prst="line">
                  <a:avLst/>
                </a:prstGeom>
                <a:noFill/>
                <a:ln w="57150">
                  <a:solidFill>
                    <a:srgbClr val="9966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4356" name="文本框 58">
              <a:extLst>
                <a:ext uri="{FF2B5EF4-FFF2-40B4-BE49-F238E27FC236}">
                  <a16:creationId xmlns:a16="http://schemas.microsoft.com/office/drawing/2014/main" id="{C0C65C3C-670A-4ADE-8BEA-3CF505A6DC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4756" y="3069205"/>
              <a:ext cx="147508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楷体_GB2312"/>
                  <a:ea typeface="楷体_GB2312"/>
                  <a:cs typeface="楷体_GB2312"/>
                </a:rPr>
                <a:t>非均匀磁场</a:t>
              </a:r>
            </a:p>
          </p:txBody>
        </p:sp>
      </p:grpSp>
      <p:sp>
        <p:nvSpPr>
          <p:cNvPr id="14354" name="Text Box 15">
            <a:extLst>
              <a:ext uri="{FF2B5EF4-FFF2-40B4-BE49-F238E27FC236}">
                <a16:creationId xmlns:a16="http://schemas.microsoft.com/office/drawing/2014/main" id="{C8B3A357-A759-4644-AAF7-C1495EFA5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03188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  <a:endParaRPr lang="en-US" altLang="zh-CN" sz="28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1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1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11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117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 autoUpdateAnimBg="0"/>
      <p:bldP spid="117766" grpId="0"/>
      <p:bldP spid="34841" grpId="0"/>
      <p:bldP spid="11780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Object 6">
            <a:extLst>
              <a:ext uri="{FF2B5EF4-FFF2-40B4-BE49-F238E27FC236}">
                <a16:creationId xmlns:a16="http://schemas.microsoft.com/office/drawing/2014/main" id="{CA6C27FB-70F0-404D-9B45-F290FBAC07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3461529"/>
              </p:ext>
            </p:extLst>
          </p:nvPr>
        </p:nvGraphicFramePr>
        <p:xfrm>
          <a:off x="2871961" y="3182938"/>
          <a:ext cx="292417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Equation" r:id="rId3" imgW="3022600" imgH="419100" progId="Equation.DSMT4">
                  <p:embed/>
                </p:oleObj>
              </mc:Choice>
              <mc:Fallback>
                <p:oleObj name="Equation" r:id="rId3" imgW="3022600" imgH="41910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961" y="3182938"/>
                        <a:ext cx="292417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8">
            <a:extLst>
              <a:ext uri="{FF2B5EF4-FFF2-40B4-BE49-F238E27FC236}">
                <a16:creationId xmlns:a16="http://schemas.microsoft.com/office/drawing/2014/main" id="{CBF6D6E5-B45D-48CD-BE47-75C5A4BD1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2360613"/>
            <a:ext cx="619283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角量子数：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 =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0, 1, 2, 3,…,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49" name="Text Box 10">
            <a:extLst>
              <a:ext uri="{FF2B5EF4-FFF2-40B4-BE49-F238E27FC236}">
                <a16:creationId xmlns:a16="http://schemas.microsoft.com/office/drawing/2014/main" id="{7984C3F7-714D-4951-B742-B89CF0DEB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152775"/>
            <a:ext cx="385127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轨道磁量子数：</a:t>
            </a:r>
          </a:p>
        </p:txBody>
      </p:sp>
      <p:sp>
        <p:nvSpPr>
          <p:cNvPr id="50" name="Rectangle 15">
            <a:extLst>
              <a:ext uri="{FF2B5EF4-FFF2-40B4-BE49-F238E27FC236}">
                <a16:creationId xmlns:a16="http://schemas.microsoft.com/office/drawing/2014/main" id="{AC4A0CDB-DF63-4A74-97F2-988698BB8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1568450"/>
            <a:ext cx="37401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主量子数：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n=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1, 2, 3,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</a:p>
        </p:txBody>
      </p:sp>
      <p:graphicFrame>
        <p:nvGraphicFramePr>
          <p:cNvPr id="51" name="Object 16">
            <a:extLst>
              <a:ext uri="{FF2B5EF4-FFF2-40B4-BE49-F238E27FC236}">
                <a16:creationId xmlns:a16="http://schemas.microsoft.com/office/drawing/2014/main" id="{4B9E1BFA-CBFA-4525-83DE-B66DE32EFE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543822"/>
              </p:ext>
            </p:extLst>
          </p:nvPr>
        </p:nvGraphicFramePr>
        <p:xfrm>
          <a:off x="4356075" y="1484313"/>
          <a:ext cx="201612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Equation" r:id="rId5" imgW="2590800" imgH="889000" progId="Equation.DSMT4">
                  <p:embed/>
                </p:oleObj>
              </mc:Choice>
              <mc:Fallback>
                <p:oleObj name="Equation" r:id="rId5" imgW="2590800" imgH="8890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075" y="1484313"/>
                        <a:ext cx="2016125" cy="692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7">
            <a:extLst>
              <a:ext uri="{FF2B5EF4-FFF2-40B4-BE49-F238E27FC236}">
                <a16:creationId xmlns:a16="http://schemas.microsoft.com/office/drawing/2014/main" id="{9F0BF672-CDEA-43CF-90BD-B05B84616B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961128"/>
              </p:ext>
            </p:extLst>
          </p:nvPr>
        </p:nvGraphicFramePr>
        <p:xfrm>
          <a:off x="5431755" y="2427288"/>
          <a:ext cx="166052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Equation" r:id="rId7" imgW="1866090" imgH="495085" progId="Equation.DSMT4">
                  <p:embed/>
                </p:oleObj>
              </mc:Choice>
              <mc:Fallback>
                <p:oleObj name="Equation" r:id="rId7" imgW="1866090" imgH="49508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1755" y="2427288"/>
                        <a:ext cx="1660525" cy="439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18">
            <a:extLst>
              <a:ext uri="{FF2B5EF4-FFF2-40B4-BE49-F238E27FC236}">
                <a16:creationId xmlns:a16="http://schemas.microsoft.com/office/drawing/2014/main" id="{9EFE7325-1C14-459A-A16B-F9919B40ED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271159"/>
              </p:ext>
            </p:extLst>
          </p:nvPr>
        </p:nvGraphicFramePr>
        <p:xfrm>
          <a:off x="6168479" y="3184525"/>
          <a:ext cx="11398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name="Equation" r:id="rId9" imgW="1104900" imgH="419100" progId="Equation.DSMT4">
                  <p:embed/>
                </p:oleObj>
              </mc:Choice>
              <mc:Fallback>
                <p:oleObj name="Equation" r:id="rId9" imgW="1104900" imgH="4191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8479" y="3184525"/>
                        <a:ext cx="1139825" cy="431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19">
            <a:extLst>
              <a:ext uri="{FF2B5EF4-FFF2-40B4-BE49-F238E27FC236}">
                <a16:creationId xmlns:a16="http://schemas.microsoft.com/office/drawing/2014/main" id="{C7A83E8D-C8FB-4B52-A880-EA09056588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035413"/>
              </p:ext>
            </p:extLst>
          </p:nvPr>
        </p:nvGraphicFramePr>
        <p:xfrm>
          <a:off x="5041900" y="3976688"/>
          <a:ext cx="14017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7" name="Equation" r:id="rId11" imgW="1308100" imgH="419100" progId="Equation.DSMT4">
                  <p:embed/>
                </p:oleObj>
              </mc:Choice>
              <mc:Fallback>
                <p:oleObj name="Equation" r:id="rId11" imgW="1308100" imgH="4191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3976688"/>
                        <a:ext cx="1401763" cy="466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21">
            <a:extLst>
              <a:ext uri="{FF2B5EF4-FFF2-40B4-BE49-F238E27FC236}">
                <a16:creationId xmlns:a16="http://schemas.microsoft.com/office/drawing/2014/main" id="{F57F082E-5AF1-4821-B11F-425D3EF968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091091"/>
              </p:ext>
            </p:extLst>
          </p:nvPr>
        </p:nvGraphicFramePr>
        <p:xfrm>
          <a:off x="2913385" y="3895328"/>
          <a:ext cx="12985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8" name="Equation" r:id="rId13" imgW="1124023" imgH="600210" progId="Equation.DSMT4">
                  <p:embed/>
                </p:oleObj>
              </mc:Choice>
              <mc:Fallback>
                <p:oleObj name="Equation" r:id="rId13" imgW="1124023" imgH="60021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385" y="3895328"/>
                        <a:ext cx="12985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Rectangle 23">
            <a:extLst>
              <a:ext uri="{FF2B5EF4-FFF2-40B4-BE49-F238E27FC236}">
                <a16:creationId xmlns:a16="http://schemas.microsoft.com/office/drawing/2014/main" id="{4684BE3B-1117-4050-B07D-A8BD0A97E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957638"/>
            <a:ext cx="3743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自旋磁量子数：</a:t>
            </a:r>
          </a:p>
        </p:txBody>
      </p:sp>
      <p:sp>
        <p:nvSpPr>
          <p:cNvPr id="57" name="矩形 1">
            <a:extLst>
              <a:ext uri="{FF2B5EF4-FFF2-40B4-BE49-F238E27FC236}">
                <a16:creationId xmlns:a16="http://schemas.microsoft.com/office/drawing/2014/main" id="{2E76E92D-D570-44A8-8B94-16980B72D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1576388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能量</a:t>
            </a:r>
          </a:p>
        </p:txBody>
      </p:sp>
      <p:sp>
        <p:nvSpPr>
          <p:cNvPr id="58" name="矩形 2">
            <a:extLst>
              <a:ext uri="{FF2B5EF4-FFF2-40B4-BE49-F238E27FC236}">
                <a16:creationId xmlns:a16="http://schemas.microsoft.com/office/drawing/2014/main" id="{C3F634C7-BB18-4C08-A3D2-DCC86658B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2807" y="2114853"/>
            <a:ext cx="1317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角动量量子化</a:t>
            </a:r>
          </a:p>
        </p:txBody>
      </p:sp>
      <p:sp>
        <p:nvSpPr>
          <p:cNvPr id="59" name="矩形 3">
            <a:extLst>
              <a:ext uri="{FF2B5EF4-FFF2-40B4-BE49-F238E27FC236}">
                <a16:creationId xmlns:a16="http://schemas.microsoft.com/office/drawing/2014/main" id="{90D31DA7-3500-47CD-BC81-2A1650F09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3001963"/>
            <a:ext cx="184626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角动量空间量子化</a:t>
            </a:r>
          </a:p>
        </p:txBody>
      </p:sp>
      <p:sp>
        <p:nvSpPr>
          <p:cNvPr id="60" name="矩形 17">
            <a:extLst>
              <a:ext uri="{FF2B5EF4-FFF2-40B4-BE49-F238E27FC236}">
                <a16:creationId xmlns:a16="http://schemas.microsoft.com/office/drawing/2014/main" id="{A61742A9-25CB-4DE3-9FA3-94A8F8194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75" y="3933056"/>
            <a:ext cx="11969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自旋</a:t>
            </a:r>
          </a:p>
        </p:txBody>
      </p:sp>
      <p:sp>
        <p:nvSpPr>
          <p:cNvPr id="61" name="Text Box 55">
            <a:extLst>
              <a:ext uri="{FF2B5EF4-FFF2-40B4-BE49-F238E27FC236}">
                <a16:creationId xmlns:a16="http://schemas.microsoft.com/office/drawing/2014/main" id="{31A72E2A-FCF8-49DE-9AB3-BCD7E546B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879475"/>
            <a:ext cx="28813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四个量子数</a:t>
            </a:r>
            <a:endParaRPr lang="en-US" altLang="zh-CN" sz="28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2" name="Text Box 37">
            <a:extLst>
              <a:ext uri="{FF2B5EF4-FFF2-40B4-BE49-F238E27FC236}">
                <a16:creationId xmlns:a16="http://schemas.microsoft.com/office/drawing/2014/main" id="{8A75192C-82CD-4FEE-8A9A-17C6B3948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667250"/>
            <a:ext cx="6654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原子中 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相同的电子数目最多为</a:t>
            </a:r>
          </a:p>
        </p:txBody>
      </p:sp>
      <p:graphicFrame>
        <p:nvGraphicFramePr>
          <p:cNvPr id="63" name="Object 48">
            <a:extLst>
              <a:ext uri="{FF2B5EF4-FFF2-40B4-BE49-F238E27FC236}">
                <a16:creationId xmlns:a16="http://schemas.microsoft.com/office/drawing/2014/main" id="{C90E6975-32A0-4852-9900-66D8B11B4D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053393"/>
              </p:ext>
            </p:extLst>
          </p:nvPr>
        </p:nvGraphicFramePr>
        <p:xfrm>
          <a:off x="5761583" y="4611688"/>
          <a:ext cx="6826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9" name="Equation" r:id="rId15" imgW="161810" imgH="104760" progId="Equation.DSMT4">
                  <p:embed/>
                </p:oleObj>
              </mc:Choice>
              <mc:Fallback>
                <p:oleObj name="Equation" r:id="rId15" imgW="161810" imgH="10476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1583" y="4611688"/>
                        <a:ext cx="68262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9" name="TextBox 3">
            <a:extLst>
              <a:ext uri="{FF2B5EF4-FFF2-40B4-BE49-F238E27FC236}">
                <a16:creationId xmlns:a16="http://schemas.microsoft.com/office/drawing/2014/main" id="{CBA46E9E-0D63-4A8D-835E-D0E01D73C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115888"/>
            <a:ext cx="342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内容回顾</a:t>
            </a:r>
          </a:p>
        </p:txBody>
      </p:sp>
      <p:graphicFrame>
        <p:nvGraphicFramePr>
          <p:cNvPr id="35" name="Object 38">
            <a:extLst>
              <a:ext uri="{FF2B5EF4-FFF2-40B4-BE49-F238E27FC236}">
                <a16:creationId xmlns:a16="http://schemas.microsoft.com/office/drawing/2014/main" id="{87CF325F-E1CD-45BF-A602-EF14FCF50C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2782053"/>
              </p:ext>
            </p:extLst>
          </p:nvPr>
        </p:nvGraphicFramePr>
        <p:xfrm>
          <a:off x="382588" y="5281613"/>
          <a:ext cx="3756025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0" name="Equation" r:id="rId17" imgW="981123" imgH="314280" progId="Equation.DSMT4">
                  <p:embed/>
                </p:oleObj>
              </mc:Choice>
              <mc:Fallback>
                <p:oleObj name="Equation" r:id="rId17" imgW="981123" imgH="31428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5281613"/>
                        <a:ext cx="3756025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42">
            <a:extLst>
              <a:ext uri="{FF2B5EF4-FFF2-40B4-BE49-F238E27FC236}">
                <a16:creationId xmlns:a16="http://schemas.microsoft.com/office/drawing/2014/main" id="{1805F0ED-9D79-42F7-887B-487EC4CB9D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340049"/>
              </p:ext>
            </p:extLst>
          </p:nvPr>
        </p:nvGraphicFramePr>
        <p:xfrm>
          <a:off x="4116388" y="5256213"/>
          <a:ext cx="260667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1" name="Equation" r:id="rId19" imgW="1095389" imgH="314280" progId="Equation.DSMT4">
                  <p:embed/>
                </p:oleObj>
              </mc:Choice>
              <mc:Fallback>
                <p:oleObj name="Equation" r:id="rId19" imgW="1095389" imgH="31428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6388" y="5256213"/>
                        <a:ext cx="2606675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8">
            <a:extLst>
              <a:ext uri="{FF2B5EF4-FFF2-40B4-BE49-F238E27FC236}">
                <a16:creationId xmlns:a16="http://schemas.microsoft.com/office/drawing/2014/main" id="{B3B3C084-86B1-4567-822C-AC52E44BE0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267630"/>
              </p:ext>
            </p:extLst>
          </p:nvPr>
        </p:nvGraphicFramePr>
        <p:xfrm>
          <a:off x="6742113" y="5521325"/>
          <a:ext cx="95408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2" name="Equation" r:id="rId21" imgW="257167" imgH="85860" progId="Equation.DSMT4">
                  <p:embed/>
                </p:oleObj>
              </mc:Choice>
              <mc:Fallback>
                <p:oleObj name="Equation" r:id="rId21" imgW="257167" imgH="8586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2113" y="5521325"/>
                        <a:ext cx="954087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6" grpId="0"/>
      <p:bldP spid="57" grpId="0"/>
      <p:bldP spid="58" grpId="0"/>
      <p:bldP spid="59" grpId="0"/>
      <p:bldP spid="60" grpId="0"/>
      <p:bldP spid="61" grpId="0"/>
      <p:bldP spid="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extLst>
              <a:ext uri="{FF2B5EF4-FFF2-40B4-BE49-F238E27FC236}">
                <a16:creationId xmlns:a16="http://schemas.microsoft.com/office/drawing/2014/main" id="{D9F8A5C6-D287-4267-9B8F-D31DAD11B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38" y="461963"/>
            <a:ext cx="41687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原子的壳层结构</a:t>
            </a:r>
          </a:p>
        </p:txBody>
      </p:sp>
      <p:graphicFrame>
        <p:nvGraphicFramePr>
          <p:cNvPr id="61" name="Object 19">
            <a:extLst>
              <a:ext uri="{FF2B5EF4-FFF2-40B4-BE49-F238E27FC236}">
                <a16:creationId xmlns:a16="http://schemas.microsoft.com/office/drawing/2014/main" id="{678A5917-FD40-4FE4-BEB9-2F72F4B4CF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600158"/>
              </p:ext>
            </p:extLst>
          </p:nvPr>
        </p:nvGraphicFramePr>
        <p:xfrm>
          <a:off x="528638" y="1644650"/>
          <a:ext cx="365125" cy="323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7" name="公式" r:id="rId3" imgW="199898" imgH="2867130" progId="Equation.3">
                  <p:embed/>
                </p:oleObj>
              </mc:Choice>
              <mc:Fallback>
                <p:oleObj name="公式" r:id="rId3" imgW="199898" imgH="286713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8" y="1644650"/>
                        <a:ext cx="365125" cy="323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2">
            <a:extLst>
              <a:ext uri="{FF2B5EF4-FFF2-40B4-BE49-F238E27FC236}">
                <a16:creationId xmlns:a16="http://schemas.microsoft.com/office/drawing/2014/main" id="{8557B81F-86D5-4A23-9B56-0EE946B04C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558380"/>
              </p:ext>
            </p:extLst>
          </p:nvPr>
        </p:nvGraphicFramePr>
        <p:xfrm>
          <a:off x="5473700" y="4705350"/>
          <a:ext cx="79216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8" name="Equation" r:id="rId5" imgW="257167" imgH="85860" progId="Equation.DSMT4">
                  <p:embed/>
                </p:oleObj>
              </mc:Choice>
              <mc:Fallback>
                <p:oleObj name="Equation" r:id="rId5" imgW="257167" imgH="8586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0" y="4705350"/>
                        <a:ext cx="79216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23">
            <a:extLst>
              <a:ext uri="{FF2B5EF4-FFF2-40B4-BE49-F238E27FC236}">
                <a16:creationId xmlns:a16="http://schemas.microsoft.com/office/drawing/2014/main" id="{6DB8B0FD-ECB4-47E6-8141-D4B09340BD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016335"/>
              </p:ext>
            </p:extLst>
          </p:nvPr>
        </p:nvGraphicFramePr>
        <p:xfrm>
          <a:off x="5487988" y="3984625"/>
          <a:ext cx="7334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9" name="Equation" r:id="rId7" imgW="257167" imgH="85860" progId="Equation.DSMT4">
                  <p:embed/>
                </p:oleObj>
              </mc:Choice>
              <mc:Fallback>
                <p:oleObj name="Equation" r:id="rId7" imgW="257167" imgH="8586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7988" y="3984625"/>
                        <a:ext cx="7334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24">
            <a:extLst>
              <a:ext uri="{FF2B5EF4-FFF2-40B4-BE49-F238E27FC236}">
                <a16:creationId xmlns:a16="http://schemas.microsoft.com/office/drawing/2014/main" id="{41CE5D4C-06BA-487A-80F4-AB4394F157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218243"/>
              </p:ext>
            </p:extLst>
          </p:nvPr>
        </p:nvGraphicFramePr>
        <p:xfrm>
          <a:off x="5486400" y="2905125"/>
          <a:ext cx="7524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0" name="Equation" r:id="rId9" imgW="257167" imgH="85860" progId="Equation.DSMT4">
                  <p:embed/>
                </p:oleObj>
              </mc:Choice>
              <mc:Fallback>
                <p:oleObj name="Equation" r:id="rId9" imgW="257167" imgH="8586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905125"/>
                        <a:ext cx="75247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25">
            <a:extLst>
              <a:ext uri="{FF2B5EF4-FFF2-40B4-BE49-F238E27FC236}">
                <a16:creationId xmlns:a16="http://schemas.microsoft.com/office/drawing/2014/main" id="{426A16D1-4E6E-4671-B2D8-6EC1C4315C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301595"/>
              </p:ext>
            </p:extLst>
          </p:nvPr>
        </p:nvGraphicFramePr>
        <p:xfrm>
          <a:off x="5486400" y="1536700"/>
          <a:ext cx="7524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1" name="Equation" r:id="rId11" imgW="257167" imgH="85860" progId="Equation.DSMT4">
                  <p:embed/>
                </p:oleObj>
              </mc:Choice>
              <mc:Fallback>
                <p:oleObj name="Equation" r:id="rId11" imgW="257167" imgH="8586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536700"/>
                        <a:ext cx="75247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26">
            <a:extLst>
              <a:ext uri="{FF2B5EF4-FFF2-40B4-BE49-F238E27FC236}">
                <a16:creationId xmlns:a16="http://schemas.microsoft.com/office/drawing/2014/main" id="{280D0AC5-6FFE-49B3-93CF-FF3B66DF1E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437963"/>
              </p:ext>
            </p:extLst>
          </p:nvPr>
        </p:nvGraphicFramePr>
        <p:xfrm>
          <a:off x="6430963" y="4660900"/>
          <a:ext cx="168433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2" name="Equation" r:id="rId13" imgW="748975" imgH="203112" progId="Equation.DSMT4">
                  <p:embed/>
                </p:oleObj>
              </mc:Choice>
              <mc:Fallback>
                <p:oleObj name="Equation" r:id="rId13" imgW="748975" imgH="203112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963" y="4660900"/>
                        <a:ext cx="1684337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AutoShape 27">
            <a:extLst>
              <a:ext uri="{FF2B5EF4-FFF2-40B4-BE49-F238E27FC236}">
                <a16:creationId xmlns:a16="http://schemas.microsoft.com/office/drawing/2014/main" id="{2EF52EFC-A116-45BF-A817-A0422A0603D2}"/>
              </a:ext>
            </a:extLst>
          </p:cNvPr>
          <p:cNvSpPr>
            <a:spLocks/>
          </p:cNvSpPr>
          <p:nvPr/>
        </p:nvSpPr>
        <p:spPr bwMode="auto">
          <a:xfrm>
            <a:off x="6229350" y="3925888"/>
            <a:ext cx="187325" cy="609600"/>
          </a:xfrm>
          <a:prstGeom prst="leftBrace">
            <a:avLst>
              <a:gd name="adj1" fmla="val 2711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8" name="Object 28">
            <a:extLst>
              <a:ext uri="{FF2B5EF4-FFF2-40B4-BE49-F238E27FC236}">
                <a16:creationId xmlns:a16="http://schemas.microsoft.com/office/drawing/2014/main" id="{F7A3ECFB-73AA-42A9-A471-D7698258F3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667446"/>
              </p:ext>
            </p:extLst>
          </p:nvPr>
        </p:nvGraphicFramePr>
        <p:xfrm>
          <a:off x="6430963" y="3773488"/>
          <a:ext cx="168433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3" name="Equation" r:id="rId15" imgW="761669" imgH="203112" progId="Equation.DSMT4">
                  <p:embed/>
                </p:oleObj>
              </mc:Choice>
              <mc:Fallback>
                <p:oleObj name="Equation" r:id="rId15" imgW="761669" imgH="20311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963" y="3773488"/>
                        <a:ext cx="1684337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9">
            <a:extLst>
              <a:ext uri="{FF2B5EF4-FFF2-40B4-BE49-F238E27FC236}">
                <a16:creationId xmlns:a16="http://schemas.microsoft.com/office/drawing/2014/main" id="{7639E606-F17D-460C-B511-C87C08140E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376237"/>
              </p:ext>
            </p:extLst>
          </p:nvPr>
        </p:nvGraphicFramePr>
        <p:xfrm>
          <a:off x="6432550" y="4156075"/>
          <a:ext cx="168116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4" name="Equation" r:id="rId17" imgW="812447" imgH="228501" progId="Equation.DSMT4">
                  <p:embed/>
                </p:oleObj>
              </mc:Choice>
              <mc:Fallback>
                <p:oleObj name="Equation" r:id="rId17" imgW="812447" imgH="228501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2550" y="4156075"/>
                        <a:ext cx="168116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AutoShape 30">
            <a:extLst>
              <a:ext uri="{FF2B5EF4-FFF2-40B4-BE49-F238E27FC236}">
                <a16:creationId xmlns:a16="http://schemas.microsoft.com/office/drawing/2014/main" id="{694E8219-2D89-4A1F-9A52-DE7A2FE267CA}"/>
              </a:ext>
            </a:extLst>
          </p:cNvPr>
          <p:cNvSpPr>
            <a:spLocks/>
          </p:cNvSpPr>
          <p:nvPr/>
        </p:nvSpPr>
        <p:spPr bwMode="auto">
          <a:xfrm>
            <a:off x="6229350" y="2735263"/>
            <a:ext cx="215900" cy="838200"/>
          </a:xfrm>
          <a:prstGeom prst="leftBrace">
            <a:avLst>
              <a:gd name="adj1" fmla="val 3235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1" name="Object 31">
            <a:extLst>
              <a:ext uri="{FF2B5EF4-FFF2-40B4-BE49-F238E27FC236}">
                <a16:creationId xmlns:a16="http://schemas.microsoft.com/office/drawing/2014/main" id="{402D4056-5E74-4EBA-B660-0E2FF8EFA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492550"/>
              </p:ext>
            </p:extLst>
          </p:nvPr>
        </p:nvGraphicFramePr>
        <p:xfrm>
          <a:off x="6430963" y="2500313"/>
          <a:ext cx="16859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5" name="Equation" r:id="rId19" imgW="723586" imgH="203112" progId="Equation.DSMT4">
                  <p:embed/>
                </p:oleObj>
              </mc:Choice>
              <mc:Fallback>
                <p:oleObj name="Equation" r:id="rId19" imgW="723586" imgH="203112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963" y="2500313"/>
                        <a:ext cx="16859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32">
            <a:extLst>
              <a:ext uri="{FF2B5EF4-FFF2-40B4-BE49-F238E27FC236}">
                <a16:creationId xmlns:a16="http://schemas.microsoft.com/office/drawing/2014/main" id="{9A84142E-BC86-4018-8A3A-D16EEF0254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695268"/>
              </p:ext>
            </p:extLst>
          </p:nvPr>
        </p:nvGraphicFramePr>
        <p:xfrm>
          <a:off x="6429375" y="2928938"/>
          <a:ext cx="1833563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6" name="Equation" r:id="rId21" imgW="698400" imgH="228600" progId="Equation.DSMT4">
                  <p:embed/>
                </p:oleObj>
              </mc:Choice>
              <mc:Fallback>
                <p:oleObj name="Equation" r:id="rId21" imgW="69840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2928938"/>
                        <a:ext cx="1833563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33">
            <a:extLst>
              <a:ext uri="{FF2B5EF4-FFF2-40B4-BE49-F238E27FC236}">
                <a16:creationId xmlns:a16="http://schemas.microsoft.com/office/drawing/2014/main" id="{C0D81C1F-D88E-45F0-A5FF-79415114D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119954"/>
              </p:ext>
            </p:extLst>
          </p:nvPr>
        </p:nvGraphicFramePr>
        <p:xfrm>
          <a:off x="6430963" y="3290888"/>
          <a:ext cx="18288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7" name="Equation" r:id="rId23" imgW="799753" imgH="203112" progId="Equation.DSMT4">
                  <p:embed/>
                </p:oleObj>
              </mc:Choice>
              <mc:Fallback>
                <p:oleObj name="Equation" r:id="rId23" imgW="799753" imgH="203112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963" y="3290888"/>
                        <a:ext cx="1828800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AutoShape 34">
            <a:extLst>
              <a:ext uri="{FF2B5EF4-FFF2-40B4-BE49-F238E27FC236}">
                <a16:creationId xmlns:a16="http://schemas.microsoft.com/office/drawing/2014/main" id="{4070CE67-F03E-4940-AD51-CBC5B65A4BC3}"/>
              </a:ext>
            </a:extLst>
          </p:cNvPr>
          <p:cNvSpPr>
            <a:spLocks/>
          </p:cNvSpPr>
          <p:nvPr/>
        </p:nvSpPr>
        <p:spPr bwMode="auto">
          <a:xfrm>
            <a:off x="6229350" y="1065213"/>
            <a:ext cx="180975" cy="1447800"/>
          </a:xfrm>
          <a:prstGeom prst="leftBrace">
            <a:avLst>
              <a:gd name="adj1" fmla="val 666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5" name="Object 35">
            <a:extLst>
              <a:ext uri="{FF2B5EF4-FFF2-40B4-BE49-F238E27FC236}">
                <a16:creationId xmlns:a16="http://schemas.microsoft.com/office/drawing/2014/main" id="{E74B648D-6172-46BD-9BC8-7D587AD959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689246"/>
              </p:ext>
            </p:extLst>
          </p:nvPr>
        </p:nvGraphicFramePr>
        <p:xfrm>
          <a:off x="6430963" y="925513"/>
          <a:ext cx="168433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8" name="Equation" r:id="rId25" imgW="761669" imgH="203112" progId="Equation.DSMT4">
                  <p:embed/>
                </p:oleObj>
              </mc:Choice>
              <mc:Fallback>
                <p:oleObj name="Equation" r:id="rId25" imgW="761669" imgH="203112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963" y="925513"/>
                        <a:ext cx="168433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36">
            <a:extLst>
              <a:ext uri="{FF2B5EF4-FFF2-40B4-BE49-F238E27FC236}">
                <a16:creationId xmlns:a16="http://schemas.microsoft.com/office/drawing/2014/main" id="{6BA187EC-E62C-4127-94D5-6390CC0FB7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034526"/>
              </p:ext>
            </p:extLst>
          </p:nvPr>
        </p:nvGraphicFramePr>
        <p:xfrm>
          <a:off x="6430963" y="1268413"/>
          <a:ext cx="16843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9" name="Equation" r:id="rId27" imgW="774364" imgH="228501" progId="Equation.DSMT4">
                  <p:embed/>
                </p:oleObj>
              </mc:Choice>
              <mc:Fallback>
                <p:oleObj name="Equation" r:id="rId27" imgW="774364" imgH="228501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963" y="1268413"/>
                        <a:ext cx="16843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37">
            <a:extLst>
              <a:ext uri="{FF2B5EF4-FFF2-40B4-BE49-F238E27FC236}">
                <a16:creationId xmlns:a16="http://schemas.microsoft.com/office/drawing/2014/main" id="{B7A22740-4347-4655-8844-F678A9862F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292893"/>
              </p:ext>
            </p:extLst>
          </p:nvPr>
        </p:nvGraphicFramePr>
        <p:xfrm>
          <a:off x="6418263" y="1720850"/>
          <a:ext cx="178276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0" name="Equation" r:id="rId29" imgW="837836" imgH="203112" progId="Equation.DSMT4">
                  <p:embed/>
                </p:oleObj>
              </mc:Choice>
              <mc:Fallback>
                <p:oleObj name="Equation" r:id="rId29" imgW="837836" imgH="203112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263" y="1720850"/>
                        <a:ext cx="1782762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38">
            <a:extLst>
              <a:ext uri="{FF2B5EF4-FFF2-40B4-BE49-F238E27FC236}">
                <a16:creationId xmlns:a16="http://schemas.microsoft.com/office/drawing/2014/main" id="{42E8C182-07BF-4329-9E21-5E8DC7618B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486365"/>
              </p:ext>
            </p:extLst>
          </p:nvPr>
        </p:nvGraphicFramePr>
        <p:xfrm>
          <a:off x="6418263" y="2122488"/>
          <a:ext cx="1782762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1" name="Equation" r:id="rId31" imgW="825500" imgH="203200" progId="Equation.DSMT4">
                  <p:embed/>
                </p:oleObj>
              </mc:Choice>
              <mc:Fallback>
                <p:oleObj name="Equation" r:id="rId31" imgW="825500" imgH="2032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263" y="2122488"/>
                        <a:ext cx="1782762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Text Box 47">
            <a:extLst>
              <a:ext uri="{FF2B5EF4-FFF2-40B4-BE49-F238E27FC236}">
                <a16:creationId xmlns:a16="http://schemas.microsoft.com/office/drawing/2014/main" id="{A763D894-BB3C-4261-8241-D72199F49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0374" y="1058537"/>
            <a:ext cx="48895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</a:t>
            </a:r>
          </a:p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</a:t>
            </a:r>
          </a:p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组</a:t>
            </a:r>
          </a:p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态</a:t>
            </a:r>
          </a:p>
          <a:p>
            <a:pPr>
              <a:spcBef>
                <a:spcPct val="0"/>
              </a:spcBef>
              <a:buFontTx/>
              <a:buNone/>
            </a:pPr>
            <a:endParaRPr kumimoji="1" lang="en-US" altLang="zh-CN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7" name="AutoShape 48">
            <a:extLst>
              <a:ext uri="{FF2B5EF4-FFF2-40B4-BE49-F238E27FC236}">
                <a16:creationId xmlns:a16="http://schemas.microsoft.com/office/drawing/2014/main" id="{A1DD75B1-B122-42C1-8316-9DCA2B1899E5}"/>
              </a:ext>
            </a:extLst>
          </p:cNvPr>
          <p:cNvSpPr>
            <a:spLocks/>
          </p:cNvSpPr>
          <p:nvPr/>
        </p:nvSpPr>
        <p:spPr bwMode="auto">
          <a:xfrm>
            <a:off x="8086725" y="1058863"/>
            <a:ext cx="304800" cy="3886200"/>
          </a:xfrm>
          <a:prstGeom prst="rightBrace">
            <a:avLst>
              <a:gd name="adj1" fmla="val 10625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1F579B7-73D4-446C-BA8B-D17E582C6EB1}"/>
              </a:ext>
            </a:extLst>
          </p:cNvPr>
          <p:cNvGrpSpPr>
            <a:grpSpLocks/>
          </p:cNvGrpSpPr>
          <p:nvPr/>
        </p:nvGrpSpPr>
        <p:grpSpPr bwMode="auto">
          <a:xfrm>
            <a:off x="1062038" y="989013"/>
            <a:ext cx="4253933" cy="4116387"/>
            <a:chOff x="1062484" y="1268760"/>
            <a:chExt cx="4678533" cy="4495286"/>
          </a:xfrm>
        </p:grpSpPr>
        <p:sp>
          <p:nvSpPr>
            <p:cNvPr id="27" name="Rectangle 5">
              <a:extLst>
                <a:ext uri="{FF2B5EF4-FFF2-40B4-BE49-F238E27FC236}">
                  <a16:creationId xmlns:a16="http://schemas.microsoft.com/office/drawing/2014/main" id="{EEB32CD0-5F04-45A7-BDF9-E23CBD28B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484" y="1345039"/>
              <a:ext cx="4570907" cy="4419007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6423" name="Line 6">
              <a:extLst>
                <a:ext uri="{FF2B5EF4-FFF2-40B4-BE49-F238E27FC236}">
                  <a16:creationId xmlns:a16="http://schemas.microsoft.com/office/drawing/2014/main" id="{26FE5645-3CDE-4433-8B69-89CBE7DEFC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2484" y="3859560"/>
              <a:ext cx="457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24" name="Line 7">
              <a:extLst>
                <a:ext uri="{FF2B5EF4-FFF2-40B4-BE49-F238E27FC236}">
                  <a16:creationId xmlns:a16="http://schemas.microsoft.com/office/drawing/2014/main" id="{9DA3E047-B4BF-4A04-AC01-32F22A1F80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2484" y="4926360"/>
              <a:ext cx="457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25" name="Line 8">
              <a:extLst>
                <a:ext uri="{FF2B5EF4-FFF2-40B4-BE49-F238E27FC236}">
                  <a16:creationId xmlns:a16="http://schemas.microsoft.com/office/drawing/2014/main" id="{9E0C6E65-8A01-4631-BDB2-0BF926965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2484" y="2640360"/>
              <a:ext cx="457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26" name="Rectangle 9">
              <a:extLst>
                <a:ext uri="{FF2B5EF4-FFF2-40B4-BE49-F238E27FC236}">
                  <a16:creationId xmlns:a16="http://schemas.microsoft.com/office/drawing/2014/main" id="{224B4E1E-892F-4CEB-A728-D04D35B8E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484" y="4926360"/>
              <a:ext cx="1066800" cy="76200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27" name="Rectangle 10">
              <a:extLst>
                <a:ext uri="{FF2B5EF4-FFF2-40B4-BE49-F238E27FC236}">
                  <a16:creationId xmlns:a16="http://schemas.microsoft.com/office/drawing/2014/main" id="{7D79A056-E4DE-4A58-8C4E-F55B7E0A0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484" y="3935760"/>
              <a:ext cx="1066800" cy="76200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28" name="Rectangle 11">
              <a:extLst>
                <a:ext uri="{FF2B5EF4-FFF2-40B4-BE49-F238E27FC236}">
                  <a16:creationId xmlns:a16="http://schemas.microsoft.com/office/drawing/2014/main" id="{8A820ED7-379E-43A5-A774-7A66304FD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5484" y="3935760"/>
              <a:ext cx="1066800" cy="76200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29" name="Rectangle 12">
              <a:extLst>
                <a:ext uri="{FF2B5EF4-FFF2-40B4-BE49-F238E27FC236}">
                  <a16:creationId xmlns:a16="http://schemas.microsoft.com/office/drawing/2014/main" id="{F2C3A66D-01FC-413B-AFFF-FAC460A7D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484" y="2945160"/>
              <a:ext cx="1066800" cy="76200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30" name="Rectangle 13">
              <a:extLst>
                <a:ext uri="{FF2B5EF4-FFF2-40B4-BE49-F238E27FC236}">
                  <a16:creationId xmlns:a16="http://schemas.microsoft.com/office/drawing/2014/main" id="{D4CAFD36-5F8D-459B-9829-96B002C5B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5484" y="2945160"/>
              <a:ext cx="1066800" cy="76200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31" name="Rectangle 14">
              <a:extLst>
                <a:ext uri="{FF2B5EF4-FFF2-40B4-BE49-F238E27FC236}">
                  <a16:creationId xmlns:a16="http://schemas.microsoft.com/office/drawing/2014/main" id="{A971F6D2-507B-439B-B9CE-1ADFF6196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8484" y="2945160"/>
              <a:ext cx="1066800" cy="76200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32" name="Rectangle 15">
              <a:extLst>
                <a:ext uri="{FF2B5EF4-FFF2-40B4-BE49-F238E27FC236}">
                  <a16:creationId xmlns:a16="http://schemas.microsoft.com/office/drawing/2014/main" id="{299502C6-478A-412A-B415-91BBDAE47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484" y="1802160"/>
              <a:ext cx="1066800" cy="76200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33" name="Rectangle 16">
              <a:extLst>
                <a:ext uri="{FF2B5EF4-FFF2-40B4-BE49-F238E27FC236}">
                  <a16:creationId xmlns:a16="http://schemas.microsoft.com/office/drawing/2014/main" id="{25DF89EA-3B51-4B42-B8C1-A27C69701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5484" y="1802160"/>
              <a:ext cx="1066800" cy="76200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34" name="Rectangle 17">
              <a:extLst>
                <a:ext uri="{FF2B5EF4-FFF2-40B4-BE49-F238E27FC236}">
                  <a16:creationId xmlns:a16="http://schemas.microsoft.com/office/drawing/2014/main" id="{35605959-323B-4C98-BCA1-B7EAAE9EB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8484" y="1802160"/>
              <a:ext cx="1066800" cy="76200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35" name="Rectangle 18">
              <a:extLst>
                <a:ext uri="{FF2B5EF4-FFF2-40B4-BE49-F238E27FC236}">
                  <a16:creationId xmlns:a16="http://schemas.microsoft.com/office/drawing/2014/main" id="{F2802DC7-CBCC-4A52-B61D-97D7FE1A1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1484" y="1802160"/>
              <a:ext cx="1066800" cy="76200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6436" name="Object 39">
              <a:extLst>
                <a:ext uri="{FF2B5EF4-FFF2-40B4-BE49-F238E27FC236}">
                  <a16:creationId xmlns:a16="http://schemas.microsoft.com/office/drawing/2014/main" id="{6751B1A2-973A-42F4-8241-206A0195C3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0771" y="5016847"/>
            <a:ext cx="585788" cy="552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62" name="公式" r:id="rId33" imgW="228501" imgH="215806" progId="Equation.3">
                    <p:embed/>
                  </p:oleObj>
                </mc:Choice>
                <mc:Fallback>
                  <p:oleObj name="公式" r:id="rId33" imgW="228501" imgH="215806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0771" y="5016847"/>
                          <a:ext cx="585788" cy="552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37" name="Object 40">
              <a:extLst>
                <a:ext uri="{FF2B5EF4-FFF2-40B4-BE49-F238E27FC236}">
                  <a16:creationId xmlns:a16="http://schemas.microsoft.com/office/drawing/2014/main" id="{ED66F532-D1FB-4820-914F-BBF0265340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0771" y="3992910"/>
            <a:ext cx="1728788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63" name="公式" r:id="rId35" imgW="698500" imgH="241300" progId="Equation.3">
                    <p:embed/>
                  </p:oleObj>
                </mc:Choice>
                <mc:Fallback>
                  <p:oleObj name="公式" r:id="rId35" imgW="698500" imgH="24130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0771" y="3992910"/>
                          <a:ext cx="1728788" cy="596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38" name="Object 41">
              <a:extLst>
                <a:ext uri="{FF2B5EF4-FFF2-40B4-BE49-F238E27FC236}">
                  <a16:creationId xmlns:a16="http://schemas.microsoft.com/office/drawing/2014/main" id="{384EECA8-EBEF-46FE-9112-59F9EFCB1E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0771" y="3068985"/>
            <a:ext cx="2952750" cy="560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64" name="公式" r:id="rId37" imgW="1269449" imgH="241195" progId="Equation.3">
                    <p:embed/>
                  </p:oleObj>
                </mc:Choice>
                <mc:Fallback>
                  <p:oleObj name="公式" r:id="rId37" imgW="1269449" imgH="241195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0771" y="3068985"/>
                          <a:ext cx="2952750" cy="560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39" name="Object 42">
              <a:extLst>
                <a:ext uri="{FF2B5EF4-FFF2-40B4-BE49-F238E27FC236}">
                  <a16:creationId xmlns:a16="http://schemas.microsoft.com/office/drawing/2014/main" id="{99E713FF-F680-4427-A363-70DD4F7D7B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0771" y="1916460"/>
            <a:ext cx="4087813" cy="579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65" name="公式" r:id="rId39" imgW="1701800" imgH="241300" progId="Equation.3">
                    <p:embed/>
                  </p:oleObj>
                </mc:Choice>
                <mc:Fallback>
                  <p:oleObj name="公式" r:id="rId39" imgW="1701800" imgH="2413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0771" y="1916460"/>
                          <a:ext cx="4087813" cy="579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40" name="Rectangle 44">
              <a:extLst>
                <a:ext uri="{FF2B5EF4-FFF2-40B4-BE49-F238E27FC236}">
                  <a16:creationId xmlns:a16="http://schemas.microsoft.com/office/drawing/2014/main" id="{430467CF-4138-4724-8795-2F7BE0C5A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8631" y="4728933"/>
              <a:ext cx="496887" cy="907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K</a:t>
              </a:r>
            </a:p>
          </p:txBody>
        </p:sp>
        <p:sp>
          <p:nvSpPr>
            <p:cNvPr id="16441" name="Rectangle 45">
              <a:extLst>
                <a:ext uri="{FF2B5EF4-FFF2-40B4-BE49-F238E27FC236}">
                  <a16:creationId xmlns:a16="http://schemas.microsoft.com/office/drawing/2014/main" id="{1B17472A-2611-4DB2-9EEC-D3810B923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1246" y="3892897"/>
              <a:ext cx="513386" cy="504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L</a:t>
              </a:r>
            </a:p>
          </p:txBody>
        </p:sp>
        <p:sp>
          <p:nvSpPr>
            <p:cNvPr id="16442" name="Rectangle 46">
              <a:extLst>
                <a:ext uri="{FF2B5EF4-FFF2-40B4-BE49-F238E27FC236}">
                  <a16:creationId xmlns:a16="http://schemas.microsoft.com/office/drawing/2014/main" id="{1399CF51-1937-4B8E-9D4E-2E779E57C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884" y="2640359"/>
              <a:ext cx="716133" cy="504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M </a:t>
              </a:r>
            </a:p>
          </p:txBody>
        </p:sp>
        <p:graphicFrame>
          <p:nvGraphicFramePr>
            <p:cNvPr id="16443" name="Object 49">
              <a:extLst>
                <a:ext uri="{FF2B5EF4-FFF2-40B4-BE49-F238E27FC236}">
                  <a16:creationId xmlns:a16="http://schemas.microsoft.com/office/drawing/2014/main" id="{7E388FC2-CB73-4B5D-91FE-B5C127727A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2484" y="5078760"/>
            <a:ext cx="338137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66" name="剪辑" r:id="rId41" imgW="1728788" imgH="3252788" progId="MS_ClipArt_Gallery.2">
                    <p:embed/>
                  </p:oleObj>
                </mc:Choice>
                <mc:Fallback>
                  <p:oleObj name="剪辑" r:id="rId41" imgW="1728788" imgH="3252788" progId="MS_ClipArt_Gallery.2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2484" y="5078760"/>
                          <a:ext cx="338137" cy="635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44" name="Object 50">
              <a:extLst>
                <a:ext uri="{FF2B5EF4-FFF2-40B4-BE49-F238E27FC236}">
                  <a16:creationId xmlns:a16="http://schemas.microsoft.com/office/drawing/2014/main" id="{5819CC81-31E9-4542-AEEC-7FC05B7F58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59784" y="4219922"/>
            <a:ext cx="338137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67" name="剪辑" r:id="rId43" imgW="1728788" imgH="3252788" progId="MS_ClipArt_Gallery.2">
                    <p:embed/>
                  </p:oleObj>
                </mc:Choice>
                <mc:Fallback>
                  <p:oleObj name="剪辑" r:id="rId43" imgW="1728788" imgH="3252788" progId="MS_ClipArt_Gallery.2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9784" y="4219922"/>
                          <a:ext cx="338137" cy="635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45" name="Object 51">
              <a:extLst>
                <a:ext uri="{FF2B5EF4-FFF2-40B4-BE49-F238E27FC236}">
                  <a16:creationId xmlns:a16="http://schemas.microsoft.com/office/drawing/2014/main" id="{175005A7-58F7-4934-947B-5969A874E4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59784" y="3140422"/>
            <a:ext cx="338137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68" name="剪辑" r:id="rId44" imgW="1728788" imgH="3252788" progId="MS_ClipArt_Gallery.2">
                    <p:embed/>
                  </p:oleObj>
                </mc:Choice>
                <mc:Fallback>
                  <p:oleObj name="剪辑" r:id="rId44" imgW="1728788" imgH="3252788" progId="MS_ClipArt_Gallery.2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9784" y="3140422"/>
                          <a:ext cx="338137" cy="635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46" name="Text Box 52">
              <a:extLst>
                <a:ext uri="{FF2B5EF4-FFF2-40B4-BE49-F238E27FC236}">
                  <a16:creationId xmlns:a16="http://schemas.microsoft.com/office/drawing/2014/main" id="{C62F670D-0A4B-4EFC-A8B3-BA67F5702C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709" y="1268760"/>
              <a:ext cx="448156" cy="504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</a:p>
          </p:txBody>
        </p:sp>
      </p:grpSp>
      <p:sp>
        <p:nvSpPr>
          <p:cNvPr id="92" name="Text Box 53">
            <a:extLst>
              <a:ext uri="{FF2B5EF4-FFF2-40B4-BE49-F238E27FC236}">
                <a16:creationId xmlns:a16="http://schemas.microsoft.com/office/drawing/2014/main" id="{F0136908-CBB1-4DE0-9D44-33815800F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1120775"/>
            <a:ext cx="1112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电子数</a:t>
            </a:r>
          </a:p>
        </p:txBody>
      </p:sp>
      <p:sp>
        <p:nvSpPr>
          <p:cNvPr id="16409" name="Text Box 24">
            <a:extLst>
              <a:ext uri="{FF2B5EF4-FFF2-40B4-BE49-F238E27FC236}">
                <a16:creationId xmlns:a16="http://schemas.microsoft.com/office/drawing/2014/main" id="{DF680A73-9828-48F9-905D-08494427A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6813" y="69770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5B399F-8511-40DA-97AD-CE156F487BD9}"/>
              </a:ext>
            </a:extLst>
          </p:cNvPr>
          <p:cNvSpPr/>
          <p:nvPr/>
        </p:nvSpPr>
        <p:spPr>
          <a:xfrm>
            <a:off x="455613" y="5310188"/>
            <a:ext cx="72644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泡利不相容原理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：电子不可能有相同的四个量子数</a:t>
            </a:r>
          </a:p>
        </p:txBody>
      </p:sp>
      <p:sp>
        <p:nvSpPr>
          <p:cNvPr id="96" name="Text Box 2">
            <a:extLst>
              <a:ext uri="{FF2B5EF4-FFF2-40B4-BE49-F238E27FC236}">
                <a16:creationId xmlns:a16="http://schemas.microsoft.com/office/drawing/2014/main" id="{931AA8AD-6928-4EAF-8DC6-AC39C9E53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13" y="5813425"/>
            <a:ext cx="8509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能量最小原理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：能级的高低由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n+ 0.7 l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)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的值决定</a:t>
            </a:r>
          </a:p>
        </p:txBody>
      </p:sp>
      <p:sp>
        <p:nvSpPr>
          <p:cNvPr id="97" name="Text Box 167">
            <a:extLst>
              <a:ext uri="{FF2B5EF4-FFF2-40B4-BE49-F238E27FC236}">
                <a16:creationId xmlns:a16="http://schemas.microsoft.com/office/drawing/2014/main" id="{30379CFF-0AD9-429B-B110-A1EED5194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318250"/>
            <a:ext cx="42084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例：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21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号元素的电子组态：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37D522D-DE56-4947-8BAD-A67A1A0E7943}"/>
              </a:ext>
            </a:extLst>
          </p:cNvPr>
          <p:cNvGrpSpPr>
            <a:grpSpLocks/>
          </p:cNvGrpSpPr>
          <p:nvPr/>
        </p:nvGrpSpPr>
        <p:grpSpPr bwMode="auto">
          <a:xfrm>
            <a:off x="4078288" y="6318250"/>
            <a:ext cx="4006850" cy="504528"/>
            <a:chOff x="3531666" y="6247270"/>
            <a:chExt cx="4006851" cy="504528"/>
          </a:xfrm>
        </p:grpSpPr>
        <p:sp>
          <p:nvSpPr>
            <p:cNvPr id="16415" name="Text Box 169">
              <a:extLst>
                <a:ext uri="{FF2B5EF4-FFF2-40B4-BE49-F238E27FC236}">
                  <a16:creationId xmlns:a16="http://schemas.microsoft.com/office/drawing/2014/main" id="{641B3440-C944-4E9F-8D40-51B02F1C6B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1666" y="6250445"/>
              <a:ext cx="85883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1s</a:t>
              </a:r>
              <a:r>
                <a:rPr kumimoji="1" lang="en-US" altLang="zh-CN" sz="2400" b="1" baseline="30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6416" name="Text Box 170">
              <a:extLst>
                <a:ext uri="{FF2B5EF4-FFF2-40B4-BE49-F238E27FC236}">
                  <a16:creationId xmlns:a16="http://schemas.microsoft.com/office/drawing/2014/main" id="{FDF4F017-0551-47C7-BE72-101070BA35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0141" y="6252033"/>
              <a:ext cx="8572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 s</a:t>
              </a:r>
              <a:r>
                <a:rPr kumimoji="1" lang="en-US" altLang="zh-CN" sz="2400" b="1" baseline="30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6417" name="Text Box 171">
              <a:extLst>
                <a:ext uri="{FF2B5EF4-FFF2-40B4-BE49-F238E27FC236}">
                  <a16:creationId xmlns:a16="http://schemas.microsoft.com/office/drawing/2014/main" id="{AAFD1A52-E90D-40A7-9991-AA6F424D46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1316" y="6248858"/>
              <a:ext cx="86042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 p</a:t>
              </a:r>
              <a:r>
                <a:rPr kumimoji="1" lang="en-US" altLang="zh-CN" sz="2400" b="1" baseline="30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6418" name="Text Box 172">
              <a:extLst>
                <a:ext uri="{FF2B5EF4-FFF2-40B4-BE49-F238E27FC236}">
                  <a16:creationId xmlns:a16="http://schemas.microsoft.com/office/drawing/2014/main" id="{42D9370F-D5EB-430D-96B6-19E4D70785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2504" y="6247270"/>
              <a:ext cx="71278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3s</a:t>
              </a:r>
              <a:r>
                <a:rPr kumimoji="1" lang="en-US" altLang="zh-CN" sz="2400" b="1" baseline="30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6419" name="Text Box 173">
              <a:extLst>
                <a:ext uri="{FF2B5EF4-FFF2-40B4-BE49-F238E27FC236}">
                  <a16:creationId xmlns:a16="http://schemas.microsoft.com/office/drawing/2014/main" id="{F9725FD6-5177-448F-A9EE-4CC16CB19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27166" y="6247270"/>
              <a:ext cx="85566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3 p</a:t>
              </a:r>
              <a:r>
                <a:rPr kumimoji="1" lang="en-US" altLang="zh-CN" sz="2400" b="1" baseline="30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6420" name="Text Box 174">
              <a:extLst>
                <a:ext uri="{FF2B5EF4-FFF2-40B4-BE49-F238E27FC236}">
                  <a16:creationId xmlns:a16="http://schemas.microsoft.com/office/drawing/2014/main" id="{65C2D945-7C2B-48E8-9F9C-2825D3DE6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7554" y="6248858"/>
              <a:ext cx="71596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4 s</a:t>
              </a:r>
              <a:r>
                <a:rPr kumimoji="1" lang="en-US" altLang="zh-CN" sz="2400" b="1" baseline="30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6421" name="Text Box 175">
              <a:extLst>
                <a:ext uri="{FF2B5EF4-FFF2-40B4-BE49-F238E27FC236}">
                  <a16:creationId xmlns:a16="http://schemas.microsoft.com/office/drawing/2014/main" id="{10B707C7-69FE-4625-BE2E-04907A8FB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2854" y="6290133"/>
              <a:ext cx="85566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3d</a:t>
              </a:r>
              <a:r>
                <a:rPr kumimoji="1" lang="en-US" altLang="zh-CN" sz="2400" b="1" baseline="30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16414" name="TextBox 3">
            <a:extLst>
              <a:ext uri="{FF2B5EF4-FFF2-40B4-BE49-F238E27FC236}">
                <a16:creationId xmlns:a16="http://schemas.microsoft.com/office/drawing/2014/main" id="{FD642BA8-A206-41D5-8721-95DA5960C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115888"/>
            <a:ext cx="3429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内容回顾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70" grpId="0" animBg="1"/>
      <p:bldP spid="74" grpId="0" animBg="1"/>
      <p:bldP spid="86" grpId="0"/>
      <p:bldP spid="87" grpId="0" animBg="1"/>
      <p:bldP spid="92" grpId="0"/>
      <p:bldP spid="5" grpId="0"/>
      <p:bldP spid="96" grpId="0"/>
      <p:bldP spid="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P_228">
            <a:extLst>
              <a:ext uri="{FF2B5EF4-FFF2-40B4-BE49-F238E27FC236}">
                <a16:creationId xmlns:a16="http://schemas.microsoft.com/office/drawing/2014/main" id="{45D29D89-4893-45A1-B0AC-A0AFA3595EDD}"/>
              </a:ext>
            </a:extLst>
          </p:cNvPr>
          <p:cNvPicPr>
            <a:picLocks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76600" y="0"/>
            <a:ext cx="5867400" cy="6858000"/>
          </a:xfrm>
          <a:noFill/>
        </p:spPr>
      </p:pic>
      <p:sp>
        <p:nvSpPr>
          <p:cNvPr id="3075" name="Rectangle 3">
            <a:extLst>
              <a:ext uri="{FF2B5EF4-FFF2-40B4-BE49-F238E27FC236}">
                <a16:creationId xmlns:a16="http://schemas.microsoft.com/office/drawing/2014/main" id="{06E72215-2B28-4E3B-9597-72A7FB70C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052513"/>
            <a:ext cx="266382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b="1">
                <a:solidFill>
                  <a:schemeClr val="tx2"/>
                </a:solidFill>
                <a:ea typeface="隶书" panose="02010509060101010101" pitchFamily="49" charset="-122"/>
              </a:rPr>
              <a:t>  </a:t>
            </a:r>
            <a:r>
              <a:rPr kumimoji="1" lang="zh-CN" altLang="en-US" sz="4800" b="1">
                <a:solidFill>
                  <a:schemeClr val="tx2"/>
                </a:solidFill>
                <a:ea typeface="隶书" panose="02010509060101010101" pitchFamily="49" charset="-122"/>
              </a:rPr>
              <a:t>第六篇</a:t>
            </a:r>
            <a:br>
              <a:rPr kumimoji="1" lang="zh-CN" altLang="en-US" sz="4800" b="1">
                <a:solidFill>
                  <a:schemeClr val="tx2"/>
                </a:solidFill>
                <a:ea typeface="隶书" panose="02010509060101010101" pitchFamily="49" charset="-122"/>
              </a:rPr>
            </a:br>
            <a:r>
              <a:rPr kumimoji="1" lang="zh-CN" altLang="en-US" sz="4800">
                <a:solidFill>
                  <a:schemeClr val="tx2"/>
                </a:solidFill>
                <a:ea typeface="隶书" panose="02010509060101010101" pitchFamily="49" charset="-122"/>
              </a:rPr>
              <a:t>量子物理</a:t>
            </a:r>
          </a:p>
        </p:txBody>
      </p:sp>
      <p:sp>
        <p:nvSpPr>
          <p:cNvPr id="142340" name="Text Box 4">
            <a:extLst>
              <a:ext uri="{FF2B5EF4-FFF2-40B4-BE49-F238E27FC236}">
                <a16:creationId xmlns:a16="http://schemas.microsoft.com/office/drawing/2014/main" id="{A0D175C4-8E9A-4CFE-814D-98FC5C821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3786188"/>
            <a:ext cx="32146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kumimoji="1" lang="en-US" altLang="zh-CN" sz="36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16</a:t>
            </a:r>
            <a:r>
              <a:rPr kumimoji="1" lang="zh-CN" altLang="en-US" sz="36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激光和半导体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7" name="Text Box 5">
            <a:extLst>
              <a:ext uri="{FF2B5EF4-FFF2-40B4-BE49-F238E27FC236}">
                <a16:creationId xmlns:a16="http://schemas.microsoft.com/office/drawing/2014/main" id="{DBB3A5A3-B720-4024-9889-F78C64E49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2492375"/>
            <a:ext cx="3887788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en-US" altLang="zh-CN" b="1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chemeClr val="tx2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b="1">
                <a:solidFill>
                  <a:schemeClr val="tx2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b="1">
                <a:solidFill>
                  <a:schemeClr val="tx2"/>
                </a:solidFill>
                <a:latin typeface="Times New Roman" panose="02020603050405020304" pitchFamily="18" charset="0"/>
              </a:rPr>
              <a:t>节 半导体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b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chemeClr val="tx2"/>
                </a:solidFill>
                <a:latin typeface="Times New Roman" panose="02020603050405020304" pitchFamily="18" charset="0"/>
              </a:rPr>
              <a:t>      第</a:t>
            </a:r>
            <a:r>
              <a:rPr kumimoji="1" lang="en-US" altLang="zh-CN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b="1">
                <a:solidFill>
                  <a:schemeClr val="tx2"/>
                </a:solidFill>
                <a:latin typeface="Times New Roman" panose="02020603050405020304" pitchFamily="18" charset="0"/>
              </a:rPr>
              <a:t>节 激光</a:t>
            </a:r>
          </a:p>
        </p:txBody>
      </p:sp>
      <p:sp>
        <p:nvSpPr>
          <p:cNvPr id="4099" name="Rectangle 6">
            <a:extLst>
              <a:ext uri="{FF2B5EF4-FFF2-40B4-BE49-F238E27FC236}">
                <a16:creationId xmlns:a16="http://schemas.microsoft.com/office/drawing/2014/main" id="{3EF916AF-8883-4852-B09E-7BD5696C2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549275"/>
            <a:ext cx="54737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chemeClr val="tx2"/>
                </a:solidFill>
              </a:rPr>
              <a:t>第</a:t>
            </a:r>
            <a:r>
              <a:rPr kumimoji="1" lang="en-US" altLang="zh-CN" sz="4000" b="1">
                <a:solidFill>
                  <a:schemeClr val="tx2"/>
                </a:solidFill>
              </a:rPr>
              <a:t>16</a:t>
            </a:r>
            <a:r>
              <a:rPr kumimoji="1" lang="zh-CN" altLang="en-US" sz="4000" b="1">
                <a:solidFill>
                  <a:schemeClr val="tx2"/>
                </a:solidFill>
              </a:rPr>
              <a:t>章  激光和半导体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chemeClr val="tx2"/>
                </a:solidFill>
                <a:latin typeface="Times New Roman" panose="02020603050405020304" pitchFamily="18" charset="0"/>
              </a:rPr>
              <a:t>Laser and Semiconductor</a:t>
            </a:r>
            <a:r>
              <a:rPr kumimoji="1" lang="en-US" altLang="zh-CN" sz="4000">
                <a:solidFill>
                  <a:schemeClr val="tx2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1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5">
            <a:extLst>
              <a:ext uri="{FF2B5EF4-FFF2-40B4-BE49-F238E27FC236}">
                <a16:creationId xmlns:a16="http://schemas.microsoft.com/office/drawing/2014/main" id="{890A927A-A9E7-4AB0-9C89-C06C4930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412875"/>
            <a:ext cx="4968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1.1 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半导体的基本概念</a:t>
            </a:r>
            <a:endParaRPr kumimoji="1" lang="zh-CN" altLang="en-US" sz="28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3" name="Rectangle 6">
            <a:extLst>
              <a:ext uri="{FF2B5EF4-FFF2-40B4-BE49-F238E27FC236}">
                <a16:creationId xmlns:a16="http://schemas.microsoft.com/office/drawing/2014/main" id="{661509F0-79E2-4E44-94A0-FE0E49665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365625"/>
            <a:ext cx="73882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半导体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的电阻率介于导体和绝缘体之间。既有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负电性载流子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电子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又有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正电性载流子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空穴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hole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，其电学性能可用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能带理论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解释。</a:t>
            </a:r>
          </a:p>
        </p:txBody>
      </p:sp>
      <p:sp>
        <p:nvSpPr>
          <p:cNvPr id="5124" name="Text Box 7">
            <a:extLst>
              <a:ext uri="{FF2B5EF4-FFF2-40B4-BE49-F238E27FC236}">
                <a16:creationId xmlns:a16="http://schemas.microsoft.com/office/drawing/2014/main" id="{3AB74476-75C7-4778-9D26-5B61B7805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060575"/>
            <a:ext cx="6335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固体按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导电性能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的高低可以分为</a:t>
            </a:r>
          </a:p>
        </p:txBody>
      </p:sp>
      <p:sp>
        <p:nvSpPr>
          <p:cNvPr id="5125" name="Text Box 10">
            <a:extLst>
              <a:ext uri="{FF2B5EF4-FFF2-40B4-BE49-F238E27FC236}">
                <a16:creationId xmlns:a16="http://schemas.microsoft.com/office/drawing/2014/main" id="{537D2E61-8446-4952-9472-2DAD29CDB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525" y="3287713"/>
            <a:ext cx="1004888" cy="522287"/>
          </a:xfrm>
          <a:prstGeom prst="rect">
            <a:avLst/>
          </a:prstGeom>
          <a:solidFill>
            <a:srgbClr val="CCFFFF"/>
          </a:solidFill>
          <a:ln w="38100">
            <a:solidFill>
              <a:schemeClr val="hlink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导体</a:t>
            </a:r>
          </a:p>
        </p:txBody>
      </p:sp>
      <p:sp>
        <p:nvSpPr>
          <p:cNvPr id="5126" name="Text Box 13">
            <a:extLst>
              <a:ext uri="{FF2B5EF4-FFF2-40B4-BE49-F238E27FC236}">
                <a16:creationId xmlns:a16="http://schemas.microsoft.com/office/drawing/2014/main" id="{DDC15446-F184-4BC1-8452-7ADAE4A51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3311525"/>
            <a:ext cx="1428750" cy="522288"/>
          </a:xfrm>
          <a:prstGeom prst="rect">
            <a:avLst/>
          </a:prstGeom>
          <a:solidFill>
            <a:srgbClr val="CCFFFF"/>
          </a:solidFill>
          <a:ln w="38100">
            <a:solidFill>
              <a:schemeClr val="hlink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半导体</a:t>
            </a:r>
          </a:p>
        </p:txBody>
      </p:sp>
      <p:sp>
        <p:nvSpPr>
          <p:cNvPr id="5127" name="Text Box 16">
            <a:extLst>
              <a:ext uri="{FF2B5EF4-FFF2-40B4-BE49-F238E27FC236}">
                <a16:creationId xmlns:a16="http://schemas.microsoft.com/office/drawing/2014/main" id="{3CACDCEE-7F11-4EE9-B313-0865A4381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3321050"/>
            <a:ext cx="1266825" cy="522288"/>
          </a:xfrm>
          <a:prstGeom prst="rect">
            <a:avLst/>
          </a:prstGeom>
          <a:solidFill>
            <a:srgbClr val="CCFFFF"/>
          </a:solidFill>
          <a:ln w="381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绝缘体</a:t>
            </a:r>
          </a:p>
        </p:txBody>
      </p:sp>
      <p:sp>
        <p:nvSpPr>
          <p:cNvPr id="5128" name="Line 17">
            <a:extLst>
              <a:ext uri="{FF2B5EF4-FFF2-40B4-BE49-F238E27FC236}">
                <a16:creationId xmlns:a16="http://schemas.microsoft.com/office/drawing/2014/main" id="{0366D35C-A967-424E-AD27-1D37428EF3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875" y="3500438"/>
            <a:ext cx="8636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129" name="Line 18">
            <a:extLst>
              <a:ext uri="{FF2B5EF4-FFF2-40B4-BE49-F238E27FC236}">
                <a16:creationId xmlns:a16="http://schemas.microsoft.com/office/drawing/2014/main" id="{D4E9CDA3-0DA8-40D8-BFA8-EC01DA6954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3500438"/>
            <a:ext cx="835025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130" name="Rectangle 19">
            <a:extLst>
              <a:ext uri="{FF2B5EF4-FFF2-40B4-BE49-F238E27FC236}">
                <a16:creationId xmlns:a16="http://schemas.microsoft.com/office/drawing/2014/main" id="{96A6A643-F60A-49D1-BDF2-139B6BFC1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346075"/>
            <a:ext cx="4608512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b="1">
                <a:solidFill>
                  <a:schemeClr val="tx2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b="1">
                <a:solidFill>
                  <a:schemeClr val="tx2"/>
                </a:solidFill>
                <a:latin typeface="宋体" panose="02010600030101010101" pitchFamily="2" charset="-122"/>
              </a:rPr>
              <a:t>节 半导体</a:t>
            </a:r>
            <a:r>
              <a:rPr kumimoji="1"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</a:t>
            </a:r>
            <a:endParaRPr kumimoji="1" lang="en-US" altLang="zh-CN" sz="2400" b="1" i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31" name="Text Box 20">
            <a:extLst>
              <a:ext uri="{FF2B5EF4-FFF2-40B4-BE49-F238E27FC236}">
                <a16:creationId xmlns:a16="http://schemas.microsoft.com/office/drawing/2014/main" id="{7BD3D235-236E-42F4-A993-C03A8CF41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 Box 3">
            <a:extLst>
              <a:ext uri="{FF2B5EF4-FFF2-40B4-BE49-F238E27FC236}">
                <a16:creationId xmlns:a16="http://schemas.microsoft.com/office/drawing/2014/main" id="{76A12257-920E-4B5E-BE2F-77EB92CF1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981075"/>
            <a:ext cx="7786688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固体中的一个电子只能处在某个能带中的某一能级上。由于环境和物理因素变化，每个能级将分裂成相差很小的一组能级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能带</a:t>
            </a:r>
            <a:endParaRPr kumimoji="1" lang="zh-CN" altLang="en-US" sz="2800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20" name="Text Box 24">
            <a:extLst>
              <a:ext uri="{FF2B5EF4-FFF2-40B4-BE49-F238E27FC236}">
                <a16:creationId xmlns:a16="http://schemas.microsoft.com/office/drawing/2014/main" id="{F2EBBDC8-B14D-444E-82B3-C2E8BE7BD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0350"/>
            <a:ext cx="3167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1.2 </a:t>
            </a:r>
            <a:r>
              <a:rPr kumimoji="1" lang="zh-CN" altLang="en-US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能带理论</a:t>
            </a:r>
          </a:p>
        </p:txBody>
      </p:sp>
      <p:sp>
        <p:nvSpPr>
          <p:cNvPr id="6148" name="Text Box 29">
            <a:extLst>
              <a:ext uri="{FF2B5EF4-FFF2-40B4-BE49-F238E27FC236}">
                <a16:creationId xmlns:a16="http://schemas.microsoft.com/office/drawing/2014/main" id="{956F3A8A-63BE-4559-A05E-56F93370A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9650" y="635635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endParaRPr lang="en-US" altLang="zh-CN" sz="1800">
              <a:solidFill>
                <a:schemeClr val="tx2"/>
              </a:solidFill>
            </a:endParaRPr>
          </a:p>
        </p:txBody>
      </p:sp>
      <p:pic>
        <p:nvPicPr>
          <p:cNvPr id="19461" name="Picture 1028" descr="LGX9AGGLLR4T6E$VBU@(ZD0">
            <a:extLst>
              <a:ext uri="{FF2B5EF4-FFF2-40B4-BE49-F238E27FC236}">
                <a16:creationId xmlns:a16="http://schemas.microsoft.com/office/drawing/2014/main" id="{43EC31F2-2C55-4F61-B50E-CECE87401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997200"/>
            <a:ext cx="4392612" cy="293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2" name="Text Box 1029">
            <a:extLst>
              <a:ext uri="{FF2B5EF4-FFF2-40B4-BE49-F238E27FC236}">
                <a16:creationId xmlns:a16="http://schemas.microsoft.com/office/drawing/2014/main" id="{EF5407EE-61AF-49A5-8399-31FAAD375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141663"/>
            <a:ext cx="863600" cy="457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</a:rPr>
              <a:t>能级</a:t>
            </a:r>
          </a:p>
        </p:txBody>
      </p:sp>
      <p:sp>
        <p:nvSpPr>
          <p:cNvPr id="19463" name="Text Box 1031">
            <a:extLst>
              <a:ext uri="{FF2B5EF4-FFF2-40B4-BE49-F238E27FC236}">
                <a16:creationId xmlns:a16="http://schemas.microsoft.com/office/drawing/2014/main" id="{0C6C0218-4283-4194-87A5-CB89F72E4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2781300"/>
            <a:ext cx="863600" cy="457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</a:rPr>
              <a:t>能带</a:t>
            </a:r>
          </a:p>
        </p:txBody>
      </p:sp>
      <p:sp>
        <p:nvSpPr>
          <p:cNvPr id="19464" name="Text Box 1032">
            <a:extLst>
              <a:ext uri="{FF2B5EF4-FFF2-40B4-BE49-F238E27FC236}">
                <a16:creationId xmlns:a16="http://schemas.microsoft.com/office/drawing/2014/main" id="{6F6CE5ED-CEB6-4945-8F18-76820BC22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2997200"/>
            <a:ext cx="363855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一般来说：</a:t>
            </a:r>
            <a:endParaRPr lang="zh-CN" altLang="en-US" sz="2800" b="1" dirty="0">
              <a:solidFill>
                <a:schemeClr val="accent6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能带的宽度：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~eV</a:t>
            </a:r>
          </a:p>
        </p:txBody>
      </p:sp>
      <p:sp>
        <p:nvSpPr>
          <p:cNvPr id="19465" name="AutoShape 1034">
            <a:extLst>
              <a:ext uri="{FF2B5EF4-FFF2-40B4-BE49-F238E27FC236}">
                <a16:creationId xmlns:a16="http://schemas.microsoft.com/office/drawing/2014/main" id="{D145B6DF-F1C3-4620-BA20-54FAA8598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357563"/>
            <a:ext cx="288925" cy="935037"/>
          </a:xfrm>
          <a:prstGeom prst="upDownArrow">
            <a:avLst>
              <a:gd name="adj1" fmla="val 50000"/>
              <a:gd name="adj2" fmla="val 6472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19466" name="Rectangle 1035">
            <a:extLst>
              <a:ext uri="{FF2B5EF4-FFF2-40B4-BE49-F238E27FC236}">
                <a16:creationId xmlns:a16="http://schemas.microsoft.com/office/drawing/2014/main" id="{56F78869-88BC-4EBC-AA2A-5CA800DE7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250" y="4508500"/>
            <a:ext cx="396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能级的宽度：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~10</a:t>
            </a:r>
            <a:r>
              <a:rPr lang="en-US" altLang="zh-CN" sz="2800" b="1" baseline="30000">
                <a:solidFill>
                  <a:schemeClr val="tx2"/>
                </a:solidFill>
                <a:latin typeface="Times New Roman" panose="02020603050405020304" pitchFamily="18" charset="0"/>
              </a:rPr>
              <a:t>-23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eV</a:t>
            </a:r>
          </a:p>
        </p:txBody>
      </p:sp>
      <p:sp>
        <p:nvSpPr>
          <p:cNvPr id="19467" name="Rectangle 1036">
            <a:extLst>
              <a:ext uri="{FF2B5EF4-FFF2-40B4-BE49-F238E27FC236}">
                <a16:creationId xmlns:a16="http://schemas.microsoft.com/office/drawing/2014/main" id="{4A6460CF-3CF3-4BB0-A23D-3C6E18458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6119813"/>
            <a:ext cx="70373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一个电子只能处在某个能带中的某个能级上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/>
      <p:bldP spid="29720" grpId="0"/>
      <p:bldP spid="19462" grpId="0" animBg="1"/>
      <p:bldP spid="19463" grpId="0" animBg="1"/>
      <p:bldP spid="19464" grpId="0"/>
      <p:bldP spid="19465" grpId="0" animBg="1"/>
      <p:bldP spid="19466" grpId="0"/>
      <p:bldP spid="1946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75787A1F-FD5E-4779-BFF0-02705375D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367213"/>
            <a:ext cx="3886200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3º  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越是</a:t>
            </a:r>
            <a:r>
              <a:rPr kumimoji="1" lang="zh-CN" altLang="en-US" sz="24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外层电子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kumimoji="1" lang="zh-CN" altLang="en-US" sz="24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能带越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4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      宽，</a:t>
            </a:r>
            <a:r>
              <a:rPr kumimoji="1" lang="zh-CN" alt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400" b="1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E </a:t>
            </a:r>
            <a:r>
              <a:rPr kumimoji="1" lang="zh-CN" altLang="en-US" sz="24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越大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6A64E7A3-1E42-4009-BEE3-D1346189B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5108575"/>
            <a:ext cx="3487738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4º 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两个能带有可能</a:t>
            </a:r>
            <a:r>
              <a:rPr kumimoji="1" lang="zh-CN" altLang="en-US" sz="24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重叠 </a:t>
            </a:r>
          </a:p>
        </p:txBody>
      </p:sp>
      <p:grpSp>
        <p:nvGrpSpPr>
          <p:cNvPr id="4" name="Group 31">
            <a:extLst>
              <a:ext uri="{FF2B5EF4-FFF2-40B4-BE49-F238E27FC236}">
                <a16:creationId xmlns:a16="http://schemas.microsoft.com/office/drawing/2014/main" id="{F27F4EC1-D266-440B-A459-04EB6E2DB0B8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533400"/>
            <a:ext cx="4430713" cy="5867400"/>
            <a:chOff x="2784" y="336"/>
            <a:chExt cx="2791" cy="3696"/>
          </a:xfrm>
        </p:grpSpPr>
        <p:graphicFrame>
          <p:nvGraphicFramePr>
            <p:cNvPr id="8206" name="Object 6">
              <a:extLst>
                <a:ext uri="{FF2B5EF4-FFF2-40B4-BE49-F238E27FC236}">
                  <a16:creationId xmlns:a16="http://schemas.microsoft.com/office/drawing/2014/main" id="{2E1BBD06-6B6E-4EF7-9D76-C8187CD125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4" y="336"/>
            <a:ext cx="2791" cy="36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9" name="文档" r:id="rId3" imgW="2438400" imgH="3228975" progId="Word.Document.8">
                    <p:embed/>
                  </p:oleObj>
                </mc:Choice>
                <mc:Fallback>
                  <p:oleObj name="文档" r:id="rId3" imgW="2438400" imgH="3228975" progId="Word.Document.8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36"/>
                          <a:ext cx="2791" cy="369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7" name="Line 7">
              <a:extLst>
                <a:ext uri="{FF2B5EF4-FFF2-40B4-BE49-F238E27FC236}">
                  <a16:creationId xmlns:a16="http://schemas.microsoft.com/office/drawing/2014/main" id="{BEFBBBBF-18A3-452A-936E-0452F991A5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336"/>
              <a:ext cx="0" cy="27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8" name="Line 8">
              <a:extLst>
                <a:ext uri="{FF2B5EF4-FFF2-40B4-BE49-F238E27FC236}">
                  <a16:creationId xmlns:a16="http://schemas.microsoft.com/office/drawing/2014/main" id="{EF905977-D513-4A08-9899-DE32F8F784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3120"/>
              <a:ext cx="22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Rectangle 9">
              <a:extLst>
                <a:ext uri="{FF2B5EF4-FFF2-40B4-BE49-F238E27FC236}">
                  <a16:creationId xmlns:a16="http://schemas.microsoft.com/office/drawing/2014/main" id="{8A9193A9-7224-4797-AC6A-7C691E417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880"/>
              <a:ext cx="2640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8210" name="Line 10">
              <a:extLst>
                <a:ext uri="{FF2B5EF4-FFF2-40B4-BE49-F238E27FC236}">
                  <a16:creationId xmlns:a16="http://schemas.microsoft.com/office/drawing/2014/main" id="{95FA0BAF-666F-4D46-9D69-22D0DD53A8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27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1" name="Line 11">
              <a:extLst>
                <a:ext uri="{FF2B5EF4-FFF2-40B4-BE49-F238E27FC236}">
                  <a16:creationId xmlns:a16="http://schemas.microsoft.com/office/drawing/2014/main" id="{D0F94898-73CC-40B1-A418-DA7B863039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120"/>
              <a:ext cx="24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2" name="Line 12">
              <a:extLst>
                <a:ext uri="{FF2B5EF4-FFF2-40B4-BE49-F238E27FC236}">
                  <a16:creationId xmlns:a16="http://schemas.microsoft.com/office/drawing/2014/main" id="{B68A4156-F829-43F5-84A2-D9DCEC7C5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120"/>
              <a:ext cx="26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3" name="Text Box 13">
              <a:extLst>
                <a:ext uri="{FF2B5EF4-FFF2-40B4-BE49-F238E27FC236}">
                  <a16:creationId xmlns:a16="http://schemas.microsoft.com/office/drawing/2014/main" id="{647DE467-F8F9-4BB6-BA2D-DFE8319C67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7" y="3159"/>
              <a:ext cx="888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离子间距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8214" name="Text Box 14">
              <a:extLst>
                <a:ext uri="{FF2B5EF4-FFF2-40B4-BE49-F238E27FC236}">
                  <a16:creationId xmlns:a16="http://schemas.microsoft.com/office/drawing/2014/main" id="{6DC934EE-CF0C-462D-9ED6-59E2B51B2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3120"/>
              <a:ext cx="228" cy="3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a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8215" name="Line 15">
              <a:extLst>
                <a:ext uri="{FF2B5EF4-FFF2-40B4-BE49-F238E27FC236}">
                  <a16:creationId xmlns:a16="http://schemas.microsoft.com/office/drawing/2014/main" id="{2A8787AC-19A8-405D-84C7-A7720AC82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1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6" name="Line 16">
              <a:extLst>
                <a:ext uri="{FF2B5EF4-FFF2-40B4-BE49-F238E27FC236}">
                  <a16:creationId xmlns:a16="http://schemas.microsoft.com/office/drawing/2014/main" id="{4BC48F03-D61D-4AD0-BE39-D1B9B0374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73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7" name="Rectangle 17">
              <a:extLst>
                <a:ext uri="{FF2B5EF4-FFF2-40B4-BE49-F238E27FC236}">
                  <a16:creationId xmlns:a16="http://schemas.microsoft.com/office/drawing/2014/main" id="{A706A05F-28D4-4C3A-B1C0-33190645C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688"/>
              <a:ext cx="96" cy="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8218" name="Text Box 18">
              <a:extLst>
                <a:ext uri="{FF2B5EF4-FFF2-40B4-BE49-F238E27FC236}">
                  <a16:creationId xmlns:a16="http://schemas.microsoft.com/office/drawing/2014/main" id="{88BCD22C-F433-4806-8747-5576781F0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056"/>
              <a:ext cx="353" cy="3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2p</a:t>
              </a:r>
            </a:p>
          </p:txBody>
        </p:sp>
        <p:sp>
          <p:nvSpPr>
            <p:cNvPr id="8219" name="Text Box 19">
              <a:extLst>
                <a:ext uri="{FF2B5EF4-FFF2-40B4-BE49-F238E27FC236}">
                  <a16:creationId xmlns:a16="http://schemas.microsoft.com/office/drawing/2014/main" id="{0AEF9E6B-4895-4ABF-BC21-DD1374431C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488"/>
              <a:ext cx="315" cy="3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2s</a:t>
              </a:r>
            </a:p>
          </p:txBody>
        </p:sp>
        <p:sp>
          <p:nvSpPr>
            <p:cNvPr id="8220" name="Text Box 20">
              <a:extLst>
                <a:ext uri="{FF2B5EF4-FFF2-40B4-BE49-F238E27FC236}">
                  <a16:creationId xmlns:a16="http://schemas.microsoft.com/office/drawing/2014/main" id="{1DFC7408-E4E6-4740-89CD-50876F7776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2352"/>
              <a:ext cx="315" cy="3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1s</a:t>
              </a:r>
            </a:p>
          </p:txBody>
        </p:sp>
        <p:sp>
          <p:nvSpPr>
            <p:cNvPr id="8221" name="Line 21">
              <a:extLst>
                <a:ext uri="{FF2B5EF4-FFF2-40B4-BE49-F238E27FC236}">
                  <a16:creationId xmlns:a16="http://schemas.microsoft.com/office/drawing/2014/main" id="{C26FB97F-13B8-4004-9F56-0C1CCFB40D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544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2" name="Line 22">
              <a:extLst>
                <a:ext uri="{FF2B5EF4-FFF2-40B4-BE49-F238E27FC236}">
                  <a16:creationId xmlns:a16="http://schemas.microsoft.com/office/drawing/2014/main" id="{3FE1059A-EF3F-43CB-B9B2-FCF9155C76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680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3" name="Line 23">
              <a:extLst>
                <a:ext uri="{FF2B5EF4-FFF2-40B4-BE49-F238E27FC236}">
                  <a16:creationId xmlns:a16="http://schemas.microsoft.com/office/drawing/2014/main" id="{C1A7C03A-D396-48CA-84C8-ADD541019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68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4" name="Line 24">
              <a:extLst>
                <a:ext uri="{FF2B5EF4-FFF2-40B4-BE49-F238E27FC236}">
                  <a16:creationId xmlns:a16="http://schemas.microsoft.com/office/drawing/2014/main" id="{4E71272C-49F4-4CA8-9BED-951F61E283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680"/>
              <a:ext cx="67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5" name="Line 25">
              <a:extLst>
                <a:ext uri="{FF2B5EF4-FFF2-40B4-BE49-F238E27FC236}">
                  <a16:creationId xmlns:a16="http://schemas.microsoft.com/office/drawing/2014/main" id="{393F23D5-EE68-4B29-BD89-720BA2F513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248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6" name="Text Box 26">
              <a:extLst>
                <a:ext uri="{FF2B5EF4-FFF2-40B4-BE49-F238E27FC236}">
                  <a16:creationId xmlns:a16="http://schemas.microsoft.com/office/drawing/2014/main" id="{96FFEA52-F99D-4ED5-9E10-132A89B01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36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E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8227" name="Text Box 27">
              <a:extLst>
                <a:ext uri="{FF2B5EF4-FFF2-40B4-BE49-F238E27FC236}">
                  <a16:creationId xmlns:a16="http://schemas.microsoft.com/office/drawing/2014/main" id="{7745D53C-B275-4D51-9CDB-E0AEC5954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168"/>
              <a:ext cx="228" cy="3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1300" name="Text Box 28">
              <a:extLst>
                <a:ext uri="{FF2B5EF4-FFF2-40B4-BE49-F238E27FC236}">
                  <a16:creationId xmlns:a16="http://schemas.microsoft.com/office/drawing/2014/main" id="{7F490E0C-764B-428D-AD4F-2661426D0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617"/>
              <a:ext cx="1872" cy="3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70000"/>
                </a:spcBef>
                <a:buFontTx/>
                <a:buNone/>
                <a:defRPr/>
              </a:pPr>
              <a:r>
                <a:rPr kumimoji="1" lang="zh-CN" altLang="en-US" sz="2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能带重叠示意图</a:t>
              </a:r>
            </a:p>
          </p:txBody>
        </p:sp>
      </p:grpSp>
      <p:sp>
        <p:nvSpPr>
          <p:cNvPr id="28" name="Text Box 33">
            <a:extLst>
              <a:ext uri="{FF2B5EF4-FFF2-40B4-BE49-F238E27FC236}">
                <a16:creationId xmlns:a16="http://schemas.microsoft.com/office/drawing/2014/main" id="{D0EF05EA-CDC7-41D2-9DDB-13A13AEAC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098800"/>
            <a:ext cx="3906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1º  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能带的宽度记作</a:t>
            </a:r>
            <a:r>
              <a:rPr kumimoji="1" lang="zh-CN" alt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400" b="1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E </a:t>
            </a:r>
            <a:r>
              <a:rPr kumimoji="1" lang="en-US" altLang="zh-CN" sz="24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~ eV</a:t>
            </a:r>
          </a:p>
        </p:txBody>
      </p:sp>
      <p:sp>
        <p:nvSpPr>
          <p:cNvPr id="29" name="Text Box 34">
            <a:extLst>
              <a:ext uri="{FF2B5EF4-FFF2-40B4-BE49-F238E27FC236}">
                <a16:creationId xmlns:a16="http://schemas.microsoft.com/office/drawing/2014/main" id="{17E95C17-1806-4084-9A91-833F861B9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3575050"/>
            <a:ext cx="3871913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2º  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则能带中</a:t>
            </a:r>
            <a:r>
              <a:rPr kumimoji="1" lang="zh-CN" altLang="en-US" sz="24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相邻两能级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      间距约</a:t>
            </a:r>
            <a:r>
              <a:rPr kumimoji="1" lang="en-US" altLang="zh-CN" sz="24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10</a:t>
            </a:r>
            <a:r>
              <a:rPr kumimoji="1" lang="en-US" altLang="zh-CN" sz="2400" b="1" baseline="30000" dirty="0">
                <a:solidFill>
                  <a:schemeClr val="accent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kumimoji="1" lang="en-US" altLang="zh-CN" sz="2400" b="1" baseline="30000" dirty="0">
                <a:solidFill>
                  <a:schemeClr val="accent6"/>
                </a:solidFill>
                <a:latin typeface="Times New Roman" panose="02020603050405020304" pitchFamily="18" charset="0"/>
              </a:rPr>
              <a:t>22</a:t>
            </a:r>
            <a:r>
              <a:rPr kumimoji="1" lang="en-US" altLang="zh-CN" sz="24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eV</a:t>
            </a:r>
            <a:r>
              <a:rPr kumimoji="1" lang="zh-CN" altLang="en-US" sz="24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0" name="Rectangle 35">
            <a:extLst>
              <a:ext uri="{FF2B5EF4-FFF2-40B4-BE49-F238E27FC236}">
                <a16:creationId xmlns:a16="http://schemas.microsoft.com/office/drawing/2014/main" id="{D4745F32-80D3-4D85-8E97-40C52EB70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3" y="2647950"/>
            <a:ext cx="1055687" cy="466725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特点 </a:t>
            </a:r>
          </a:p>
        </p:txBody>
      </p:sp>
      <p:sp>
        <p:nvSpPr>
          <p:cNvPr id="31" name="Text Box 37">
            <a:extLst>
              <a:ext uri="{FF2B5EF4-FFF2-40B4-BE49-F238E27FC236}">
                <a16:creationId xmlns:a16="http://schemas.microsoft.com/office/drawing/2014/main" id="{DE85EE84-4AB8-4C44-9CE9-DFAB23FE5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5641975"/>
            <a:ext cx="3871913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5º 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一个电子只能处在某个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      能带中的某一能级上。</a:t>
            </a:r>
          </a:p>
        </p:txBody>
      </p:sp>
      <p:grpSp>
        <p:nvGrpSpPr>
          <p:cNvPr id="32" name="Group 41">
            <a:extLst>
              <a:ext uri="{FF2B5EF4-FFF2-40B4-BE49-F238E27FC236}">
                <a16:creationId xmlns:a16="http://schemas.microsoft.com/office/drawing/2014/main" id="{6F4621FB-79B0-4DF6-A237-DD300C6693C4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533400"/>
            <a:ext cx="3886200" cy="2060575"/>
            <a:chOff x="240" y="336"/>
            <a:chExt cx="2448" cy="1298"/>
          </a:xfrm>
        </p:grpSpPr>
        <p:pic>
          <p:nvPicPr>
            <p:cNvPr id="8204" name="Picture 4" descr="g（固）2">
              <a:extLst>
                <a:ext uri="{FF2B5EF4-FFF2-40B4-BE49-F238E27FC236}">
                  <a16:creationId xmlns:a16="http://schemas.microsoft.com/office/drawing/2014/main" id="{87A99D59-E572-47A0-9016-2C9B5F0F51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336"/>
              <a:ext cx="2448" cy="1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5" name="Text Box 38">
              <a:extLst>
                <a:ext uri="{FF2B5EF4-FFF2-40B4-BE49-F238E27FC236}">
                  <a16:creationId xmlns:a16="http://schemas.microsoft.com/office/drawing/2014/main" id="{1515418D-893A-4DCB-AE31-696784287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1" y="931"/>
              <a:ext cx="59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latin typeface="Times New Roman" panose="02020603050405020304" pitchFamily="18" charset="0"/>
                  <a:ea typeface="黑体" panose="02010609060101010101" pitchFamily="49" charset="-122"/>
                </a:rPr>
                <a:t>禁带</a:t>
              </a:r>
            </a:p>
          </p:txBody>
        </p:sp>
      </p:grpSp>
      <p:sp>
        <p:nvSpPr>
          <p:cNvPr id="35" name="AutoShape 42">
            <a:extLst>
              <a:ext uri="{FF2B5EF4-FFF2-40B4-BE49-F238E27FC236}">
                <a16:creationId xmlns:a16="http://schemas.microsoft.com/office/drawing/2014/main" id="{4068CCD5-D3C3-4FA4-9634-D823D430B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2347913" cy="609600"/>
          </a:xfrm>
          <a:prstGeom prst="wedgeEllipseCallout">
            <a:avLst>
              <a:gd name="adj1" fmla="val 47500"/>
              <a:gd name="adj2" fmla="val 101042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N</a:t>
            </a:r>
            <a:r>
              <a:rPr kumimoji="1" lang="zh-CN" altLang="en-US" sz="2400">
                <a:latin typeface="Times New Roman" panose="02020603050405020304" pitchFamily="18" charset="0"/>
              </a:rPr>
              <a:t>个新能级</a:t>
            </a:r>
          </a:p>
        </p:txBody>
      </p:sp>
      <p:sp>
        <p:nvSpPr>
          <p:cNvPr id="8203" name="Text Box 29">
            <a:extLst>
              <a:ext uri="{FF2B5EF4-FFF2-40B4-BE49-F238E27FC236}">
                <a16:creationId xmlns:a16="http://schemas.microsoft.com/office/drawing/2014/main" id="{0085A30E-DC96-4635-BA66-280D3DEE5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23025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3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2" name="Text Box 4">
            <a:extLst>
              <a:ext uri="{FF2B5EF4-FFF2-40B4-BE49-F238E27FC236}">
                <a16:creationId xmlns:a16="http://schemas.microsoft.com/office/drawing/2014/main" id="{4B323FD3-E12D-42D5-B434-F2D453F61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63" y="3929063"/>
            <a:ext cx="6962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满带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能带排满电子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不导电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45413" name="Text Box 5">
            <a:extLst>
              <a:ext uri="{FF2B5EF4-FFF2-40B4-BE49-F238E27FC236}">
                <a16:creationId xmlns:a16="http://schemas.microsoft.com/office/drawing/2014/main" id="{422133B6-17EF-46A9-A73A-0C1B52ECD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788" y="4624388"/>
            <a:ext cx="7335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价带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 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能带未排满电子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能导电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导带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                   </a:t>
            </a:r>
          </a:p>
        </p:txBody>
      </p:sp>
      <p:sp>
        <p:nvSpPr>
          <p:cNvPr id="145414" name="Text Box 6">
            <a:extLst>
              <a:ext uri="{FF2B5EF4-FFF2-40B4-BE49-F238E27FC236}">
                <a16:creationId xmlns:a16="http://schemas.microsoft.com/office/drawing/2014/main" id="{F15A3C9C-FDFA-4189-86BB-629B516C1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357813"/>
            <a:ext cx="708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空带：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能带未排电子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能导电</a:t>
            </a:r>
            <a:r>
              <a:rPr kumimoji="1" lang="en-US" altLang="zh-CN" sz="2800" b="1">
                <a:solidFill>
                  <a:srgbClr val="051395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zh-CN" altLang="en-US" sz="2800" b="1">
                <a:solidFill>
                  <a:srgbClr val="051395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导带</a:t>
            </a:r>
            <a:r>
              <a:rPr kumimoji="1" lang="en-US" altLang="zh-CN" sz="2800" b="1">
                <a:solidFill>
                  <a:srgbClr val="051395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endParaRPr kumimoji="1" lang="zh-CN" altLang="en-US" sz="2800" b="1">
              <a:solidFill>
                <a:srgbClr val="051395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45415" name="Text Box 7">
            <a:extLst>
              <a:ext uri="{FF2B5EF4-FFF2-40B4-BE49-F238E27FC236}">
                <a16:creationId xmlns:a16="http://schemas.microsoft.com/office/drawing/2014/main" id="{ECA9BF9B-8691-44A5-A337-FE5D6755F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6021388"/>
            <a:ext cx="5516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禁带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  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不能排电子</a:t>
            </a:r>
            <a:endParaRPr kumimoji="1"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45416" name="Rectangle 8">
            <a:extLst>
              <a:ext uri="{FF2B5EF4-FFF2-40B4-BE49-F238E27FC236}">
                <a16:creationId xmlns:a16="http://schemas.microsoft.com/office/drawing/2014/main" id="{D7EFC774-9CF8-4693-8BC3-506BAEDAE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46063"/>
            <a:ext cx="554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1. 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有关能带被占据情况</a:t>
            </a:r>
          </a:p>
        </p:txBody>
      </p:sp>
      <p:sp>
        <p:nvSpPr>
          <p:cNvPr id="145417" name="Text Box 9">
            <a:extLst>
              <a:ext uri="{FF2B5EF4-FFF2-40B4-BE49-F238E27FC236}">
                <a16:creationId xmlns:a16="http://schemas.microsoft.com/office/drawing/2014/main" id="{390E9FB4-81E7-47BD-B75B-C989F1B38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3643313"/>
            <a:ext cx="2879725" cy="831850"/>
          </a:xfrm>
          <a:prstGeom prst="rect">
            <a:avLst/>
          </a:prstGeom>
          <a:solidFill>
            <a:schemeClr val="bg1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电子可进入空能级形成电流</a:t>
            </a:r>
            <a:r>
              <a:rPr kumimoji="1" lang="en-US" altLang="zh-CN" sz="2400" b="1">
                <a:solidFill>
                  <a:schemeClr val="tx2"/>
                </a:solidFill>
                <a:latin typeface="宋体" panose="02010600030101010101" pitchFamily="2" charset="-122"/>
              </a:rPr>
              <a:t>——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导电</a:t>
            </a:r>
          </a:p>
        </p:txBody>
      </p:sp>
      <p:sp>
        <p:nvSpPr>
          <p:cNvPr id="20488" name="Text Box 10">
            <a:extLst>
              <a:ext uri="{FF2B5EF4-FFF2-40B4-BE49-F238E27FC236}">
                <a16:creationId xmlns:a16="http://schemas.microsoft.com/office/drawing/2014/main" id="{E0EF250F-2D18-46F3-92A2-E65FD3131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857250"/>
            <a:ext cx="788987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       </a:t>
            </a:r>
            <a:r>
              <a:rPr lang="zh-CN" altLang="en-US" sz="2800" b="1">
                <a:solidFill>
                  <a:schemeClr val="tx2"/>
                </a:solidFill>
              </a:rPr>
              <a:t>内层能级被电子填满，由它分裂成的能带也被电子占满，称为</a:t>
            </a:r>
            <a:r>
              <a:rPr lang="zh-CN" altLang="en-US" sz="2800" b="1">
                <a:solidFill>
                  <a:srgbClr val="FF0000"/>
                </a:solidFill>
              </a:rPr>
              <a:t>满带</a:t>
            </a:r>
            <a:r>
              <a:rPr lang="zh-CN" altLang="en-US" sz="2800" b="1">
                <a:solidFill>
                  <a:schemeClr val="tx2"/>
                </a:solidFill>
              </a:rPr>
              <a:t>；外层能级未被电子填满，它分裂的能级也未被填满，称为</a:t>
            </a:r>
            <a:r>
              <a:rPr lang="zh-CN" altLang="en-US" sz="2800" b="1">
                <a:solidFill>
                  <a:srgbClr val="FF0000"/>
                </a:solidFill>
              </a:rPr>
              <a:t>导带</a:t>
            </a:r>
            <a:r>
              <a:rPr lang="zh-CN" altLang="en-US" sz="1800">
                <a:solidFill>
                  <a:schemeClr val="tx2"/>
                </a:solidFill>
              </a:rPr>
              <a:t>。</a:t>
            </a:r>
          </a:p>
        </p:txBody>
      </p:sp>
      <p:sp>
        <p:nvSpPr>
          <p:cNvPr id="20489" name="Text Box 11">
            <a:extLst>
              <a:ext uri="{FF2B5EF4-FFF2-40B4-BE49-F238E27FC236}">
                <a16:creationId xmlns:a16="http://schemas.microsoft.com/office/drawing/2014/main" id="{55731202-6743-4E07-9295-146C0A11B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428875"/>
            <a:ext cx="79613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       </a:t>
            </a:r>
            <a:r>
              <a:rPr lang="zh-CN" altLang="en-US" sz="2800" b="1">
                <a:solidFill>
                  <a:schemeClr val="tx2"/>
                </a:solidFill>
              </a:rPr>
              <a:t>电子在</a:t>
            </a:r>
            <a:r>
              <a:rPr lang="zh-CN" altLang="en-US" sz="2800" b="1">
                <a:solidFill>
                  <a:srgbClr val="FF0000"/>
                </a:solidFill>
              </a:rPr>
              <a:t>满带中运动</a:t>
            </a:r>
            <a:r>
              <a:rPr lang="zh-CN" altLang="en-US" sz="2800" b="1">
                <a:solidFill>
                  <a:schemeClr val="tx2"/>
                </a:solidFill>
              </a:rPr>
              <a:t>时不会形成电流，</a:t>
            </a:r>
            <a:r>
              <a:rPr lang="zh-CN" altLang="en-US" sz="2800" b="1">
                <a:solidFill>
                  <a:srgbClr val="FF0000"/>
                </a:solidFill>
              </a:rPr>
              <a:t>导带中的电子</a:t>
            </a:r>
            <a:r>
              <a:rPr lang="zh-CN" altLang="en-US" sz="2800" b="1">
                <a:solidFill>
                  <a:schemeClr val="tx2"/>
                </a:solidFill>
              </a:rPr>
              <a:t>在跃入更高的空能级时形成电流。</a:t>
            </a: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9226" name="Text Box 12">
            <a:extLst>
              <a:ext uri="{FF2B5EF4-FFF2-40B4-BE49-F238E27FC236}">
                <a16:creationId xmlns:a16="http://schemas.microsoft.com/office/drawing/2014/main" id="{1ACFFEDD-ED65-4DA6-BAAC-D8D10D01E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35635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endParaRPr lang="en-US" altLang="zh-CN" sz="18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2" grpId="0" autoUpdateAnimBg="0"/>
      <p:bldP spid="145413" grpId="0" autoUpdateAnimBg="0"/>
      <p:bldP spid="145414" grpId="0" autoUpdateAnimBg="0"/>
      <p:bldP spid="145415" grpId="0" autoUpdateAnimBg="0"/>
      <p:bldP spid="145416" grpId="0"/>
      <p:bldP spid="145417" grpId="0" animBg="1"/>
      <p:bldP spid="20488" grpId="0"/>
      <p:bldP spid="2048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>
            <a:extLst>
              <a:ext uri="{FF2B5EF4-FFF2-40B4-BE49-F238E27FC236}">
                <a16:creationId xmlns:a16="http://schemas.microsoft.com/office/drawing/2014/main" id="{B5D6653C-D25F-44EA-A5FB-9CCE6C3B61C6}"/>
              </a:ext>
            </a:extLst>
          </p:cNvPr>
          <p:cNvSpPr/>
          <p:nvPr/>
        </p:nvSpPr>
        <p:spPr>
          <a:xfrm>
            <a:off x="611188" y="333375"/>
            <a:ext cx="7921625" cy="626427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4819BD2D-B7E8-4A15-95A9-F4E2A760F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5805488"/>
            <a:ext cx="5867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金属钠</a:t>
            </a:r>
            <a:r>
              <a:rPr kumimoji="1" lang="en-US" altLang="zh-CN" sz="2800">
                <a:solidFill>
                  <a:srgbClr val="333399"/>
                </a:solidFill>
                <a:latin typeface="Times New Roman" panose="02020603050405020304" pitchFamily="18" charset="0"/>
              </a:rPr>
              <a:t>(Na)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的各能带上电子的分布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A4E8859E-8912-461A-ADDC-CE64540420C7}"/>
              </a:ext>
            </a:extLst>
          </p:cNvPr>
          <p:cNvGrpSpPr>
            <a:grpSpLocks/>
          </p:cNvGrpSpPr>
          <p:nvPr/>
        </p:nvGrpSpPr>
        <p:grpSpPr bwMode="auto">
          <a:xfrm>
            <a:off x="1211263" y="623888"/>
            <a:ext cx="6781800" cy="4862512"/>
            <a:chOff x="336" y="432"/>
            <a:chExt cx="4272" cy="3063"/>
          </a:xfrm>
        </p:grpSpPr>
        <p:sp>
          <p:nvSpPr>
            <p:cNvPr id="10246" name="AutoShape 4">
              <a:extLst>
                <a:ext uri="{FF2B5EF4-FFF2-40B4-BE49-F238E27FC236}">
                  <a16:creationId xmlns:a16="http://schemas.microsoft.com/office/drawing/2014/main" id="{A6A1DCC1-B2F8-489A-98E1-DA564E033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872"/>
              <a:ext cx="1872" cy="432"/>
            </a:xfrm>
            <a:prstGeom prst="roundRect">
              <a:avLst>
                <a:gd name="adj" fmla="val 16667"/>
              </a:avLst>
            </a:prstGeom>
            <a:solidFill>
              <a:srgbClr val="FF99CC">
                <a:alpha val="50195"/>
              </a:srgbClr>
            </a:solidFill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0247" name="AutoShape 5">
              <a:extLst>
                <a:ext uri="{FF2B5EF4-FFF2-40B4-BE49-F238E27FC236}">
                  <a16:creationId xmlns:a16="http://schemas.microsoft.com/office/drawing/2014/main" id="{F6EC1D87-14D6-4500-9AD3-501D794C4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200"/>
              <a:ext cx="1872" cy="240"/>
            </a:xfrm>
            <a:prstGeom prst="roundRect">
              <a:avLst>
                <a:gd name="adj" fmla="val 16667"/>
              </a:avLst>
            </a:prstGeom>
            <a:solidFill>
              <a:srgbClr val="FF99CC">
                <a:alpha val="50195"/>
              </a:srgbClr>
            </a:solidFill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0248" name="AutoShape 6">
              <a:extLst>
                <a:ext uri="{FF2B5EF4-FFF2-40B4-BE49-F238E27FC236}">
                  <a16:creationId xmlns:a16="http://schemas.microsoft.com/office/drawing/2014/main" id="{F31A29F7-F0F8-47C8-AFBB-B877E67FA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688"/>
              <a:ext cx="1872" cy="240"/>
            </a:xfrm>
            <a:prstGeom prst="roundRect">
              <a:avLst>
                <a:gd name="adj" fmla="val 16667"/>
              </a:avLst>
            </a:prstGeom>
            <a:solidFill>
              <a:srgbClr val="FF99CC">
                <a:alpha val="50195"/>
              </a:srgbClr>
            </a:solidFill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0249" name="AutoShape 7">
              <a:extLst>
                <a:ext uri="{FF2B5EF4-FFF2-40B4-BE49-F238E27FC236}">
                  <a16:creationId xmlns:a16="http://schemas.microsoft.com/office/drawing/2014/main" id="{61410E1B-E644-4D21-9E6D-AB5013BED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216"/>
              <a:ext cx="1872" cy="240"/>
            </a:xfrm>
            <a:prstGeom prst="roundRect">
              <a:avLst>
                <a:gd name="adj" fmla="val 16667"/>
              </a:avLst>
            </a:prstGeom>
            <a:solidFill>
              <a:srgbClr val="FF99CC">
                <a:alpha val="50195"/>
              </a:srgbClr>
            </a:solidFill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0250" name="AutoShape 8">
              <a:extLst>
                <a:ext uri="{FF2B5EF4-FFF2-40B4-BE49-F238E27FC236}">
                  <a16:creationId xmlns:a16="http://schemas.microsoft.com/office/drawing/2014/main" id="{7746AD36-9B4F-4B4C-93B8-C03EC7559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432"/>
              <a:ext cx="1872" cy="43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CC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0251" name="Text Box 9">
              <a:extLst>
                <a:ext uri="{FF2B5EF4-FFF2-40B4-BE49-F238E27FC236}">
                  <a16:creationId xmlns:a16="http://schemas.microsoft.com/office/drawing/2014/main" id="{9EB0C65A-7D52-4BC3-8A65-975C9D86C0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168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solidFill>
                    <a:srgbClr val="333399"/>
                  </a:solidFill>
                  <a:latin typeface="Times New Roman" panose="02020603050405020304" pitchFamily="18" charset="0"/>
                </a:rPr>
                <a:t>2 </a:t>
              </a:r>
              <a:r>
                <a:rPr kumimoji="1" lang="en-US" altLang="zh-CN" sz="2800" i="1">
                  <a:solidFill>
                    <a:srgbClr val="333399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0252" name="Text Box 10">
              <a:extLst>
                <a:ext uri="{FF2B5EF4-FFF2-40B4-BE49-F238E27FC236}">
                  <a16:creationId xmlns:a16="http://schemas.microsoft.com/office/drawing/2014/main" id="{D427C44C-F2DF-43FC-A98C-E73FCD341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640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solidFill>
                    <a:srgbClr val="333399"/>
                  </a:solidFill>
                  <a:latin typeface="Times New Roman" panose="02020603050405020304" pitchFamily="18" charset="0"/>
                </a:rPr>
                <a:t>2 </a:t>
              </a:r>
              <a:r>
                <a:rPr kumimoji="1" lang="en-US" altLang="zh-CN" sz="2800" i="1">
                  <a:solidFill>
                    <a:srgbClr val="333399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0253" name="Text Box 11">
              <a:extLst>
                <a:ext uri="{FF2B5EF4-FFF2-40B4-BE49-F238E27FC236}">
                  <a16:creationId xmlns:a16="http://schemas.microsoft.com/office/drawing/2014/main" id="{F96915FD-60F2-4987-807C-35032F00E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152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333399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0254" name="Text Box 12">
              <a:extLst>
                <a:ext uri="{FF2B5EF4-FFF2-40B4-BE49-F238E27FC236}">
                  <a16:creationId xmlns:a16="http://schemas.microsoft.com/office/drawing/2014/main" id="{4A29B901-0492-4419-AD1E-C5CDBB5BEA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920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solidFill>
                    <a:srgbClr val="333399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2800" i="1">
                  <a:solidFill>
                    <a:srgbClr val="333399"/>
                  </a:solidFill>
                  <a:latin typeface="Times New Roman" panose="02020603050405020304" pitchFamily="18" charset="0"/>
                </a:rPr>
                <a:t> N</a:t>
              </a:r>
            </a:p>
          </p:txBody>
        </p:sp>
        <p:sp>
          <p:nvSpPr>
            <p:cNvPr id="10255" name="Text Box 13">
              <a:extLst>
                <a:ext uri="{FF2B5EF4-FFF2-40B4-BE49-F238E27FC236}">
                  <a16:creationId xmlns:a16="http://schemas.microsoft.com/office/drawing/2014/main" id="{EBB02C57-A5BD-4571-807C-CA33CF772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3168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solidFill>
                    <a:srgbClr val="333399"/>
                  </a:solidFill>
                  <a:latin typeface="Times New Roman" panose="02020603050405020304" pitchFamily="18" charset="0"/>
                </a:rPr>
                <a:t>1s</a:t>
              </a:r>
            </a:p>
          </p:txBody>
        </p:sp>
        <p:sp>
          <p:nvSpPr>
            <p:cNvPr id="10256" name="Text Box 14">
              <a:extLst>
                <a:ext uri="{FF2B5EF4-FFF2-40B4-BE49-F238E27FC236}">
                  <a16:creationId xmlns:a16="http://schemas.microsoft.com/office/drawing/2014/main" id="{40115FEA-CED2-4379-8DEF-1AAFC6FB1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640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solidFill>
                    <a:srgbClr val="333399"/>
                  </a:solidFill>
                  <a:latin typeface="Times New Roman" panose="02020603050405020304" pitchFamily="18" charset="0"/>
                </a:rPr>
                <a:t>2s</a:t>
              </a:r>
            </a:p>
          </p:txBody>
        </p:sp>
        <p:sp>
          <p:nvSpPr>
            <p:cNvPr id="10257" name="Text Box 15">
              <a:extLst>
                <a:ext uri="{FF2B5EF4-FFF2-40B4-BE49-F238E27FC236}">
                  <a16:creationId xmlns:a16="http://schemas.microsoft.com/office/drawing/2014/main" id="{28B4897C-99A2-4639-85E6-D42D30F098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872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solidFill>
                    <a:srgbClr val="333399"/>
                  </a:solidFill>
                  <a:latin typeface="Times New Roman" panose="02020603050405020304" pitchFamily="18" charset="0"/>
                </a:rPr>
                <a:t>2p</a:t>
              </a:r>
            </a:p>
          </p:txBody>
        </p:sp>
        <p:sp>
          <p:nvSpPr>
            <p:cNvPr id="10258" name="Text Box 16">
              <a:extLst>
                <a:ext uri="{FF2B5EF4-FFF2-40B4-BE49-F238E27FC236}">
                  <a16:creationId xmlns:a16="http://schemas.microsoft.com/office/drawing/2014/main" id="{0AAAFE76-AEB7-41D7-ADB9-A4A8CCC88C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104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solidFill>
                    <a:srgbClr val="333399"/>
                  </a:solidFill>
                  <a:latin typeface="Times New Roman" panose="02020603050405020304" pitchFamily="18" charset="0"/>
                </a:rPr>
                <a:t>3s</a:t>
              </a:r>
            </a:p>
          </p:txBody>
        </p:sp>
        <p:sp>
          <p:nvSpPr>
            <p:cNvPr id="10259" name="Text Box 17">
              <a:extLst>
                <a:ext uri="{FF2B5EF4-FFF2-40B4-BE49-F238E27FC236}">
                  <a16:creationId xmlns:a16="http://schemas.microsoft.com/office/drawing/2014/main" id="{62EF6330-4E01-4FE5-81EC-2B36B7697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480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solidFill>
                    <a:srgbClr val="333399"/>
                  </a:solidFill>
                  <a:latin typeface="Times New Roman" panose="02020603050405020304" pitchFamily="18" charset="0"/>
                </a:rPr>
                <a:t>3p</a:t>
              </a:r>
            </a:p>
          </p:txBody>
        </p:sp>
        <p:sp>
          <p:nvSpPr>
            <p:cNvPr id="10260" name="Text Box 18">
              <a:extLst>
                <a:ext uri="{FF2B5EF4-FFF2-40B4-BE49-F238E27FC236}">
                  <a16:creationId xmlns:a16="http://schemas.microsoft.com/office/drawing/2014/main" id="{A502CA21-8FFD-4A10-8053-514A06BB5A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496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满带</a:t>
              </a:r>
            </a:p>
          </p:txBody>
        </p:sp>
        <p:sp>
          <p:nvSpPr>
            <p:cNvPr id="10261" name="Text Box 19">
              <a:extLst>
                <a:ext uri="{FF2B5EF4-FFF2-40B4-BE49-F238E27FC236}">
                  <a16:creationId xmlns:a16="http://schemas.microsoft.com/office/drawing/2014/main" id="{F8E3B4B8-7BB0-44EA-978F-49E43A99F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152"/>
              <a:ext cx="14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价带</a:t>
              </a:r>
              <a:r>
                <a:rPr kumimoji="1"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导带</a:t>
              </a:r>
              <a:r>
                <a:rPr kumimoji="1"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0262" name="Text Box 20">
              <a:extLst>
                <a:ext uri="{FF2B5EF4-FFF2-40B4-BE49-F238E27FC236}">
                  <a16:creationId xmlns:a16="http://schemas.microsoft.com/office/drawing/2014/main" id="{A8F2FCF0-2F5C-4D20-A6A3-FDEA6423BB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432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空带</a:t>
              </a:r>
            </a:p>
          </p:txBody>
        </p:sp>
        <p:sp>
          <p:nvSpPr>
            <p:cNvPr id="10263" name="AutoShape 21">
              <a:extLst>
                <a:ext uri="{FF2B5EF4-FFF2-40B4-BE49-F238E27FC236}">
                  <a16:creationId xmlns:a16="http://schemas.microsoft.com/office/drawing/2014/main" id="{437A5D42-3F3A-4168-AF95-85E81034A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2016"/>
              <a:ext cx="240" cy="1344"/>
            </a:xfrm>
            <a:prstGeom prst="rightBrace">
              <a:avLst>
                <a:gd name="adj1" fmla="val 46667"/>
                <a:gd name="adj2" fmla="val 50000"/>
              </a:avLst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10245" name="Text Box 29">
            <a:extLst>
              <a:ext uri="{FF2B5EF4-FFF2-40B4-BE49-F238E27FC236}">
                <a16:creationId xmlns:a16="http://schemas.microsoft.com/office/drawing/2014/main" id="{4D4AE8B2-03F2-4F88-9AB5-5FA248AD2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9650" y="635635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5</a:t>
            </a:r>
            <a:endParaRPr lang="en-US" altLang="zh-CN" sz="18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2">
            <a:extLst>
              <a:ext uri="{FF2B5EF4-FFF2-40B4-BE49-F238E27FC236}">
                <a16:creationId xmlns:a16="http://schemas.microsoft.com/office/drawing/2014/main" id="{8F965F06-D5B8-4C52-9F14-06FBC8AE3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8" y="1109663"/>
            <a:ext cx="73453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导体、半导体、绝缘体的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导电性能不同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，是因为它们的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能带结构不同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  <a:endParaRPr kumimoji="1"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22900" name="Text Box 20">
            <a:extLst>
              <a:ext uri="{FF2B5EF4-FFF2-40B4-BE49-F238E27FC236}">
                <a16:creationId xmlns:a16="http://schemas.microsoft.com/office/drawing/2014/main" id="{BEF9FA77-0824-4D8A-890E-03F041F43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25" y="388938"/>
            <a:ext cx="7383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2. 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导体、半导体、绝缘体的能带结构</a:t>
            </a:r>
          </a:p>
        </p:txBody>
      </p:sp>
      <p:sp>
        <p:nvSpPr>
          <p:cNvPr id="122901" name="Line 21">
            <a:extLst>
              <a:ext uri="{FF2B5EF4-FFF2-40B4-BE49-F238E27FC236}">
                <a16:creationId xmlns:a16="http://schemas.microsoft.com/office/drawing/2014/main" id="{56E9730C-7D55-4FAE-9890-86AE1201B6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1550" y="2609850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02" name="Rectangle 22">
            <a:extLst>
              <a:ext uri="{FF2B5EF4-FFF2-40B4-BE49-F238E27FC236}">
                <a16:creationId xmlns:a16="http://schemas.microsoft.com/office/drawing/2014/main" id="{311CDE9B-5823-4C47-8F11-34BADB7F7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048250"/>
            <a:ext cx="2590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22903" name="Rectangle 23">
            <a:extLst>
              <a:ext uri="{FF2B5EF4-FFF2-40B4-BE49-F238E27FC236}">
                <a16:creationId xmlns:a16="http://schemas.microsoft.com/office/drawing/2014/main" id="{D58603F3-60CC-447B-BADB-658E0C2A0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714875"/>
            <a:ext cx="2590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          </a:t>
            </a:r>
          </a:p>
        </p:txBody>
      </p:sp>
      <p:graphicFrame>
        <p:nvGraphicFramePr>
          <p:cNvPr id="122904" name="Object 24">
            <a:extLst>
              <a:ext uri="{FF2B5EF4-FFF2-40B4-BE49-F238E27FC236}">
                <a16:creationId xmlns:a16="http://schemas.microsoft.com/office/drawing/2014/main" id="{4F56383A-D2BA-47A9-8665-AE658CA16D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552700"/>
          <a:ext cx="252413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Equation" r:id="rId3" imgW="241300" imgH="228600" progId="Equation.DSMT4">
                  <p:embed/>
                </p:oleObj>
              </mc:Choice>
              <mc:Fallback>
                <p:oleObj name="Equation" r:id="rId3" imgW="241300" imgH="228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552700"/>
                        <a:ext cx="252413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05" name="Rectangle 25">
            <a:extLst>
              <a:ext uri="{FF2B5EF4-FFF2-40B4-BE49-F238E27FC236}">
                <a16:creationId xmlns:a16="http://schemas.microsoft.com/office/drawing/2014/main" id="{7A248FDA-ECA2-462A-85C2-988E8B64A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563" y="513238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满带</a:t>
            </a:r>
          </a:p>
        </p:txBody>
      </p:sp>
      <p:sp>
        <p:nvSpPr>
          <p:cNvPr id="122906" name="Rectangle 26">
            <a:extLst>
              <a:ext uri="{FF2B5EF4-FFF2-40B4-BE49-F238E27FC236}">
                <a16:creationId xmlns:a16="http://schemas.microsoft.com/office/drawing/2014/main" id="{460DB4F4-8BC5-4190-A9F1-46C75D690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563" y="4737100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导带</a:t>
            </a:r>
          </a:p>
        </p:txBody>
      </p:sp>
      <p:sp>
        <p:nvSpPr>
          <p:cNvPr id="122907" name="Text Box 27">
            <a:extLst>
              <a:ext uri="{FF2B5EF4-FFF2-40B4-BE49-F238E27FC236}">
                <a16:creationId xmlns:a16="http://schemas.microsoft.com/office/drawing/2014/main" id="{AF411559-1BF7-444A-8E4D-2EB3934C5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0" y="2205038"/>
            <a:ext cx="6373813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导体：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其能带结构为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满带与空带之间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           没有禁带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          在外电场的作用下，大量电子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          很易获得能量，集体定向流动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          形成电流。</a:t>
            </a:r>
          </a:p>
        </p:txBody>
      </p:sp>
      <p:sp>
        <p:nvSpPr>
          <p:cNvPr id="122908" name="Text Box 28">
            <a:extLst>
              <a:ext uri="{FF2B5EF4-FFF2-40B4-BE49-F238E27FC236}">
                <a16:creationId xmlns:a16="http://schemas.microsoft.com/office/drawing/2014/main" id="{67731EB5-FAD8-4AB4-A9B1-9465D31E4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1425" y="4691063"/>
            <a:ext cx="4535488" cy="1401762"/>
          </a:xfrm>
          <a:prstGeom prst="rect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满带上的一个电子跃迁到空带后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满带中出现一个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空位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  <a:endParaRPr kumimoji="1" lang="zh-CN" altLang="en-US" sz="2400" b="1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22912" name="Rectangle 32">
            <a:extLst>
              <a:ext uri="{FF2B5EF4-FFF2-40B4-BE49-F238E27FC236}">
                <a16:creationId xmlns:a16="http://schemas.microsoft.com/office/drawing/2014/main" id="{5BFEC319-AF0E-43A4-960D-80B8AB92A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934075"/>
            <a:ext cx="2808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ea typeface="楷体_GB2312"/>
                <a:cs typeface="楷体_GB2312"/>
              </a:rPr>
              <a:t>导体的能带结构</a:t>
            </a:r>
          </a:p>
        </p:txBody>
      </p:sp>
      <p:sp>
        <p:nvSpPr>
          <p:cNvPr id="11277" name="Text Box 33">
            <a:extLst>
              <a:ext uri="{FF2B5EF4-FFF2-40B4-BE49-F238E27FC236}">
                <a16:creationId xmlns:a16="http://schemas.microsoft.com/office/drawing/2014/main" id="{4A656931-B3BE-475E-8A11-12F87D6C8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38175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6</a:t>
            </a:r>
            <a:endParaRPr lang="en-US" altLang="zh-CN" sz="18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2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22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2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2" grpId="0"/>
      <p:bldP spid="122900" grpId="0"/>
      <p:bldP spid="122902" grpId="0" animBg="1" autoUpdateAnimBg="0"/>
      <p:bldP spid="122903" grpId="0" animBg="1" autoUpdateAnimBg="0"/>
      <p:bldP spid="122905" grpId="0" autoUpdateAnimBg="0"/>
      <p:bldP spid="122906" grpId="0" autoUpdateAnimBg="0"/>
      <p:bldP spid="122907" grpId="0" autoUpdateAnimBg="0"/>
      <p:bldP spid="122908" grpId="0" animBg="1"/>
      <p:bldP spid="1229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Rectangle 4">
            <a:extLst>
              <a:ext uri="{FF2B5EF4-FFF2-40B4-BE49-F238E27FC236}">
                <a16:creationId xmlns:a16="http://schemas.microsoft.com/office/drawing/2014/main" id="{631C711A-CCA9-489C-AF70-E44C6E7A2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400050"/>
            <a:ext cx="77057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半导体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其能带结构为满带与空带之间是禁带。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               但是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禁带很窄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i="1" baseline="-25000">
                <a:latin typeface="Times New Roman" panose="02020603050405020304" pitchFamily="18" charset="0"/>
              </a:rPr>
              <a:t>g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约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0.1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～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 eV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38245" name="Object 5">
            <a:extLst>
              <a:ext uri="{FF2B5EF4-FFF2-40B4-BE49-F238E27FC236}">
                <a16:creationId xmlns:a16="http://schemas.microsoft.com/office/drawing/2014/main" id="{82961C82-D5AB-40A2-B602-1DB3651F97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9663" y="1863725"/>
          <a:ext cx="252412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name="Equation" r:id="rId3" imgW="241300" imgH="228600" progId="Equation.DSMT4">
                  <p:embed/>
                </p:oleObj>
              </mc:Choice>
              <mc:Fallback>
                <p:oleObj name="Equation" r:id="rId3" imgW="2413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1863725"/>
                        <a:ext cx="252412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6" name="Line 6">
            <a:extLst>
              <a:ext uri="{FF2B5EF4-FFF2-40B4-BE49-F238E27FC236}">
                <a16:creationId xmlns:a16="http://schemas.microsoft.com/office/drawing/2014/main" id="{D6234C01-C22B-4E0B-9A43-7912F5846E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6475" y="1909763"/>
            <a:ext cx="0" cy="28956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47" name="Rectangle 7">
            <a:extLst>
              <a:ext uri="{FF2B5EF4-FFF2-40B4-BE49-F238E27FC236}">
                <a16:creationId xmlns:a16="http://schemas.microsoft.com/office/drawing/2014/main" id="{747B5B72-A2F6-4ED5-A591-F1883209A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4348163"/>
            <a:ext cx="2590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38248" name="Rectangle 8">
            <a:extLst>
              <a:ext uri="{FF2B5EF4-FFF2-40B4-BE49-F238E27FC236}">
                <a16:creationId xmlns:a16="http://schemas.microsoft.com/office/drawing/2014/main" id="{23DA11D6-ABB5-42BA-B0F2-5727B5A22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3205163"/>
            <a:ext cx="2590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38249" name="Text Box 9">
            <a:extLst>
              <a:ext uri="{FF2B5EF4-FFF2-40B4-BE49-F238E27FC236}">
                <a16:creationId xmlns:a16="http://schemas.microsoft.com/office/drawing/2014/main" id="{631C1B4C-8CB6-4597-BBFE-32FE3B726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205163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楷体_GB2312"/>
                <a:cs typeface="楷体_GB2312"/>
              </a:rPr>
              <a:t>导带</a:t>
            </a:r>
          </a:p>
        </p:txBody>
      </p:sp>
      <p:sp>
        <p:nvSpPr>
          <p:cNvPr id="138250" name="Line 10">
            <a:extLst>
              <a:ext uri="{FF2B5EF4-FFF2-40B4-BE49-F238E27FC236}">
                <a16:creationId xmlns:a16="http://schemas.microsoft.com/office/drawing/2014/main" id="{772754F2-5CDA-4ABA-A2C2-E0AD3AE2C6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8875" y="3662363"/>
            <a:ext cx="0" cy="6858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8251" name="Object 11">
            <a:extLst>
              <a:ext uri="{FF2B5EF4-FFF2-40B4-BE49-F238E27FC236}">
                <a16:creationId xmlns:a16="http://schemas.microsoft.com/office/drawing/2014/main" id="{63E1C309-25AB-4541-BE4D-19F28420F8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5575" y="3840163"/>
          <a:ext cx="1193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name="Equation" r:id="rId5" imgW="1193800" imgH="368300" progId="Equation.DSMT4">
                  <p:embed/>
                </p:oleObj>
              </mc:Choice>
              <mc:Fallback>
                <p:oleObj name="Equation" r:id="rId5" imgW="1193800" imgH="368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3840163"/>
                        <a:ext cx="1193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52" name="Text Box 12">
            <a:extLst>
              <a:ext uri="{FF2B5EF4-FFF2-40B4-BE49-F238E27FC236}">
                <a16:creationId xmlns:a16="http://schemas.microsoft.com/office/drawing/2014/main" id="{F55315E7-1A2E-47D5-99A2-47FA823CB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3814763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楷体_GB2312"/>
                <a:cs typeface="楷体_GB2312"/>
              </a:rPr>
              <a:t>禁带</a:t>
            </a:r>
          </a:p>
        </p:txBody>
      </p:sp>
      <p:sp>
        <p:nvSpPr>
          <p:cNvPr id="138253" name="Text Box 13">
            <a:extLst>
              <a:ext uri="{FF2B5EF4-FFF2-40B4-BE49-F238E27FC236}">
                <a16:creationId xmlns:a16="http://schemas.microsoft.com/office/drawing/2014/main" id="{6F4C0F1A-A569-4855-BBC4-3204BD7B2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0213" y="433863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楷体_GB2312"/>
                <a:cs typeface="楷体_GB2312"/>
              </a:rPr>
              <a:t>满带</a:t>
            </a:r>
          </a:p>
        </p:txBody>
      </p:sp>
      <p:sp>
        <p:nvSpPr>
          <p:cNvPr id="138254" name="Rectangle 14">
            <a:extLst>
              <a:ext uri="{FF2B5EF4-FFF2-40B4-BE49-F238E27FC236}">
                <a16:creationId xmlns:a16="http://schemas.microsoft.com/office/drawing/2014/main" id="{1C1B511C-A05B-4104-9F6C-77A2C2C7B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084763"/>
            <a:ext cx="345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ea typeface="楷体_GB2312"/>
                <a:cs typeface="楷体_GB2312"/>
              </a:rPr>
              <a:t>半导体的能带结构</a:t>
            </a:r>
          </a:p>
        </p:txBody>
      </p:sp>
      <p:sp>
        <p:nvSpPr>
          <p:cNvPr id="138255" name="Rectangle 15">
            <a:extLst>
              <a:ext uri="{FF2B5EF4-FFF2-40B4-BE49-F238E27FC236}">
                <a16:creationId xmlns:a16="http://schemas.microsoft.com/office/drawing/2014/main" id="{05141EC0-7586-4BD9-A91E-60F45DEE1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573463"/>
            <a:ext cx="3421062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      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导带中的电子在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外场作用下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可向稍高能级转移参与导电。</a:t>
            </a:r>
          </a:p>
        </p:txBody>
      </p:sp>
      <p:sp>
        <p:nvSpPr>
          <p:cNvPr id="138256" name="Rectangle 16">
            <a:extLst>
              <a:ext uri="{FF2B5EF4-FFF2-40B4-BE49-F238E27FC236}">
                <a16:creationId xmlns:a16="http://schemas.microsoft.com/office/drawing/2014/main" id="{FC372B1B-B44F-4338-94B9-9C4BEDA5C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133600"/>
            <a:ext cx="37449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      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满带中的电子较易进入导带。</a:t>
            </a:r>
          </a:p>
        </p:txBody>
      </p:sp>
      <p:sp>
        <p:nvSpPr>
          <p:cNvPr id="138257" name="Line 17">
            <a:extLst>
              <a:ext uri="{FF2B5EF4-FFF2-40B4-BE49-F238E27FC236}">
                <a16:creationId xmlns:a16="http://schemas.microsoft.com/office/drawing/2014/main" id="{8BCF2A57-A912-4009-A401-C688E95E1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2863" y="2439988"/>
            <a:ext cx="0" cy="2590800"/>
          </a:xfrm>
          <a:prstGeom prst="line">
            <a:avLst/>
          </a:prstGeom>
          <a:noFill/>
          <a:ln w="57150">
            <a:solidFill>
              <a:srgbClr val="FF99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58" name="Text Box 18">
            <a:extLst>
              <a:ext uri="{FF2B5EF4-FFF2-40B4-BE49-F238E27FC236}">
                <a16:creationId xmlns:a16="http://schemas.microsoft.com/office/drawing/2014/main" id="{FEBD399B-9D6C-45FB-9153-CCB760367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63" y="3201988"/>
            <a:ext cx="5334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楷体_GB2312"/>
                <a:cs typeface="楷体_GB2312"/>
              </a:rPr>
              <a:t>外 场  </a:t>
            </a:r>
            <a:endParaRPr kumimoji="1" lang="zh-CN" altLang="en-US" sz="24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2305" name="Text Box 19">
            <a:extLst>
              <a:ext uri="{FF2B5EF4-FFF2-40B4-BE49-F238E27FC236}">
                <a16:creationId xmlns:a16="http://schemas.microsoft.com/office/drawing/2014/main" id="{4990DC2A-D9B3-4220-94A0-6215AC21C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7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3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13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3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138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2" dur="500"/>
                                        <p:tgtEl>
                                          <p:spTgt spid="13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 autoUpdateAnimBg="0"/>
      <p:bldP spid="138247" grpId="0" animBg="1"/>
      <p:bldP spid="138248" grpId="0" animBg="1"/>
      <p:bldP spid="138249" grpId="0" autoUpdateAnimBg="0"/>
      <p:bldP spid="138252" grpId="0" autoUpdateAnimBg="0"/>
      <p:bldP spid="138253" grpId="0" autoUpdateAnimBg="0"/>
      <p:bldP spid="138254" grpId="0"/>
      <p:bldP spid="138255" grpId="0" autoUpdateAnimBg="0"/>
      <p:bldP spid="138256" grpId="0" autoUpdateAnimBg="0"/>
      <p:bldP spid="13825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40" name="Rectangle 1060">
            <a:extLst>
              <a:ext uri="{FF2B5EF4-FFF2-40B4-BE49-F238E27FC236}">
                <a16:creationId xmlns:a16="http://schemas.microsoft.com/office/drawing/2014/main" id="{CE6B9968-77F6-45E2-9F25-E9A1B1B91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33400"/>
            <a:ext cx="828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绝缘体：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满带与空带之间也是禁带，但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禁带很宽</a:t>
            </a:r>
            <a:r>
              <a:rPr kumimoji="1" lang="zh-CN" altLang="en-US" sz="2800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23912" name="Line 1032">
            <a:extLst>
              <a:ext uri="{FF2B5EF4-FFF2-40B4-BE49-F238E27FC236}">
                <a16:creationId xmlns:a16="http://schemas.microsoft.com/office/drawing/2014/main" id="{9099503E-00A1-4FCB-886A-36835CC439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4575" y="1557338"/>
            <a:ext cx="0" cy="3200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13" name="Rectangle 1033">
            <a:extLst>
              <a:ext uri="{FF2B5EF4-FFF2-40B4-BE49-F238E27FC236}">
                <a16:creationId xmlns:a16="http://schemas.microsoft.com/office/drawing/2014/main" id="{93FED05B-E8D6-46DF-8BCD-72A108245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575" y="4300538"/>
            <a:ext cx="2590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3914" name="Rectangle 1034">
            <a:extLst>
              <a:ext uri="{FF2B5EF4-FFF2-40B4-BE49-F238E27FC236}">
                <a16:creationId xmlns:a16="http://schemas.microsoft.com/office/drawing/2014/main" id="{F1CDDA5A-60FC-4A4C-9409-0D0BAFC86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575" y="1862138"/>
            <a:ext cx="2590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23915" name="Object 1035">
            <a:extLst>
              <a:ext uri="{FF2B5EF4-FFF2-40B4-BE49-F238E27FC236}">
                <a16:creationId xmlns:a16="http://schemas.microsoft.com/office/drawing/2014/main" id="{E6276E89-C61A-4A52-89A8-C681085C9B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1484313"/>
          <a:ext cx="252412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Equation" r:id="rId3" imgW="241300" imgH="228600" progId="Equation.DSMT4">
                  <p:embed/>
                </p:oleObj>
              </mc:Choice>
              <mc:Fallback>
                <p:oleObj name="Equation" r:id="rId3" imgW="241300" imgH="228600" progId="Equation.DSMT4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484313"/>
                        <a:ext cx="252412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22" name="Rectangle 1042">
            <a:extLst>
              <a:ext uri="{FF2B5EF4-FFF2-40B4-BE49-F238E27FC236}">
                <a16:creationId xmlns:a16="http://schemas.microsoft.com/office/drawing/2014/main" id="{2FEC21D5-2D15-4E8F-9038-103B37290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575" y="430053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楷体_GB2312"/>
                <a:cs typeface="楷体_GB2312"/>
              </a:rPr>
              <a:t>满带</a:t>
            </a:r>
          </a:p>
        </p:txBody>
      </p:sp>
      <p:sp>
        <p:nvSpPr>
          <p:cNvPr id="123923" name="Rectangle 1043">
            <a:extLst>
              <a:ext uri="{FF2B5EF4-FFF2-40B4-BE49-F238E27FC236}">
                <a16:creationId xmlns:a16="http://schemas.microsoft.com/office/drawing/2014/main" id="{EB439D7E-BDCF-49E4-8DD4-67DFE9A59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575" y="186213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楷体_GB2312"/>
                <a:cs typeface="楷体_GB2312"/>
              </a:rPr>
              <a:t>导带</a:t>
            </a:r>
          </a:p>
        </p:txBody>
      </p:sp>
      <p:sp>
        <p:nvSpPr>
          <p:cNvPr id="123926" name="Text Box 1046">
            <a:extLst>
              <a:ext uri="{FF2B5EF4-FFF2-40B4-BE49-F238E27FC236}">
                <a16:creationId xmlns:a16="http://schemas.microsoft.com/office/drawing/2014/main" id="{60BC31DB-D38F-441B-A886-4A197701A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141913"/>
            <a:ext cx="3743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绝缘体的能带结构</a:t>
            </a:r>
          </a:p>
        </p:txBody>
      </p:sp>
      <p:sp>
        <p:nvSpPr>
          <p:cNvPr id="123930" name="Line 1050">
            <a:extLst>
              <a:ext uri="{FF2B5EF4-FFF2-40B4-BE49-F238E27FC236}">
                <a16:creationId xmlns:a16="http://schemas.microsoft.com/office/drawing/2014/main" id="{5F84D052-8F62-4349-8D34-D2B5CE32D2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9375" y="2319338"/>
            <a:ext cx="0" cy="1981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3931" name="Object 1051">
            <a:extLst>
              <a:ext uri="{FF2B5EF4-FFF2-40B4-BE49-F238E27FC236}">
                <a16:creationId xmlns:a16="http://schemas.microsoft.com/office/drawing/2014/main" id="{8C657C8C-9324-4A22-940E-088156DC99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5925" y="2649538"/>
          <a:ext cx="1333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Equation" r:id="rId5" imgW="1333500" imgH="368300" progId="Equation.DSMT4">
                  <p:embed/>
                </p:oleObj>
              </mc:Choice>
              <mc:Fallback>
                <p:oleObj name="Equation" r:id="rId5" imgW="1333500" imgH="368300" progId="Equation.DSMT4">
                  <p:embed/>
                  <p:pic>
                    <p:nvPicPr>
                      <p:cNvPr id="0" name="Object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925" y="2649538"/>
                        <a:ext cx="1333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32" name="Rectangle 1052">
            <a:extLst>
              <a:ext uri="{FF2B5EF4-FFF2-40B4-BE49-F238E27FC236}">
                <a16:creationId xmlns:a16="http://schemas.microsoft.com/office/drawing/2014/main" id="{B6574F34-2B79-4DB3-96C0-0A8CFC511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575" y="3309938"/>
            <a:ext cx="1252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楷体_GB2312"/>
                <a:cs typeface="楷体_GB2312"/>
              </a:rPr>
              <a:t>禁带</a:t>
            </a:r>
          </a:p>
        </p:txBody>
      </p:sp>
      <p:sp>
        <p:nvSpPr>
          <p:cNvPr id="123949" name="Rectangle 1069">
            <a:extLst>
              <a:ext uri="{FF2B5EF4-FFF2-40B4-BE49-F238E27FC236}">
                <a16:creationId xmlns:a16="http://schemas.microsoft.com/office/drawing/2014/main" id="{9962B68F-794F-4982-B2F8-D8779E616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2428875"/>
            <a:ext cx="4359275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      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满带中的电子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很难进入导带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禁带难越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，所以形不成电流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导电性很差。</a:t>
            </a:r>
          </a:p>
        </p:txBody>
      </p:sp>
      <p:sp>
        <p:nvSpPr>
          <p:cNvPr id="13326" name="Text Box 1070">
            <a:extLst>
              <a:ext uri="{FF2B5EF4-FFF2-40B4-BE49-F238E27FC236}">
                <a16:creationId xmlns:a16="http://schemas.microsoft.com/office/drawing/2014/main" id="{0F34B352-4335-429A-AD82-A18584DE3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8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23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2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2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12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12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40" grpId="0" autoUpdateAnimBg="0"/>
      <p:bldP spid="123913" grpId="0" animBg="1"/>
      <p:bldP spid="123914" grpId="0" animBg="1"/>
      <p:bldP spid="123922" grpId="0" autoUpdateAnimBg="0"/>
      <p:bldP spid="123923" grpId="0" autoUpdateAnimBg="0"/>
      <p:bldP spid="123926" grpId="0" autoUpdateAnimBg="0"/>
      <p:bldP spid="123932" grpId="0" autoUpdateAnimBg="0"/>
      <p:bldP spid="12394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>
            <a:extLst>
              <a:ext uri="{FF2B5EF4-FFF2-40B4-BE49-F238E27FC236}">
                <a16:creationId xmlns:a16="http://schemas.microsoft.com/office/drawing/2014/main" id="{333977A5-AC63-4767-87A5-395AEB9B2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844675"/>
            <a:ext cx="1871662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1507" name="Rectangle 5">
            <a:extLst>
              <a:ext uri="{FF2B5EF4-FFF2-40B4-BE49-F238E27FC236}">
                <a16:creationId xmlns:a16="http://schemas.microsoft.com/office/drawing/2014/main" id="{5F3A89C1-369D-485C-B0D8-78FB8D203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125538"/>
            <a:ext cx="1871662" cy="431800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" name="组合 62">
            <a:extLst>
              <a:ext uri="{FF2B5EF4-FFF2-40B4-BE49-F238E27FC236}">
                <a16:creationId xmlns:a16="http://schemas.microsoft.com/office/drawing/2014/main" id="{AC0B9D92-840C-4972-B41F-4F29B9CE0E46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260350"/>
            <a:ext cx="504825" cy="2016125"/>
            <a:chOff x="611188" y="260648"/>
            <a:chExt cx="504825" cy="2015827"/>
          </a:xfrm>
        </p:grpSpPr>
        <p:grpSp>
          <p:nvGrpSpPr>
            <p:cNvPr id="17475" name="Group 14">
              <a:extLst>
                <a:ext uri="{FF2B5EF4-FFF2-40B4-BE49-F238E27FC236}">
                  <a16:creationId xmlns:a16="http://schemas.microsoft.com/office/drawing/2014/main" id="{0DBB8A60-B032-4AC9-BEB1-F9CF9EC18C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188" y="333375"/>
              <a:ext cx="504825" cy="1943100"/>
              <a:chOff x="385" y="210"/>
              <a:chExt cx="318" cy="1224"/>
            </a:xfrm>
          </p:grpSpPr>
          <p:sp>
            <p:nvSpPr>
              <p:cNvPr id="17477" name="Line 11">
                <a:extLst>
                  <a:ext uri="{FF2B5EF4-FFF2-40B4-BE49-F238E27FC236}">
                    <a16:creationId xmlns:a16="http://schemas.microsoft.com/office/drawing/2014/main" id="{24A2E4B0-B2E3-481A-AED0-4C55E4DD8B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3" y="210"/>
                <a:ext cx="0" cy="122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78" name="Text Box 12">
                <a:extLst>
                  <a:ext uri="{FF2B5EF4-FFF2-40B4-BE49-F238E27FC236}">
                    <a16:creationId xmlns:a16="http://schemas.microsoft.com/office/drawing/2014/main" id="{FDAC5117-16D3-4283-BD54-F78D9C94ED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" y="296"/>
                <a:ext cx="27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zh-CN" sz="1800" b="1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7476" name="Rectangle 13">
              <a:extLst>
                <a:ext uri="{FF2B5EF4-FFF2-40B4-BE49-F238E27FC236}">
                  <a16:creationId xmlns:a16="http://schemas.microsoft.com/office/drawing/2014/main" id="{1BF3091D-1F11-40DB-8194-BC930BCE6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246" y="260648"/>
              <a:ext cx="3603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/>
                <a:t>E</a:t>
              </a:r>
            </a:p>
          </p:txBody>
        </p:sp>
      </p:grpSp>
      <p:sp>
        <p:nvSpPr>
          <p:cNvPr id="21514" name="Text Box 15">
            <a:extLst>
              <a:ext uri="{FF2B5EF4-FFF2-40B4-BE49-F238E27FC236}">
                <a16:creationId xmlns:a16="http://schemas.microsoft.com/office/drawing/2014/main" id="{64B2A8B5-80FF-4B39-A65C-D03054192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1909763"/>
            <a:ext cx="720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/>
              <a:t>满带</a:t>
            </a:r>
          </a:p>
        </p:txBody>
      </p:sp>
      <p:sp>
        <p:nvSpPr>
          <p:cNvPr id="21515" name="Text Box 16">
            <a:extLst>
              <a:ext uri="{FF2B5EF4-FFF2-40B4-BE49-F238E27FC236}">
                <a16:creationId xmlns:a16="http://schemas.microsoft.com/office/drawing/2014/main" id="{D260FB7A-10FC-4666-A8DB-DCA622832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1158875"/>
            <a:ext cx="720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/>
              <a:t>导带</a:t>
            </a:r>
          </a:p>
        </p:txBody>
      </p:sp>
      <p:grpSp>
        <p:nvGrpSpPr>
          <p:cNvPr id="6" name="组合 64">
            <a:extLst>
              <a:ext uri="{FF2B5EF4-FFF2-40B4-BE49-F238E27FC236}">
                <a16:creationId xmlns:a16="http://schemas.microsoft.com/office/drawing/2014/main" id="{B780B8A3-66D5-424E-9A0C-4592A84F6DF7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1844675"/>
            <a:ext cx="1871663" cy="431800"/>
            <a:chOff x="3924300" y="1844675"/>
            <a:chExt cx="1871663" cy="431800"/>
          </a:xfrm>
        </p:grpSpPr>
        <p:sp>
          <p:nvSpPr>
            <p:cNvPr id="17473" name="Rectangle 6">
              <a:extLst>
                <a:ext uri="{FF2B5EF4-FFF2-40B4-BE49-F238E27FC236}">
                  <a16:creationId xmlns:a16="http://schemas.microsoft.com/office/drawing/2014/main" id="{8C8BF771-7EBC-4063-9800-B566FD3AD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300" y="1844675"/>
              <a:ext cx="1871663" cy="43180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74" name="Text Box 17">
              <a:extLst>
                <a:ext uri="{FF2B5EF4-FFF2-40B4-BE49-F238E27FC236}">
                  <a16:creationId xmlns:a16="http://schemas.microsoft.com/office/drawing/2014/main" id="{A15506E6-C214-4D94-94F0-39C1DA06C3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563" y="1878013"/>
              <a:ext cx="720725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800" b="1"/>
                <a:t>满带</a:t>
              </a:r>
            </a:p>
          </p:txBody>
        </p:sp>
      </p:grpSp>
      <p:grpSp>
        <p:nvGrpSpPr>
          <p:cNvPr id="7" name="组合 63">
            <a:extLst>
              <a:ext uri="{FF2B5EF4-FFF2-40B4-BE49-F238E27FC236}">
                <a16:creationId xmlns:a16="http://schemas.microsoft.com/office/drawing/2014/main" id="{967949D1-E639-4F5B-B0D2-F089535C7A20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404813"/>
            <a:ext cx="1871663" cy="431800"/>
            <a:chOff x="3924300" y="404813"/>
            <a:chExt cx="1871663" cy="431800"/>
          </a:xfrm>
        </p:grpSpPr>
        <p:sp>
          <p:nvSpPr>
            <p:cNvPr id="17471" name="Rectangle 8">
              <a:extLst>
                <a:ext uri="{FF2B5EF4-FFF2-40B4-BE49-F238E27FC236}">
                  <a16:creationId xmlns:a16="http://schemas.microsoft.com/office/drawing/2014/main" id="{A1673662-3EF7-451A-AD4F-1797A1BD9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300" y="404813"/>
              <a:ext cx="1871663" cy="43180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72" name="Text Box 18">
              <a:extLst>
                <a:ext uri="{FF2B5EF4-FFF2-40B4-BE49-F238E27FC236}">
                  <a16:creationId xmlns:a16="http://schemas.microsoft.com/office/drawing/2014/main" id="{7502DEF0-A1A5-47C0-8B96-BACDD9402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563" y="414338"/>
              <a:ext cx="720725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800" b="1"/>
                <a:t>导带</a:t>
              </a:r>
            </a:p>
          </p:txBody>
        </p:sp>
      </p:grpSp>
      <p:grpSp>
        <p:nvGrpSpPr>
          <p:cNvPr id="8" name="组合 67">
            <a:extLst>
              <a:ext uri="{FF2B5EF4-FFF2-40B4-BE49-F238E27FC236}">
                <a16:creationId xmlns:a16="http://schemas.microsoft.com/office/drawing/2014/main" id="{20B7492C-2DDA-4167-A4F9-BC455FD106D5}"/>
              </a:ext>
            </a:extLst>
          </p:cNvPr>
          <p:cNvGrpSpPr>
            <a:grpSpLocks/>
          </p:cNvGrpSpPr>
          <p:nvPr/>
        </p:nvGrpSpPr>
        <p:grpSpPr bwMode="auto">
          <a:xfrm>
            <a:off x="3419475" y="250825"/>
            <a:ext cx="504825" cy="2025650"/>
            <a:chOff x="3419475" y="251356"/>
            <a:chExt cx="504825" cy="2025119"/>
          </a:xfrm>
        </p:grpSpPr>
        <p:grpSp>
          <p:nvGrpSpPr>
            <p:cNvPr id="17467" name="Group 21">
              <a:extLst>
                <a:ext uri="{FF2B5EF4-FFF2-40B4-BE49-F238E27FC236}">
                  <a16:creationId xmlns:a16="http://schemas.microsoft.com/office/drawing/2014/main" id="{5A4141DD-E59B-4682-968F-801F636D8A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9475" y="333375"/>
              <a:ext cx="504825" cy="1943100"/>
              <a:chOff x="385" y="210"/>
              <a:chExt cx="318" cy="1224"/>
            </a:xfrm>
          </p:grpSpPr>
          <p:sp>
            <p:nvSpPr>
              <p:cNvPr id="17469" name="Line 22">
                <a:extLst>
                  <a:ext uri="{FF2B5EF4-FFF2-40B4-BE49-F238E27FC236}">
                    <a16:creationId xmlns:a16="http://schemas.microsoft.com/office/drawing/2014/main" id="{4C7FF330-2615-40B7-B46D-ECEA5FB155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3" y="210"/>
                <a:ext cx="0" cy="122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70" name="Text Box 23">
                <a:extLst>
                  <a:ext uri="{FF2B5EF4-FFF2-40B4-BE49-F238E27FC236}">
                    <a16:creationId xmlns:a16="http://schemas.microsoft.com/office/drawing/2014/main" id="{4B738100-E660-43BF-AF4F-A49186CBCA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" y="300"/>
                <a:ext cx="27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zh-CN" sz="1800" b="1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7468" name="Rectangle 27">
              <a:extLst>
                <a:ext uri="{FF2B5EF4-FFF2-40B4-BE49-F238E27FC236}">
                  <a16:creationId xmlns:a16="http://schemas.microsoft.com/office/drawing/2014/main" id="{525D55CB-9365-4F56-92C6-D1CCC64DF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3565" y="251356"/>
              <a:ext cx="3603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/>
                <a:t>E</a:t>
              </a:r>
            </a:p>
          </p:txBody>
        </p:sp>
      </p:grpSp>
      <p:sp>
        <p:nvSpPr>
          <p:cNvPr id="21524" name="Line 29">
            <a:extLst>
              <a:ext uri="{FF2B5EF4-FFF2-40B4-BE49-F238E27FC236}">
                <a16:creationId xmlns:a16="http://schemas.microsoft.com/office/drawing/2014/main" id="{80953779-01F0-42DF-A6B9-80B88D081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557338"/>
            <a:ext cx="0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5" name="Line 30">
            <a:extLst>
              <a:ext uri="{FF2B5EF4-FFF2-40B4-BE49-F238E27FC236}">
                <a16:creationId xmlns:a16="http://schemas.microsoft.com/office/drawing/2014/main" id="{217580B9-5D2B-4C37-AB33-BA86AF4385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765175"/>
            <a:ext cx="0" cy="10795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组合 57">
            <a:extLst>
              <a:ext uri="{FF2B5EF4-FFF2-40B4-BE49-F238E27FC236}">
                <a16:creationId xmlns:a16="http://schemas.microsoft.com/office/drawing/2014/main" id="{9ED9064B-4EB6-4E4A-BD5A-0AA7E7457274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1868488"/>
            <a:ext cx="828675" cy="109537"/>
            <a:chOff x="1258888" y="1868488"/>
            <a:chExt cx="828675" cy="109537"/>
          </a:xfrm>
        </p:grpSpPr>
        <p:sp>
          <p:nvSpPr>
            <p:cNvPr id="17463" name="Oval 31">
              <a:extLst>
                <a:ext uri="{FF2B5EF4-FFF2-40B4-BE49-F238E27FC236}">
                  <a16:creationId xmlns:a16="http://schemas.microsoft.com/office/drawing/2014/main" id="{5161162B-22BE-4B40-A266-1EE1B645E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888" y="1870075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64" name="Oval 32">
              <a:extLst>
                <a:ext uri="{FF2B5EF4-FFF2-40B4-BE49-F238E27FC236}">
                  <a16:creationId xmlns:a16="http://schemas.microsoft.com/office/drawing/2014/main" id="{335B5BC9-4EF8-4FE1-8BEA-ADCD0072A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075" y="1870075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65" name="Oval 33">
              <a:extLst>
                <a:ext uri="{FF2B5EF4-FFF2-40B4-BE49-F238E27FC236}">
                  <a16:creationId xmlns:a16="http://schemas.microsoft.com/office/drawing/2014/main" id="{C7ABEF26-F6C6-45F2-B7C7-58F4B2CB3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3" y="1868488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66" name="Oval 34">
              <a:extLst>
                <a:ext uri="{FF2B5EF4-FFF2-40B4-BE49-F238E27FC236}">
                  <a16:creationId xmlns:a16="http://schemas.microsoft.com/office/drawing/2014/main" id="{75401913-6110-4DD0-9F5D-ECAE6BB7E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9613" y="1868488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1" name="组合 58">
            <a:extLst>
              <a:ext uri="{FF2B5EF4-FFF2-40B4-BE49-F238E27FC236}">
                <a16:creationId xmlns:a16="http://schemas.microsoft.com/office/drawing/2014/main" id="{D5ED1158-C7DA-40DA-840A-1D0B54D8A723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1870075"/>
            <a:ext cx="323850" cy="107950"/>
            <a:chOff x="2411413" y="1870075"/>
            <a:chExt cx="323850" cy="107950"/>
          </a:xfrm>
        </p:grpSpPr>
        <p:sp>
          <p:nvSpPr>
            <p:cNvPr id="17461" name="Oval 35">
              <a:extLst>
                <a:ext uri="{FF2B5EF4-FFF2-40B4-BE49-F238E27FC236}">
                  <a16:creationId xmlns:a16="http://schemas.microsoft.com/office/drawing/2014/main" id="{937D54EC-84AC-46A3-AA03-640F301BC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413" y="1870075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62" name="Oval 36">
              <a:extLst>
                <a:ext uri="{FF2B5EF4-FFF2-40B4-BE49-F238E27FC236}">
                  <a16:creationId xmlns:a16="http://schemas.microsoft.com/office/drawing/2014/main" id="{4A1F5CAF-3C19-4A41-81A0-FD99C57E4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7313" y="1870075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21532" name="Line 37">
            <a:extLst>
              <a:ext uri="{FF2B5EF4-FFF2-40B4-BE49-F238E27FC236}">
                <a16:creationId xmlns:a16="http://schemas.microsoft.com/office/drawing/2014/main" id="{51335F54-C576-496A-A784-14307DA034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188913"/>
            <a:ext cx="0" cy="285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" name="组合 65">
            <a:extLst>
              <a:ext uri="{FF2B5EF4-FFF2-40B4-BE49-F238E27FC236}">
                <a16:creationId xmlns:a16="http://schemas.microsoft.com/office/drawing/2014/main" id="{644D3D90-1F43-4AE4-A9B1-273A08DE5E62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1868488"/>
            <a:ext cx="1476375" cy="109537"/>
            <a:chOff x="4140200" y="1868488"/>
            <a:chExt cx="1476375" cy="109537"/>
          </a:xfrm>
        </p:grpSpPr>
        <p:sp>
          <p:nvSpPr>
            <p:cNvPr id="17455" name="Oval 38">
              <a:extLst>
                <a:ext uri="{FF2B5EF4-FFF2-40B4-BE49-F238E27FC236}">
                  <a16:creationId xmlns:a16="http://schemas.microsoft.com/office/drawing/2014/main" id="{E8CF4B6A-58BD-4707-82BF-58B0357A2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200" y="1870075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56" name="Oval 39">
              <a:extLst>
                <a:ext uri="{FF2B5EF4-FFF2-40B4-BE49-F238E27FC236}">
                  <a16:creationId xmlns:a16="http://schemas.microsoft.com/office/drawing/2014/main" id="{5C9EF614-DA90-4971-B9E7-2D7446F98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388" y="1870075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57" name="Oval 40">
              <a:extLst>
                <a:ext uri="{FF2B5EF4-FFF2-40B4-BE49-F238E27FC236}">
                  <a16:creationId xmlns:a16="http://schemas.microsoft.com/office/drawing/2014/main" id="{849FDFFC-2613-4939-8707-D91172CE9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5025" y="1868488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58" name="Oval 41">
              <a:extLst>
                <a:ext uri="{FF2B5EF4-FFF2-40B4-BE49-F238E27FC236}">
                  <a16:creationId xmlns:a16="http://schemas.microsoft.com/office/drawing/2014/main" id="{87B651AE-730F-4FEC-AA9A-20A2FF154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925" y="1868488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59" name="Oval 42">
              <a:extLst>
                <a:ext uri="{FF2B5EF4-FFF2-40B4-BE49-F238E27FC236}">
                  <a16:creationId xmlns:a16="http://schemas.microsoft.com/office/drawing/2014/main" id="{809BFF21-E251-4923-A70B-1625D4CA3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725" y="1870075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60" name="Oval 43">
              <a:extLst>
                <a:ext uri="{FF2B5EF4-FFF2-40B4-BE49-F238E27FC236}">
                  <a16:creationId xmlns:a16="http://schemas.microsoft.com/office/drawing/2014/main" id="{3F168E53-BE76-4CD0-B383-977271E66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25" y="1870075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3" name="组合 69">
            <a:extLst>
              <a:ext uri="{FF2B5EF4-FFF2-40B4-BE49-F238E27FC236}">
                <a16:creationId xmlns:a16="http://schemas.microsoft.com/office/drawing/2014/main" id="{5672B98E-3F22-433A-8136-69938F621AB6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260350"/>
            <a:ext cx="2376487" cy="2016125"/>
            <a:chOff x="6227763" y="260648"/>
            <a:chExt cx="2376487" cy="2015827"/>
          </a:xfrm>
        </p:grpSpPr>
        <p:sp>
          <p:nvSpPr>
            <p:cNvPr id="17434" name="Rectangle 28">
              <a:extLst>
                <a:ext uri="{FF2B5EF4-FFF2-40B4-BE49-F238E27FC236}">
                  <a16:creationId xmlns:a16="http://schemas.microsoft.com/office/drawing/2014/main" id="{201A4A6D-B9E1-4993-91AE-4B0F751FF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1878" y="260648"/>
              <a:ext cx="36036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/>
                <a:t>E</a:t>
              </a:r>
            </a:p>
          </p:txBody>
        </p:sp>
        <p:grpSp>
          <p:nvGrpSpPr>
            <p:cNvPr id="17435" name="组合 68">
              <a:extLst>
                <a:ext uri="{FF2B5EF4-FFF2-40B4-BE49-F238E27FC236}">
                  <a16:creationId xmlns:a16="http://schemas.microsoft.com/office/drawing/2014/main" id="{2502F9E1-2C20-485E-9C03-C7274D04A2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27763" y="333375"/>
              <a:ext cx="2376487" cy="1943100"/>
              <a:chOff x="6227763" y="333375"/>
              <a:chExt cx="2376487" cy="1943100"/>
            </a:xfrm>
          </p:grpSpPr>
          <p:sp>
            <p:nvSpPr>
              <p:cNvPr id="17436" name="Rectangle 9">
                <a:extLst>
                  <a:ext uri="{FF2B5EF4-FFF2-40B4-BE49-F238E27FC236}">
                    <a16:creationId xmlns:a16="http://schemas.microsoft.com/office/drawing/2014/main" id="{F4CE9D48-8041-4B02-9093-F836ECBAC2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32588" y="1844675"/>
                <a:ext cx="1871662" cy="431800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37" name="Rectangle 10">
                <a:extLst>
                  <a:ext uri="{FF2B5EF4-FFF2-40B4-BE49-F238E27FC236}">
                    <a16:creationId xmlns:a16="http://schemas.microsoft.com/office/drawing/2014/main" id="{08DF1D96-ADA4-4B11-9467-FF9DFF428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32588" y="1412875"/>
                <a:ext cx="1871662" cy="431800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38" name="Text Box 19">
                <a:extLst>
                  <a:ext uri="{FF2B5EF4-FFF2-40B4-BE49-F238E27FC236}">
                    <a16:creationId xmlns:a16="http://schemas.microsoft.com/office/drawing/2014/main" id="{B79F2A65-DA16-425D-AAD6-4F200E5B28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08850" y="1849438"/>
                <a:ext cx="720725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1800" b="1"/>
                  <a:t>满带</a:t>
                </a:r>
              </a:p>
            </p:txBody>
          </p:sp>
          <p:sp>
            <p:nvSpPr>
              <p:cNvPr id="17439" name="Text Box 20">
                <a:extLst>
                  <a:ext uri="{FF2B5EF4-FFF2-40B4-BE49-F238E27FC236}">
                    <a16:creationId xmlns:a16="http://schemas.microsoft.com/office/drawing/2014/main" id="{8B052D8E-EC46-4146-8E43-E423166042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08850" y="1412875"/>
                <a:ext cx="720725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1800" b="1"/>
                  <a:t>导带</a:t>
                </a:r>
              </a:p>
            </p:txBody>
          </p:sp>
          <p:grpSp>
            <p:nvGrpSpPr>
              <p:cNvPr id="17440" name="Group 24">
                <a:extLst>
                  <a:ext uri="{FF2B5EF4-FFF2-40B4-BE49-F238E27FC236}">
                    <a16:creationId xmlns:a16="http://schemas.microsoft.com/office/drawing/2014/main" id="{96616908-1AB5-42EE-BB67-D9F83BBAB3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27763" y="333375"/>
                <a:ext cx="504825" cy="1943100"/>
                <a:chOff x="385" y="210"/>
                <a:chExt cx="318" cy="1224"/>
              </a:xfrm>
            </p:grpSpPr>
            <p:sp>
              <p:nvSpPr>
                <p:cNvPr id="17453" name="Line 25">
                  <a:extLst>
                    <a:ext uri="{FF2B5EF4-FFF2-40B4-BE49-F238E27FC236}">
                      <a16:creationId xmlns:a16="http://schemas.microsoft.com/office/drawing/2014/main" id="{F2C7A40F-DD9A-4970-80AC-AFD20E0D59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3" y="210"/>
                  <a:ext cx="0" cy="1224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54" name="Text Box 26">
                  <a:extLst>
                    <a:ext uri="{FF2B5EF4-FFF2-40B4-BE49-F238E27FC236}">
                      <a16:creationId xmlns:a16="http://schemas.microsoft.com/office/drawing/2014/main" id="{4E16D8E3-0E08-437D-BE81-C3FF2FF0E7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5" y="432"/>
                  <a:ext cx="27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zh-CN" altLang="zh-CN" sz="1800" b="1" i="1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7441" name="Oval 44">
                <a:extLst>
                  <a:ext uri="{FF2B5EF4-FFF2-40B4-BE49-F238E27FC236}">
                    <a16:creationId xmlns:a16="http://schemas.microsoft.com/office/drawing/2014/main" id="{C91C55A0-BA24-445E-87AF-10653A0B1D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8488" y="1844675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42" name="Oval 45">
                <a:extLst>
                  <a:ext uri="{FF2B5EF4-FFF2-40B4-BE49-F238E27FC236}">
                    <a16:creationId xmlns:a16="http://schemas.microsoft.com/office/drawing/2014/main" id="{6A8E4D1D-716D-4486-888C-3C883282F6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8675" y="1844675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43" name="Oval 46">
                <a:extLst>
                  <a:ext uri="{FF2B5EF4-FFF2-40B4-BE49-F238E27FC236}">
                    <a16:creationId xmlns:a16="http://schemas.microsoft.com/office/drawing/2014/main" id="{BEEF4BF6-B44D-41B5-A5E0-144245EC3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3313" y="1843088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44" name="Oval 47">
                <a:extLst>
                  <a:ext uri="{FF2B5EF4-FFF2-40B4-BE49-F238E27FC236}">
                    <a16:creationId xmlns:a16="http://schemas.microsoft.com/office/drawing/2014/main" id="{10591464-A429-45D4-A261-19DE891ED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69213" y="1843088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45" name="Oval 48">
                <a:extLst>
                  <a:ext uri="{FF2B5EF4-FFF2-40B4-BE49-F238E27FC236}">
                    <a16:creationId xmlns:a16="http://schemas.microsoft.com/office/drawing/2014/main" id="{045AE39D-C1CA-4765-8DC5-904467033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01013" y="1844675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46" name="Oval 49">
                <a:extLst>
                  <a:ext uri="{FF2B5EF4-FFF2-40B4-BE49-F238E27FC236}">
                    <a16:creationId xmlns:a16="http://schemas.microsoft.com/office/drawing/2014/main" id="{276C6693-05F2-439C-AB7F-297E07FE2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16913" y="1844675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47" name="Oval 50">
                <a:extLst>
                  <a:ext uri="{FF2B5EF4-FFF2-40B4-BE49-F238E27FC236}">
                    <a16:creationId xmlns:a16="http://schemas.microsoft.com/office/drawing/2014/main" id="{E57AF32B-DCA4-4A75-93C1-AA5141E94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8488" y="1700213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48" name="Oval 51">
                <a:extLst>
                  <a:ext uri="{FF2B5EF4-FFF2-40B4-BE49-F238E27FC236}">
                    <a16:creationId xmlns:a16="http://schemas.microsoft.com/office/drawing/2014/main" id="{DFD95057-5BD2-4E0E-9A8F-7F8AB5A4D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8675" y="1700213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49" name="Oval 52">
                <a:extLst>
                  <a:ext uri="{FF2B5EF4-FFF2-40B4-BE49-F238E27FC236}">
                    <a16:creationId xmlns:a16="http://schemas.microsoft.com/office/drawing/2014/main" id="{A70F7201-4F67-4DFA-81DD-3933FD4A1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3313" y="1698625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50" name="Oval 53">
                <a:extLst>
                  <a:ext uri="{FF2B5EF4-FFF2-40B4-BE49-F238E27FC236}">
                    <a16:creationId xmlns:a16="http://schemas.microsoft.com/office/drawing/2014/main" id="{9C629C1F-0B53-4944-A7B0-FD52D6D0B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69213" y="1698625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51" name="Oval 54">
                <a:extLst>
                  <a:ext uri="{FF2B5EF4-FFF2-40B4-BE49-F238E27FC236}">
                    <a16:creationId xmlns:a16="http://schemas.microsoft.com/office/drawing/2014/main" id="{8BFC1B82-1F96-41AE-AF37-DA54856BA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01013" y="1700213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52" name="Oval 55">
                <a:extLst>
                  <a:ext uri="{FF2B5EF4-FFF2-40B4-BE49-F238E27FC236}">
                    <a16:creationId xmlns:a16="http://schemas.microsoft.com/office/drawing/2014/main" id="{16C3FD15-6358-4F7F-BD5E-5B2F5E7AB9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16913" y="1700213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sp>
        <p:nvSpPr>
          <p:cNvPr id="21551" name="Text Box 56">
            <a:extLst>
              <a:ext uri="{FF2B5EF4-FFF2-40B4-BE49-F238E27FC236}">
                <a16:creationId xmlns:a16="http://schemas.microsoft.com/office/drawing/2014/main" id="{B96D4165-C639-474B-9142-A913DBDDE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284538"/>
            <a:ext cx="8064500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arenBoth"/>
            </a:pPr>
            <a:r>
              <a:rPr lang="zh-CN" altLang="en-US" sz="2800" b="1">
                <a:solidFill>
                  <a:srgbClr val="FF0000"/>
                </a:solidFill>
              </a:rPr>
              <a:t>半导体的禁带很窄</a:t>
            </a:r>
            <a:r>
              <a:rPr lang="zh-CN" altLang="en-US" sz="2800" b="1"/>
              <a:t>，满带中的电子比较容易进入导带。导带中的电子在外场的作用下可向稍高能级转移参与导电。</a:t>
            </a:r>
          </a:p>
          <a:p>
            <a:pPr eaLnBrk="1" hangingPunct="1">
              <a:spcBef>
                <a:spcPct val="50000"/>
              </a:spcBef>
              <a:buFontTx/>
              <a:buAutoNum type="arabicParenBoth"/>
            </a:pPr>
            <a:r>
              <a:rPr lang="zh-CN" altLang="en-US" sz="2800" b="1">
                <a:solidFill>
                  <a:srgbClr val="FF0000"/>
                </a:solidFill>
              </a:rPr>
              <a:t>绝缘体的禁带很宽</a:t>
            </a:r>
            <a:r>
              <a:rPr lang="zh-CN" altLang="en-US" sz="2800" b="1"/>
              <a:t>，满带中的电子很难进入导带，导电性很差。</a:t>
            </a:r>
          </a:p>
          <a:p>
            <a:pPr eaLnBrk="1" hangingPunct="1">
              <a:spcBef>
                <a:spcPct val="50000"/>
              </a:spcBef>
              <a:buFontTx/>
              <a:buAutoNum type="arabicParenBoth"/>
            </a:pPr>
            <a:r>
              <a:rPr lang="zh-CN" altLang="en-US" sz="2800" b="1">
                <a:solidFill>
                  <a:srgbClr val="FF0000"/>
                </a:solidFill>
              </a:rPr>
              <a:t>导带没有禁带</a:t>
            </a:r>
            <a:r>
              <a:rPr lang="zh-CN" altLang="en-US" sz="2800" b="1"/>
              <a:t>，可以显示很强的导电性。</a:t>
            </a:r>
          </a:p>
        </p:txBody>
      </p:sp>
      <p:sp>
        <p:nvSpPr>
          <p:cNvPr id="17426" name="Text Box 57">
            <a:extLst>
              <a:ext uri="{FF2B5EF4-FFF2-40B4-BE49-F238E27FC236}">
                <a16:creationId xmlns:a16="http://schemas.microsoft.com/office/drawing/2014/main" id="{E27F5895-2427-40D3-9DD0-E615BF568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9</a:t>
            </a:r>
            <a:endParaRPr lang="en-US" altLang="zh-CN" sz="1800"/>
          </a:p>
        </p:txBody>
      </p:sp>
      <p:grpSp>
        <p:nvGrpSpPr>
          <p:cNvPr id="16" name="组合 56">
            <a:extLst>
              <a:ext uri="{FF2B5EF4-FFF2-40B4-BE49-F238E27FC236}">
                <a16:creationId xmlns:a16="http://schemas.microsoft.com/office/drawing/2014/main" id="{0CDA8DA3-9B08-4082-A29C-AD5910931825}"/>
              </a:ext>
            </a:extLst>
          </p:cNvPr>
          <p:cNvGrpSpPr>
            <a:grpSpLocks/>
          </p:cNvGrpSpPr>
          <p:nvPr/>
        </p:nvGrpSpPr>
        <p:grpSpPr bwMode="auto">
          <a:xfrm>
            <a:off x="2428875" y="1357313"/>
            <a:ext cx="323850" cy="107950"/>
            <a:chOff x="2428860" y="1357298"/>
            <a:chExt cx="323850" cy="107950"/>
          </a:xfrm>
        </p:grpSpPr>
        <p:sp>
          <p:nvSpPr>
            <p:cNvPr id="17432" name="Oval 35">
              <a:extLst>
                <a:ext uri="{FF2B5EF4-FFF2-40B4-BE49-F238E27FC236}">
                  <a16:creationId xmlns:a16="http://schemas.microsoft.com/office/drawing/2014/main" id="{B3D81E21-1684-4383-8297-A91B22637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60" y="1357298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33" name="Oval 36">
              <a:extLst>
                <a:ext uri="{FF2B5EF4-FFF2-40B4-BE49-F238E27FC236}">
                  <a16:creationId xmlns:a16="http://schemas.microsoft.com/office/drawing/2014/main" id="{815CDE18-5DE5-4363-A49B-D60B86C8B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760" y="1357298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7" name="组合 59">
            <a:extLst>
              <a:ext uri="{FF2B5EF4-FFF2-40B4-BE49-F238E27FC236}">
                <a16:creationId xmlns:a16="http://schemas.microsoft.com/office/drawing/2014/main" id="{C385E772-B605-464B-9C24-2AE9B1245E41}"/>
              </a:ext>
            </a:extLst>
          </p:cNvPr>
          <p:cNvGrpSpPr>
            <a:grpSpLocks/>
          </p:cNvGrpSpPr>
          <p:nvPr/>
        </p:nvGrpSpPr>
        <p:grpSpPr bwMode="auto">
          <a:xfrm>
            <a:off x="2403475" y="1865313"/>
            <a:ext cx="323850" cy="107950"/>
            <a:chOff x="2411413" y="1870075"/>
            <a:chExt cx="323850" cy="107950"/>
          </a:xfrm>
        </p:grpSpPr>
        <p:sp>
          <p:nvSpPr>
            <p:cNvPr id="17430" name="Oval 35">
              <a:extLst>
                <a:ext uri="{FF2B5EF4-FFF2-40B4-BE49-F238E27FC236}">
                  <a16:creationId xmlns:a16="http://schemas.microsoft.com/office/drawing/2014/main" id="{F5C4820A-C3FD-4E96-910E-A0C9FCAC6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413" y="1870075"/>
              <a:ext cx="107950" cy="10795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31" name="Oval 36">
              <a:extLst>
                <a:ext uri="{FF2B5EF4-FFF2-40B4-BE49-F238E27FC236}">
                  <a16:creationId xmlns:a16="http://schemas.microsoft.com/office/drawing/2014/main" id="{45D3E949-E485-462E-B811-C3946BCA6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7313" y="1870075"/>
              <a:ext cx="107950" cy="10795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67" name="Line 37">
            <a:extLst>
              <a:ext uri="{FF2B5EF4-FFF2-40B4-BE49-F238E27FC236}">
                <a16:creationId xmlns:a16="http://schemas.microsoft.com/office/drawing/2014/main" id="{6615E168-CA30-4DEF-A22D-21EB318C95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425" y="214313"/>
            <a:ext cx="0" cy="2852737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15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15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nimBg="1"/>
      <p:bldP spid="21507" grpId="0" animBg="1"/>
      <p:bldP spid="21514" grpId="0"/>
      <p:bldP spid="215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2" name="Text Box 6">
            <a:extLst>
              <a:ext uri="{FF2B5EF4-FFF2-40B4-BE49-F238E27FC236}">
                <a16:creationId xmlns:a16="http://schemas.microsoft.com/office/drawing/2014/main" id="{1A8F85AA-70C7-4EAB-89BD-BFA7B602C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36613"/>
            <a:ext cx="7345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宋体" panose="02010600030101010101" pitchFamily="2" charset="-122"/>
              </a:rPr>
              <a:t>1. </a:t>
            </a:r>
            <a:r>
              <a:rPr kumimoji="1" lang="zh-CN" altLang="en-US" sz="2800" b="1">
                <a:latin typeface="宋体" panose="02010600030101010101" pitchFamily="2" charset="-122"/>
              </a:rPr>
              <a:t>本征半导体（纯净的半导体，如硅、锗等）</a:t>
            </a:r>
            <a:endParaRPr kumimoji="1" lang="zh-CN" altLang="en-US" sz="2800">
              <a:latin typeface="宋体" panose="02010600030101010101" pitchFamily="2" charset="-122"/>
            </a:endParaRPr>
          </a:p>
        </p:txBody>
      </p:sp>
      <p:sp>
        <p:nvSpPr>
          <p:cNvPr id="19463" name="Text Box 7">
            <a:extLst>
              <a:ext uri="{FF2B5EF4-FFF2-40B4-BE49-F238E27FC236}">
                <a16:creationId xmlns:a16="http://schemas.microsoft.com/office/drawing/2014/main" id="{39EBF256-F23A-4559-80B0-5931FD0C5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412875"/>
            <a:ext cx="8062913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楷体_GB2312"/>
                <a:cs typeface="楷体_GB2312"/>
              </a:rPr>
              <a:t>      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半导体禁带宽度窄，在外场的作用下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导带中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的电子、满带中的空穴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都可参与导电。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      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本征导电性。见下图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</p:txBody>
      </p:sp>
      <p:sp>
        <p:nvSpPr>
          <p:cNvPr id="19464" name="Line 8">
            <a:extLst>
              <a:ext uri="{FF2B5EF4-FFF2-40B4-BE49-F238E27FC236}">
                <a16:creationId xmlns:a16="http://schemas.microsoft.com/office/drawing/2014/main" id="{617A901A-A2F7-486E-AC38-9ED2D76A00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3733800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5" name="Rectangle 9">
            <a:extLst>
              <a:ext uri="{FF2B5EF4-FFF2-40B4-BE49-F238E27FC236}">
                <a16:creationId xmlns:a16="http://schemas.microsoft.com/office/drawing/2014/main" id="{CDDF7CAF-6808-47E9-8E2E-583BFB81F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6172200"/>
            <a:ext cx="2590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66" name="Rectangle 10">
            <a:extLst>
              <a:ext uri="{FF2B5EF4-FFF2-40B4-BE49-F238E27FC236}">
                <a16:creationId xmlns:a16="http://schemas.microsoft.com/office/drawing/2014/main" id="{CF04486E-EEA8-4892-A93A-CF255C318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029200"/>
            <a:ext cx="2590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9467" name="Object 11">
            <a:extLst>
              <a:ext uri="{FF2B5EF4-FFF2-40B4-BE49-F238E27FC236}">
                <a16:creationId xmlns:a16="http://schemas.microsoft.com/office/drawing/2014/main" id="{A525C0CD-2F8E-48EA-AB46-822B197ADF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0250" y="3817938"/>
          <a:ext cx="252413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9" name="Equation" r:id="rId4" imgW="241300" imgH="228600" progId="Equation.DSMT4">
                  <p:embed/>
                </p:oleObj>
              </mc:Choice>
              <mc:Fallback>
                <p:oleObj name="Equation" r:id="rId4" imgW="24130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3817938"/>
                        <a:ext cx="252413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Line 12">
            <a:extLst>
              <a:ext uri="{FF2B5EF4-FFF2-40B4-BE49-F238E27FC236}">
                <a16:creationId xmlns:a16="http://schemas.microsoft.com/office/drawing/2014/main" id="{40536A2E-8900-426A-8209-409DF8EE51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338" y="3886200"/>
            <a:ext cx="0" cy="2590800"/>
          </a:xfrm>
          <a:prstGeom prst="line">
            <a:avLst/>
          </a:prstGeom>
          <a:noFill/>
          <a:ln w="57150">
            <a:solidFill>
              <a:srgbClr val="FF99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9" name="Text Box 13">
            <a:extLst>
              <a:ext uri="{FF2B5EF4-FFF2-40B4-BE49-F238E27FC236}">
                <a16:creationId xmlns:a16="http://schemas.microsoft.com/office/drawing/2014/main" id="{B2B41DD9-7389-4109-AA33-4FCBD1264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4200" y="3789363"/>
            <a:ext cx="6096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楷体_GB2312"/>
                <a:cs typeface="楷体_GB2312"/>
              </a:rPr>
              <a:t>外 场</a:t>
            </a:r>
            <a:endParaRPr kumimoji="1" lang="zh-CN" altLang="en-US" sz="24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9470" name="Text Box 14">
            <a:extLst>
              <a:ext uri="{FF2B5EF4-FFF2-40B4-BE49-F238E27FC236}">
                <a16:creationId xmlns:a16="http://schemas.microsoft.com/office/drawing/2014/main" id="{0E4F8EE5-12AD-470A-B247-BFAB89B3A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6172200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楷体_GB2312"/>
                <a:cs typeface="楷体_GB2312"/>
              </a:rPr>
              <a:t>满带</a:t>
            </a:r>
            <a:endParaRPr kumimoji="1" lang="zh-CN" altLang="en-US" sz="24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9471" name="Text Box 15">
            <a:extLst>
              <a:ext uri="{FF2B5EF4-FFF2-40B4-BE49-F238E27FC236}">
                <a16:creationId xmlns:a16="http://schemas.microsoft.com/office/drawing/2014/main" id="{7033005D-1CA0-405B-9ADA-8E1C73762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029200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楷体_GB2312"/>
                <a:cs typeface="楷体_GB2312"/>
              </a:rPr>
              <a:t>导带</a:t>
            </a:r>
            <a:endParaRPr kumimoji="1" lang="zh-CN" altLang="en-US" sz="24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9472" name="Line 16">
            <a:extLst>
              <a:ext uri="{FF2B5EF4-FFF2-40B4-BE49-F238E27FC236}">
                <a16:creationId xmlns:a16="http://schemas.microsoft.com/office/drawing/2014/main" id="{D068F5DB-B9ED-40EC-96EC-7638BD37F4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3733800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3" name="Rectangle 17">
            <a:extLst>
              <a:ext uri="{FF2B5EF4-FFF2-40B4-BE49-F238E27FC236}">
                <a16:creationId xmlns:a16="http://schemas.microsoft.com/office/drawing/2014/main" id="{AABFA1E6-71F3-47DB-B132-3B10A8DD4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6172200"/>
            <a:ext cx="2590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74" name="Rectangle 18">
            <a:extLst>
              <a:ext uri="{FF2B5EF4-FFF2-40B4-BE49-F238E27FC236}">
                <a16:creationId xmlns:a16="http://schemas.microsoft.com/office/drawing/2014/main" id="{65F0B4AF-6298-4C77-A36B-FC9E29771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029200"/>
            <a:ext cx="2590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75" name="Oval 19">
            <a:extLst>
              <a:ext uri="{FF2B5EF4-FFF2-40B4-BE49-F238E27FC236}">
                <a16:creationId xmlns:a16="http://schemas.microsoft.com/office/drawing/2014/main" id="{FEFA2678-48B2-445D-96D0-5621FD343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617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76" name="Oval 20">
            <a:extLst>
              <a:ext uri="{FF2B5EF4-FFF2-40B4-BE49-F238E27FC236}">
                <a16:creationId xmlns:a16="http://schemas.microsoft.com/office/drawing/2014/main" id="{B7A54413-D293-40BC-BE22-3A3501453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617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77" name="Oval 21">
            <a:extLst>
              <a:ext uri="{FF2B5EF4-FFF2-40B4-BE49-F238E27FC236}">
                <a16:creationId xmlns:a16="http://schemas.microsoft.com/office/drawing/2014/main" id="{2ACBE6B8-9919-4CD2-8B2A-10F4208CF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617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78" name="Oval 22">
            <a:extLst>
              <a:ext uri="{FF2B5EF4-FFF2-40B4-BE49-F238E27FC236}">
                <a16:creationId xmlns:a16="http://schemas.microsoft.com/office/drawing/2014/main" id="{2FC6FBAF-81FF-4310-B677-823EAD140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617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79" name="Oval 23">
            <a:extLst>
              <a:ext uri="{FF2B5EF4-FFF2-40B4-BE49-F238E27FC236}">
                <a16:creationId xmlns:a16="http://schemas.microsoft.com/office/drawing/2014/main" id="{99D3F18A-6A95-405A-ACDB-A48E7F9A1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617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80" name="Oval 24">
            <a:extLst>
              <a:ext uri="{FF2B5EF4-FFF2-40B4-BE49-F238E27FC236}">
                <a16:creationId xmlns:a16="http://schemas.microsoft.com/office/drawing/2014/main" id="{6E2DCE7F-FEAA-40A7-8823-E2C33FEC5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181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81" name="Oval 25">
            <a:extLst>
              <a:ext uri="{FF2B5EF4-FFF2-40B4-BE49-F238E27FC236}">
                <a16:creationId xmlns:a16="http://schemas.microsoft.com/office/drawing/2014/main" id="{FD5A8259-9020-4F17-8815-4D3409911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181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82" name="Oval 26">
            <a:extLst>
              <a:ext uri="{FF2B5EF4-FFF2-40B4-BE49-F238E27FC236}">
                <a16:creationId xmlns:a16="http://schemas.microsoft.com/office/drawing/2014/main" id="{8A20C312-6EAE-4167-B144-52D3B7DA3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181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83" name="Oval 27">
            <a:extLst>
              <a:ext uri="{FF2B5EF4-FFF2-40B4-BE49-F238E27FC236}">
                <a16:creationId xmlns:a16="http://schemas.microsoft.com/office/drawing/2014/main" id="{E20A1D73-37FE-4EDC-96C4-71619AC72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181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84" name="Oval 28">
            <a:extLst>
              <a:ext uri="{FF2B5EF4-FFF2-40B4-BE49-F238E27FC236}">
                <a16:creationId xmlns:a16="http://schemas.microsoft.com/office/drawing/2014/main" id="{70043333-860D-41B2-AD08-A7751341D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181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9485" name="Object 29">
            <a:extLst>
              <a:ext uri="{FF2B5EF4-FFF2-40B4-BE49-F238E27FC236}">
                <a16:creationId xmlns:a16="http://schemas.microsoft.com/office/drawing/2014/main" id="{24D4EFF8-31DF-416C-8A97-9DBBECD866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7800" y="4667250"/>
          <a:ext cx="596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0" name="Equation" r:id="rId6" imgW="596900" imgH="241300" progId="Equation.DSMT4">
                  <p:embed/>
                </p:oleObj>
              </mc:Choice>
              <mc:Fallback>
                <p:oleObj name="Equation" r:id="rId6" imgW="596900" imgH="2413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4667250"/>
                        <a:ext cx="5969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6" name="Object 30">
            <a:extLst>
              <a:ext uri="{FF2B5EF4-FFF2-40B4-BE49-F238E27FC236}">
                <a16:creationId xmlns:a16="http://schemas.microsoft.com/office/drawing/2014/main" id="{D15E4643-A925-422E-BC89-D61E0B4AB1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6400" y="4743450"/>
          <a:ext cx="596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1" name="Equation" r:id="rId8" imgW="596900" imgH="241300" progId="Equation.DSMT4">
                  <p:embed/>
                </p:oleObj>
              </mc:Choice>
              <mc:Fallback>
                <p:oleObj name="Equation" r:id="rId8" imgW="596900" imgH="2413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4743450"/>
                        <a:ext cx="5969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7" name="Line 31">
            <a:extLst>
              <a:ext uri="{FF2B5EF4-FFF2-40B4-BE49-F238E27FC236}">
                <a16:creationId xmlns:a16="http://schemas.microsoft.com/office/drawing/2014/main" id="{DB712EBC-6BFD-40A9-A0AA-8A25D0D34E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5410200"/>
            <a:ext cx="0" cy="7620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88" name="Oval 32">
            <a:extLst>
              <a:ext uri="{FF2B5EF4-FFF2-40B4-BE49-F238E27FC236}">
                <a16:creationId xmlns:a16="http://schemas.microsoft.com/office/drawing/2014/main" id="{44E32EF9-5AB3-4B86-9E55-38CF384F4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617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89" name="Oval 33">
            <a:extLst>
              <a:ext uri="{FF2B5EF4-FFF2-40B4-BE49-F238E27FC236}">
                <a16:creationId xmlns:a16="http://schemas.microsoft.com/office/drawing/2014/main" id="{B55DA15A-C8C4-4BCB-A353-090340FDD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617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90" name="Oval 34">
            <a:extLst>
              <a:ext uri="{FF2B5EF4-FFF2-40B4-BE49-F238E27FC236}">
                <a16:creationId xmlns:a16="http://schemas.microsoft.com/office/drawing/2014/main" id="{E3102D99-CB7C-40F3-9E0E-CD232B74B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617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91" name="Oval 35">
            <a:extLst>
              <a:ext uri="{FF2B5EF4-FFF2-40B4-BE49-F238E27FC236}">
                <a16:creationId xmlns:a16="http://schemas.microsoft.com/office/drawing/2014/main" id="{8F4F0FDE-07D5-413C-8071-B7F885B8D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617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92" name="Oval 36">
            <a:extLst>
              <a:ext uri="{FF2B5EF4-FFF2-40B4-BE49-F238E27FC236}">
                <a16:creationId xmlns:a16="http://schemas.microsoft.com/office/drawing/2014/main" id="{8E533D04-183F-4C45-A963-F5B461276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93" name="Oval 37">
            <a:extLst>
              <a:ext uri="{FF2B5EF4-FFF2-40B4-BE49-F238E27FC236}">
                <a16:creationId xmlns:a16="http://schemas.microsoft.com/office/drawing/2014/main" id="{FBE143DB-A07B-4093-A25B-2168DFAAC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6477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94" name="Oval 38">
            <a:extLst>
              <a:ext uri="{FF2B5EF4-FFF2-40B4-BE49-F238E27FC236}">
                <a16:creationId xmlns:a16="http://schemas.microsoft.com/office/drawing/2014/main" id="{2465DE93-9547-4AD7-B1B0-ADBCDDD6B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6477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95" name="Oval 39">
            <a:extLst>
              <a:ext uri="{FF2B5EF4-FFF2-40B4-BE49-F238E27FC236}">
                <a16:creationId xmlns:a16="http://schemas.microsoft.com/office/drawing/2014/main" id="{E2059D72-51C1-44EB-9588-93EB36A71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6477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96" name="Oval 40">
            <a:extLst>
              <a:ext uri="{FF2B5EF4-FFF2-40B4-BE49-F238E27FC236}">
                <a16:creationId xmlns:a16="http://schemas.microsoft.com/office/drawing/2014/main" id="{AB8D5FE7-2FAF-4166-8AA2-E8B446C47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6477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97" name="Oval 41">
            <a:extLst>
              <a:ext uri="{FF2B5EF4-FFF2-40B4-BE49-F238E27FC236}">
                <a16:creationId xmlns:a16="http://schemas.microsoft.com/office/drawing/2014/main" id="{909F75EF-559E-4CB5-B692-052FAFE56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6477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98" name="Oval 42">
            <a:extLst>
              <a:ext uri="{FF2B5EF4-FFF2-40B4-BE49-F238E27FC236}">
                <a16:creationId xmlns:a16="http://schemas.microsoft.com/office/drawing/2014/main" id="{37D42255-3688-480B-BC08-2EA51A6C6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617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99" name="Oval 43">
            <a:extLst>
              <a:ext uri="{FF2B5EF4-FFF2-40B4-BE49-F238E27FC236}">
                <a16:creationId xmlns:a16="http://schemas.microsoft.com/office/drawing/2014/main" id="{295C474F-3C0A-47C4-8972-B4420E94F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617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500" name="Oval 44">
            <a:extLst>
              <a:ext uri="{FF2B5EF4-FFF2-40B4-BE49-F238E27FC236}">
                <a16:creationId xmlns:a16="http://schemas.microsoft.com/office/drawing/2014/main" id="{EFB14F90-FA7F-4B4C-8200-43A8BA473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617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501" name="Oval 45">
            <a:extLst>
              <a:ext uri="{FF2B5EF4-FFF2-40B4-BE49-F238E27FC236}">
                <a16:creationId xmlns:a16="http://schemas.microsoft.com/office/drawing/2014/main" id="{BDCC4189-D348-4F88-BC32-B1BA58F84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617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502" name="Oval 46">
            <a:extLst>
              <a:ext uri="{FF2B5EF4-FFF2-40B4-BE49-F238E27FC236}">
                <a16:creationId xmlns:a16="http://schemas.microsoft.com/office/drawing/2014/main" id="{568CF3FE-474A-451D-B197-E3B65EE81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617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503" name="Line 47">
            <a:extLst>
              <a:ext uri="{FF2B5EF4-FFF2-40B4-BE49-F238E27FC236}">
                <a16:creationId xmlns:a16="http://schemas.microsoft.com/office/drawing/2014/main" id="{34595B5D-C165-43A2-8BE2-B33272A220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5410200"/>
            <a:ext cx="0" cy="7620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04" name="Line 48">
            <a:extLst>
              <a:ext uri="{FF2B5EF4-FFF2-40B4-BE49-F238E27FC236}">
                <a16:creationId xmlns:a16="http://schemas.microsoft.com/office/drawing/2014/main" id="{36D4F763-A969-473A-BE55-04BD97EDDF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5410200"/>
            <a:ext cx="0" cy="7620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05" name="Line 49">
            <a:extLst>
              <a:ext uri="{FF2B5EF4-FFF2-40B4-BE49-F238E27FC236}">
                <a16:creationId xmlns:a16="http://schemas.microsoft.com/office/drawing/2014/main" id="{87DA7981-366A-4452-8649-F94B770313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5410200"/>
            <a:ext cx="0" cy="7620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06" name="Line 50">
            <a:extLst>
              <a:ext uri="{FF2B5EF4-FFF2-40B4-BE49-F238E27FC236}">
                <a16:creationId xmlns:a16="http://schemas.microsoft.com/office/drawing/2014/main" id="{7E69D0AF-B542-4291-8583-97AF22A574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5410200"/>
            <a:ext cx="0" cy="7620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507" name="Object 51">
            <a:extLst>
              <a:ext uri="{FF2B5EF4-FFF2-40B4-BE49-F238E27FC236}">
                <a16:creationId xmlns:a16="http://schemas.microsoft.com/office/drawing/2014/main" id="{6315D678-B3E5-4AE3-9660-F6B499A4E2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1113" y="3746500"/>
          <a:ext cx="252412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2" name="Equation" r:id="rId10" imgW="241300" imgH="228600" progId="Equation.DSMT4">
                  <p:embed/>
                </p:oleObj>
              </mc:Choice>
              <mc:Fallback>
                <p:oleObj name="Equation" r:id="rId10" imgW="241300" imgH="2286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1113" y="3746500"/>
                        <a:ext cx="252412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09" name="Oval 53">
            <a:extLst>
              <a:ext uri="{FF2B5EF4-FFF2-40B4-BE49-F238E27FC236}">
                <a16:creationId xmlns:a16="http://schemas.microsoft.com/office/drawing/2014/main" id="{7CD2578E-45AC-4DB5-92B4-0879D4555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6172200"/>
            <a:ext cx="152400" cy="1524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510" name="Oval 54">
            <a:extLst>
              <a:ext uri="{FF2B5EF4-FFF2-40B4-BE49-F238E27FC236}">
                <a16:creationId xmlns:a16="http://schemas.microsoft.com/office/drawing/2014/main" id="{62BD26D0-4CA6-4D97-81B5-CC2141F66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6172200"/>
            <a:ext cx="152400" cy="1524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511" name="Oval 55">
            <a:extLst>
              <a:ext uri="{FF2B5EF4-FFF2-40B4-BE49-F238E27FC236}">
                <a16:creationId xmlns:a16="http://schemas.microsoft.com/office/drawing/2014/main" id="{D8B02631-6B02-4C09-A884-A94A7D151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6172200"/>
            <a:ext cx="152400" cy="1524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512" name="Oval 56">
            <a:extLst>
              <a:ext uri="{FF2B5EF4-FFF2-40B4-BE49-F238E27FC236}">
                <a16:creationId xmlns:a16="http://schemas.microsoft.com/office/drawing/2014/main" id="{477A07A1-A7C9-4777-828E-B3E35B61A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6172200"/>
            <a:ext cx="152400" cy="1524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513" name="Oval 57">
            <a:extLst>
              <a:ext uri="{FF2B5EF4-FFF2-40B4-BE49-F238E27FC236}">
                <a16:creationId xmlns:a16="http://schemas.microsoft.com/office/drawing/2014/main" id="{33489EE7-AB42-4189-818E-9DDFBE862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6172200"/>
            <a:ext cx="152400" cy="1524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514" name="Line 58">
            <a:extLst>
              <a:ext uri="{FF2B5EF4-FFF2-40B4-BE49-F238E27FC236}">
                <a16:creationId xmlns:a16="http://schemas.microsoft.com/office/drawing/2014/main" id="{F56D2250-A065-4411-BD09-6968C3CC9A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48768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15" name="Line 59">
            <a:extLst>
              <a:ext uri="{FF2B5EF4-FFF2-40B4-BE49-F238E27FC236}">
                <a16:creationId xmlns:a16="http://schemas.microsoft.com/office/drawing/2014/main" id="{F3DA680B-7755-40F4-B418-7F07461E4E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48768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16" name="Line 60">
            <a:extLst>
              <a:ext uri="{FF2B5EF4-FFF2-40B4-BE49-F238E27FC236}">
                <a16:creationId xmlns:a16="http://schemas.microsoft.com/office/drawing/2014/main" id="{5630530E-F872-474C-AA96-EE69B09878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48768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17" name="Line 61">
            <a:extLst>
              <a:ext uri="{FF2B5EF4-FFF2-40B4-BE49-F238E27FC236}">
                <a16:creationId xmlns:a16="http://schemas.microsoft.com/office/drawing/2014/main" id="{C5B885F4-27E7-473B-847A-D4D155CEAC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48768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18" name="Line 62">
            <a:extLst>
              <a:ext uri="{FF2B5EF4-FFF2-40B4-BE49-F238E27FC236}">
                <a16:creationId xmlns:a16="http://schemas.microsoft.com/office/drawing/2014/main" id="{1F958282-2B2C-4484-AB96-CC474E0C14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48768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19" name="Line 63">
            <a:extLst>
              <a:ext uri="{FF2B5EF4-FFF2-40B4-BE49-F238E27FC236}">
                <a16:creationId xmlns:a16="http://schemas.microsoft.com/office/drawing/2014/main" id="{BA5D749C-12E9-4B51-961B-8B60320AD6A3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5181600" y="63246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20" name="Line 64">
            <a:extLst>
              <a:ext uri="{FF2B5EF4-FFF2-40B4-BE49-F238E27FC236}">
                <a16:creationId xmlns:a16="http://schemas.microsoft.com/office/drawing/2014/main" id="{07F41761-B58E-4EDE-A2B3-1267963CC4E9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5410200" y="63246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21" name="Line 65">
            <a:extLst>
              <a:ext uri="{FF2B5EF4-FFF2-40B4-BE49-F238E27FC236}">
                <a16:creationId xmlns:a16="http://schemas.microsoft.com/office/drawing/2014/main" id="{BD5F9D97-B915-43C8-AE81-6387C66903FB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5638800" y="63246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22" name="Line 66">
            <a:extLst>
              <a:ext uri="{FF2B5EF4-FFF2-40B4-BE49-F238E27FC236}">
                <a16:creationId xmlns:a16="http://schemas.microsoft.com/office/drawing/2014/main" id="{3A8C3BC0-459D-4FCA-AB46-DADA82D9A318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5867400" y="63246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23" name="Line 67">
            <a:extLst>
              <a:ext uri="{FF2B5EF4-FFF2-40B4-BE49-F238E27FC236}">
                <a16:creationId xmlns:a16="http://schemas.microsoft.com/office/drawing/2014/main" id="{ED740E16-2D50-4545-ACC5-D5C07734EC99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6096000" y="63246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26" name="Text Box 70">
            <a:extLst>
              <a:ext uri="{FF2B5EF4-FFF2-40B4-BE49-F238E27FC236}">
                <a16:creationId xmlns:a16="http://schemas.microsoft.com/office/drawing/2014/main" id="{67A24843-5A16-4D82-95AB-748A6FAF3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781300"/>
            <a:ext cx="7705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电子导电</a:t>
            </a:r>
            <a:r>
              <a:rPr kumimoji="1" lang="en-US" altLang="zh-CN" sz="2800" b="1">
                <a:latin typeface="宋体" panose="02010600030101010101" pitchFamily="2" charset="-122"/>
              </a:rPr>
              <a:t>:</a:t>
            </a:r>
            <a:r>
              <a:rPr kumimoji="1" lang="zh-CN" altLang="en-US" sz="2800" b="1">
                <a:latin typeface="宋体" panose="02010600030101010101" pitchFamily="2" charset="-122"/>
              </a:rPr>
              <a:t>半导体的载流子是</a:t>
            </a: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电子</a:t>
            </a:r>
            <a:r>
              <a:rPr kumimoji="1" lang="en-US" altLang="zh-CN" sz="2800" b="1">
                <a:latin typeface="宋体" panose="02010600030101010101" pitchFamily="2" charset="-122"/>
              </a:rPr>
              <a:t>(</a:t>
            </a:r>
            <a:r>
              <a:rPr kumimoji="1" lang="zh-CN" altLang="en-US" sz="2800" b="1">
                <a:latin typeface="宋体" panose="02010600030101010101" pitchFamily="2" charset="-122"/>
              </a:rPr>
              <a:t>带负电</a:t>
            </a:r>
            <a:r>
              <a:rPr kumimoji="1" lang="en-US" altLang="zh-CN" sz="2800" b="1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9527" name="Text Box 71">
            <a:extLst>
              <a:ext uri="{FF2B5EF4-FFF2-40B4-BE49-F238E27FC236}">
                <a16:creationId xmlns:a16="http://schemas.microsoft.com/office/drawing/2014/main" id="{857BEC23-DA87-416E-BADB-C337B6F45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284538"/>
            <a:ext cx="7705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空穴导电</a:t>
            </a:r>
            <a:r>
              <a:rPr kumimoji="1" lang="en-US" altLang="zh-CN" sz="2800" b="1">
                <a:latin typeface="宋体" panose="02010600030101010101" pitchFamily="2" charset="-122"/>
              </a:rPr>
              <a:t>:</a:t>
            </a:r>
            <a:r>
              <a:rPr kumimoji="1" lang="zh-CN" altLang="en-US" sz="2800" b="1">
                <a:latin typeface="宋体" panose="02010600030101010101" pitchFamily="2" charset="-122"/>
              </a:rPr>
              <a:t>半导体的载流子是</a:t>
            </a: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空穴</a:t>
            </a:r>
            <a:r>
              <a:rPr kumimoji="1" lang="en-US" altLang="zh-CN" sz="2800" b="1">
                <a:latin typeface="宋体" panose="02010600030101010101" pitchFamily="2" charset="-122"/>
              </a:rPr>
              <a:t>(</a:t>
            </a:r>
            <a:r>
              <a:rPr kumimoji="1" lang="zh-CN" altLang="en-US" sz="2800" b="1">
                <a:latin typeface="宋体" panose="02010600030101010101" pitchFamily="2" charset="-122"/>
              </a:rPr>
              <a:t>带正电</a:t>
            </a:r>
            <a:r>
              <a:rPr kumimoji="1" lang="en-US" altLang="zh-CN" sz="2800" b="1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9528" name="Text Box 72">
            <a:extLst>
              <a:ext uri="{FF2B5EF4-FFF2-40B4-BE49-F238E27FC236}">
                <a16:creationId xmlns:a16="http://schemas.microsoft.com/office/drawing/2014/main" id="{C750DAB5-6D21-48AA-A6C6-C2F25D419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60350"/>
            <a:ext cx="612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1.3 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本征半导体  杂质半导体</a:t>
            </a:r>
          </a:p>
        </p:txBody>
      </p:sp>
      <p:sp>
        <p:nvSpPr>
          <p:cNvPr id="18498" name="Text Box 73">
            <a:extLst>
              <a:ext uri="{FF2B5EF4-FFF2-40B4-BE49-F238E27FC236}">
                <a16:creationId xmlns:a16="http://schemas.microsoft.com/office/drawing/2014/main" id="{0B181BC8-9452-419B-B704-D77B15FD0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10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9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75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75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1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1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19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1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1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/>
      <p:bldP spid="19463" grpId="0" autoUpdateAnimBg="0"/>
      <p:bldP spid="19465" grpId="0" animBg="1"/>
      <p:bldP spid="19466" grpId="0" animBg="1"/>
      <p:bldP spid="19469" grpId="0" autoUpdateAnimBg="0"/>
      <p:bldP spid="19470" grpId="0" autoUpdateAnimBg="0"/>
      <p:bldP spid="19471" grpId="0" autoUpdateAnimBg="0"/>
      <p:bldP spid="19473" grpId="0" animBg="1"/>
      <p:bldP spid="19474" grpId="0" animBg="1"/>
      <p:bldP spid="19475" grpId="0" animBg="1"/>
      <p:bldP spid="19476" grpId="0" animBg="1"/>
      <p:bldP spid="19477" grpId="0" animBg="1"/>
      <p:bldP spid="19478" grpId="0" animBg="1"/>
      <p:bldP spid="19479" grpId="0" animBg="1"/>
      <p:bldP spid="19480" grpId="0" animBg="1"/>
      <p:bldP spid="19481" grpId="0" animBg="1"/>
      <p:bldP spid="19482" grpId="0" animBg="1"/>
      <p:bldP spid="19483" grpId="0" animBg="1"/>
      <p:bldP spid="19484" grpId="0" animBg="1"/>
      <p:bldP spid="19488" grpId="0" animBg="1"/>
      <p:bldP spid="19489" grpId="0" animBg="1"/>
      <p:bldP spid="19490" grpId="0" animBg="1"/>
      <p:bldP spid="19491" grpId="0" animBg="1"/>
      <p:bldP spid="19492" grpId="0" animBg="1"/>
      <p:bldP spid="19493" grpId="0" animBg="1"/>
      <p:bldP spid="19494" grpId="0" animBg="1"/>
      <p:bldP spid="19495" grpId="0" animBg="1"/>
      <p:bldP spid="19496" grpId="0" animBg="1"/>
      <p:bldP spid="19497" grpId="0" animBg="1"/>
      <p:bldP spid="19498" grpId="0" animBg="1"/>
      <p:bldP spid="19499" grpId="0" animBg="1"/>
      <p:bldP spid="19500" grpId="0" animBg="1"/>
      <p:bldP spid="19501" grpId="0" animBg="1"/>
      <p:bldP spid="19502" grpId="0" animBg="1"/>
      <p:bldP spid="19509" grpId="0" animBg="1"/>
      <p:bldP spid="19510" grpId="0" animBg="1"/>
      <p:bldP spid="19511" grpId="0" animBg="1"/>
      <p:bldP spid="19512" grpId="0" animBg="1"/>
      <p:bldP spid="19513" grpId="0" animBg="1"/>
      <p:bldP spid="19526" grpId="0" autoUpdateAnimBg="0"/>
      <p:bldP spid="19527" grpId="0" autoUpdateAnimBg="0"/>
      <p:bldP spid="195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>
            <a:extLst>
              <a:ext uri="{FF2B5EF4-FFF2-40B4-BE49-F238E27FC236}">
                <a16:creationId xmlns:a16="http://schemas.microsoft.com/office/drawing/2014/main" id="{C23B7333-E414-495E-BE3F-D33A96242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388938"/>
            <a:ext cx="3254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2.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杂质半导体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24931" name="Text Box 3">
            <a:extLst>
              <a:ext uri="{FF2B5EF4-FFF2-40B4-BE49-F238E27FC236}">
                <a16:creationId xmlns:a16="http://schemas.microsoft.com/office/drawing/2014/main" id="{491A2780-C2E4-495F-A66F-E2DF68865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52563"/>
            <a:ext cx="4648200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     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当四价的元素中 掺入少量五价元素时形成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/>
                <a:cs typeface="楷体_GB2312"/>
              </a:rPr>
              <a:t>n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型半导体。如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硅中掺入磷杂质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后，磷原子在硅中形成局部能级位于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导带底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附近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      （称为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施主能级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）。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        一般温度下，杂质的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价电子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很容易 被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激发跃迁至导带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，成为导电电子，使导带中的电子浓度大大增加。半导体成为以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电子导电为主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的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型半导体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</a:p>
        </p:txBody>
      </p:sp>
      <p:sp>
        <p:nvSpPr>
          <p:cNvPr id="124936" name="Rectangle 8">
            <a:extLst>
              <a:ext uri="{FF2B5EF4-FFF2-40B4-BE49-F238E27FC236}">
                <a16:creationId xmlns:a16="http://schemas.microsoft.com/office/drawing/2014/main" id="{EF85E336-7817-4845-8B96-E3D590CCC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876300"/>
            <a:ext cx="6335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</a:t>
            </a:r>
            <a:r>
              <a:rPr kumimoji="1"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型半导体</a:t>
            </a:r>
            <a:r>
              <a:rPr kumimoji="1" lang="en-US" altLang="zh-CN" sz="2800" b="1">
                <a:solidFill>
                  <a:schemeClr val="accent2"/>
                </a:solidFill>
                <a:latin typeface="宋体" panose="02010600030101010101" pitchFamily="2" charset="-122"/>
              </a:rPr>
              <a:t>——</a:t>
            </a:r>
            <a:r>
              <a:rPr kumimoji="1" lang="zh-CN" altLang="en-US" sz="2800" b="1">
                <a:solidFill>
                  <a:schemeClr val="accent2"/>
                </a:solidFill>
              </a:rPr>
              <a:t>电子导电为主</a:t>
            </a:r>
          </a:p>
        </p:txBody>
      </p:sp>
      <p:sp>
        <p:nvSpPr>
          <p:cNvPr id="124937" name="Line 9">
            <a:extLst>
              <a:ext uri="{FF2B5EF4-FFF2-40B4-BE49-F238E27FC236}">
                <a16:creationId xmlns:a16="http://schemas.microsoft.com/office/drawing/2014/main" id="{BA119B9C-47F4-443D-934D-6F531A0081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1739900"/>
            <a:ext cx="0" cy="408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38" name="Rectangle 10">
            <a:extLst>
              <a:ext uri="{FF2B5EF4-FFF2-40B4-BE49-F238E27FC236}">
                <a16:creationId xmlns:a16="http://schemas.microsoft.com/office/drawing/2014/main" id="{47DC2443-892F-4948-8AAA-789046CE0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178425"/>
            <a:ext cx="3382963" cy="64452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4939" name="Rectangle 11">
            <a:extLst>
              <a:ext uri="{FF2B5EF4-FFF2-40B4-BE49-F238E27FC236}">
                <a16:creationId xmlns:a16="http://schemas.microsoft.com/office/drawing/2014/main" id="{CB0D9DB7-2D40-49BC-B1F5-C88F77988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028950"/>
            <a:ext cx="3382963" cy="64452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24940" name="Object 12">
            <a:extLst>
              <a:ext uri="{FF2B5EF4-FFF2-40B4-BE49-F238E27FC236}">
                <a16:creationId xmlns:a16="http://schemas.microsoft.com/office/drawing/2014/main" id="{77F8E117-AF62-48A7-BB5F-82926D896A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7013" y="1658938"/>
          <a:ext cx="3302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2" name="Equation" r:id="rId3" imgW="241300" imgH="228600" progId="Equation.DSMT4">
                  <p:embed/>
                </p:oleObj>
              </mc:Choice>
              <mc:Fallback>
                <p:oleObj name="Equation" r:id="rId3" imgW="24130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013" y="1658938"/>
                        <a:ext cx="3302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41" name="Line 13">
            <a:extLst>
              <a:ext uri="{FF2B5EF4-FFF2-40B4-BE49-F238E27FC236}">
                <a16:creationId xmlns:a16="http://schemas.microsoft.com/office/drawing/2014/main" id="{55BE33A9-87FD-4F3C-85E9-32D8075CE91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75688" y="1846263"/>
            <a:ext cx="0" cy="3654425"/>
          </a:xfrm>
          <a:prstGeom prst="line">
            <a:avLst/>
          </a:prstGeom>
          <a:noFill/>
          <a:ln w="57150">
            <a:solidFill>
              <a:srgbClr val="FF99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42" name="Text Box 14">
            <a:extLst>
              <a:ext uri="{FF2B5EF4-FFF2-40B4-BE49-F238E27FC236}">
                <a16:creationId xmlns:a16="http://schemas.microsoft.com/office/drawing/2014/main" id="{50B13D93-13A4-4E72-B1E3-E8F6B5D29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1541463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外场</a:t>
            </a:r>
            <a:endParaRPr kumimoji="1" lang="zh-CN" altLang="en-US" sz="28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24943" name="Text Box 15">
            <a:extLst>
              <a:ext uri="{FF2B5EF4-FFF2-40B4-BE49-F238E27FC236}">
                <a16:creationId xmlns:a16="http://schemas.microsoft.com/office/drawing/2014/main" id="{66063B69-CC20-4104-A232-C4DFE8DA9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613" y="5126038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满带</a:t>
            </a:r>
          </a:p>
        </p:txBody>
      </p:sp>
      <p:sp>
        <p:nvSpPr>
          <p:cNvPr id="124944" name="Text Box 16">
            <a:extLst>
              <a:ext uri="{FF2B5EF4-FFF2-40B4-BE49-F238E27FC236}">
                <a16:creationId xmlns:a16="http://schemas.microsoft.com/office/drawing/2014/main" id="{FB29EB60-5713-441B-92D8-C7DA2D53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976563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导带</a:t>
            </a:r>
          </a:p>
        </p:txBody>
      </p:sp>
      <p:sp>
        <p:nvSpPr>
          <p:cNvPr id="124945" name="Line 17">
            <a:extLst>
              <a:ext uri="{FF2B5EF4-FFF2-40B4-BE49-F238E27FC236}">
                <a16:creationId xmlns:a16="http://schemas.microsoft.com/office/drawing/2014/main" id="{337C615B-5318-4E69-8B76-76981DA4D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103688"/>
            <a:ext cx="3382963" cy="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D2B95616-C0C4-45C5-8387-C5BDBED0B339}"/>
              </a:ext>
            </a:extLst>
          </p:cNvPr>
          <p:cNvGrpSpPr>
            <a:grpSpLocks/>
          </p:cNvGrpSpPr>
          <p:nvPr/>
        </p:nvGrpSpPr>
        <p:grpSpPr bwMode="auto">
          <a:xfrm>
            <a:off x="6176963" y="3994150"/>
            <a:ext cx="1519237" cy="217488"/>
            <a:chOff x="2544" y="3264"/>
            <a:chExt cx="720" cy="96"/>
          </a:xfrm>
        </p:grpSpPr>
        <p:sp>
          <p:nvSpPr>
            <p:cNvPr id="20518" name="Oval 19">
              <a:extLst>
                <a:ext uri="{FF2B5EF4-FFF2-40B4-BE49-F238E27FC236}">
                  <a16:creationId xmlns:a16="http://schemas.microsoft.com/office/drawing/2014/main" id="{E009DDAF-96CB-4801-BE4B-00AA11EAA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2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19" name="Oval 20">
              <a:extLst>
                <a:ext uri="{FF2B5EF4-FFF2-40B4-BE49-F238E27FC236}">
                  <a16:creationId xmlns:a16="http://schemas.microsoft.com/office/drawing/2014/main" id="{D784C835-BFDB-4AF4-ADDF-3B9085C45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32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20" name="Oval 21">
              <a:extLst>
                <a:ext uri="{FF2B5EF4-FFF2-40B4-BE49-F238E27FC236}">
                  <a16:creationId xmlns:a16="http://schemas.microsoft.com/office/drawing/2014/main" id="{A6D1E955-46B8-47C2-9920-C0D78F8BB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2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21" name="Oval 22">
              <a:extLst>
                <a:ext uri="{FF2B5EF4-FFF2-40B4-BE49-F238E27FC236}">
                  <a16:creationId xmlns:a16="http://schemas.microsoft.com/office/drawing/2014/main" id="{45893464-B2D1-4BA4-8E2B-BCCA8A12A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2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3" name="Group 23">
            <a:extLst>
              <a:ext uri="{FF2B5EF4-FFF2-40B4-BE49-F238E27FC236}">
                <a16:creationId xmlns:a16="http://schemas.microsoft.com/office/drawing/2014/main" id="{99882325-20D8-4C4B-8F30-0C49A54A501A}"/>
              </a:ext>
            </a:extLst>
          </p:cNvPr>
          <p:cNvGrpSpPr>
            <a:grpSpLocks/>
          </p:cNvGrpSpPr>
          <p:nvPr/>
        </p:nvGrpSpPr>
        <p:grpSpPr bwMode="auto">
          <a:xfrm>
            <a:off x="6267450" y="3565525"/>
            <a:ext cx="1344613" cy="430213"/>
            <a:chOff x="2592" y="3072"/>
            <a:chExt cx="624" cy="192"/>
          </a:xfrm>
        </p:grpSpPr>
        <p:sp>
          <p:nvSpPr>
            <p:cNvPr id="20514" name="Line 24">
              <a:extLst>
                <a:ext uri="{FF2B5EF4-FFF2-40B4-BE49-F238E27FC236}">
                  <a16:creationId xmlns:a16="http://schemas.microsoft.com/office/drawing/2014/main" id="{3EA29A0D-726E-4750-9F42-2123456F86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3072"/>
              <a:ext cx="0" cy="19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5" name="Line 25">
              <a:extLst>
                <a:ext uri="{FF2B5EF4-FFF2-40B4-BE49-F238E27FC236}">
                  <a16:creationId xmlns:a16="http://schemas.microsoft.com/office/drawing/2014/main" id="{8CCC88C3-0115-41C7-B725-A59458EFED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" y="3072"/>
              <a:ext cx="0" cy="19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6" name="Line 26">
              <a:extLst>
                <a:ext uri="{FF2B5EF4-FFF2-40B4-BE49-F238E27FC236}">
                  <a16:creationId xmlns:a16="http://schemas.microsoft.com/office/drawing/2014/main" id="{3B6B93DD-8918-4601-AACA-1EFE5676ED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" y="3072"/>
              <a:ext cx="0" cy="19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7" name="Line 27">
              <a:extLst>
                <a:ext uri="{FF2B5EF4-FFF2-40B4-BE49-F238E27FC236}">
                  <a16:creationId xmlns:a16="http://schemas.microsoft.com/office/drawing/2014/main" id="{42AD0606-8DFD-45B7-BB31-C0C9AD4515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6" y="3072"/>
              <a:ext cx="0" cy="19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4956" name="Text Box 28">
            <a:extLst>
              <a:ext uri="{FF2B5EF4-FFF2-40B4-BE49-F238E27FC236}">
                <a16:creationId xmlns:a16="http://schemas.microsoft.com/office/drawing/2014/main" id="{B2A9E8CF-5B29-4ED5-96E6-020230788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146550"/>
            <a:ext cx="2630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施主能级</a:t>
            </a:r>
          </a:p>
        </p:txBody>
      </p:sp>
      <p:grpSp>
        <p:nvGrpSpPr>
          <p:cNvPr id="4" name="Group 29">
            <a:extLst>
              <a:ext uri="{FF2B5EF4-FFF2-40B4-BE49-F238E27FC236}">
                <a16:creationId xmlns:a16="http://schemas.microsoft.com/office/drawing/2014/main" id="{D13D3C15-1201-4603-9324-F7FE06F49DD9}"/>
              </a:ext>
            </a:extLst>
          </p:cNvPr>
          <p:cNvGrpSpPr>
            <a:grpSpLocks/>
          </p:cNvGrpSpPr>
          <p:nvPr/>
        </p:nvGrpSpPr>
        <p:grpSpPr bwMode="auto">
          <a:xfrm>
            <a:off x="6275388" y="5286375"/>
            <a:ext cx="1393825" cy="214313"/>
            <a:chOff x="2592" y="3840"/>
            <a:chExt cx="672" cy="96"/>
          </a:xfrm>
        </p:grpSpPr>
        <p:sp>
          <p:nvSpPr>
            <p:cNvPr id="20510" name="Oval 30">
              <a:extLst>
                <a:ext uri="{FF2B5EF4-FFF2-40B4-BE49-F238E27FC236}">
                  <a16:creationId xmlns:a16="http://schemas.microsoft.com/office/drawing/2014/main" id="{DC4D3B9B-7D2D-41FD-B91A-38F4898C7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8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11" name="Oval 31">
              <a:extLst>
                <a:ext uri="{FF2B5EF4-FFF2-40B4-BE49-F238E27FC236}">
                  <a16:creationId xmlns:a16="http://schemas.microsoft.com/office/drawing/2014/main" id="{B58C32CE-E303-4DD7-ACB8-6C4AA5C47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8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12" name="Oval 32">
              <a:extLst>
                <a:ext uri="{FF2B5EF4-FFF2-40B4-BE49-F238E27FC236}">
                  <a16:creationId xmlns:a16="http://schemas.microsoft.com/office/drawing/2014/main" id="{D2C2C2D0-1916-449E-9399-EED4BB3F4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8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13" name="Oval 33">
              <a:extLst>
                <a:ext uri="{FF2B5EF4-FFF2-40B4-BE49-F238E27FC236}">
                  <a16:creationId xmlns:a16="http://schemas.microsoft.com/office/drawing/2014/main" id="{21AE73DD-2810-4F92-82A5-4C271A21A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8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" name="Group 34">
            <a:extLst>
              <a:ext uri="{FF2B5EF4-FFF2-40B4-BE49-F238E27FC236}">
                <a16:creationId xmlns:a16="http://schemas.microsoft.com/office/drawing/2014/main" id="{67F5A432-64AF-4C6D-BD33-65D24D1BBD60}"/>
              </a:ext>
            </a:extLst>
          </p:cNvPr>
          <p:cNvGrpSpPr>
            <a:grpSpLocks/>
          </p:cNvGrpSpPr>
          <p:nvPr/>
        </p:nvGrpSpPr>
        <p:grpSpPr bwMode="auto">
          <a:xfrm>
            <a:off x="6153150" y="3308350"/>
            <a:ext cx="1568450" cy="228600"/>
            <a:chOff x="2584" y="3264"/>
            <a:chExt cx="708" cy="96"/>
          </a:xfrm>
        </p:grpSpPr>
        <p:sp>
          <p:nvSpPr>
            <p:cNvPr id="20506" name="Oval 35">
              <a:extLst>
                <a:ext uri="{FF2B5EF4-FFF2-40B4-BE49-F238E27FC236}">
                  <a16:creationId xmlns:a16="http://schemas.microsoft.com/office/drawing/2014/main" id="{B898165F-8EA4-4FA6-8A86-8120FDBE8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4" y="32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07" name="Oval 36">
              <a:extLst>
                <a:ext uri="{FF2B5EF4-FFF2-40B4-BE49-F238E27FC236}">
                  <a16:creationId xmlns:a16="http://schemas.microsoft.com/office/drawing/2014/main" id="{9A1839BD-3F33-4F62-97BD-0BF39E979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2" y="32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08" name="Oval 37">
              <a:extLst>
                <a:ext uri="{FF2B5EF4-FFF2-40B4-BE49-F238E27FC236}">
                  <a16:creationId xmlns:a16="http://schemas.microsoft.com/office/drawing/2014/main" id="{DB97CFD5-CC7A-485B-996A-1B1AE8670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" y="32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09" name="Oval 38">
              <a:extLst>
                <a:ext uri="{FF2B5EF4-FFF2-40B4-BE49-F238E27FC236}">
                  <a16:creationId xmlns:a16="http://schemas.microsoft.com/office/drawing/2014/main" id="{74B8D100-2FA5-42B0-8206-CE5416EE5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6" y="32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6" name="Group 39">
            <a:extLst>
              <a:ext uri="{FF2B5EF4-FFF2-40B4-BE49-F238E27FC236}">
                <a16:creationId xmlns:a16="http://schemas.microsoft.com/office/drawing/2014/main" id="{5B172228-BC27-4B44-8878-1DA644723284}"/>
              </a:ext>
            </a:extLst>
          </p:cNvPr>
          <p:cNvGrpSpPr>
            <a:grpSpLocks/>
          </p:cNvGrpSpPr>
          <p:nvPr/>
        </p:nvGrpSpPr>
        <p:grpSpPr bwMode="auto">
          <a:xfrm>
            <a:off x="6251575" y="2622550"/>
            <a:ext cx="1368425" cy="644525"/>
            <a:chOff x="2626" y="2688"/>
            <a:chExt cx="590" cy="288"/>
          </a:xfrm>
        </p:grpSpPr>
        <p:sp>
          <p:nvSpPr>
            <p:cNvPr id="20502" name="Line 40">
              <a:extLst>
                <a:ext uri="{FF2B5EF4-FFF2-40B4-BE49-F238E27FC236}">
                  <a16:creationId xmlns:a16="http://schemas.microsoft.com/office/drawing/2014/main" id="{99EC9641-3DAA-4700-9E98-38B2929854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6" y="2688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3" name="Line 41">
              <a:extLst>
                <a:ext uri="{FF2B5EF4-FFF2-40B4-BE49-F238E27FC236}">
                  <a16:creationId xmlns:a16="http://schemas.microsoft.com/office/drawing/2014/main" id="{5EB8150B-D8D4-48B0-9121-A9F016DDEE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04" y="2688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4" name="Line 42">
              <a:extLst>
                <a:ext uri="{FF2B5EF4-FFF2-40B4-BE49-F238E27FC236}">
                  <a16:creationId xmlns:a16="http://schemas.microsoft.com/office/drawing/2014/main" id="{1E574D3A-001B-4A1B-AC05-3E0D9E8AE6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8" y="2688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5" name="Line 43">
              <a:extLst>
                <a:ext uri="{FF2B5EF4-FFF2-40B4-BE49-F238E27FC236}">
                  <a16:creationId xmlns:a16="http://schemas.microsoft.com/office/drawing/2014/main" id="{1F9FB321-98BC-47D6-A60E-654DB1BBD4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6" y="2688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4972" name="Rectangle 44">
            <a:extLst>
              <a:ext uri="{FF2B5EF4-FFF2-40B4-BE49-F238E27FC236}">
                <a16:creationId xmlns:a16="http://schemas.microsoft.com/office/drawing/2014/main" id="{45A63231-14BB-42CE-B27B-1D4677112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5956300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型半导体</a:t>
            </a:r>
          </a:p>
        </p:txBody>
      </p:sp>
      <p:sp>
        <p:nvSpPr>
          <p:cNvPr id="20501" name="Text Box 49">
            <a:extLst>
              <a:ext uri="{FF2B5EF4-FFF2-40B4-BE49-F238E27FC236}">
                <a16:creationId xmlns:a16="http://schemas.microsoft.com/office/drawing/2014/main" id="{5D573F6E-D9C3-4924-8241-D372A73B7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74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11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4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4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24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24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75"/>
                                        <p:tgtEl>
                                          <p:spTgt spid="12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75"/>
                                        <p:tgtEl>
                                          <p:spTgt spid="124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24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/>
      <p:bldP spid="124931" grpId="0" autoUpdateAnimBg="0"/>
      <p:bldP spid="124936" grpId="0"/>
      <p:bldP spid="124938" grpId="0" animBg="1"/>
      <p:bldP spid="124939" grpId="0" animBg="1"/>
      <p:bldP spid="124942" grpId="0" autoUpdateAnimBg="0"/>
      <p:bldP spid="124943" grpId="0" autoUpdateAnimBg="0"/>
      <p:bldP spid="124944" grpId="0" autoUpdateAnimBg="0"/>
      <p:bldP spid="124956" grpId="0" autoUpdateAnimBg="0"/>
      <p:bldP spid="12497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3075">
            <a:extLst>
              <a:ext uri="{FF2B5EF4-FFF2-40B4-BE49-F238E27FC236}">
                <a16:creationId xmlns:a16="http://schemas.microsoft.com/office/drawing/2014/main" id="{B349C224-1146-4EB6-87E4-305D22C62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88938"/>
            <a:ext cx="6696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</a:t>
            </a:r>
            <a:r>
              <a:rPr kumimoji="1"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型半导体</a:t>
            </a:r>
            <a:r>
              <a:rPr kumimoji="1" lang="en-US" altLang="zh-CN" sz="2800" b="1">
                <a:solidFill>
                  <a:schemeClr val="accent2"/>
                </a:solidFill>
                <a:latin typeface="宋体" panose="02010600030101010101" pitchFamily="2" charset="-122"/>
              </a:rPr>
              <a:t>——</a:t>
            </a:r>
            <a:r>
              <a:rPr kumimoji="1" lang="zh-CN" altLang="en-US" sz="2800" b="1">
                <a:solidFill>
                  <a:schemeClr val="accent2"/>
                </a:solidFill>
              </a:rPr>
              <a:t>空穴导电为主</a:t>
            </a:r>
          </a:p>
        </p:txBody>
      </p:sp>
      <p:sp>
        <p:nvSpPr>
          <p:cNvPr id="125956" name="Rectangle 3076">
            <a:extLst>
              <a:ext uri="{FF2B5EF4-FFF2-40B4-BE49-F238E27FC236}">
                <a16:creationId xmlns:a16="http://schemas.microsoft.com/office/drawing/2014/main" id="{43AF28B8-2E68-4A31-BBA9-27B167D39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25538"/>
            <a:ext cx="4876800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四价的元素中 掺入少量三价元素时形成 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型半导体，如：在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硅中掺入三价的硼杂质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，杂质原子的局部能级位于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满带顶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附近（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称为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受主能级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800" b="1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 一般温度下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满带中的电子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很容易 被激发跃迁至杂质能级上，满带中的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空穴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也将因此而大大增加，而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成为多数载流子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。从而半导体成为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空穴导电为主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 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型半导体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</a:p>
        </p:txBody>
      </p:sp>
      <p:sp>
        <p:nvSpPr>
          <p:cNvPr id="125961" name="Line 3081">
            <a:extLst>
              <a:ext uri="{FF2B5EF4-FFF2-40B4-BE49-F238E27FC236}">
                <a16:creationId xmlns:a16="http://schemas.microsoft.com/office/drawing/2014/main" id="{FD091A94-3F60-4445-B93B-41AD4A45CAF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5513" y="2166938"/>
            <a:ext cx="0" cy="3062287"/>
          </a:xfrm>
          <a:prstGeom prst="line">
            <a:avLst/>
          </a:prstGeom>
          <a:noFill/>
          <a:ln w="57150">
            <a:solidFill>
              <a:srgbClr val="FF99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962" name="Text Box 3082">
            <a:extLst>
              <a:ext uri="{FF2B5EF4-FFF2-40B4-BE49-F238E27FC236}">
                <a16:creationId xmlns:a16="http://schemas.microsoft.com/office/drawing/2014/main" id="{0FB07EC7-186F-4EF7-8271-0DE2AE736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1557338"/>
            <a:ext cx="1079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外场</a:t>
            </a:r>
            <a:endParaRPr kumimoji="1"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25963" name="Line 3083">
            <a:extLst>
              <a:ext uri="{FF2B5EF4-FFF2-40B4-BE49-F238E27FC236}">
                <a16:creationId xmlns:a16="http://schemas.microsoft.com/office/drawing/2014/main" id="{B6F89B09-6CDF-4E5D-BB37-6A5AC53597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51475" y="1654175"/>
            <a:ext cx="0" cy="342106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964" name="Rectangle 3084">
            <a:extLst>
              <a:ext uri="{FF2B5EF4-FFF2-40B4-BE49-F238E27FC236}">
                <a16:creationId xmlns:a16="http://schemas.microsoft.com/office/drawing/2014/main" id="{DF92D237-C64B-4E0F-B080-4674D7C48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1475" y="4535488"/>
            <a:ext cx="2871788" cy="5397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125965" name="Rectangle 3085">
            <a:extLst>
              <a:ext uri="{FF2B5EF4-FFF2-40B4-BE49-F238E27FC236}">
                <a16:creationId xmlns:a16="http://schemas.microsoft.com/office/drawing/2014/main" id="{F6C3B57B-AD2F-446D-8719-77DC4A4A7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1475" y="2733675"/>
            <a:ext cx="2871788" cy="5413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graphicFrame>
        <p:nvGraphicFramePr>
          <p:cNvPr id="125966" name="Object 3086">
            <a:extLst>
              <a:ext uri="{FF2B5EF4-FFF2-40B4-BE49-F238E27FC236}">
                <a16:creationId xmlns:a16="http://schemas.microsoft.com/office/drawing/2014/main" id="{2B163098-1747-4A7D-B796-DFB4D48EF1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57838" y="1585913"/>
          <a:ext cx="27940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4" name="Equation" r:id="rId3" imgW="241300" imgH="228600" progId="Equation.DSMT4">
                  <p:embed/>
                </p:oleObj>
              </mc:Choice>
              <mc:Fallback>
                <p:oleObj name="Equation" r:id="rId3" imgW="241300" imgH="228600" progId="Equation.DSMT4">
                  <p:embed/>
                  <p:pic>
                    <p:nvPicPr>
                      <p:cNvPr id="0" name="Object 30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838" y="1585913"/>
                        <a:ext cx="27940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7" name="Text Box 3087">
            <a:extLst>
              <a:ext uri="{FF2B5EF4-FFF2-40B4-BE49-F238E27FC236}">
                <a16:creationId xmlns:a16="http://schemas.microsoft.com/office/drawing/2014/main" id="{3B3A3E66-12F7-43F4-8A18-B7A1CC8A4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5613" y="4483100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满带</a:t>
            </a:r>
          </a:p>
        </p:txBody>
      </p:sp>
      <p:sp>
        <p:nvSpPr>
          <p:cNvPr id="125968" name="Text Box 3088">
            <a:extLst>
              <a:ext uri="{FF2B5EF4-FFF2-40B4-BE49-F238E27FC236}">
                <a16:creationId xmlns:a16="http://schemas.microsoft.com/office/drawing/2014/main" id="{7AD3B478-D83F-4643-99DC-4A1EA5CB1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475" y="2681288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导带</a:t>
            </a:r>
          </a:p>
        </p:txBody>
      </p:sp>
      <p:sp>
        <p:nvSpPr>
          <p:cNvPr id="125969" name="Line 3089">
            <a:extLst>
              <a:ext uri="{FF2B5EF4-FFF2-40B4-BE49-F238E27FC236}">
                <a16:creationId xmlns:a16="http://schemas.microsoft.com/office/drawing/2014/main" id="{E148E7BD-5CCA-48D0-BECC-518724ADFF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1475" y="4175125"/>
            <a:ext cx="2871788" cy="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090">
            <a:extLst>
              <a:ext uri="{FF2B5EF4-FFF2-40B4-BE49-F238E27FC236}">
                <a16:creationId xmlns:a16="http://schemas.microsoft.com/office/drawing/2014/main" id="{E4F90BEB-D0A2-4D36-B2A2-D7A3DBF60EF9}"/>
              </a:ext>
            </a:extLst>
          </p:cNvPr>
          <p:cNvGrpSpPr>
            <a:grpSpLocks/>
          </p:cNvGrpSpPr>
          <p:nvPr/>
        </p:nvGrpSpPr>
        <p:grpSpPr bwMode="auto">
          <a:xfrm>
            <a:off x="6548438" y="4895850"/>
            <a:ext cx="1182687" cy="179388"/>
            <a:chOff x="4608" y="3984"/>
            <a:chExt cx="672" cy="96"/>
          </a:xfrm>
        </p:grpSpPr>
        <p:sp>
          <p:nvSpPr>
            <p:cNvPr id="21550" name="Oval 3091">
              <a:extLst>
                <a:ext uri="{FF2B5EF4-FFF2-40B4-BE49-F238E27FC236}">
                  <a16:creationId xmlns:a16="http://schemas.microsoft.com/office/drawing/2014/main" id="{BE37C519-7F95-4ADB-96C2-174AF7CE6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984"/>
              <a:ext cx="96" cy="9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51" name="Oval 3092">
              <a:extLst>
                <a:ext uri="{FF2B5EF4-FFF2-40B4-BE49-F238E27FC236}">
                  <a16:creationId xmlns:a16="http://schemas.microsoft.com/office/drawing/2014/main" id="{A3B04B53-5A22-45B8-A2E8-308E0335A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984"/>
              <a:ext cx="96" cy="9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52" name="Oval 3093">
              <a:extLst>
                <a:ext uri="{FF2B5EF4-FFF2-40B4-BE49-F238E27FC236}">
                  <a16:creationId xmlns:a16="http://schemas.microsoft.com/office/drawing/2014/main" id="{69EFDBF5-8F05-4A2F-AFAC-62A2ABD44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984"/>
              <a:ext cx="96" cy="9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53" name="Oval 3094">
              <a:extLst>
                <a:ext uri="{FF2B5EF4-FFF2-40B4-BE49-F238E27FC236}">
                  <a16:creationId xmlns:a16="http://schemas.microsoft.com/office/drawing/2014/main" id="{B4A27CF0-61EB-4BE8-89C8-C4AF3D1B9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3984"/>
              <a:ext cx="96" cy="9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</p:grpSp>
      <p:sp>
        <p:nvSpPr>
          <p:cNvPr id="125975" name="Rectangle 3095">
            <a:extLst>
              <a:ext uri="{FF2B5EF4-FFF2-40B4-BE49-F238E27FC236}">
                <a16:creationId xmlns:a16="http://schemas.microsoft.com/office/drawing/2014/main" id="{F074997E-C7EF-4B14-9F75-6E4A7E851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3573463"/>
            <a:ext cx="2398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受主能级</a:t>
            </a:r>
          </a:p>
        </p:txBody>
      </p:sp>
      <p:grpSp>
        <p:nvGrpSpPr>
          <p:cNvPr id="3" name="Group 3096">
            <a:extLst>
              <a:ext uri="{FF2B5EF4-FFF2-40B4-BE49-F238E27FC236}">
                <a16:creationId xmlns:a16="http://schemas.microsoft.com/office/drawing/2014/main" id="{F34F04F8-F815-4C0E-A900-11A593EA56E4}"/>
              </a:ext>
            </a:extLst>
          </p:cNvPr>
          <p:cNvGrpSpPr>
            <a:grpSpLocks/>
          </p:cNvGrpSpPr>
          <p:nvPr/>
        </p:nvGrpSpPr>
        <p:grpSpPr bwMode="auto">
          <a:xfrm>
            <a:off x="6634163" y="4265613"/>
            <a:ext cx="1012825" cy="449262"/>
            <a:chOff x="4656" y="3648"/>
            <a:chExt cx="576" cy="240"/>
          </a:xfrm>
        </p:grpSpPr>
        <p:sp>
          <p:nvSpPr>
            <p:cNvPr id="21546" name="Line 3097">
              <a:extLst>
                <a:ext uri="{FF2B5EF4-FFF2-40B4-BE49-F238E27FC236}">
                  <a16:creationId xmlns:a16="http://schemas.microsoft.com/office/drawing/2014/main" id="{B8685338-DB8F-4D0B-9941-B4FA168C63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6" y="3648"/>
              <a:ext cx="0" cy="24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7" name="Line 3098">
              <a:extLst>
                <a:ext uri="{FF2B5EF4-FFF2-40B4-BE49-F238E27FC236}">
                  <a16:creationId xmlns:a16="http://schemas.microsoft.com/office/drawing/2014/main" id="{5BBCDDCE-75A0-462D-B9F3-F6B0E20FC4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3648"/>
              <a:ext cx="0" cy="24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8" name="Line 3099">
              <a:extLst>
                <a:ext uri="{FF2B5EF4-FFF2-40B4-BE49-F238E27FC236}">
                  <a16:creationId xmlns:a16="http://schemas.microsoft.com/office/drawing/2014/main" id="{48BF70DD-F9F0-4B8B-A47B-9E17E1DFAF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40" y="3648"/>
              <a:ext cx="0" cy="24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9" name="Line 3100">
              <a:extLst>
                <a:ext uri="{FF2B5EF4-FFF2-40B4-BE49-F238E27FC236}">
                  <a16:creationId xmlns:a16="http://schemas.microsoft.com/office/drawing/2014/main" id="{04294CDC-462A-4DEA-9642-73AA047D91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2" y="3648"/>
              <a:ext cx="0" cy="24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3101">
            <a:extLst>
              <a:ext uri="{FF2B5EF4-FFF2-40B4-BE49-F238E27FC236}">
                <a16:creationId xmlns:a16="http://schemas.microsoft.com/office/drawing/2014/main" id="{229E57DD-602C-49ED-8F89-3B2A9386BDF9}"/>
              </a:ext>
            </a:extLst>
          </p:cNvPr>
          <p:cNvGrpSpPr>
            <a:grpSpLocks/>
          </p:cNvGrpSpPr>
          <p:nvPr/>
        </p:nvGrpSpPr>
        <p:grpSpPr bwMode="auto">
          <a:xfrm>
            <a:off x="6548438" y="4714875"/>
            <a:ext cx="1182687" cy="180975"/>
            <a:chOff x="4608" y="3888"/>
            <a:chExt cx="672" cy="96"/>
          </a:xfrm>
        </p:grpSpPr>
        <p:sp>
          <p:nvSpPr>
            <p:cNvPr id="21542" name="Oval 3102">
              <a:extLst>
                <a:ext uri="{FF2B5EF4-FFF2-40B4-BE49-F238E27FC236}">
                  <a16:creationId xmlns:a16="http://schemas.microsoft.com/office/drawing/2014/main" id="{55BEAC1F-6B56-423B-9BA8-1A2146D62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8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43" name="Oval 3103">
              <a:extLst>
                <a:ext uri="{FF2B5EF4-FFF2-40B4-BE49-F238E27FC236}">
                  <a16:creationId xmlns:a16="http://schemas.microsoft.com/office/drawing/2014/main" id="{34536840-CAFC-45A9-8470-07B4D1305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8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44" name="Oval 3104">
              <a:extLst>
                <a:ext uri="{FF2B5EF4-FFF2-40B4-BE49-F238E27FC236}">
                  <a16:creationId xmlns:a16="http://schemas.microsoft.com/office/drawing/2014/main" id="{C7233C54-6BA6-4938-972D-D07C3E7D7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8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45" name="Oval 3105">
              <a:extLst>
                <a:ext uri="{FF2B5EF4-FFF2-40B4-BE49-F238E27FC236}">
                  <a16:creationId xmlns:a16="http://schemas.microsoft.com/office/drawing/2014/main" id="{99C1AB61-DE45-4322-92C6-D82D6C35F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38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</p:grpSp>
      <p:grpSp>
        <p:nvGrpSpPr>
          <p:cNvPr id="5" name="Group 3106">
            <a:extLst>
              <a:ext uri="{FF2B5EF4-FFF2-40B4-BE49-F238E27FC236}">
                <a16:creationId xmlns:a16="http://schemas.microsoft.com/office/drawing/2014/main" id="{A101EAD3-526E-41A9-8B00-35387B0511D5}"/>
              </a:ext>
            </a:extLst>
          </p:cNvPr>
          <p:cNvGrpSpPr>
            <a:grpSpLocks/>
          </p:cNvGrpSpPr>
          <p:nvPr/>
        </p:nvGrpSpPr>
        <p:grpSpPr bwMode="auto">
          <a:xfrm>
            <a:off x="6548438" y="4084638"/>
            <a:ext cx="1182687" cy="180975"/>
            <a:chOff x="4608" y="3552"/>
            <a:chExt cx="672" cy="96"/>
          </a:xfrm>
        </p:grpSpPr>
        <p:sp>
          <p:nvSpPr>
            <p:cNvPr id="21534" name="Oval 3107">
              <a:extLst>
                <a:ext uri="{FF2B5EF4-FFF2-40B4-BE49-F238E27FC236}">
                  <a16:creationId xmlns:a16="http://schemas.microsoft.com/office/drawing/2014/main" id="{9B92DADA-273C-4076-B1E6-0D807D08D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552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35" name="Oval 3108">
              <a:extLst>
                <a:ext uri="{FF2B5EF4-FFF2-40B4-BE49-F238E27FC236}">
                  <a16:creationId xmlns:a16="http://schemas.microsoft.com/office/drawing/2014/main" id="{F3F27C62-24FB-4220-807A-CDE47BC46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552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36" name="Oval 3109">
              <a:extLst>
                <a:ext uri="{FF2B5EF4-FFF2-40B4-BE49-F238E27FC236}">
                  <a16:creationId xmlns:a16="http://schemas.microsoft.com/office/drawing/2014/main" id="{B5B6E6BA-C620-4B42-9819-C46444B34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552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37" name="Oval 3110">
              <a:extLst>
                <a:ext uri="{FF2B5EF4-FFF2-40B4-BE49-F238E27FC236}">
                  <a16:creationId xmlns:a16="http://schemas.microsoft.com/office/drawing/2014/main" id="{683240BA-D2B7-42F2-BD4F-E8B9B434F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3552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38" name="Oval 3111">
              <a:extLst>
                <a:ext uri="{FF2B5EF4-FFF2-40B4-BE49-F238E27FC236}">
                  <a16:creationId xmlns:a16="http://schemas.microsoft.com/office/drawing/2014/main" id="{0C6BA7AD-7707-40CB-824F-5D12FB52F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55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39" name="Oval 3112">
              <a:extLst>
                <a:ext uri="{FF2B5EF4-FFF2-40B4-BE49-F238E27FC236}">
                  <a16:creationId xmlns:a16="http://schemas.microsoft.com/office/drawing/2014/main" id="{82B32415-3DF3-4392-AF1C-F1D423E2F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55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40" name="Oval 3113">
              <a:extLst>
                <a:ext uri="{FF2B5EF4-FFF2-40B4-BE49-F238E27FC236}">
                  <a16:creationId xmlns:a16="http://schemas.microsoft.com/office/drawing/2014/main" id="{CEC8F040-E64A-44FD-85E3-8F321C0E6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55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41" name="Oval 3114">
              <a:extLst>
                <a:ext uri="{FF2B5EF4-FFF2-40B4-BE49-F238E27FC236}">
                  <a16:creationId xmlns:a16="http://schemas.microsoft.com/office/drawing/2014/main" id="{73438CBB-B99D-40CF-8592-E58F20B2A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355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</p:grpSp>
      <p:grpSp>
        <p:nvGrpSpPr>
          <p:cNvPr id="6" name="Group 3115">
            <a:extLst>
              <a:ext uri="{FF2B5EF4-FFF2-40B4-BE49-F238E27FC236}">
                <a16:creationId xmlns:a16="http://schemas.microsoft.com/office/drawing/2014/main" id="{4F595B69-5187-446E-8557-CFA6A2FF0F80}"/>
              </a:ext>
            </a:extLst>
          </p:cNvPr>
          <p:cNvGrpSpPr>
            <a:grpSpLocks/>
          </p:cNvGrpSpPr>
          <p:nvPr/>
        </p:nvGrpSpPr>
        <p:grpSpPr bwMode="auto">
          <a:xfrm>
            <a:off x="6548438" y="4714875"/>
            <a:ext cx="1182687" cy="180975"/>
            <a:chOff x="4608" y="3456"/>
            <a:chExt cx="672" cy="96"/>
          </a:xfrm>
        </p:grpSpPr>
        <p:sp>
          <p:nvSpPr>
            <p:cNvPr id="21530" name="Oval 3116">
              <a:extLst>
                <a:ext uri="{FF2B5EF4-FFF2-40B4-BE49-F238E27FC236}">
                  <a16:creationId xmlns:a16="http://schemas.microsoft.com/office/drawing/2014/main" id="{AC2853C7-EC67-4DC1-AB49-00AED8337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456"/>
              <a:ext cx="96" cy="9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31" name="Oval 3117">
              <a:extLst>
                <a:ext uri="{FF2B5EF4-FFF2-40B4-BE49-F238E27FC236}">
                  <a16:creationId xmlns:a16="http://schemas.microsoft.com/office/drawing/2014/main" id="{201FF534-3088-464B-9A92-242A50E66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456"/>
              <a:ext cx="96" cy="9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32" name="Oval 3118">
              <a:extLst>
                <a:ext uri="{FF2B5EF4-FFF2-40B4-BE49-F238E27FC236}">
                  <a16:creationId xmlns:a16="http://schemas.microsoft.com/office/drawing/2014/main" id="{66CF7F05-7205-44A5-84B5-473089A88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456"/>
              <a:ext cx="96" cy="9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21533" name="Oval 3119">
              <a:extLst>
                <a:ext uri="{FF2B5EF4-FFF2-40B4-BE49-F238E27FC236}">
                  <a16:creationId xmlns:a16="http://schemas.microsoft.com/office/drawing/2014/main" id="{2BC5A059-B067-4A47-B3E1-66E2C737A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3456"/>
              <a:ext cx="96" cy="9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Group 3120">
            <a:extLst>
              <a:ext uri="{FF2B5EF4-FFF2-40B4-BE49-F238E27FC236}">
                <a16:creationId xmlns:a16="http://schemas.microsoft.com/office/drawing/2014/main" id="{B3007CD1-56BC-4EFA-9B37-93501A7D601A}"/>
              </a:ext>
            </a:extLst>
          </p:cNvPr>
          <p:cNvGrpSpPr>
            <a:grpSpLocks/>
          </p:cNvGrpSpPr>
          <p:nvPr/>
        </p:nvGrpSpPr>
        <p:grpSpPr bwMode="auto">
          <a:xfrm>
            <a:off x="6634163" y="5075238"/>
            <a:ext cx="1012825" cy="450850"/>
            <a:chOff x="4656" y="4080"/>
            <a:chExt cx="576" cy="240"/>
          </a:xfrm>
        </p:grpSpPr>
        <p:sp>
          <p:nvSpPr>
            <p:cNvPr id="21526" name="Line 3121">
              <a:extLst>
                <a:ext uri="{FF2B5EF4-FFF2-40B4-BE49-F238E27FC236}">
                  <a16:creationId xmlns:a16="http://schemas.microsoft.com/office/drawing/2014/main" id="{ED1F4D41-700C-4A01-8E07-6E62165DEB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4656" y="4080"/>
              <a:ext cx="0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7" name="Line 3122">
              <a:extLst>
                <a:ext uri="{FF2B5EF4-FFF2-40B4-BE49-F238E27FC236}">
                  <a16:creationId xmlns:a16="http://schemas.microsoft.com/office/drawing/2014/main" id="{64BB5A81-0C56-4549-B101-A96CECF8F0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4848" y="4080"/>
              <a:ext cx="0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8" name="Line 3123">
              <a:extLst>
                <a:ext uri="{FF2B5EF4-FFF2-40B4-BE49-F238E27FC236}">
                  <a16:creationId xmlns:a16="http://schemas.microsoft.com/office/drawing/2014/main" id="{92104D35-E1C9-493A-BABB-E17CC540220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5040" y="4080"/>
              <a:ext cx="0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9" name="Line 3124">
              <a:extLst>
                <a:ext uri="{FF2B5EF4-FFF2-40B4-BE49-F238E27FC236}">
                  <a16:creationId xmlns:a16="http://schemas.microsoft.com/office/drawing/2014/main" id="{F1733332-08A3-4DA1-92C9-6DBCFCCE205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5232" y="4080"/>
              <a:ext cx="0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6005" name="Text Box 3125">
            <a:extLst>
              <a:ext uri="{FF2B5EF4-FFF2-40B4-BE49-F238E27FC236}">
                <a16:creationId xmlns:a16="http://schemas.microsoft.com/office/drawing/2014/main" id="{2D02F2B6-05D6-43B7-9245-9756793E6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8675" y="5629275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型半导体</a:t>
            </a:r>
            <a:endParaRPr kumimoji="1" lang="zh-CN" altLang="en-US" sz="24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21525" name="Text Box 3151">
            <a:extLst>
              <a:ext uri="{FF2B5EF4-FFF2-40B4-BE49-F238E27FC236}">
                <a16:creationId xmlns:a16="http://schemas.microsoft.com/office/drawing/2014/main" id="{16F8D243-8BE2-45FB-AE41-87D8AEF72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12</a:t>
            </a:r>
            <a:endParaRPr lang="en-US" altLang="zh-CN" sz="18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6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6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2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5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75"/>
                                        <p:tgtEl>
                                          <p:spTgt spid="125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75"/>
                                        <p:tgtEl>
                                          <p:spTgt spid="12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2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/>
      <p:bldP spid="125956" grpId="0" autoUpdateAnimBg="0"/>
      <p:bldP spid="125962" grpId="0" autoUpdateAnimBg="0"/>
      <p:bldP spid="125964" grpId="0" animBg="1"/>
      <p:bldP spid="125965" grpId="0" animBg="1"/>
      <p:bldP spid="125967" grpId="0" autoUpdateAnimBg="0"/>
      <p:bldP spid="125968" grpId="0" autoUpdateAnimBg="0"/>
      <p:bldP spid="125975" grpId="0" autoUpdateAnimBg="0"/>
      <p:bldP spid="12600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5" name="Rectangle 3">
            <a:extLst>
              <a:ext uri="{FF2B5EF4-FFF2-40B4-BE49-F238E27FC236}">
                <a16:creationId xmlns:a16="http://schemas.microsoft.com/office/drawing/2014/main" id="{D873A532-7F53-4B44-B214-C3B43A585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5008563"/>
            <a:ext cx="440055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   交界处出现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正、 负电偶层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阻挡继续扩散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达到平衡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, 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形成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P-N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结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约 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0.1 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m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厚。 </a:t>
            </a:r>
            <a:endParaRPr kumimoji="1" lang="zh-CN" altLang="en-US" sz="24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9316" name="Rectangle 4">
            <a:extLst>
              <a:ext uri="{FF2B5EF4-FFF2-40B4-BE49-F238E27FC236}">
                <a16:creationId xmlns:a16="http://schemas.microsoft.com/office/drawing/2014/main" id="{8D456BD1-097A-46C3-80E3-3F7669155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63" y="898525"/>
            <a:ext cx="68627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</a:rPr>
              <a:t>形成：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</a:rPr>
              <a:t>型与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</a:rPr>
              <a:t>型半导体密切接触</a:t>
            </a:r>
          </a:p>
        </p:txBody>
      </p:sp>
      <p:sp>
        <p:nvSpPr>
          <p:cNvPr id="269317" name="AutoShape 5">
            <a:extLst>
              <a:ext uri="{FF2B5EF4-FFF2-40B4-BE49-F238E27FC236}">
                <a16:creationId xmlns:a16="http://schemas.microsoft.com/office/drawing/2014/main" id="{5AACBF3E-DD56-4814-9278-620433733276}"/>
              </a:ext>
            </a:extLst>
          </p:cNvPr>
          <p:cNvSpPr>
            <a:spLocks/>
          </p:cNvSpPr>
          <p:nvPr/>
        </p:nvSpPr>
        <p:spPr bwMode="auto">
          <a:xfrm>
            <a:off x="1325563" y="3275013"/>
            <a:ext cx="228600" cy="685800"/>
          </a:xfrm>
          <a:prstGeom prst="leftBrace">
            <a:avLst>
              <a:gd name="adj1" fmla="val 25000"/>
              <a:gd name="adj2" fmla="val 53125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9318" name="Text Box 6">
            <a:hlinkClick r:id="rId3" action="ppaction://hlinkfile"/>
            <a:extLst>
              <a:ext uri="{FF2B5EF4-FFF2-40B4-BE49-F238E27FC236}">
                <a16:creationId xmlns:a16="http://schemas.microsoft.com/office/drawing/2014/main" id="{0A94FD61-00E9-4EBF-B66F-71ABEC48F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5538" y="135255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P-N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结</a:t>
            </a:r>
          </a:p>
        </p:txBody>
      </p:sp>
      <p:sp>
        <p:nvSpPr>
          <p:cNvPr id="269319" name="Rectangle 7">
            <a:extLst>
              <a:ext uri="{FF2B5EF4-FFF2-40B4-BE49-F238E27FC236}">
                <a16:creationId xmlns:a16="http://schemas.microsoft.com/office/drawing/2014/main" id="{D0B328AE-F844-4BB2-BDF4-C3324D2B4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0" y="3179763"/>
            <a:ext cx="4876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B05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800" b="1">
                <a:solidFill>
                  <a:srgbClr val="00B050"/>
                </a:solidFill>
                <a:latin typeface="Times New Roman" panose="02020603050405020304" pitchFamily="18" charset="0"/>
              </a:rPr>
              <a:t>型中的空穴将向</a:t>
            </a:r>
            <a:r>
              <a:rPr kumimoji="1" lang="en-US" altLang="zh-CN" b="1">
                <a:solidFill>
                  <a:srgbClr val="00B05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>
                <a:solidFill>
                  <a:srgbClr val="00B050"/>
                </a:solidFill>
                <a:latin typeface="Times New Roman" panose="02020603050405020304" pitchFamily="18" charset="0"/>
              </a:rPr>
              <a:t>型扩散，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B05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>
                <a:solidFill>
                  <a:srgbClr val="00B050"/>
                </a:solidFill>
                <a:latin typeface="Times New Roman" panose="02020603050405020304" pitchFamily="18" charset="0"/>
              </a:rPr>
              <a:t>型中的电子将向</a:t>
            </a:r>
            <a:r>
              <a:rPr kumimoji="1" lang="en-US" altLang="zh-CN" b="1">
                <a:solidFill>
                  <a:srgbClr val="00B05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800" b="1">
                <a:solidFill>
                  <a:srgbClr val="00B050"/>
                </a:solidFill>
                <a:latin typeface="Times New Roman" panose="02020603050405020304" pitchFamily="18" charset="0"/>
              </a:rPr>
              <a:t>型扩散</a:t>
            </a:r>
            <a:r>
              <a:rPr kumimoji="1" lang="en-US" altLang="zh-CN" sz="2800" b="1">
                <a:solidFill>
                  <a:srgbClr val="00B050"/>
                </a:solidFill>
                <a:latin typeface="Times New Roman" panose="02020603050405020304" pitchFamily="18" charset="0"/>
              </a:rPr>
              <a:t>.                      </a:t>
            </a:r>
          </a:p>
        </p:txBody>
      </p:sp>
      <p:grpSp>
        <p:nvGrpSpPr>
          <p:cNvPr id="269320" name="Group 8">
            <a:extLst>
              <a:ext uri="{FF2B5EF4-FFF2-40B4-BE49-F238E27FC236}">
                <a16:creationId xmlns:a16="http://schemas.microsoft.com/office/drawing/2014/main" id="{C65F96D9-9C05-4854-AAA9-D911DA5FB1A6}"/>
              </a:ext>
            </a:extLst>
          </p:cNvPr>
          <p:cNvGrpSpPr>
            <a:grpSpLocks/>
          </p:cNvGrpSpPr>
          <p:nvPr/>
        </p:nvGrpSpPr>
        <p:grpSpPr bwMode="auto">
          <a:xfrm>
            <a:off x="2484438" y="1358900"/>
            <a:ext cx="3657600" cy="1768475"/>
            <a:chOff x="3360" y="326"/>
            <a:chExt cx="2304" cy="1114"/>
          </a:xfrm>
        </p:grpSpPr>
        <p:sp>
          <p:nvSpPr>
            <p:cNvPr id="22664" name="Rectangle 9">
              <a:extLst>
                <a:ext uri="{FF2B5EF4-FFF2-40B4-BE49-F238E27FC236}">
                  <a16:creationId xmlns:a16="http://schemas.microsoft.com/office/drawing/2014/main" id="{E61C6C3C-1662-4277-B072-73F2D6E78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672"/>
              <a:ext cx="2304" cy="76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665" name="Line 10">
              <a:extLst>
                <a:ext uri="{FF2B5EF4-FFF2-40B4-BE49-F238E27FC236}">
                  <a16:creationId xmlns:a16="http://schemas.microsoft.com/office/drawing/2014/main" id="{F8C23B11-31CF-4D9C-A12A-E31BE9739D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672"/>
              <a:ext cx="0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6" name="Line 11">
              <a:extLst>
                <a:ext uri="{FF2B5EF4-FFF2-40B4-BE49-F238E27FC236}">
                  <a16:creationId xmlns:a16="http://schemas.microsoft.com/office/drawing/2014/main" id="{0D0F8B2A-605C-42AC-AE25-4D4F74F6F5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68" y="720"/>
              <a:ext cx="144" cy="4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7" name="Line 12">
              <a:extLst>
                <a:ext uri="{FF2B5EF4-FFF2-40B4-BE49-F238E27FC236}">
                  <a16:creationId xmlns:a16="http://schemas.microsoft.com/office/drawing/2014/main" id="{07CD8E6B-808F-4F57-85AB-E4F6D0E52F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68" y="1056"/>
              <a:ext cx="144" cy="4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8" name="Line 13">
              <a:extLst>
                <a:ext uri="{FF2B5EF4-FFF2-40B4-BE49-F238E27FC236}">
                  <a16:creationId xmlns:a16="http://schemas.microsoft.com/office/drawing/2014/main" id="{9299C14D-CE68-44E4-A09E-2AE1405B7F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68" y="912"/>
              <a:ext cx="19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9" name="Line 14">
              <a:extLst>
                <a:ext uri="{FF2B5EF4-FFF2-40B4-BE49-F238E27FC236}">
                  <a16:creationId xmlns:a16="http://schemas.microsoft.com/office/drawing/2014/main" id="{9CB28C6E-D1D4-4092-98D9-4C09592F20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248"/>
              <a:ext cx="144" cy="4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70" name="Line 15">
              <a:extLst>
                <a:ext uri="{FF2B5EF4-FFF2-40B4-BE49-F238E27FC236}">
                  <a16:creationId xmlns:a16="http://schemas.microsoft.com/office/drawing/2014/main" id="{E2FE4778-1FA7-40EE-BF0C-152DD394F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344"/>
              <a:ext cx="192" cy="4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71" name="Line 16">
              <a:extLst>
                <a:ext uri="{FF2B5EF4-FFF2-40B4-BE49-F238E27FC236}">
                  <a16:creationId xmlns:a16="http://schemas.microsoft.com/office/drawing/2014/main" id="{306A8319-3CD5-4BA3-A7F5-B23A88FE98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200"/>
              <a:ext cx="192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72" name="Line 17">
              <a:extLst>
                <a:ext uri="{FF2B5EF4-FFF2-40B4-BE49-F238E27FC236}">
                  <a16:creationId xmlns:a16="http://schemas.microsoft.com/office/drawing/2014/main" id="{7C3B6A5B-ADB8-4374-A5C1-954FB0FB5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960"/>
              <a:ext cx="144" cy="4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73" name="Line 18">
              <a:extLst>
                <a:ext uri="{FF2B5EF4-FFF2-40B4-BE49-F238E27FC236}">
                  <a16:creationId xmlns:a16="http://schemas.microsoft.com/office/drawing/2014/main" id="{5604A38D-154A-412D-8512-5FAF4D44F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768"/>
              <a:ext cx="192" cy="4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74" name="Text Box 19">
              <a:extLst>
                <a:ext uri="{FF2B5EF4-FFF2-40B4-BE49-F238E27FC236}">
                  <a16:creationId xmlns:a16="http://schemas.microsoft.com/office/drawing/2014/main" id="{4C949E14-BE90-4ADF-BAF8-1157440506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9" y="355"/>
              <a:ext cx="5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zh-CN" altLang="zh-CN" sz="2800">
                  <a:solidFill>
                    <a:schemeClr val="tx2"/>
                  </a:solidFill>
                  <a:latin typeface="Times New Roman" panose="02020603050405020304" pitchFamily="18" charset="0"/>
                </a:rPr>
                <a:t>型</a:t>
              </a:r>
              <a:endPara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675" name="Text Box 20">
              <a:extLst>
                <a:ext uri="{FF2B5EF4-FFF2-40B4-BE49-F238E27FC236}">
                  <a16:creationId xmlns:a16="http://schemas.microsoft.com/office/drawing/2014/main" id="{AA0C7079-6FDF-46E7-A6E7-61B2C111C2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0" y="326"/>
              <a:ext cx="4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</a:rPr>
                <a:t>P</a:t>
              </a:r>
              <a:r>
                <a: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rPr>
                <a:t>型</a:t>
              </a:r>
            </a:p>
          </p:txBody>
        </p:sp>
        <p:grpSp>
          <p:nvGrpSpPr>
            <p:cNvPr id="22676" name="Group 21">
              <a:extLst>
                <a:ext uri="{FF2B5EF4-FFF2-40B4-BE49-F238E27FC236}">
                  <a16:creationId xmlns:a16="http://schemas.microsoft.com/office/drawing/2014/main" id="{5D143902-4070-4E5E-8417-1678749D61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720"/>
              <a:ext cx="1008" cy="672"/>
              <a:chOff x="3072" y="1152"/>
              <a:chExt cx="1008" cy="672"/>
            </a:xfrm>
          </p:grpSpPr>
          <p:sp>
            <p:nvSpPr>
              <p:cNvPr id="22712" name="Oval 22">
                <a:extLst>
                  <a:ext uri="{FF2B5EF4-FFF2-40B4-BE49-F238E27FC236}">
                    <a16:creationId xmlns:a16="http://schemas.microsoft.com/office/drawing/2014/main" id="{5C4EE0DF-CAC9-4816-821A-849AFF72E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163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13" name="Oval 23">
                <a:extLst>
                  <a:ext uri="{FF2B5EF4-FFF2-40B4-BE49-F238E27FC236}">
                    <a16:creationId xmlns:a16="http://schemas.microsoft.com/office/drawing/2014/main" id="{A7AA2F30-4071-41C5-BECD-FCB2D5B11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48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14" name="Oval 24">
                <a:extLst>
                  <a:ext uri="{FF2B5EF4-FFF2-40B4-BE49-F238E27FC236}">
                    <a16:creationId xmlns:a16="http://schemas.microsoft.com/office/drawing/2014/main" id="{1AB3DCB4-CF98-4829-A9B5-DD3E847130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536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15" name="Oval 25">
                <a:extLst>
                  <a:ext uri="{FF2B5EF4-FFF2-40B4-BE49-F238E27FC236}">
                    <a16:creationId xmlns:a16="http://schemas.microsoft.com/office/drawing/2014/main" id="{19DAB655-BA7D-44F4-A534-A1AFBF03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680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16" name="Oval 26">
                <a:extLst>
                  <a:ext uri="{FF2B5EF4-FFF2-40B4-BE49-F238E27FC236}">
                    <a16:creationId xmlns:a16="http://schemas.microsoft.com/office/drawing/2014/main" id="{E33F2F8C-8EB7-4D61-A94E-C945EE8F9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296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17" name="Oval 27">
                <a:extLst>
                  <a:ext uri="{FF2B5EF4-FFF2-40B4-BE49-F238E27FC236}">
                    <a16:creationId xmlns:a16="http://schemas.microsoft.com/office/drawing/2014/main" id="{A6FC5872-4395-4DA5-BDFC-F676F571F3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24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18" name="Oval 28">
                <a:extLst>
                  <a:ext uri="{FF2B5EF4-FFF2-40B4-BE49-F238E27FC236}">
                    <a16:creationId xmlns:a16="http://schemas.microsoft.com/office/drawing/2014/main" id="{017581CD-A0B6-4FF1-B194-6E2D6273B0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48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19" name="Oval 29">
                <a:extLst>
                  <a:ext uri="{FF2B5EF4-FFF2-40B4-BE49-F238E27FC236}">
                    <a16:creationId xmlns:a16="http://schemas.microsoft.com/office/drawing/2014/main" id="{C4F726F9-0180-4415-BCA3-BD78DF2D50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1440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20" name="Oval 30">
                <a:extLst>
                  <a:ext uri="{FF2B5EF4-FFF2-40B4-BE49-F238E27FC236}">
                    <a16:creationId xmlns:a16="http://schemas.microsoft.com/office/drawing/2014/main" id="{E9A419D8-24C5-4B3A-8443-7C12DD106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200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21" name="Oval 31">
                <a:extLst>
                  <a:ext uri="{FF2B5EF4-FFF2-40B4-BE49-F238E27FC236}">
                    <a16:creationId xmlns:a16="http://schemas.microsoft.com/office/drawing/2014/main" id="{41A628CA-6984-411B-9476-0DE121C5E6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163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22" name="Oval 32">
                <a:extLst>
                  <a:ext uri="{FF2B5EF4-FFF2-40B4-BE49-F238E27FC236}">
                    <a16:creationId xmlns:a16="http://schemas.microsoft.com/office/drawing/2014/main" id="{504ACDAD-867C-45ED-8B95-80091D74E3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24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23" name="Oval 33">
                <a:extLst>
                  <a:ext uri="{FF2B5EF4-FFF2-40B4-BE49-F238E27FC236}">
                    <a16:creationId xmlns:a16="http://schemas.microsoft.com/office/drawing/2014/main" id="{0209F8F4-4E85-47BD-9DC3-715AB0AA23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680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24" name="Oval 34">
                <a:extLst>
                  <a:ext uri="{FF2B5EF4-FFF2-40B4-BE49-F238E27FC236}">
                    <a16:creationId xmlns:a16="http://schemas.microsoft.com/office/drawing/2014/main" id="{EF76F77D-AF77-49F0-8829-D4EBA2BE2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158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25" name="Oval 35">
                <a:extLst>
                  <a:ext uri="{FF2B5EF4-FFF2-40B4-BE49-F238E27FC236}">
                    <a16:creationId xmlns:a16="http://schemas.microsoft.com/office/drawing/2014/main" id="{58744B4D-C600-423B-9337-89816639AA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115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26" name="Oval 36">
                <a:extLst>
                  <a:ext uri="{FF2B5EF4-FFF2-40B4-BE49-F238E27FC236}">
                    <a16:creationId xmlns:a16="http://schemas.microsoft.com/office/drawing/2014/main" id="{565D034F-C077-40C6-84BB-3FBE157F9F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34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27" name="Oval 37">
                <a:extLst>
                  <a:ext uri="{FF2B5EF4-FFF2-40B4-BE49-F238E27FC236}">
                    <a16:creationId xmlns:a16="http://schemas.microsoft.com/office/drawing/2014/main" id="{308980D5-5DB5-451B-AF19-2EDAC4049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72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728" name="Group 38">
                <a:extLst>
                  <a:ext uri="{FF2B5EF4-FFF2-40B4-BE49-F238E27FC236}">
                    <a16:creationId xmlns:a16="http://schemas.microsoft.com/office/drawing/2014/main" id="{8319C506-7BD8-4F7F-B3CF-3371112853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1248"/>
                <a:ext cx="96" cy="96"/>
                <a:chOff x="2928" y="336"/>
                <a:chExt cx="96" cy="96"/>
              </a:xfrm>
            </p:grpSpPr>
            <p:sp>
              <p:nvSpPr>
                <p:cNvPr id="22774" name="Line 39">
                  <a:extLst>
                    <a:ext uri="{FF2B5EF4-FFF2-40B4-BE49-F238E27FC236}">
                      <a16:creationId xmlns:a16="http://schemas.microsoft.com/office/drawing/2014/main" id="{37BF5616-8178-4E11-B5FF-9F97AB9115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75" name="Line 40">
                  <a:extLst>
                    <a:ext uri="{FF2B5EF4-FFF2-40B4-BE49-F238E27FC236}">
                      <a16:creationId xmlns:a16="http://schemas.microsoft.com/office/drawing/2014/main" id="{6F12A70E-37EA-465B-883F-F07CE339F4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29" name="Group 41">
                <a:extLst>
                  <a:ext uri="{FF2B5EF4-FFF2-40B4-BE49-F238E27FC236}">
                    <a16:creationId xmlns:a16="http://schemas.microsoft.com/office/drawing/2014/main" id="{F63A7854-9749-45E9-8541-F14D8FDF85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1536"/>
                <a:ext cx="96" cy="96"/>
                <a:chOff x="2928" y="336"/>
                <a:chExt cx="96" cy="96"/>
              </a:xfrm>
            </p:grpSpPr>
            <p:sp>
              <p:nvSpPr>
                <p:cNvPr id="22772" name="Line 42">
                  <a:extLst>
                    <a:ext uri="{FF2B5EF4-FFF2-40B4-BE49-F238E27FC236}">
                      <a16:creationId xmlns:a16="http://schemas.microsoft.com/office/drawing/2014/main" id="{047DF42A-49CF-4E0A-B8D3-7D6ED15303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73" name="Line 43">
                  <a:extLst>
                    <a:ext uri="{FF2B5EF4-FFF2-40B4-BE49-F238E27FC236}">
                      <a16:creationId xmlns:a16="http://schemas.microsoft.com/office/drawing/2014/main" id="{5A40820E-27D8-4B1E-94BB-1F0F5BB7A8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30" name="Group 44">
                <a:extLst>
                  <a:ext uri="{FF2B5EF4-FFF2-40B4-BE49-F238E27FC236}">
                    <a16:creationId xmlns:a16="http://schemas.microsoft.com/office/drawing/2014/main" id="{52BDD7E7-9D1B-457C-A246-39340327B3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680"/>
                <a:ext cx="96" cy="96"/>
                <a:chOff x="2928" y="336"/>
                <a:chExt cx="96" cy="96"/>
              </a:xfrm>
            </p:grpSpPr>
            <p:sp>
              <p:nvSpPr>
                <p:cNvPr id="22770" name="Line 45">
                  <a:extLst>
                    <a:ext uri="{FF2B5EF4-FFF2-40B4-BE49-F238E27FC236}">
                      <a16:creationId xmlns:a16="http://schemas.microsoft.com/office/drawing/2014/main" id="{2725A650-AE60-413C-8BFB-87EA81552C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71" name="Line 46">
                  <a:extLst>
                    <a:ext uri="{FF2B5EF4-FFF2-40B4-BE49-F238E27FC236}">
                      <a16:creationId xmlns:a16="http://schemas.microsoft.com/office/drawing/2014/main" id="{22CF5637-7583-4682-A7AB-B9F032C527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31" name="Group 47">
                <a:extLst>
                  <a:ext uri="{FF2B5EF4-FFF2-40B4-BE49-F238E27FC236}">
                    <a16:creationId xmlns:a16="http://schemas.microsoft.com/office/drawing/2014/main" id="{FE5DE3C0-D042-4C91-9E47-56DF1D772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1632"/>
                <a:ext cx="96" cy="96"/>
                <a:chOff x="2928" y="336"/>
                <a:chExt cx="96" cy="96"/>
              </a:xfrm>
            </p:grpSpPr>
            <p:sp>
              <p:nvSpPr>
                <p:cNvPr id="22768" name="Line 48">
                  <a:extLst>
                    <a:ext uri="{FF2B5EF4-FFF2-40B4-BE49-F238E27FC236}">
                      <a16:creationId xmlns:a16="http://schemas.microsoft.com/office/drawing/2014/main" id="{1A0EEE43-BAAE-4726-88B0-D870EE4A3E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69" name="Line 49">
                  <a:extLst>
                    <a:ext uri="{FF2B5EF4-FFF2-40B4-BE49-F238E27FC236}">
                      <a16:creationId xmlns:a16="http://schemas.microsoft.com/office/drawing/2014/main" id="{88EC6E95-C0DE-4ACA-80BA-C413892A53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32" name="Group 50">
                <a:extLst>
                  <a:ext uri="{FF2B5EF4-FFF2-40B4-BE49-F238E27FC236}">
                    <a16:creationId xmlns:a16="http://schemas.microsoft.com/office/drawing/2014/main" id="{137FA30A-1FB1-4B81-A0E5-692E1EFE0B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1680"/>
                <a:ext cx="96" cy="96"/>
                <a:chOff x="2928" y="336"/>
                <a:chExt cx="96" cy="96"/>
              </a:xfrm>
            </p:grpSpPr>
            <p:sp>
              <p:nvSpPr>
                <p:cNvPr id="22766" name="Line 51">
                  <a:extLst>
                    <a:ext uri="{FF2B5EF4-FFF2-40B4-BE49-F238E27FC236}">
                      <a16:creationId xmlns:a16="http://schemas.microsoft.com/office/drawing/2014/main" id="{7AA4A08A-B085-4040-B6FF-91C38D567F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67" name="Line 52">
                  <a:extLst>
                    <a:ext uri="{FF2B5EF4-FFF2-40B4-BE49-F238E27FC236}">
                      <a16:creationId xmlns:a16="http://schemas.microsoft.com/office/drawing/2014/main" id="{5238C1E6-BBC0-43D6-AC73-C1743CF4E1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33" name="Group 53">
                <a:extLst>
                  <a:ext uri="{FF2B5EF4-FFF2-40B4-BE49-F238E27FC236}">
                    <a16:creationId xmlns:a16="http://schemas.microsoft.com/office/drawing/2014/main" id="{6051003B-906C-498A-A863-B77722F734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4" y="1632"/>
                <a:ext cx="96" cy="96"/>
                <a:chOff x="2928" y="336"/>
                <a:chExt cx="96" cy="96"/>
              </a:xfrm>
            </p:grpSpPr>
            <p:sp>
              <p:nvSpPr>
                <p:cNvPr id="22764" name="Line 54">
                  <a:extLst>
                    <a:ext uri="{FF2B5EF4-FFF2-40B4-BE49-F238E27FC236}">
                      <a16:creationId xmlns:a16="http://schemas.microsoft.com/office/drawing/2014/main" id="{4E7282DA-9F07-4ECC-8200-5948ACD7BE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65" name="Line 55">
                  <a:extLst>
                    <a:ext uri="{FF2B5EF4-FFF2-40B4-BE49-F238E27FC236}">
                      <a16:creationId xmlns:a16="http://schemas.microsoft.com/office/drawing/2014/main" id="{9FD76122-7BDD-4C96-88DF-2BEC88C292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34" name="Group 56">
                <a:extLst>
                  <a:ext uri="{FF2B5EF4-FFF2-40B4-BE49-F238E27FC236}">
                    <a16:creationId xmlns:a16="http://schemas.microsoft.com/office/drawing/2014/main" id="{C2E58A09-4CF7-4116-9645-CE8E35705E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6" y="1488"/>
                <a:ext cx="96" cy="96"/>
                <a:chOff x="2928" y="336"/>
                <a:chExt cx="96" cy="96"/>
              </a:xfrm>
            </p:grpSpPr>
            <p:sp>
              <p:nvSpPr>
                <p:cNvPr id="22762" name="Line 57">
                  <a:extLst>
                    <a:ext uri="{FF2B5EF4-FFF2-40B4-BE49-F238E27FC236}">
                      <a16:creationId xmlns:a16="http://schemas.microsoft.com/office/drawing/2014/main" id="{98EF219A-4153-4379-93CB-B2F498F5DB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63" name="Line 58">
                  <a:extLst>
                    <a:ext uri="{FF2B5EF4-FFF2-40B4-BE49-F238E27FC236}">
                      <a16:creationId xmlns:a16="http://schemas.microsoft.com/office/drawing/2014/main" id="{AA7D763F-67EB-4780-9B3D-F63BCBC617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35" name="Group 59">
                <a:extLst>
                  <a:ext uri="{FF2B5EF4-FFF2-40B4-BE49-F238E27FC236}">
                    <a16:creationId xmlns:a16="http://schemas.microsoft.com/office/drawing/2014/main" id="{C367AC0D-A50E-4C90-B281-064AB29652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440"/>
                <a:ext cx="96" cy="96"/>
                <a:chOff x="2928" y="336"/>
                <a:chExt cx="96" cy="96"/>
              </a:xfrm>
            </p:grpSpPr>
            <p:sp>
              <p:nvSpPr>
                <p:cNvPr id="22760" name="Line 60">
                  <a:extLst>
                    <a:ext uri="{FF2B5EF4-FFF2-40B4-BE49-F238E27FC236}">
                      <a16:creationId xmlns:a16="http://schemas.microsoft.com/office/drawing/2014/main" id="{4D0C108F-533F-4919-814C-6251BF29F5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61" name="Line 61">
                  <a:extLst>
                    <a:ext uri="{FF2B5EF4-FFF2-40B4-BE49-F238E27FC236}">
                      <a16:creationId xmlns:a16="http://schemas.microsoft.com/office/drawing/2014/main" id="{4427150C-2E5B-4CEC-8AF2-9D4CE51545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36" name="Group 62">
                <a:extLst>
                  <a:ext uri="{FF2B5EF4-FFF2-40B4-BE49-F238E27FC236}">
                    <a16:creationId xmlns:a16="http://schemas.microsoft.com/office/drawing/2014/main" id="{B6B71684-BEB0-4139-9FFA-8C703A4446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12" y="1488"/>
                <a:ext cx="96" cy="96"/>
                <a:chOff x="2928" y="336"/>
                <a:chExt cx="96" cy="96"/>
              </a:xfrm>
            </p:grpSpPr>
            <p:sp>
              <p:nvSpPr>
                <p:cNvPr id="22758" name="Line 63">
                  <a:extLst>
                    <a:ext uri="{FF2B5EF4-FFF2-40B4-BE49-F238E27FC236}">
                      <a16:creationId xmlns:a16="http://schemas.microsoft.com/office/drawing/2014/main" id="{25BF8C0F-6E0F-4323-B704-012111A358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59" name="Line 64">
                  <a:extLst>
                    <a:ext uri="{FF2B5EF4-FFF2-40B4-BE49-F238E27FC236}">
                      <a16:creationId xmlns:a16="http://schemas.microsoft.com/office/drawing/2014/main" id="{05D32793-0669-4B83-A080-54E0422375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37" name="Group 65">
                <a:extLst>
                  <a:ext uri="{FF2B5EF4-FFF2-40B4-BE49-F238E27FC236}">
                    <a16:creationId xmlns:a16="http://schemas.microsoft.com/office/drawing/2014/main" id="{9A2963B0-FA22-4FB3-9E66-68263669EC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1296"/>
                <a:ext cx="96" cy="96"/>
                <a:chOff x="2928" y="336"/>
                <a:chExt cx="96" cy="96"/>
              </a:xfrm>
            </p:grpSpPr>
            <p:sp>
              <p:nvSpPr>
                <p:cNvPr id="22756" name="Line 66">
                  <a:extLst>
                    <a:ext uri="{FF2B5EF4-FFF2-40B4-BE49-F238E27FC236}">
                      <a16:creationId xmlns:a16="http://schemas.microsoft.com/office/drawing/2014/main" id="{16F981E8-DD3D-416A-ABEE-ED69099071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57" name="Line 67">
                  <a:extLst>
                    <a:ext uri="{FF2B5EF4-FFF2-40B4-BE49-F238E27FC236}">
                      <a16:creationId xmlns:a16="http://schemas.microsoft.com/office/drawing/2014/main" id="{B78F7813-6E9B-4BFA-B688-AA3D52DDE9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38" name="Group 68">
                <a:extLst>
                  <a:ext uri="{FF2B5EF4-FFF2-40B4-BE49-F238E27FC236}">
                    <a16:creationId xmlns:a16="http://schemas.microsoft.com/office/drawing/2014/main" id="{F76D636F-A399-497A-AC60-304384CE0D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1200"/>
                <a:ext cx="96" cy="96"/>
                <a:chOff x="2928" y="336"/>
                <a:chExt cx="96" cy="96"/>
              </a:xfrm>
            </p:grpSpPr>
            <p:sp>
              <p:nvSpPr>
                <p:cNvPr id="22754" name="Line 69">
                  <a:extLst>
                    <a:ext uri="{FF2B5EF4-FFF2-40B4-BE49-F238E27FC236}">
                      <a16:creationId xmlns:a16="http://schemas.microsoft.com/office/drawing/2014/main" id="{DFBF5C6B-6ECE-4756-A02E-F6F0A46A3E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55" name="Line 70">
                  <a:extLst>
                    <a:ext uri="{FF2B5EF4-FFF2-40B4-BE49-F238E27FC236}">
                      <a16:creationId xmlns:a16="http://schemas.microsoft.com/office/drawing/2014/main" id="{3B8AD5D5-45D5-475D-9133-ECB33540E1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39" name="Group 71">
                <a:extLst>
                  <a:ext uri="{FF2B5EF4-FFF2-40B4-BE49-F238E27FC236}">
                    <a16:creationId xmlns:a16="http://schemas.microsoft.com/office/drawing/2014/main" id="{93ED1C04-4E19-41C0-B873-770896B171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0" y="1248"/>
                <a:ext cx="96" cy="96"/>
                <a:chOff x="2928" y="336"/>
                <a:chExt cx="96" cy="96"/>
              </a:xfrm>
            </p:grpSpPr>
            <p:sp>
              <p:nvSpPr>
                <p:cNvPr id="22752" name="Line 72">
                  <a:extLst>
                    <a:ext uri="{FF2B5EF4-FFF2-40B4-BE49-F238E27FC236}">
                      <a16:creationId xmlns:a16="http://schemas.microsoft.com/office/drawing/2014/main" id="{A2401CCE-15CE-482E-B9ED-8F5CF4B63E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53" name="Line 73">
                  <a:extLst>
                    <a:ext uri="{FF2B5EF4-FFF2-40B4-BE49-F238E27FC236}">
                      <a16:creationId xmlns:a16="http://schemas.microsoft.com/office/drawing/2014/main" id="{059D46B5-CFB8-4C90-8598-D7D38FCE87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40" name="Group 74">
                <a:extLst>
                  <a:ext uri="{FF2B5EF4-FFF2-40B4-BE49-F238E27FC236}">
                    <a16:creationId xmlns:a16="http://schemas.microsoft.com/office/drawing/2014/main" id="{E8F62C20-7908-42D9-903D-36A0497EDA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6" y="1152"/>
                <a:ext cx="96" cy="96"/>
                <a:chOff x="2928" y="336"/>
                <a:chExt cx="96" cy="96"/>
              </a:xfrm>
            </p:grpSpPr>
            <p:sp>
              <p:nvSpPr>
                <p:cNvPr id="22750" name="Line 75">
                  <a:extLst>
                    <a:ext uri="{FF2B5EF4-FFF2-40B4-BE49-F238E27FC236}">
                      <a16:creationId xmlns:a16="http://schemas.microsoft.com/office/drawing/2014/main" id="{C2AEB506-3270-4CBD-9144-D57B64B50A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51" name="Line 76">
                  <a:extLst>
                    <a:ext uri="{FF2B5EF4-FFF2-40B4-BE49-F238E27FC236}">
                      <a16:creationId xmlns:a16="http://schemas.microsoft.com/office/drawing/2014/main" id="{09013511-7062-4F38-A9EF-8506F77E94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41" name="Group 77">
                <a:extLst>
                  <a:ext uri="{FF2B5EF4-FFF2-40B4-BE49-F238E27FC236}">
                    <a16:creationId xmlns:a16="http://schemas.microsoft.com/office/drawing/2014/main" id="{F1974B40-FD22-4099-B989-05D035B583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1344"/>
                <a:ext cx="96" cy="96"/>
                <a:chOff x="2928" y="336"/>
                <a:chExt cx="96" cy="96"/>
              </a:xfrm>
            </p:grpSpPr>
            <p:sp>
              <p:nvSpPr>
                <p:cNvPr id="22748" name="Line 78">
                  <a:extLst>
                    <a:ext uri="{FF2B5EF4-FFF2-40B4-BE49-F238E27FC236}">
                      <a16:creationId xmlns:a16="http://schemas.microsoft.com/office/drawing/2014/main" id="{88816CED-110B-4E68-9F0C-54689CCD3A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49" name="Line 79">
                  <a:extLst>
                    <a:ext uri="{FF2B5EF4-FFF2-40B4-BE49-F238E27FC236}">
                      <a16:creationId xmlns:a16="http://schemas.microsoft.com/office/drawing/2014/main" id="{604E8A89-159F-4160-96F0-0BA8E19060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42" name="Group 80">
                <a:extLst>
                  <a:ext uri="{FF2B5EF4-FFF2-40B4-BE49-F238E27FC236}">
                    <a16:creationId xmlns:a16="http://schemas.microsoft.com/office/drawing/2014/main" id="{2B7C8D4E-9208-4567-9F40-AE38FCC61E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6" y="1584"/>
                <a:ext cx="96" cy="96"/>
                <a:chOff x="2928" y="336"/>
                <a:chExt cx="96" cy="96"/>
              </a:xfrm>
            </p:grpSpPr>
            <p:sp>
              <p:nvSpPr>
                <p:cNvPr id="22746" name="Line 81">
                  <a:extLst>
                    <a:ext uri="{FF2B5EF4-FFF2-40B4-BE49-F238E27FC236}">
                      <a16:creationId xmlns:a16="http://schemas.microsoft.com/office/drawing/2014/main" id="{BF0E65A2-62B1-4944-8816-133B9AD97B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47" name="Line 82">
                  <a:extLst>
                    <a:ext uri="{FF2B5EF4-FFF2-40B4-BE49-F238E27FC236}">
                      <a16:creationId xmlns:a16="http://schemas.microsoft.com/office/drawing/2014/main" id="{601642A7-7D72-46CD-A1D6-7184890AC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43" name="Group 83">
                <a:extLst>
                  <a:ext uri="{FF2B5EF4-FFF2-40B4-BE49-F238E27FC236}">
                    <a16:creationId xmlns:a16="http://schemas.microsoft.com/office/drawing/2014/main" id="{AEC27AC5-3B10-4112-9217-58D20C1528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1728"/>
                <a:ext cx="96" cy="96"/>
                <a:chOff x="2928" y="336"/>
                <a:chExt cx="96" cy="96"/>
              </a:xfrm>
            </p:grpSpPr>
            <p:sp>
              <p:nvSpPr>
                <p:cNvPr id="22744" name="Line 84">
                  <a:extLst>
                    <a:ext uri="{FF2B5EF4-FFF2-40B4-BE49-F238E27FC236}">
                      <a16:creationId xmlns:a16="http://schemas.microsoft.com/office/drawing/2014/main" id="{69B1F657-1BBD-46FF-BC77-C3D7E363F8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45" name="Line 85">
                  <a:extLst>
                    <a:ext uri="{FF2B5EF4-FFF2-40B4-BE49-F238E27FC236}">
                      <a16:creationId xmlns:a16="http://schemas.microsoft.com/office/drawing/2014/main" id="{71617F3B-735D-407B-B346-7AF40CEB79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2677" name="Group 86">
              <a:extLst>
                <a:ext uri="{FF2B5EF4-FFF2-40B4-BE49-F238E27FC236}">
                  <a16:creationId xmlns:a16="http://schemas.microsoft.com/office/drawing/2014/main" id="{AF476575-F618-4C77-8DBE-08CA6641BE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720"/>
              <a:ext cx="1056" cy="624"/>
              <a:chOff x="4176" y="1152"/>
              <a:chExt cx="1056" cy="624"/>
            </a:xfrm>
          </p:grpSpPr>
          <p:sp>
            <p:nvSpPr>
              <p:cNvPr id="22678" name="Oval 87">
                <a:extLst>
                  <a:ext uri="{FF2B5EF4-FFF2-40B4-BE49-F238E27FC236}">
                    <a16:creationId xmlns:a16="http://schemas.microsoft.com/office/drawing/2014/main" id="{B7C02328-EBC8-423C-8B6C-2920B4690D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29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79" name="Oval 88">
                <a:extLst>
                  <a:ext uri="{FF2B5EF4-FFF2-40B4-BE49-F238E27FC236}">
                    <a16:creationId xmlns:a16="http://schemas.microsoft.com/office/drawing/2014/main" id="{2C2F5EC4-A60D-413E-AAF1-983F8BD8FC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632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80" name="Oval 89">
                <a:extLst>
                  <a:ext uri="{FF2B5EF4-FFF2-40B4-BE49-F238E27FC236}">
                    <a16:creationId xmlns:a16="http://schemas.microsoft.com/office/drawing/2014/main" id="{886A7DBD-C07C-48AC-9AB6-E072F2796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88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81" name="Oval 90">
                <a:extLst>
                  <a:ext uri="{FF2B5EF4-FFF2-40B4-BE49-F238E27FC236}">
                    <a16:creationId xmlns:a16="http://schemas.microsoft.com/office/drawing/2014/main" id="{C0A4BE6E-5307-499A-ACFF-A30DABD73B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152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82" name="Line 91">
                <a:extLst>
                  <a:ext uri="{FF2B5EF4-FFF2-40B4-BE49-F238E27FC236}">
                    <a16:creationId xmlns:a16="http://schemas.microsoft.com/office/drawing/2014/main" id="{F6C108B4-7F1B-4C38-BDA8-C2E1129742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200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83" name="Line 92">
                <a:extLst>
                  <a:ext uri="{FF2B5EF4-FFF2-40B4-BE49-F238E27FC236}">
                    <a16:creationId xmlns:a16="http://schemas.microsoft.com/office/drawing/2014/main" id="{2433A20C-170E-4647-AB95-C59CE88628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34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84" name="Line 93">
                <a:extLst>
                  <a:ext uri="{FF2B5EF4-FFF2-40B4-BE49-F238E27FC236}">
                    <a16:creationId xmlns:a16="http://schemas.microsoft.com/office/drawing/2014/main" id="{C3E413E2-7BFA-448F-8741-D1EF810798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536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85" name="Line 94">
                <a:extLst>
                  <a:ext uri="{FF2B5EF4-FFF2-40B4-BE49-F238E27FC236}">
                    <a16:creationId xmlns:a16="http://schemas.microsoft.com/office/drawing/2014/main" id="{D488CB6B-FCB3-429A-B817-DF5A7D3963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680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2686" name="Group 95">
                <a:extLst>
                  <a:ext uri="{FF2B5EF4-FFF2-40B4-BE49-F238E27FC236}">
                    <a16:creationId xmlns:a16="http://schemas.microsoft.com/office/drawing/2014/main" id="{D80EB541-6E93-430E-A66A-47FAD56F0B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1200"/>
                <a:ext cx="720" cy="576"/>
                <a:chOff x="4512" y="1200"/>
                <a:chExt cx="720" cy="576"/>
              </a:xfrm>
            </p:grpSpPr>
            <p:sp>
              <p:nvSpPr>
                <p:cNvPr id="22687" name="Oval 96">
                  <a:extLst>
                    <a:ext uri="{FF2B5EF4-FFF2-40B4-BE49-F238E27FC236}">
                      <a16:creationId xmlns:a16="http://schemas.microsoft.com/office/drawing/2014/main" id="{276DC0D8-273E-474E-BA1C-D547CA6616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0" y="1392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88" name="Oval 97">
                  <a:extLst>
                    <a:ext uri="{FF2B5EF4-FFF2-40B4-BE49-F238E27FC236}">
                      <a16:creationId xmlns:a16="http://schemas.microsoft.com/office/drawing/2014/main" id="{BAF9856B-456D-4EBF-AB3F-8BDCB3B14A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48" y="1536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89" name="Oval 98">
                  <a:extLst>
                    <a:ext uri="{FF2B5EF4-FFF2-40B4-BE49-F238E27FC236}">
                      <a16:creationId xmlns:a16="http://schemas.microsoft.com/office/drawing/2014/main" id="{F3F4C034-653F-431C-A1C0-49F75E1F6E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52" y="1344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90" name="Oval 99">
                  <a:extLst>
                    <a:ext uri="{FF2B5EF4-FFF2-40B4-BE49-F238E27FC236}">
                      <a16:creationId xmlns:a16="http://schemas.microsoft.com/office/drawing/2014/main" id="{614FEDC1-F75F-438C-8141-89002CB80E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1248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91" name="Oval 100">
                  <a:extLst>
                    <a:ext uri="{FF2B5EF4-FFF2-40B4-BE49-F238E27FC236}">
                      <a16:creationId xmlns:a16="http://schemas.microsoft.com/office/drawing/2014/main" id="{4C1B307A-7F35-45E8-997A-2E3D87C2E3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92" name="Oval 101">
                  <a:extLst>
                    <a:ext uri="{FF2B5EF4-FFF2-40B4-BE49-F238E27FC236}">
                      <a16:creationId xmlns:a16="http://schemas.microsoft.com/office/drawing/2014/main" id="{F75EBC1C-DC4F-4B36-9057-FFBF8F37F0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6" y="1632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93" name="Oval 102">
                  <a:extLst>
                    <a:ext uri="{FF2B5EF4-FFF2-40B4-BE49-F238E27FC236}">
                      <a16:creationId xmlns:a16="http://schemas.microsoft.com/office/drawing/2014/main" id="{5A3D8EA6-9CD2-4EB5-BDC3-8E05BFCBDE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88" y="1680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94" name="Oval 103">
                  <a:extLst>
                    <a:ext uri="{FF2B5EF4-FFF2-40B4-BE49-F238E27FC236}">
                      <a16:creationId xmlns:a16="http://schemas.microsoft.com/office/drawing/2014/main" id="{AFCC2CBE-4631-4C19-A269-5C02862C6F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6" y="1200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95" name="Oval 104">
                  <a:extLst>
                    <a:ext uri="{FF2B5EF4-FFF2-40B4-BE49-F238E27FC236}">
                      <a16:creationId xmlns:a16="http://schemas.microsoft.com/office/drawing/2014/main" id="{132D870D-A0F4-448E-8C28-82AFAB9A4A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6" y="1488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96" name="Oval 105">
                  <a:extLst>
                    <a:ext uri="{FF2B5EF4-FFF2-40B4-BE49-F238E27FC236}">
                      <a16:creationId xmlns:a16="http://schemas.microsoft.com/office/drawing/2014/main" id="{CC532B30-1101-440D-A6E0-57638DE909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48" y="1680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97" name="Oval 106">
                  <a:extLst>
                    <a:ext uri="{FF2B5EF4-FFF2-40B4-BE49-F238E27FC236}">
                      <a16:creationId xmlns:a16="http://schemas.microsoft.com/office/drawing/2014/main" id="{5395EBE4-5E2D-460C-B7AF-42AD623EBE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1680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98" name="Oval 107">
                  <a:extLst>
                    <a:ext uri="{FF2B5EF4-FFF2-40B4-BE49-F238E27FC236}">
                      <a16:creationId xmlns:a16="http://schemas.microsoft.com/office/drawing/2014/main" id="{4FCA366E-192E-4CBA-B8DA-C0D6C49929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52" y="1200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99" name="Oval 108">
                  <a:extLst>
                    <a:ext uri="{FF2B5EF4-FFF2-40B4-BE49-F238E27FC236}">
                      <a16:creationId xmlns:a16="http://schemas.microsoft.com/office/drawing/2014/main" id="{44CF26B7-BE24-4DBA-9181-A4CBCCBFFB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1248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700" name="Line 109">
                  <a:extLst>
                    <a:ext uri="{FF2B5EF4-FFF2-40B4-BE49-F238E27FC236}">
                      <a16:creationId xmlns:a16="http://schemas.microsoft.com/office/drawing/2014/main" id="{AF1283A3-D406-47E6-B2ED-B4D81B4BF9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172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01" name="Line 110">
                  <a:extLst>
                    <a:ext uri="{FF2B5EF4-FFF2-40B4-BE49-F238E27FC236}">
                      <a16:creationId xmlns:a16="http://schemas.microsoft.com/office/drawing/2014/main" id="{81C7E25E-38D1-4349-86F0-9A01A98F00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1536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02" name="Line 111">
                  <a:extLst>
                    <a:ext uri="{FF2B5EF4-FFF2-40B4-BE49-F238E27FC236}">
                      <a16:creationId xmlns:a16="http://schemas.microsoft.com/office/drawing/2014/main" id="{A104CF66-FEFA-4D9D-B435-C51BCC5984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1296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03" name="Line 112">
                  <a:extLst>
                    <a:ext uri="{FF2B5EF4-FFF2-40B4-BE49-F238E27FC236}">
                      <a16:creationId xmlns:a16="http://schemas.microsoft.com/office/drawing/2014/main" id="{BC3F0B74-1A41-4120-9C06-81C317B186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2" y="124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04" name="Line 113">
                  <a:extLst>
                    <a:ext uri="{FF2B5EF4-FFF2-40B4-BE49-F238E27FC236}">
                      <a16:creationId xmlns:a16="http://schemas.microsoft.com/office/drawing/2014/main" id="{CBFA428B-75A7-4DEF-AEE9-7581B7F366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2" y="1392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05" name="Line 114">
                  <a:extLst>
                    <a:ext uri="{FF2B5EF4-FFF2-40B4-BE49-F238E27FC236}">
                      <a16:creationId xmlns:a16="http://schemas.microsoft.com/office/drawing/2014/main" id="{896EF8CE-7B9E-4513-AA30-D17E5265C1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6" y="1680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06" name="Line 115">
                  <a:extLst>
                    <a:ext uri="{FF2B5EF4-FFF2-40B4-BE49-F238E27FC236}">
                      <a16:creationId xmlns:a16="http://schemas.microsoft.com/office/drawing/2014/main" id="{894428EE-A96E-492A-B1B1-D1E7946C84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8" y="172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07" name="Line 116">
                  <a:extLst>
                    <a:ext uri="{FF2B5EF4-FFF2-40B4-BE49-F238E27FC236}">
                      <a16:creationId xmlns:a16="http://schemas.microsoft.com/office/drawing/2014/main" id="{4E810243-762C-4510-9541-9E2A8D2F0F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8" y="15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08" name="Line 117">
                  <a:extLst>
                    <a:ext uri="{FF2B5EF4-FFF2-40B4-BE49-F238E27FC236}">
                      <a16:creationId xmlns:a16="http://schemas.microsoft.com/office/drawing/2014/main" id="{59E6CDB4-85B5-436F-93AB-71D3623862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40" y="1440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09" name="Line 118">
                  <a:extLst>
                    <a:ext uri="{FF2B5EF4-FFF2-40B4-BE49-F238E27FC236}">
                      <a16:creationId xmlns:a16="http://schemas.microsoft.com/office/drawing/2014/main" id="{53F61415-81A1-4AFC-AC97-B75C760A8C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36" y="124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10" name="Line 119">
                  <a:extLst>
                    <a:ext uri="{FF2B5EF4-FFF2-40B4-BE49-F238E27FC236}">
                      <a16:creationId xmlns:a16="http://schemas.microsoft.com/office/drawing/2014/main" id="{734F4E97-9782-4472-BC5F-FD416D12FF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36" y="1536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711" name="Line 120">
                  <a:extLst>
                    <a:ext uri="{FF2B5EF4-FFF2-40B4-BE49-F238E27FC236}">
                      <a16:creationId xmlns:a16="http://schemas.microsoft.com/office/drawing/2014/main" id="{B0E93D09-A77B-410F-BEBB-AC6F0142CE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88" y="172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69433" name="Group 121">
            <a:extLst>
              <a:ext uri="{FF2B5EF4-FFF2-40B4-BE49-F238E27FC236}">
                <a16:creationId xmlns:a16="http://schemas.microsoft.com/office/drawing/2014/main" id="{3A154158-C599-4DE0-9A4B-B5044767EFDB}"/>
              </a:ext>
            </a:extLst>
          </p:cNvPr>
          <p:cNvGrpSpPr>
            <a:grpSpLocks/>
          </p:cNvGrpSpPr>
          <p:nvPr/>
        </p:nvGrpSpPr>
        <p:grpSpPr bwMode="auto">
          <a:xfrm>
            <a:off x="5262563" y="4437063"/>
            <a:ext cx="3657600" cy="1944687"/>
            <a:chOff x="3175" y="2404"/>
            <a:chExt cx="2304" cy="1225"/>
          </a:xfrm>
        </p:grpSpPr>
        <p:sp>
          <p:nvSpPr>
            <p:cNvPr id="22541" name="Rectangle 122">
              <a:extLst>
                <a:ext uri="{FF2B5EF4-FFF2-40B4-BE49-F238E27FC236}">
                  <a16:creationId xmlns:a16="http://schemas.microsoft.com/office/drawing/2014/main" id="{07A1433E-6774-4F83-A534-B4F717CAF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2861"/>
              <a:ext cx="2304" cy="76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42" name="Text Box 123">
              <a:extLst>
                <a:ext uri="{FF2B5EF4-FFF2-40B4-BE49-F238E27FC236}">
                  <a16:creationId xmlns:a16="http://schemas.microsoft.com/office/drawing/2014/main" id="{DC36C3FA-86CD-4B0C-8AB7-EC1EDC31D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1" y="2508"/>
              <a:ext cx="86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>
                  <a:solidFill>
                    <a:schemeClr val="tx2"/>
                  </a:solidFill>
                  <a:latin typeface="Times New Roman" panose="02020603050405020304" pitchFamily="18" charset="0"/>
                </a:rPr>
                <a:t>P-N</a:t>
              </a:r>
              <a:r>
                <a:rPr kumimoji="1" lang="zh-CN" altLang="zh-CN">
                  <a:solidFill>
                    <a:schemeClr val="tx2"/>
                  </a:solidFill>
                  <a:latin typeface="Times New Roman" panose="02020603050405020304" pitchFamily="18" charset="0"/>
                </a:rPr>
                <a:t>结</a:t>
              </a:r>
              <a:endParaRPr kumimoji="1" lang="zh-CN" altLang="en-US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43" name="Line 124">
              <a:extLst>
                <a:ext uri="{FF2B5EF4-FFF2-40B4-BE49-F238E27FC236}">
                  <a16:creationId xmlns:a16="http://schemas.microsoft.com/office/drawing/2014/main" id="{F84AF195-DC8E-4F66-8B0D-DA2D63BE41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9" y="2765"/>
              <a:ext cx="480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44" name="Object 125">
              <a:extLst>
                <a:ext uri="{FF2B5EF4-FFF2-40B4-BE49-F238E27FC236}">
                  <a16:creationId xmlns:a16="http://schemas.microsoft.com/office/drawing/2014/main" id="{586AD927-6B20-4B14-955C-3DAB071467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1" y="2404"/>
            <a:ext cx="392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76" name="Equation" r:id="rId4" imgW="95357" imgH="123930" progId="Equation.DSMT4">
                    <p:embed/>
                  </p:oleObj>
                </mc:Choice>
                <mc:Fallback>
                  <p:oleObj name="Equation" r:id="rId4" imgW="95357" imgH="123930" progId="Equation.DSMT4">
                    <p:embed/>
                    <p:pic>
                      <p:nvPicPr>
                        <p:cNvPr id="0" name="Object 1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1" y="2404"/>
                          <a:ext cx="392" cy="4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5" name="Line 126">
              <a:extLst>
                <a:ext uri="{FF2B5EF4-FFF2-40B4-BE49-F238E27FC236}">
                  <a16:creationId xmlns:a16="http://schemas.microsoft.com/office/drawing/2014/main" id="{80FAA3EC-5134-4869-92C6-87B524604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" y="2573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6" name="Line 127">
              <a:extLst>
                <a:ext uri="{FF2B5EF4-FFF2-40B4-BE49-F238E27FC236}">
                  <a16:creationId xmlns:a16="http://schemas.microsoft.com/office/drawing/2014/main" id="{9FBA1DC9-A468-4EDE-BBAD-21C41C6B04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9" y="2621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547" name="Group 128">
              <a:extLst>
                <a:ext uri="{FF2B5EF4-FFF2-40B4-BE49-F238E27FC236}">
                  <a16:creationId xmlns:a16="http://schemas.microsoft.com/office/drawing/2014/main" id="{30141053-746B-43FF-A61D-D0EFBE6734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3" y="2909"/>
              <a:ext cx="960" cy="672"/>
              <a:chOff x="3072" y="2736"/>
              <a:chExt cx="960" cy="672"/>
            </a:xfrm>
          </p:grpSpPr>
          <p:sp>
            <p:nvSpPr>
              <p:cNvPr id="22604" name="Oval 129">
                <a:extLst>
                  <a:ext uri="{FF2B5EF4-FFF2-40B4-BE49-F238E27FC236}">
                    <a16:creationId xmlns:a16="http://schemas.microsoft.com/office/drawing/2014/main" id="{E6894997-D3CA-4221-9F4B-68E4F5FF67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736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05" name="Oval 130">
                <a:extLst>
                  <a:ext uri="{FF2B5EF4-FFF2-40B4-BE49-F238E27FC236}">
                    <a16:creationId xmlns:a16="http://schemas.microsoft.com/office/drawing/2014/main" id="{90D73779-CE07-4A88-9F39-270E0C131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976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06" name="Oval 131">
                <a:extLst>
                  <a:ext uri="{FF2B5EF4-FFF2-40B4-BE49-F238E27FC236}">
                    <a16:creationId xmlns:a16="http://schemas.microsoft.com/office/drawing/2014/main" id="{51153E71-7D4E-4BE5-A222-071E98B17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78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07" name="Oval 132">
                <a:extLst>
                  <a:ext uri="{FF2B5EF4-FFF2-40B4-BE49-F238E27FC236}">
                    <a16:creationId xmlns:a16="http://schemas.microsoft.com/office/drawing/2014/main" id="{3B342096-6EB2-448C-BCF4-3DB4F33EB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2976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08" name="Oval 133">
                <a:extLst>
                  <a:ext uri="{FF2B5EF4-FFF2-40B4-BE49-F238E27FC236}">
                    <a16:creationId xmlns:a16="http://schemas.microsoft.com/office/drawing/2014/main" id="{D519EB97-DA6C-4130-BF52-3749DFA91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16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09" name="Oval 134">
                <a:extLst>
                  <a:ext uri="{FF2B5EF4-FFF2-40B4-BE49-F238E27FC236}">
                    <a16:creationId xmlns:a16="http://schemas.microsoft.com/office/drawing/2014/main" id="{092640E4-34EC-4DD4-BCCD-EF498B135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16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10" name="Oval 135">
                <a:extLst>
                  <a:ext uri="{FF2B5EF4-FFF2-40B4-BE49-F238E27FC236}">
                    <a16:creationId xmlns:a16="http://schemas.microsoft.com/office/drawing/2014/main" id="{97C2CC67-6D73-4589-98EA-DE974E3CF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331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11" name="Oval 136">
                <a:extLst>
                  <a:ext uri="{FF2B5EF4-FFF2-40B4-BE49-F238E27FC236}">
                    <a16:creationId xmlns:a16="http://schemas.microsoft.com/office/drawing/2014/main" id="{2C000568-2BAB-4946-806C-67E774707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326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12" name="Oval 137">
                <a:extLst>
                  <a:ext uri="{FF2B5EF4-FFF2-40B4-BE49-F238E27FC236}">
                    <a16:creationId xmlns:a16="http://schemas.microsoft.com/office/drawing/2014/main" id="{19487979-A81B-4635-B2F3-1E45F3F44A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302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13" name="Oval 138">
                <a:extLst>
                  <a:ext uri="{FF2B5EF4-FFF2-40B4-BE49-F238E27FC236}">
                    <a16:creationId xmlns:a16="http://schemas.microsoft.com/office/drawing/2014/main" id="{218A8C82-2E33-4C3F-B2D2-CB53E2D22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78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14" name="Oval 139">
                <a:extLst>
                  <a:ext uri="{FF2B5EF4-FFF2-40B4-BE49-F238E27FC236}">
                    <a16:creationId xmlns:a16="http://schemas.microsoft.com/office/drawing/2014/main" id="{8E591D88-9810-4C37-B6CD-C874A95DD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92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15" name="Oval 140">
                <a:extLst>
                  <a:ext uri="{FF2B5EF4-FFF2-40B4-BE49-F238E27FC236}">
                    <a16:creationId xmlns:a16="http://schemas.microsoft.com/office/drawing/2014/main" id="{D1385F28-49B0-4743-A4C1-2F446EB31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331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16" name="Oval 141">
                <a:extLst>
                  <a:ext uri="{FF2B5EF4-FFF2-40B4-BE49-F238E27FC236}">
                    <a16:creationId xmlns:a16="http://schemas.microsoft.com/office/drawing/2014/main" id="{0C5FCEBE-100C-4B63-8BCF-1D7C042BC7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273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17" name="Oval 142">
                <a:extLst>
                  <a:ext uri="{FF2B5EF4-FFF2-40B4-BE49-F238E27FC236}">
                    <a16:creationId xmlns:a16="http://schemas.microsoft.com/office/drawing/2014/main" id="{2F39506B-168D-4E50-98AE-3FA6F2CCF6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2928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18" name="Oval 143">
                <a:extLst>
                  <a:ext uri="{FF2B5EF4-FFF2-40B4-BE49-F238E27FC236}">
                    <a16:creationId xmlns:a16="http://schemas.microsoft.com/office/drawing/2014/main" id="{6BFC9A61-288A-4839-BE5D-4D51B9A2F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3120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19" name="Oval 144">
                <a:extLst>
                  <a:ext uri="{FF2B5EF4-FFF2-40B4-BE49-F238E27FC236}">
                    <a16:creationId xmlns:a16="http://schemas.microsoft.com/office/drawing/2014/main" id="{3C93DF31-14BB-4941-A039-522E3140A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3312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20" name="Line 145">
                <a:extLst>
                  <a:ext uri="{FF2B5EF4-FFF2-40B4-BE49-F238E27FC236}">
                    <a16:creationId xmlns:a16="http://schemas.microsoft.com/office/drawing/2014/main" id="{C93622FF-5C22-40B8-80AD-AE50E52F91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78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21" name="Line 146">
                <a:extLst>
                  <a:ext uri="{FF2B5EF4-FFF2-40B4-BE49-F238E27FC236}">
                    <a16:creationId xmlns:a16="http://schemas.microsoft.com/office/drawing/2014/main" id="{CD49FCF0-7C92-4470-A84D-EFA7F2A0E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22" name="Line 147">
                <a:extLst>
                  <a:ext uri="{FF2B5EF4-FFF2-40B4-BE49-F238E27FC236}">
                    <a16:creationId xmlns:a16="http://schemas.microsoft.com/office/drawing/2014/main" id="{46CA8C30-75D6-4AA0-98C2-BC21A288A3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16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23" name="Line 148">
                <a:extLst>
                  <a:ext uri="{FF2B5EF4-FFF2-40B4-BE49-F238E27FC236}">
                    <a16:creationId xmlns:a16="http://schemas.microsoft.com/office/drawing/2014/main" id="{9BFA058C-EFBC-4398-B5AD-656220AE04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360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2624" name="Group 149">
                <a:extLst>
                  <a:ext uri="{FF2B5EF4-FFF2-40B4-BE49-F238E27FC236}">
                    <a16:creationId xmlns:a16="http://schemas.microsoft.com/office/drawing/2014/main" id="{6D36B435-7FDD-4E91-ACEB-4DEAA401FB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2736"/>
                <a:ext cx="96" cy="96"/>
                <a:chOff x="2928" y="336"/>
                <a:chExt cx="96" cy="96"/>
              </a:xfrm>
            </p:grpSpPr>
            <p:sp>
              <p:nvSpPr>
                <p:cNvPr id="22662" name="Line 150">
                  <a:extLst>
                    <a:ext uri="{FF2B5EF4-FFF2-40B4-BE49-F238E27FC236}">
                      <a16:creationId xmlns:a16="http://schemas.microsoft.com/office/drawing/2014/main" id="{5C129D53-2762-4169-8FAC-395D835CE4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63" name="Line 151">
                  <a:extLst>
                    <a:ext uri="{FF2B5EF4-FFF2-40B4-BE49-F238E27FC236}">
                      <a16:creationId xmlns:a16="http://schemas.microsoft.com/office/drawing/2014/main" id="{4411D94D-A3C8-4C4E-A284-1BDB201976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25" name="Group 152">
                <a:extLst>
                  <a:ext uri="{FF2B5EF4-FFF2-40B4-BE49-F238E27FC236}">
                    <a16:creationId xmlns:a16="http://schemas.microsoft.com/office/drawing/2014/main" id="{D53728AE-030A-4852-8BA1-82266F1478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2784"/>
                <a:ext cx="96" cy="96"/>
                <a:chOff x="2928" y="336"/>
                <a:chExt cx="96" cy="96"/>
              </a:xfrm>
            </p:grpSpPr>
            <p:sp>
              <p:nvSpPr>
                <p:cNvPr id="22660" name="Line 153">
                  <a:extLst>
                    <a:ext uri="{FF2B5EF4-FFF2-40B4-BE49-F238E27FC236}">
                      <a16:creationId xmlns:a16="http://schemas.microsoft.com/office/drawing/2014/main" id="{FCCF6E4F-8F42-4A68-990D-1935D4F82C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61" name="Line 154">
                  <a:extLst>
                    <a:ext uri="{FF2B5EF4-FFF2-40B4-BE49-F238E27FC236}">
                      <a16:creationId xmlns:a16="http://schemas.microsoft.com/office/drawing/2014/main" id="{BEC6021E-BF17-4434-8699-6F0C6E815F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26" name="Group 155">
                <a:extLst>
                  <a:ext uri="{FF2B5EF4-FFF2-40B4-BE49-F238E27FC236}">
                    <a16:creationId xmlns:a16="http://schemas.microsoft.com/office/drawing/2014/main" id="{22C70AB4-AA8F-4AB5-AE43-24DFF08F25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784"/>
                <a:ext cx="96" cy="96"/>
                <a:chOff x="2928" y="336"/>
                <a:chExt cx="96" cy="96"/>
              </a:xfrm>
            </p:grpSpPr>
            <p:sp>
              <p:nvSpPr>
                <p:cNvPr id="22658" name="Line 156">
                  <a:extLst>
                    <a:ext uri="{FF2B5EF4-FFF2-40B4-BE49-F238E27FC236}">
                      <a16:creationId xmlns:a16="http://schemas.microsoft.com/office/drawing/2014/main" id="{F88EEC04-D80E-40C5-92BE-529E58155D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59" name="Line 157">
                  <a:extLst>
                    <a:ext uri="{FF2B5EF4-FFF2-40B4-BE49-F238E27FC236}">
                      <a16:creationId xmlns:a16="http://schemas.microsoft.com/office/drawing/2014/main" id="{20B81CC2-13AA-48D9-8018-41832A4222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27" name="Group 158">
                <a:extLst>
                  <a:ext uri="{FF2B5EF4-FFF2-40B4-BE49-F238E27FC236}">
                    <a16:creationId xmlns:a16="http://schemas.microsoft.com/office/drawing/2014/main" id="{151F0626-DB1F-4807-A616-03317D7204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3024"/>
                <a:ext cx="96" cy="96"/>
                <a:chOff x="2928" y="336"/>
                <a:chExt cx="96" cy="96"/>
              </a:xfrm>
            </p:grpSpPr>
            <p:sp>
              <p:nvSpPr>
                <p:cNvPr id="22656" name="Line 159">
                  <a:extLst>
                    <a:ext uri="{FF2B5EF4-FFF2-40B4-BE49-F238E27FC236}">
                      <a16:creationId xmlns:a16="http://schemas.microsoft.com/office/drawing/2014/main" id="{53D171FD-DF2D-43F9-B7D4-1E40092520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57" name="Line 160">
                  <a:extLst>
                    <a:ext uri="{FF2B5EF4-FFF2-40B4-BE49-F238E27FC236}">
                      <a16:creationId xmlns:a16="http://schemas.microsoft.com/office/drawing/2014/main" id="{CEE45229-9D76-47DE-90FE-738238A5F1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28" name="Group 161">
                <a:extLst>
                  <a:ext uri="{FF2B5EF4-FFF2-40B4-BE49-F238E27FC236}">
                    <a16:creationId xmlns:a16="http://schemas.microsoft.com/office/drawing/2014/main" id="{6ED7A77B-7D25-4A69-B380-8E75787E7D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2976"/>
                <a:ext cx="96" cy="96"/>
                <a:chOff x="2928" y="336"/>
                <a:chExt cx="96" cy="96"/>
              </a:xfrm>
            </p:grpSpPr>
            <p:sp>
              <p:nvSpPr>
                <p:cNvPr id="22654" name="Line 162">
                  <a:extLst>
                    <a:ext uri="{FF2B5EF4-FFF2-40B4-BE49-F238E27FC236}">
                      <a16:creationId xmlns:a16="http://schemas.microsoft.com/office/drawing/2014/main" id="{D6D3F44F-A79F-41AB-8708-825508AD08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55" name="Line 163">
                  <a:extLst>
                    <a:ext uri="{FF2B5EF4-FFF2-40B4-BE49-F238E27FC236}">
                      <a16:creationId xmlns:a16="http://schemas.microsoft.com/office/drawing/2014/main" id="{709E3C00-2001-4B48-98AD-5A08B163A1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29" name="Group 164">
                <a:extLst>
                  <a:ext uri="{FF2B5EF4-FFF2-40B4-BE49-F238E27FC236}">
                    <a16:creationId xmlns:a16="http://schemas.microsoft.com/office/drawing/2014/main" id="{0965D6BB-70DB-441F-AE4B-D6638C3223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2928"/>
                <a:ext cx="96" cy="96"/>
                <a:chOff x="2928" y="336"/>
                <a:chExt cx="96" cy="96"/>
              </a:xfrm>
            </p:grpSpPr>
            <p:sp>
              <p:nvSpPr>
                <p:cNvPr id="22652" name="Line 165">
                  <a:extLst>
                    <a:ext uri="{FF2B5EF4-FFF2-40B4-BE49-F238E27FC236}">
                      <a16:creationId xmlns:a16="http://schemas.microsoft.com/office/drawing/2014/main" id="{8447246D-0701-4A8B-BF2E-3BD56DB074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53" name="Line 166">
                  <a:extLst>
                    <a:ext uri="{FF2B5EF4-FFF2-40B4-BE49-F238E27FC236}">
                      <a16:creationId xmlns:a16="http://schemas.microsoft.com/office/drawing/2014/main" id="{D307CED5-DCAB-4024-86D6-4111C8EE84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30" name="Group 167">
                <a:extLst>
                  <a:ext uri="{FF2B5EF4-FFF2-40B4-BE49-F238E27FC236}">
                    <a16:creationId xmlns:a16="http://schemas.microsoft.com/office/drawing/2014/main" id="{3828E2CD-F984-4491-883F-6295301799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0" y="2976"/>
                <a:ext cx="96" cy="96"/>
                <a:chOff x="2928" y="336"/>
                <a:chExt cx="96" cy="96"/>
              </a:xfrm>
            </p:grpSpPr>
            <p:sp>
              <p:nvSpPr>
                <p:cNvPr id="22650" name="Line 168">
                  <a:extLst>
                    <a:ext uri="{FF2B5EF4-FFF2-40B4-BE49-F238E27FC236}">
                      <a16:creationId xmlns:a16="http://schemas.microsoft.com/office/drawing/2014/main" id="{9B1C21E4-71D7-4307-89D0-B272108F61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51" name="Line 169">
                  <a:extLst>
                    <a:ext uri="{FF2B5EF4-FFF2-40B4-BE49-F238E27FC236}">
                      <a16:creationId xmlns:a16="http://schemas.microsoft.com/office/drawing/2014/main" id="{781548F9-3E54-4CD1-A20A-59812ECE44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31" name="Group 170">
                <a:extLst>
                  <a:ext uri="{FF2B5EF4-FFF2-40B4-BE49-F238E27FC236}">
                    <a16:creationId xmlns:a16="http://schemas.microsoft.com/office/drawing/2014/main" id="{4E1D1820-8E36-4FA1-8941-F38204A408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3168"/>
                <a:ext cx="96" cy="96"/>
                <a:chOff x="2928" y="336"/>
                <a:chExt cx="96" cy="96"/>
              </a:xfrm>
            </p:grpSpPr>
            <p:sp>
              <p:nvSpPr>
                <p:cNvPr id="22648" name="Line 171">
                  <a:extLst>
                    <a:ext uri="{FF2B5EF4-FFF2-40B4-BE49-F238E27FC236}">
                      <a16:creationId xmlns:a16="http://schemas.microsoft.com/office/drawing/2014/main" id="{8A92ABB9-92C6-47A3-8389-7B0B829373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49" name="Line 172">
                  <a:extLst>
                    <a:ext uri="{FF2B5EF4-FFF2-40B4-BE49-F238E27FC236}">
                      <a16:creationId xmlns:a16="http://schemas.microsoft.com/office/drawing/2014/main" id="{224619A7-5BD0-4DF8-B654-EA1ED9D8B3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32" name="Group 173">
                <a:extLst>
                  <a:ext uri="{FF2B5EF4-FFF2-40B4-BE49-F238E27FC236}">
                    <a16:creationId xmlns:a16="http://schemas.microsoft.com/office/drawing/2014/main" id="{F4AA0AEF-BA50-4065-9084-F60FFB81E6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6" y="3312"/>
                <a:ext cx="96" cy="96"/>
                <a:chOff x="2928" y="336"/>
                <a:chExt cx="96" cy="96"/>
              </a:xfrm>
            </p:grpSpPr>
            <p:sp>
              <p:nvSpPr>
                <p:cNvPr id="22646" name="Line 174">
                  <a:extLst>
                    <a:ext uri="{FF2B5EF4-FFF2-40B4-BE49-F238E27FC236}">
                      <a16:creationId xmlns:a16="http://schemas.microsoft.com/office/drawing/2014/main" id="{E762983C-FC7E-4278-BD52-2A2DCEEEA8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47" name="Line 175">
                  <a:extLst>
                    <a:ext uri="{FF2B5EF4-FFF2-40B4-BE49-F238E27FC236}">
                      <a16:creationId xmlns:a16="http://schemas.microsoft.com/office/drawing/2014/main" id="{1C1C8B63-038D-477C-BBEA-59239EC8DE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33" name="Group 176">
                <a:extLst>
                  <a:ext uri="{FF2B5EF4-FFF2-40B4-BE49-F238E27FC236}">
                    <a16:creationId xmlns:a16="http://schemas.microsoft.com/office/drawing/2014/main" id="{FB479257-4BA1-453D-BCE3-FF7A5EAC03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3168"/>
                <a:ext cx="96" cy="96"/>
                <a:chOff x="2928" y="336"/>
                <a:chExt cx="96" cy="96"/>
              </a:xfrm>
            </p:grpSpPr>
            <p:sp>
              <p:nvSpPr>
                <p:cNvPr id="22644" name="Line 177">
                  <a:extLst>
                    <a:ext uri="{FF2B5EF4-FFF2-40B4-BE49-F238E27FC236}">
                      <a16:creationId xmlns:a16="http://schemas.microsoft.com/office/drawing/2014/main" id="{8D281A4F-B9F4-4DCF-901F-85F93BE0E3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45" name="Line 178">
                  <a:extLst>
                    <a:ext uri="{FF2B5EF4-FFF2-40B4-BE49-F238E27FC236}">
                      <a16:creationId xmlns:a16="http://schemas.microsoft.com/office/drawing/2014/main" id="{719FECC8-BDB8-4B0A-A595-75CCD09B6E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34" name="Group 179">
                <a:extLst>
                  <a:ext uri="{FF2B5EF4-FFF2-40B4-BE49-F238E27FC236}">
                    <a16:creationId xmlns:a16="http://schemas.microsoft.com/office/drawing/2014/main" id="{E19BDE78-A07D-4AFF-9A77-409B2C2D2C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4" y="3312"/>
                <a:ext cx="96" cy="96"/>
                <a:chOff x="2928" y="336"/>
                <a:chExt cx="96" cy="96"/>
              </a:xfrm>
            </p:grpSpPr>
            <p:sp>
              <p:nvSpPr>
                <p:cNvPr id="22642" name="Line 180">
                  <a:extLst>
                    <a:ext uri="{FF2B5EF4-FFF2-40B4-BE49-F238E27FC236}">
                      <a16:creationId xmlns:a16="http://schemas.microsoft.com/office/drawing/2014/main" id="{D978099A-FA6A-42F3-89BE-88180397FF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43" name="Line 181">
                  <a:extLst>
                    <a:ext uri="{FF2B5EF4-FFF2-40B4-BE49-F238E27FC236}">
                      <a16:creationId xmlns:a16="http://schemas.microsoft.com/office/drawing/2014/main" id="{EB138F7A-E48F-4BA1-8A00-5210CEF081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35" name="Group 182">
                <a:extLst>
                  <a:ext uri="{FF2B5EF4-FFF2-40B4-BE49-F238E27FC236}">
                    <a16:creationId xmlns:a16="http://schemas.microsoft.com/office/drawing/2014/main" id="{8D49C74E-730A-47BD-8AE0-FEE49043B4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6" y="3264"/>
                <a:ext cx="96" cy="96"/>
                <a:chOff x="2928" y="336"/>
                <a:chExt cx="96" cy="96"/>
              </a:xfrm>
            </p:grpSpPr>
            <p:sp>
              <p:nvSpPr>
                <p:cNvPr id="22640" name="Line 183">
                  <a:extLst>
                    <a:ext uri="{FF2B5EF4-FFF2-40B4-BE49-F238E27FC236}">
                      <a16:creationId xmlns:a16="http://schemas.microsoft.com/office/drawing/2014/main" id="{923C08D4-37AB-47A3-83DF-3344BF4156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41" name="Line 184">
                  <a:extLst>
                    <a:ext uri="{FF2B5EF4-FFF2-40B4-BE49-F238E27FC236}">
                      <a16:creationId xmlns:a16="http://schemas.microsoft.com/office/drawing/2014/main" id="{6A38C6B5-6F5F-4316-89AB-A8EFEFAF76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2636" name="Line 185">
                <a:extLst>
                  <a:ext uri="{FF2B5EF4-FFF2-40B4-BE49-F238E27FC236}">
                    <a16:creationId xmlns:a16="http://schemas.microsoft.com/office/drawing/2014/main" id="{A53C3421-18BF-4575-8E93-74C958F400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78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37" name="Line 186">
                <a:extLst>
                  <a:ext uri="{FF2B5EF4-FFF2-40B4-BE49-F238E27FC236}">
                    <a16:creationId xmlns:a16="http://schemas.microsoft.com/office/drawing/2014/main" id="{9DAA9B87-6063-4FD2-9615-D828D75E57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976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38" name="Line 187">
                <a:extLst>
                  <a:ext uri="{FF2B5EF4-FFF2-40B4-BE49-F238E27FC236}">
                    <a16:creationId xmlns:a16="http://schemas.microsoft.com/office/drawing/2014/main" id="{2D126D1E-83DD-4D88-AACE-F0429987A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168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39" name="Line 188">
                <a:extLst>
                  <a:ext uri="{FF2B5EF4-FFF2-40B4-BE49-F238E27FC236}">
                    <a16:creationId xmlns:a16="http://schemas.microsoft.com/office/drawing/2014/main" id="{A78E5261-7D50-452E-944E-298AA144C9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360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548" name="Group 189">
              <a:extLst>
                <a:ext uri="{FF2B5EF4-FFF2-40B4-BE49-F238E27FC236}">
                  <a16:creationId xmlns:a16="http://schemas.microsoft.com/office/drawing/2014/main" id="{AF219E06-237A-4CB6-A7C6-A7DC088028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5" y="2909"/>
              <a:ext cx="1008" cy="672"/>
              <a:chOff x="4224" y="2736"/>
              <a:chExt cx="1008" cy="672"/>
            </a:xfrm>
          </p:grpSpPr>
          <p:sp>
            <p:nvSpPr>
              <p:cNvPr id="22549" name="Oval 190">
                <a:extLst>
                  <a:ext uri="{FF2B5EF4-FFF2-40B4-BE49-F238E27FC236}">
                    <a16:creationId xmlns:a16="http://schemas.microsoft.com/office/drawing/2014/main" id="{27F4F670-267C-4576-9160-C2CD6AC2AA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784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0" name="Oval 191">
                <a:extLst>
                  <a:ext uri="{FF2B5EF4-FFF2-40B4-BE49-F238E27FC236}">
                    <a16:creationId xmlns:a16="http://schemas.microsoft.com/office/drawing/2014/main" id="{B3763089-61F8-4AE3-800C-F672A580E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2784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1" name="Oval 192">
                <a:extLst>
                  <a:ext uri="{FF2B5EF4-FFF2-40B4-BE49-F238E27FC236}">
                    <a16:creationId xmlns:a16="http://schemas.microsoft.com/office/drawing/2014/main" id="{279D9A9D-35A9-4D40-BFDB-98D109284A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2784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2" name="Oval 193">
                <a:extLst>
                  <a:ext uri="{FF2B5EF4-FFF2-40B4-BE49-F238E27FC236}">
                    <a16:creationId xmlns:a16="http://schemas.microsoft.com/office/drawing/2014/main" id="{546358EF-3217-4B69-8201-C9D9FF5931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6" y="2928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3" name="Oval 194">
                <a:extLst>
                  <a:ext uri="{FF2B5EF4-FFF2-40B4-BE49-F238E27FC236}">
                    <a16:creationId xmlns:a16="http://schemas.microsoft.com/office/drawing/2014/main" id="{622246F5-E3E8-4F18-A8FB-F2DD8E5FE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3120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4" name="Oval 195">
                <a:extLst>
                  <a:ext uri="{FF2B5EF4-FFF2-40B4-BE49-F238E27FC236}">
                    <a16:creationId xmlns:a16="http://schemas.microsoft.com/office/drawing/2014/main" id="{CFD7ABC4-B255-4BA8-A217-FA598E893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3120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5" name="Oval 196">
                <a:extLst>
                  <a:ext uri="{FF2B5EF4-FFF2-40B4-BE49-F238E27FC236}">
                    <a16:creationId xmlns:a16="http://schemas.microsoft.com/office/drawing/2014/main" id="{2B661E2F-CC68-4C29-8B36-4895E79E5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6" y="321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6" name="Oval 197">
                <a:extLst>
                  <a:ext uri="{FF2B5EF4-FFF2-40B4-BE49-F238E27FC236}">
                    <a16:creationId xmlns:a16="http://schemas.microsoft.com/office/drawing/2014/main" id="{E90BB329-F9F0-4EDA-9696-11F75FC744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6" y="297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7" name="Oval 198">
                <a:extLst>
                  <a:ext uri="{FF2B5EF4-FFF2-40B4-BE49-F238E27FC236}">
                    <a16:creationId xmlns:a16="http://schemas.microsoft.com/office/drawing/2014/main" id="{1342DBED-55E7-4517-AABE-253465FBB6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3072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8" name="Oval 199">
                <a:extLst>
                  <a:ext uri="{FF2B5EF4-FFF2-40B4-BE49-F238E27FC236}">
                    <a16:creationId xmlns:a16="http://schemas.microsoft.com/office/drawing/2014/main" id="{C3C98509-30A5-4BE7-8976-8744432A1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321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9" name="Oval 200">
                <a:extLst>
                  <a:ext uri="{FF2B5EF4-FFF2-40B4-BE49-F238E27FC236}">
                    <a16:creationId xmlns:a16="http://schemas.microsoft.com/office/drawing/2014/main" id="{EDCF24F1-BE45-4D29-BC42-B6DE696DDE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2928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60" name="Oval 201">
                <a:extLst>
                  <a:ext uri="{FF2B5EF4-FFF2-40B4-BE49-F238E27FC236}">
                    <a16:creationId xmlns:a16="http://schemas.microsoft.com/office/drawing/2014/main" id="{5AC794E1-F1B1-4CA5-A02E-F1FB857641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3264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61" name="Oval 202">
                <a:extLst>
                  <a:ext uri="{FF2B5EF4-FFF2-40B4-BE49-F238E27FC236}">
                    <a16:creationId xmlns:a16="http://schemas.microsoft.com/office/drawing/2014/main" id="{59040AD5-357F-4479-BEEB-DA5F9E52E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92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62" name="Oval 203">
                <a:extLst>
                  <a:ext uri="{FF2B5EF4-FFF2-40B4-BE49-F238E27FC236}">
                    <a16:creationId xmlns:a16="http://schemas.microsoft.com/office/drawing/2014/main" id="{C44C38A1-1004-41D6-A7E3-06A466A41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3120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63" name="Oval 204">
                <a:extLst>
                  <a:ext uri="{FF2B5EF4-FFF2-40B4-BE49-F238E27FC236}">
                    <a16:creationId xmlns:a16="http://schemas.microsoft.com/office/drawing/2014/main" id="{F7102AA3-94B7-47CD-A555-A532E56639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331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564" name="Group 205">
                <a:extLst>
                  <a:ext uri="{FF2B5EF4-FFF2-40B4-BE49-F238E27FC236}">
                    <a16:creationId xmlns:a16="http://schemas.microsoft.com/office/drawing/2014/main" id="{ADFD3660-0DF2-46C6-8A0E-DB0F6BB7EC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736"/>
                <a:ext cx="96" cy="96"/>
                <a:chOff x="1776" y="2160"/>
                <a:chExt cx="96" cy="96"/>
              </a:xfrm>
            </p:grpSpPr>
            <p:sp>
              <p:nvSpPr>
                <p:cNvPr id="22601" name="Oval 206">
                  <a:extLst>
                    <a:ext uri="{FF2B5EF4-FFF2-40B4-BE49-F238E27FC236}">
                      <a16:creationId xmlns:a16="http://schemas.microsoft.com/office/drawing/2014/main" id="{9D87182F-1C3E-4A60-9AED-F0E63562CB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16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02" name="Line 207">
                  <a:extLst>
                    <a:ext uri="{FF2B5EF4-FFF2-40B4-BE49-F238E27FC236}">
                      <a16:creationId xmlns:a16="http://schemas.microsoft.com/office/drawing/2014/main" id="{4CF0EF46-09E1-4FFC-BF2F-37683D75EF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03" name="Line 208">
                  <a:extLst>
                    <a:ext uri="{FF2B5EF4-FFF2-40B4-BE49-F238E27FC236}">
                      <a16:creationId xmlns:a16="http://schemas.microsoft.com/office/drawing/2014/main" id="{63915196-8508-4E8A-834E-86A71EFBDA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21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65" name="Group 209">
                <a:extLst>
                  <a:ext uri="{FF2B5EF4-FFF2-40B4-BE49-F238E27FC236}">
                    <a16:creationId xmlns:a16="http://schemas.microsoft.com/office/drawing/2014/main" id="{64C918D2-81E3-4CF9-B88C-52F34896D8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928"/>
                <a:ext cx="96" cy="96"/>
                <a:chOff x="1776" y="2160"/>
                <a:chExt cx="96" cy="96"/>
              </a:xfrm>
            </p:grpSpPr>
            <p:sp>
              <p:nvSpPr>
                <p:cNvPr id="22598" name="Oval 210">
                  <a:extLst>
                    <a:ext uri="{FF2B5EF4-FFF2-40B4-BE49-F238E27FC236}">
                      <a16:creationId xmlns:a16="http://schemas.microsoft.com/office/drawing/2014/main" id="{C61E975C-993C-41CF-9B91-37823CE7FF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16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99" name="Line 211">
                  <a:extLst>
                    <a:ext uri="{FF2B5EF4-FFF2-40B4-BE49-F238E27FC236}">
                      <a16:creationId xmlns:a16="http://schemas.microsoft.com/office/drawing/2014/main" id="{0401A277-A0FA-4466-B127-601C1414E5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00" name="Line 212">
                  <a:extLst>
                    <a:ext uri="{FF2B5EF4-FFF2-40B4-BE49-F238E27FC236}">
                      <a16:creationId xmlns:a16="http://schemas.microsoft.com/office/drawing/2014/main" id="{61FFA7B0-B212-4BD2-BE44-293539D777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21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66" name="Group 213">
                <a:extLst>
                  <a:ext uri="{FF2B5EF4-FFF2-40B4-BE49-F238E27FC236}">
                    <a16:creationId xmlns:a16="http://schemas.microsoft.com/office/drawing/2014/main" id="{A8117CB7-A790-4184-9C24-273DB4D0A4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3120"/>
                <a:ext cx="96" cy="96"/>
                <a:chOff x="1776" y="2160"/>
                <a:chExt cx="96" cy="96"/>
              </a:xfrm>
            </p:grpSpPr>
            <p:sp>
              <p:nvSpPr>
                <p:cNvPr id="22595" name="Oval 214">
                  <a:extLst>
                    <a:ext uri="{FF2B5EF4-FFF2-40B4-BE49-F238E27FC236}">
                      <a16:creationId xmlns:a16="http://schemas.microsoft.com/office/drawing/2014/main" id="{A345AB0D-5BA6-4BB8-A5D3-9CD1D90F93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16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96" name="Line 215">
                  <a:extLst>
                    <a:ext uri="{FF2B5EF4-FFF2-40B4-BE49-F238E27FC236}">
                      <a16:creationId xmlns:a16="http://schemas.microsoft.com/office/drawing/2014/main" id="{0ABA0A13-415C-47D5-9C81-F6FFE9A063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97" name="Line 216">
                  <a:extLst>
                    <a:ext uri="{FF2B5EF4-FFF2-40B4-BE49-F238E27FC236}">
                      <a16:creationId xmlns:a16="http://schemas.microsoft.com/office/drawing/2014/main" id="{0BEE0816-AD3B-4371-8978-C746B740A5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21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67" name="Group 217">
                <a:extLst>
                  <a:ext uri="{FF2B5EF4-FFF2-40B4-BE49-F238E27FC236}">
                    <a16:creationId xmlns:a16="http://schemas.microsoft.com/office/drawing/2014/main" id="{249F425F-C518-414F-A9A8-4A76C8A4CD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3312"/>
                <a:ext cx="96" cy="96"/>
                <a:chOff x="1776" y="2160"/>
                <a:chExt cx="96" cy="96"/>
              </a:xfrm>
            </p:grpSpPr>
            <p:sp>
              <p:nvSpPr>
                <p:cNvPr id="22592" name="Oval 218">
                  <a:extLst>
                    <a:ext uri="{FF2B5EF4-FFF2-40B4-BE49-F238E27FC236}">
                      <a16:creationId xmlns:a16="http://schemas.microsoft.com/office/drawing/2014/main" id="{DB79DA5A-14E8-462C-B761-9BFE7E9CAC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16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solidFill>
                      <a:schemeClr val="tx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93" name="Line 219">
                  <a:extLst>
                    <a:ext uri="{FF2B5EF4-FFF2-40B4-BE49-F238E27FC236}">
                      <a16:creationId xmlns:a16="http://schemas.microsoft.com/office/drawing/2014/main" id="{AA746C5B-DB6F-4D1D-B998-9312BD627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94" name="Line 220">
                  <a:extLst>
                    <a:ext uri="{FF2B5EF4-FFF2-40B4-BE49-F238E27FC236}">
                      <a16:creationId xmlns:a16="http://schemas.microsoft.com/office/drawing/2014/main" id="{C91B60D8-3875-47FC-97FE-787521CA9B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21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68" name="Group 221">
                <a:extLst>
                  <a:ext uri="{FF2B5EF4-FFF2-40B4-BE49-F238E27FC236}">
                    <a16:creationId xmlns:a16="http://schemas.microsoft.com/office/drawing/2014/main" id="{4D2ACA3B-F973-42CC-8FC6-04DCE6C822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736"/>
                <a:ext cx="96" cy="96"/>
                <a:chOff x="2928" y="336"/>
                <a:chExt cx="96" cy="96"/>
              </a:xfrm>
            </p:grpSpPr>
            <p:sp>
              <p:nvSpPr>
                <p:cNvPr id="22590" name="Line 222">
                  <a:extLst>
                    <a:ext uri="{FF2B5EF4-FFF2-40B4-BE49-F238E27FC236}">
                      <a16:creationId xmlns:a16="http://schemas.microsoft.com/office/drawing/2014/main" id="{9B8EFFE1-43EE-4127-B7E4-DC946A5040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91" name="Line 223">
                  <a:extLst>
                    <a:ext uri="{FF2B5EF4-FFF2-40B4-BE49-F238E27FC236}">
                      <a16:creationId xmlns:a16="http://schemas.microsoft.com/office/drawing/2014/main" id="{C151B7A1-DD66-4C29-81EB-B28EE12471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69" name="Group 224">
                <a:extLst>
                  <a:ext uri="{FF2B5EF4-FFF2-40B4-BE49-F238E27FC236}">
                    <a16:creationId xmlns:a16="http://schemas.microsoft.com/office/drawing/2014/main" id="{9577BE9F-20EC-46AA-988B-0BD62EE7D5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928"/>
                <a:ext cx="96" cy="96"/>
                <a:chOff x="2928" y="336"/>
                <a:chExt cx="96" cy="96"/>
              </a:xfrm>
            </p:grpSpPr>
            <p:sp>
              <p:nvSpPr>
                <p:cNvPr id="22588" name="Line 225">
                  <a:extLst>
                    <a:ext uri="{FF2B5EF4-FFF2-40B4-BE49-F238E27FC236}">
                      <a16:creationId xmlns:a16="http://schemas.microsoft.com/office/drawing/2014/main" id="{DE4C4250-739F-4B01-9838-D987AC6E62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89" name="Line 226">
                  <a:extLst>
                    <a:ext uri="{FF2B5EF4-FFF2-40B4-BE49-F238E27FC236}">
                      <a16:creationId xmlns:a16="http://schemas.microsoft.com/office/drawing/2014/main" id="{15912273-68ED-4D91-88B9-FA254D7CBA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70" name="Group 227">
                <a:extLst>
                  <a:ext uri="{FF2B5EF4-FFF2-40B4-BE49-F238E27FC236}">
                    <a16:creationId xmlns:a16="http://schemas.microsoft.com/office/drawing/2014/main" id="{EFCBAF2E-1F90-4128-9C9F-9E76B24E0A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3120"/>
                <a:ext cx="96" cy="96"/>
                <a:chOff x="2928" y="336"/>
                <a:chExt cx="96" cy="96"/>
              </a:xfrm>
            </p:grpSpPr>
            <p:sp>
              <p:nvSpPr>
                <p:cNvPr id="22586" name="Line 228">
                  <a:extLst>
                    <a:ext uri="{FF2B5EF4-FFF2-40B4-BE49-F238E27FC236}">
                      <a16:creationId xmlns:a16="http://schemas.microsoft.com/office/drawing/2014/main" id="{3926B246-24A4-4C95-AD31-33BB300FD9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87" name="Line 229">
                  <a:extLst>
                    <a:ext uri="{FF2B5EF4-FFF2-40B4-BE49-F238E27FC236}">
                      <a16:creationId xmlns:a16="http://schemas.microsoft.com/office/drawing/2014/main" id="{E65B97E2-813B-4A23-A757-81297950C5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71" name="Group 230">
                <a:extLst>
                  <a:ext uri="{FF2B5EF4-FFF2-40B4-BE49-F238E27FC236}">
                    <a16:creationId xmlns:a16="http://schemas.microsoft.com/office/drawing/2014/main" id="{CDD9A8BC-4A22-4822-8222-AA5FC5F862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3312"/>
                <a:ext cx="96" cy="96"/>
                <a:chOff x="2928" y="336"/>
                <a:chExt cx="96" cy="96"/>
              </a:xfrm>
            </p:grpSpPr>
            <p:sp>
              <p:nvSpPr>
                <p:cNvPr id="22584" name="Line 231">
                  <a:extLst>
                    <a:ext uri="{FF2B5EF4-FFF2-40B4-BE49-F238E27FC236}">
                      <a16:creationId xmlns:a16="http://schemas.microsoft.com/office/drawing/2014/main" id="{CBF61C18-2C71-4126-9804-92654F3B80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85" name="Line 232">
                  <a:extLst>
                    <a:ext uri="{FF2B5EF4-FFF2-40B4-BE49-F238E27FC236}">
                      <a16:creationId xmlns:a16="http://schemas.microsoft.com/office/drawing/2014/main" id="{3E4E75E5-C1FE-4D29-9A83-13127C84F9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2572" name="Line 233">
                <a:extLst>
                  <a:ext uri="{FF2B5EF4-FFF2-40B4-BE49-F238E27FC236}">
                    <a16:creationId xmlns:a16="http://schemas.microsoft.com/office/drawing/2014/main" id="{51F559E4-7306-4DBD-A840-DAEC13651D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283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3" name="Line 234">
                <a:extLst>
                  <a:ext uri="{FF2B5EF4-FFF2-40B4-BE49-F238E27FC236}">
                    <a16:creationId xmlns:a16="http://schemas.microsoft.com/office/drawing/2014/main" id="{CE3DFB32-8459-468F-BD3B-F3FCC906F0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3120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4" name="Line 235">
                <a:extLst>
                  <a:ext uri="{FF2B5EF4-FFF2-40B4-BE49-F238E27FC236}">
                    <a16:creationId xmlns:a16="http://schemas.microsoft.com/office/drawing/2014/main" id="{1968CC11-0B3E-4E65-B699-E99AB44839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283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5" name="Line 236">
                <a:extLst>
                  <a:ext uri="{FF2B5EF4-FFF2-40B4-BE49-F238E27FC236}">
                    <a16:creationId xmlns:a16="http://schemas.microsoft.com/office/drawing/2014/main" id="{BC69A60E-695B-43F6-8A7A-3B55B792A4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2976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6" name="Line 237">
                <a:extLst>
                  <a:ext uri="{FF2B5EF4-FFF2-40B4-BE49-F238E27FC236}">
                    <a16:creationId xmlns:a16="http://schemas.microsoft.com/office/drawing/2014/main" id="{D6FAC9E0-C2D8-4F2C-B9A7-9B68FE710B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326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7" name="Line 238">
                <a:extLst>
                  <a:ext uri="{FF2B5EF4-FFF2-40B4-BE49-F238E27FC236}">
                    <a16:creationId xmlns:a16="http://schemas.microsoft.com/office/drawing/2014/main" id="{D4E98399-04C9-4C58-93A1-D3CB51A093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3168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8" name="Line 239">
                <a:extLst>
                  <a:ext uri="{FF2B5EF4-FFF2-40B4-BE49-F238E27FC236}">
                    <a16:creationId xmlns:a16="http://schemas.microsoft.com/office/drawing/2014/main" id="{92109EA1-2CEA-46F8-BDC8-93E4B9EEB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331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9" name="Line 240">
                <a:extLst>
                  <a:ext uri="{FF2B5EF4-FFF2-40B4-BE49-F238E27FC236}">
                    <a16:creationId xmlns:a16="http://schemas.microsoft.com/office/drawing/2014/main" id="{D43356AE-AAC2-46E0-9685-510C328B04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326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0" name="Line 241">
                <a:extLst>
                  <a:ext uri="{FF2B5EF4-FFF2-40B4-BE49-F238E27FC236}">
                    <a16:creationId xmlns:a16="http://schemas.microsoft.com/office/drawing/2014/main" id="{BEE50A3D-33D6-49EE-8320-9D5DD4798F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3168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1" name="Line 242">
                <a:extLst>
                  <a:ext uri="{FF2B5EF4-FFF2-40B4-BE49-F238E27FC236}">
                    <a16:creationId xmlns:a16="http://schemas.microsoft.com/office/drawing/2014/main" id="{FA7DE7F4-1A9B-4CFF-8039-04F703DA0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976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2" name="Line 243">
                <a:extLst>
                  <a:ext uri="{FF2B5EF4-FFF2-40B4-BE49-F238E27FC236}">
                    <a16:creationId xmlns:a16="http://schemas.microsoft.com/office/drawing/2014/main" id="{E181C658-9B6D-4AF3-98F8-0BB7C2792B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283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3" name="Line 244">
                <a:extLst>
                  <a:ext uri="{FF2B5EF4-FFF2-40B4-BE49-F238E27FC236}">
                    <a16:creationId xmlns:a16="http://schemas.microsoft.com/office/drawing/2014/main" id="{5FA0C318-D849-4DE0-8A79-50AB4C3B6B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302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69558" name="Text Box 246">
            <a:hlinkClick r:id="rId6" action="ppaction://hlinkfile"/>
            <a:extLst>
              <a:ext uri="{FF2B5EF4-FFF2-40B4-BE49-F238E27FC236}">
                <a16:creationId xmlns:a16="http://schemas.microsoft.com/office/drawing/2014/main" id="{D9A7C7F8-7677-4C10-B4E1-64A3AD19E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7713" y="2216150"/>
            <a:ext cx="722312" cy="276225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1200">
                <a:solidFill>
                  <a:schemeClr val="tx2"/>
                </a:solidFill>
                <a:latin typeface="Times New Roman" panose="02020603050405020304" pitchFamily="18" charset="0"/>
              </a:rPr>
              <a:t>P-N </a:t>
            </a:r>
            <a:r>
              <a:rPr kumimoji="1" lang="zh-CN" altLang="en-US" sz="1200">
                <a:solidFill>
                  <a:schemeClr val="tx2"/>
                </a:solidFill>
                <a:latin typeface="Times New Roman" panose="02020603050405020304" pitchFamily="18" charset="0"/>
              </a:rPr>
              <a:t>结</a:t>
            </a:r>
          </a:p>
        </p:txBody>
      </p:sp>
      <p:sp>
        <p:nvSpPr>
          <p:cNvPr id="269559" name="Text Box 247">
            <a:extLst>
              <a:ext uri="{FF2B5EF4-FFF2-40B4-BE49-F238E27FC236}">
                <a16:creationId xmlns:a16="http://schemas.microsoft.com/office/drawing/2014/main" id="{D269349B-C11B-4A00-B9F6-6C1EBBC2F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4338638"/>
            <a:ext cx="1392237" cy="528637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结果 </a:t>
            </a:r>
          </a:p>
        </p:txBody>
      </p:sp>
      <p:sp>
        <p:nvSpPr>
          <p:cNvPr id="22539" name="Rectangle 6">
            <a:extLst>
              <a:ext uri="{FF2B5EF4-FFF2-40B4-BE49-F238E27FC236}">
                <a16:creationId xmlns:a16="http://schemas.microsoft.com/office/drawing/2014/main" id="{CED2687C-D697-4A4F-B23C-175FAFEE4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88938"/>
            <a:ext cx="6696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P-N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结</a:t>
            </a:r>
            <a:endParaRPr kumimoji="1" lang="zh-CN" altLang="en-US" sz="2800" b="1">
              <a:solidFill>
                <a:schemeClr val="accent2"/>
              </a:solidFill>
            </a:endParaRPr>
          </a:p>
        </p:txBody>
      </p:sp>
      <p:sp>
        <p:nvSpPr>
          <p:cNvPr id="22540" name="Text Box 3151">
            <a:extLst>
              <a:ext uri="{FF2B5EF4-FFF2-40B4-BE49-F238E27FC236}">
                <a16:creationId xmlns:a16="http://schemas.microsoft.com/office/drawing/2014/main" id="{F47FBD32-DDC4-4FA2-A08B-12834A0B8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13</a:t>
            </a:r>
            <a:endParaRPr lang="en-US" altLang="zh-CN" sz="18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6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69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269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269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9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9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269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5" grpId="0"/>
      <p:bldP spid="269316" grpId="0" autoUpdateAnimBg="0"/>
      <p:bldP spid="269317" grpId="0" animBg="1"/>
      <p:bldP spid="269318" grpId="0" autoUpdateAnimBg="0"/>
      <p:bldP spid="269319" grpId="0" autoUpdateAnimBg="0"/>
      <p:bldP spid="26955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Text Box 2">
            <a:extLst>
              <a:ext uri="{FF2B5EF4-FFF2-40B4-BE49-F238E27FC236}">
                <a16:creationId xmlns:a16="http://schemas.microsoft.com/office/drawing/2014/main" id="{E329E6A3-69ED-4018-8EA2-22C7D675C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3" y="1298575"/>
            <a:ext cx="39957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</a:rPr>
              <a:t>P-N</a:t>
            </a:r>
            <a:r>
              <a:rPr kumimoji="1" lang="zh-CN" altLang="en-US" sz="2800">
                <a:latin typeface="Times New Roman" panose="02020603050405020304" pitchFamily="18" charset="0"/>
              </a:rPr>
              <a:t>结处存在电势差</a:t>
            </a:r>
            <a:r>
              <a:rPr kumimoji="1" lang="en-US" altLang="zh-CN" sz="2800" i="1">
                <a:latin typeface="Times New Roman" panose="02020603050405020304" pitchFamily="18" charset="0"/>
              </a:rPr>
              <a:t>U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70339" name="Text Box 3">
            <a:extLst>
              <a:ext uri="{FF2B5EF4-FFF2-40B4-BE49-F238E27FC236}">
                <a16:creationId xmlns:a16="http://schemas.microsoft.com/office/drawing/2014/main" id="{E2B670F8-426A-4535-8D85-2123194EF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3" y="4648200"/>
            <a:ext cx="4071937" cy="1016000"/>
          </a:xfrm>
          <a:prstGeom prst="rect">
            <a:avLst/>
          </a:prstGeom>
          <a:solidFill>
            <a:srgbClr val="CCFFFF"/>
          </a:solidFill>
          <a:ln w="9525">
            <a:solidFill>
              <a:srgbClr val="6699F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也阻止</a:t>
            </a:r>
            <a:r>
              <a:rPr kumimoji="1" lang="en-US" altLang="zh-CN">
                <a:latin typeface="Times New Roman" panose="02020603050405020304" pitchFamily="18" charset="0"/>
              </a:rPr>
              <a:t>N </a:t>
            </a:r>
            <a:r>
              <a:rPr kumimoji="1" lang="zh-CN" altLang="en-US" sz="2800">
                <a:latin typeface="Times New Roman" panose="02020603050405020304" pitchFamily="18" charset="0"/>
              </a:rPr>
              <a:t>区带负电的电子进一步向</a:t>
            </a:r>
            <a:r>
              <a:rPr kumimoji="1" lang="en-US" altLang="zh-CN" sz="2800">
                <a:latin typeface="Times New Roman" panose="02020603050405020304" pitchFamily="18" charset="0"/>
              </a:rPr>
              <a:t>P</a:t>
            </a:r>
            <a:r>
              <a:rPr kumimoji="1" lang="zh-CN" altLang="zh-CN" sz="2800">
                <a:latin typeface="Times New Roman" panose="02020603050405020304" pitchFamily="18" charset="0"/>
              </a:rPr>
              <a:t>区</a:t>
            </a:r>
            <a:r>
              <a:rPr kumimoji="1" lang="zh-CN" altLang="en-US" sz="2800">
                <a:latin typeface="Times New Roman" panose="02020603050405020304" pitchFamily="18" charset="0"/>
              </a:rPr>
              <a:t>扩散。</a:t>
            </a:r>
          </a:p>
        </p:txBody>
      </p:sp>
      <p:sp>
        <p:nvSpPr>
          <p:cNvPr id="270340" name="Text Box 4">
            <a:extLst>
              <a:ext uri="{FF2B5EF4-FFF2-40B4-BE49-F238E27FC236}">
                <a16:creationId xmlns:a16="http://schemas.microsoft.com/office/drawing/2014/main" id="{E9A89058-1FE2-4DF8-B362-A6F1EB28A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3" y="2584450"/>
            <a:ext cx="4071937" cy="1016000"/>
          </a:xfrm>
          <a:prstGeom prst="rect">
            <a:avLst/>
          </a:prstGeom>
          <a:solidFill>
            <a:srgbClr val="CCFFFF"/>
          </a:solidFill>
          <a:ln w="9525">
            <a:solidFill>
              <a:srgbClr val="6699F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 它阻止 </a:t>
            </a:r>
            <a:r>
              <a:rPr kumimoji="1" lang="en-US" altLang="zh-CN" sz="2800">
                <a:latin typeface="Times New Roman" panose="02020603050405020304" pitchFamily="18" charset="0"/>
              </a:rPr>
              <a:t>P</a:t>
            </a:r>
            <a:r>
              <a:rPr kumimoji="1" lang="zh-CN" altLang="en-US" sz="2800">
                <a:latin typeface="Times New Roman" panose="02020603050405020304" pitchFamily="18" charset="0"/>
              </a:rPr>
              <a:t>区带正电的空穴进一步向</a:t>
            </a:r>
            <a:r>
              <a:rPr kumimoji="1" lang="en-US" altLang="zh-CN">
                <a:latin typeface="Times New Roman" panose="02020603050405020304" pitchFamily="18" charset="0"/>
              </a:rPr>
              <a:t>N </a:t>
            </a:r>
            <a:r>
              <a:rPr kumimoji="1" lang="zh-CN" altLang="zh-CN" sz="2800">
                <a:latin typeface="Times New Roman" panose="02020603050405020304" pitchFamily="18" charset="0"/>
              </a:rPr>
              <a:t>区</a:t>
            </a:r>
            <a:r>
              <a:rPr kumimoji="1" lang="zh-CN" altLang="en-US" sz="2800">
                <a:latin typeface="Times New Roman" panose="02020603050405020304" pitchFamily="18" charset="0"/>
              </a:rPr>
              <a:t>扩散；</a:t>
            </a:r>
          </a:p>
        </p:txBody>
      </p:sp>
      <p:grpSp>
        <p:nvGrpSpPr>
          <p:cNvPr id="270341" name="Group 5">
            <a:extLst>
              <a:ext uri="{FF2B5EF4-FFF2-40B4-BE49-F238E27FC236}">
                <a16:creationId xmlns:a16="http://schemas.microsoft.com/office/drawing/2014/main" id="{A74F5F3B-8FEB-4B60-945C-DD23DA754EC6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133600"/>
            <a:ext cx="381000" cy="3810000"/>
            <a:chOff x="3792" y="1344"/>
            <a:chExt cx="240" cy="2400"/>
          </a:xfrm>
        </p:grpSpPr>
        <p:sp>
          <p:nvSpPr>
            <p:cNvPr id="23703" name="Line 6">
              <a:extLst>
                <a:ext uri="{FF2B5EF4-FFF2-40B4-BE49-F238E27FC236}">
                  <a16:creationId xmlns:a16="http://schemas.microsoft.com/office/drawing/2014/main" id="{B5696085-C8C4-46DE-B156-FB7EE3ABB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344"/>
              <a:ext cx="0" cy="24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4" name="Line 7">
              <a:extLst>
                <a:ext uri="{FF2B5EF4-FFF2-40B4-BE49-F238E27FC236}">
                  <a16:creationId xmlns:a16="http://schemas.microsoft.com/office/drawing/2014/main" id="{47226D78-F531-4502-B838-A99726B9B5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344"/>
              <a:ext cx="0" cy="24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70344" name="Group 8">
            <a:extLst>
              <a:ext uri="{FF2B5EF4-FFF2-40B4-BE49-F238E27FC236}">
                <a16:creationId xmlns:a16="http://schemas.microsoft.com/office/drawing/2014/main" id="{543DBF37-57D1-4068-A128-4AB048ACB84D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905000"/>
            <a:ext cx="3505200" cy="1676400"/>
            <a:chOff x="3024" y="1200"/>
            <a:chExt cx="2208" cy="1056"/>
          </a:xfrm>
        </p:grpSpPr>
        <p:sp>
          <p:nvSpPr>
            <p:cNvPr id="23695" name="Line 9">
              <a:extLst>
                <a:ext uri="{FF2B5EF4-FFF2-40B4-BE49-F238E27FC236}">
                  <a16:creationId xmlns:a16="http://schemas.microsoft.com/office/drawing/2014/main" id="{839981FE-7B96-4389-BE60-2D09B7561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256"/>
              <a:ext cx="172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24" name="Line 10">
              <a:extLst>
                <a:ext uri="{FF2B5EF4-FFF2-40B4-BE49-F238E27FC236}">
                  <a16:creationId xmlns:a16="http://schemas.microsoft.com/office/drawing/2014/main" id="{BB627CCF-8FCE-4945-9281-1C89DC9D9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251"/>
              <a:ext cx="768" cy="0"/>
            </a:xfrm>
            <a:prstGeom prst="line">
              <a:avLst/>
            </a:prstGeom>
            <a:noFill/>
            <a:ln w="9525">
              <a:solidFill>
                <a:schemeClr val="accent6">
                  <a:lumMod val="40000"/>
                  <a:lumOff val="60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697" name="Arc 11">
              <a:extLst>
                <a:ext uri="{FF2B5EF4-FFF2-40B4-BE49-F238E27FC236}">
                  <a16:creationId xmlns:a16="http://schemas.microsoft.com/office/drawing/2014/main" id="{402B023D-081F-4348-B934-E4B0A746288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792" y="1627"/>
              <a:ext cx="240" cy="629"/>
            </a:xfrm>
            <a:custGeom>
              <a:avLst/>
              <a:gdLst>
                <a:gd name="T0" fmla="*/ 0 w 21600"/>
                <a:gd name="T1" fmla="*/ 0 h 23587"/>
                <a:gd name="T2" fmla="*/ 0 w 21600"/>
                <a:gd name="T3" fmla="*/ 0 h 23587"/>
                <a:gd name="T4" fmla="*/ 0 w 21600"/>
                <a:gd name="T5" fmla="*/ 0 h 23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3587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263"/>
                    <a:pt x="21569" y="22926"/>
                    <a:pt x="21508" y="23587"/>
                  </a:cubicBezTo>
                </a:path>
                <a:path w="21600" h="23587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263"/>
                    <a:pt x="21569" y="22926"/>
                    <a:pt x="21508" y="2358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98" name="Arc 12">
              <a:extLst>
                <a:ext uri="{FF2B5EF4-FFF2-40B4-BE49-F238E27FC236}">
                  <a16:creationId xmlns:a16="http://schemas.microsoft.com/office/drawing/2014/main" id="{76FC41A5-19B0-4E0C-96B1-7E276FF3172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032" y="1584"/>
              <a:ext cx="48" cy="48"/>
            </a:xfrm>
            <a:custGeom>
              <a:avLst/>
              <a:gdLst>
                <a:gd name="T0" fmla="*/ 0 w 21600"/>
                <a:gd name="T1" fmla="*/ 0 h 21404"/>
                <a:gd name="T2" fmla="*/ 0 w 21600"/>
                <a:gd name="T3" fmla="*/ 0 h 21404"/>
                <a:gd name="T4" fmla="*/ 0 w 21600"/>
                <a:gd name="T5" fmla="*/ 0 h 214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404" fill="none" extrusionOk="0">
                  <a:moveTo>
                    <a:pt x="2906" y="0"/>
                  </a:moveTo>
                  <a:cubicBezTo>
                    <a:pt x="13614" y="1454"/>
                    <a:pt x="21600" y="10598"/>
                    <a:pt x="21600" y="21404"/>
                  </a:cubicBezTo>
                </a:path>
                <a:path w="21600" h="21404" stroke="0" extrusionOk="0">
                  <a:moveTo>
                    <a:pt x="2906" y="0"/>
                  </a:moveTo>
                  <a:cubicBezTo>
                    <a:pt x="13614" y="1454"/>
                    <a:pt x="21600" y="10598"/>
                    <a:pt x="21600" y="21404"/>
                  </a:cubicBezTo>
                  <a:lnTo>
                    <a:pt x="0" y="21404"/>
                  </a:lnTo>
                  <a:lnTo>
                    <a:pt x="2906" y="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99" name="Line 13">
              <a:extLst>
                <a:ext uri="{FF2B5EF4-FFF2-40B4-BE49-F238E27FC236}">
                  <a16:creationId xmlns:a16="http://schemas.microsoft.com/office/drawing/2014/main" id="{3DE04D09-1D3B-485A-B5CC-8A9746E54F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584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0" name="Text Box 14">
              <a:extLst>
                <a:ext uri="{FF2B5EF4-FFF2-40B4-BE49-F238E27FC236}">
                  <a16:creationId xmlns:a16="http://schemas.microsoft.com/office/drawing/2014/main" id="{E0195157-08F0-4E8B-9EFC-CDC2EAAFA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3" y="1747"/>
              <a:ext cx="3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</a:rPr>
                <a:t>0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3701" name="Line 15">
              <a:extLst>
                <a:ext uri="{FF2B5EF4-FFF2-40B4-BE49-F238E27FC236}">
                  <a16:creationId xmlns:a16="http://schemas.microsoft.com/office/drawing/2014/main" id="{3535E2C9-8F4B-4749-BB80-1D587D900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584"/>
              <a:ext cx="0" cy="67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2" name="Text Box 16">
              <a:extLst>
                <a:ext uri="{FF2B5EF4-FFF2-40B4-BE49-F238E27FC236}">
                  <a16:creationId xmlns:a16="http://schemas.microsoft.com/office/drawing/2014/main" id="{69ADFD8B-F557-4338-ADB9-7AF86965BD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200"/>
              <a:ext cx="1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电势曲线</a:t>
              </a:r>
            </a:p>
          </p:txBody>
        </p:sp>
      </p:grpSp>
      <p:sp>
        <p:nvSpPr>
          <p:cNvPr id="270364" name="Text Box 28">
            <a:extLst>
              <a:ext uri="{FF2B5EF4-FFF2-40B4-BE49-F238E27FC236}">
                <a16:creationId xmlns:a16="http://schemas.microsoft.com/office/drawing/2014/main" id="{6978122B-EF91-484E-80FB-BC12F0615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5" y="536575"/>
            <a:ext cx="12684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</a:rPr>
              <a:t>P-N</a:t>
            </a:r>
            <a:r>
              <a:rPr kumimoji="1" lang="zh-CN" altLang="zh-CN">
                <a:latin typeface="Times New Roman" panose="02020603050405020304" pitchFamily="18" charset="0"/>
              </a:rPr>
              <a:t>结</a:t>
            </a:r>
            <a:endParaRPr kumimoji="1"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270492" name="Group 156">
            <a:extLst>
              <a:ext uri="{FF2B5EF4-FFF2-40B4-BE49-F238E27FC236}">
                <a16:creationId xmlns:a16="http://schemas.microsoft.com/office/drawing/2014/main" id="{5FCF9D34-D18E-4DC5-8EBD-F2BF48E75670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84175"/>
            <a:ext cx="3429000" cy="1676400"/>
            <a:chOff x="2880" y="242"/>
            <a:chExt cx="2160" cy="1056"/>
          </a:xfrm>
        </p:grpSpPr>
        <p:sp>
          <p:nvSpPr>
            <p:cNvPr id="23574" name="Line 33">
              <a:extLst>
                <a:ext uri="{FF2B5EF4-FFF2-40B4-BE49-F238E27FC236}">
                  <a16:creationId xmlns:a16="http://schemas.microsoft.com/office/drawing/2014/main" id="{ABA4FB33-387A-414B-A846-2990EEFC3F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4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5" name="Rectangle 30">
              <a:extLst>
                <a:ext uri="{FF2B5EF4-FFF2-40B4-BE49-F238E27FC236}">
                  <a16:creationId xmlns:a16="http://schemas.microsoft.com/office/drawing/2014/main" id="{E5708821-5927-4F38-9635-8F07406A8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434"/>
              <a:ext cx="2160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576" name="Line 31">
              <a:extLst>
                <a:ext uri="{FF2B5EF4-FFF2-40B4-BE49-F238E27FC236}">
                  <a16:creationId xmlns:a16="http://schemas.microsoft.com/office/drawing/2014/main" id="{DDDFED95-C088-4D64-9542-B942C2CFE2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338"/>
              <a:ext cx="240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7" name="Line 34">
              <a:extLst>
                <a:ext uri="{FF2B5EF4-FFF2-40B4-BE49-F238E27FC236}">
                  <a16:creationId xmlns:a16="http://schemas.microsoft.com/office/drawing/2014/main" id="{D1D5E06C-5386-40DA-B3C0-5EBDFC48B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42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578" name="Group 35">
              <a:extLst>
                <a:ext uri="{FF2B5EF4-FFF2-40B4-BE49-F238E27FC236}">
                  <a16:creationId xmlns:a16="http://schemas.microsoft.com/office/drawing/2014/main" id="{6789CFB2-C407-46AF-8EC1-A7676220FB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482"/>
              <a:ext cx="940" cy="672"/>
              <a:chOff x="3072" y="2736"/>
              <a:chExt cx="960" cy="672"/>
            </a:xfrm>
          </p:grpSpPr>
          <p:sp>
            <p:nvSpPr>
              <p:cNvPr id="23635" name="Oval 36">
                <a:extLst>
                  <a:ext uri="{FF2B5EF4-FFF2-40B4-BE49-F238E27FC236}">
                    <a16:creationId xmlns:a16="http://schemas.microsoft.com/office/drawing/2014/main" id="{81C6D2AB-2CD3-4249-B6A8-A41AB2D33A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736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36" name="Oval 37">
                <a:extLst>
                  <a:ext uri="{FF2B5EF4-FFF2-40B4-BE49-F238E27FC236}">
                    <a16:creationId xmlns:a16="http://schemas.microsoft.com/office/drawing/2014/main" id="{E593B105-1663-49A1-A7C9-2D2FAF5AF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976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37" name="Oval 38">
                <a:extLst>
                  <a:ext uri="{FF2B5EF4-FFF2-40B4-BE49-F238E27FC236}">
                    <a16:creationId xmlns:a16="http://schemas.microsoft.com/office/drawing/2014/main" id="{43182A87-00F0-48F3-A430-1E925FAE2B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78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38" name="Oval 39">
                <a:extLst>
                  <a:ext uri="{FF2B5EF4-FFF2-40B4-BE49-F238E27FC236}">
                    <a16:creationId xmlns:a16="http://schemas.microsoft.com/office/drawing/2014/main" id="{F6DD9149-F87C-48DB-8781-1A52FB272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2976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39" name="Oval 40">
                <a:extLst>
                  <a:ext uri="{FF2B5EF4-FFF2-40B4-BE49-F238E27FC236}">
                    <a16:creationId xmlns:a16="http://schemas.microsoft.com/office/drawing/2014/main" id="{ED7A5067-7B6D-416B-B3AF-4786C5EF3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16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0" name="Oval 41">
                <a:extLst>
                  <a:ext uri="{FF2B5EF4-FFF2-40B4-BE49-F238E27FC236}">
                    <a16:creationId xmlns:a16="http://schemas.microsoft.com/office/drawing/2014/main" id="{97CE7442-117D-4BC7-ADCF-0B285CABD4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16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1" name="Oval 42">
                <a:extLst>
                  <a:ext uri="{FF2B5EF4-FFF2-40B4-BE49-F238E27FC236}">
                    <a16:creationId xmlns:a16="http://schemas.microsoft.com/office/drawing/2014/main" id="{36878777-5D90-4605-B2DF-F9D4BFA09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331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2" name="Oval 43">
                <a:extLst>
                  <a:ext uri="{FF2B5EF4-FFF2-40B4-BE49-F238E27FC236}">
                    <a16:creationId xmlns:a16="http://schemas.microsoft.com/office/drawing/2014/main" id="{B1A22AE8-9E7E-443D-8FDB-A319F1008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326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3" name="Oval 44">
                <a:extLst>
                  <a:ext uri="{FF2B5EF4-FFF2-40B4-BE49-F238E27FC236}">
                    <a16:creationId xmlns:a16="http://schemas.microsoft.com/office/drawing/2014/main" id="{BE6E21FC-E157-4CD7-8E06-3BA4FFA793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302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4" name="Oval 45">
                <a:extLst>
                  <a:ext uri="{FF2B5EF4-FFF2-40B4-BE49-F238E27FC236}">
                    <a16:creationId xmlns:a16="http://schemas.microsoft.com/office/drawing/2014/main" id="{7597D9AF-8025-4834-8CFE-7FB82FBCB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78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5" name="Oval 46">
                <a:extLst>
                  <a:ext uri="{FF2B5EF4-FFF2-40B4-BE49-F238E27FC236}">
                    <a16:creationId xmlns:a16="http://schemas.microsoft.com/office/drawing/2014/main" id="{CAB950E1-1C7D-4360-AEED-9F7E0EBB2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92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6" name="Oval 47">
                <a:extLst>
                  <a:ext uri="{FF2B5EF4-FFF2-40B4-BE49-F238E27FC236}">
                    <a16:creationId xmlns:a16="http://schemas.microsoft.com/office/drawing/2014/main" id="{3C734D67-935C-44AD-9143-B194F03E00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331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7" name="Oval 48">
                <a:extLst>
                  <a:ext uri="{FF2B5EF4-FFF2-40B4-BE49-F238E27FC236}">
                    <a16:creationId xmlns:a16="http://schemas.microsoft.com/office/drawing/2014/main" id="{FF500510-B75D-4295-95F7-CC522D2EF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273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8" name="Oval 49">
                <a:extLst>
                  <a:ext uri="{FF2B5EF4-FFF2-40B4-BE49-F238E27FC236}">
                    <a16:creationId xmlns:a16="http://schemas.microsoft.com/office/drawing/2014/main" id="{FE0EC74D-CA65-4FC8-8EA4-DD46332C8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2928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9" name="Oval 50">
                <a:extLst>
                  <a:ext uri="{FF2B5EF4-FFF2-40B4-BE49-F238E27FC236}">
                    <a16:creationId xmlns:a16="http://schemas.microsoft.com/office/drawing/2014/main" id="{54696257-BFA6-45EE-A65C-9F68AE40C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3120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50" name="Oval 51">
                <a:extLst>
                  <a:ext uri="{FF2B5EF4-FFF2-40B4-BE49-F238E27FC236}">
                    <a16:creationId xmlns:a16="http://schemas.microsoft.com/office/drawing/2014/main" id="{A456959E-ADA5-4051-9153-80E6C94E1D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3312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51" name="Line 52">
                <a:extLst>
                  <a:ext uri="{FF2B5EF4-FFF2-40B4-BE49-F238E27FC236}">
                    <a16:creationId xmlns:a16="http://schemas.microsoft.com/office/drawing/2014/main" id="{BF7EBBAB-7768-42B7-87F0-C5CCB60828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78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2" name="Line 53">
                <a:extLst>
                  <a:ext uri="{FF2B5EF4-FFF2-40B4-BE49-F238E27FC236}">
                    <a16:creationId xmlns:a16="http://schemas.microsoft.com/office/drawing/2014/main" id="{42883E00-90A9-4D1A-AF7A-2997831D7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3" name="Line 54">
                <a:extLst>
                  <a:ext uri="{FF2B5EF4-FFF2-40B4-BE49-F238E27FC236}">
                    <a16:creationId xmlns:a16="http://schemas.microsoft.com/office/drawing/2014/main" id="{DE69958D-691C-4D92-A4D3-7F1D90CCB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16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4" name="Line 55">
                <a:extLst>
                  <a:ext uri="{FF2B5EF4-FFF2-40B4-BE49-F238E27FC236}">
                    <a16:creationId xmlns:a16="http://schemas.microsoft.com/office/drawing/2014/main" id="{9EFB8673-2623-4CC8-B0E5-F43E29485D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360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3655" name="Group 56">
                <a:extLst>
                  <a:ext uri="{FF2B5EF4-FFF2-40B4-BE49-F238E27FC236}">
                    <a16:creationId xmlns:a16="http://schemas.microsoft.com/office/drawing/2014/main" id="{323F8C99-67BE-4939-B23F-2FED8E05DB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2736"/>
                <a:ext cx="96" cy="96"/>
                <a:chOff x="2928" y="336"/>
                <a:chExt cx="96" cy="96"/>
              </a:xfrm>
            </p:grpSpPr>
            <p:sp>
              <p:nvSpPr>
                <p:cNvPr id="23693" name="Line 57">
                  <a:extLst>
                    <a:ext uri="{FF2B5EF4-FFF2-40B4-BE49-F238E27FC236}">
                      <a16:creationId xmlns:a16="http://schemas.microsoft.com/office/drawing/2014/main" id="{9B4FFFDF-4FF5-49F3-8AA9-E4D87DF39F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94" name="Line 58">
                  <a:extLst>
                    <a:ext uri="{FF2B5EF4-FFF2-40B4-BE49-F238E27FC236}">
                      <a16:creationId xmlns:a16="http://schemas.microsoft.com/office/drawing/2014/main" id="{063DCCE6-A662-4D89-8B29-EEC0503EA4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56" name="Group 59">
                <a:extLst>
                  <a:ext uri="{FF2B5EF4-FFF2-40B4-BE49-F238E27FC236}">
                    <a16:creationId xmlns:a16="http://schemas.microsoft.com/office/drawing/2014/main" id="{EFF0588D-B414-4647-A354-37824B8A25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2784"/>
                <a:ext cx="96" cy="96"/>
                <a:chOff x="2928" y="336"/>
                <a:chExt cx="96" cy="96"/>
              </a:xfrm>
            </p:grpSpPr>
            <p:sp>
              <p:nvSpPr>
                <p:cNvPr id="23691" name="Line 60">
                  <a:extLst>
                    <a:ext uri="{FF2B5EF4-FFF2-40B4-BE49-F238E27FC236}">
                      <a16:creationId xmlns:a16="http://schemas.microsoft.com/office/drawing/2014/main" id="{7189F329-B40C-423E-9EAB-6FA3B3774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92" name="Line 61">
                  <a:extLst>
                    <a:ext uri="{FF2B5EF4-FFF2-40B4-BE49-F238E27FC236}">
                      <a16:creationId xmlns:a16="http://schemas.microsoft.com/office/drawing/2014/main" id="{CADCE09C-7BE5-4171-B925-8EF4EC6BEF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57" name="Group 62">
                <a:extLst>
                  <a:ext uri="{FF2B5EF4-FFF2-40B4-BE49-F238E27FC236}">
                    <a16:creationId xmlns:a16="http://schemas.microsoft.com/office/drawing/2014/main" id="{713A983C-996A-4ECC-A82C-E5D97E5DFF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784"/>
                <a:ext cx="96" cy="96"/>
                <a:chOff x="2928" y="336"/>
                <a:chExt cx="96" cy="96"/>
              </a:xfrm>
            </p:grpSpPr>
            <p:sp>
              <p:nvSpPr>
                <p:cNvPr id="23689" name="Line 63">
                  <a:extLst>
                    <a:ext uri="{FF2B5EF4-FFF2-40B4-BE49-F238E27FC236}">
                      <a16:creationId xmlns:a16="http://schemas.microsoft.com/office/drawing/2014/main" id="{FEDDEE42-D9B5-4AB8-81E6-E25113EBAE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90" name="Line 64">
                  <a:extLst>
                    <a:ext uri="{FF2B5EF4-FFF2-40B4-BE49-F238E27FC236}">
                      <a16:creationId xmlns:a16="http://schemas.microsoft.com/office/drawing/2014/main" id="{0F8B8AC9-F835-44E3-BF15-7E7C4097FD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58" name="Group 65">
                <a:extLst>
                  <a:ext uri="{FF2B5EF4-FFF2-40B4-BE49-F238E27FC236}">
                    <a16:creationId xmlns:a16="http://schemas.microsoft.com/office/drawing/2014/main" id="{BF8A0BC0-A4E3-4903-905C-1D1F20002A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3024"/>
                <a:ext cx="96" cy="96"/>
                <a:chOff x="2928" y="336"/>
                <a:chExt cx="96" cy="96"/>
              </a:xfrm>
            </p:grpSpPr>
            <p:sp>
              <p:nvSpPr>
                <p:cNvPr id="23687" name="Line 66">
                  <a:extLst>
                    <a:ext uri="{FF2B5EF4-FFF2-40B4-BE49-F238E27FC236}">
                      <a16:creationId xmlns:a16="http://schemas.microsoft.com/office/drawing/2014/main" id="{CF3C9448-4622-423C-AA57-711EC454F8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88" name="Line 67">
                  <a:extLst>
                    <a:ext uri="{FF2B5EF4-FFF2-40B4-BE49-F238E27FC236}">
                      <a16:creationId xmlns:a16="http://schemas.microsoft.com/office/drawing/2014/main" id="{66389E62-E523-4EF7-900F-D45F6F9C01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59" name="Group 68">
                <a:extLst>
                  <a:ext uri="{FF2B5EF4-FFF2-40B4-BE49-F238E27FC236}">
                    <a16:creationId xmlns:a16="http://schemas.microsoft.com/office/drawing/2014/main" id="{2AF154D3-0321-4E30-9FEA-64DEC44755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2976"/>
                <a:ext cx="96" cy="96"/>
                <a:chOff x="2928" y="336"/>
                <a:chExt cx="96" cy="96"/>
              </a:xfrm>
            </p:grpSpPr>
            <p:sp>
              <p:nvSpPr>
                <p:cNvPr id="23685" name="Line 69">
                  <a:extLst>
                    <a:ext uri="{FF2B5EF4-FFF2-40B4-BE49-F238E27FC236}">
                      <a16:creationId xmlns:a16="http://schemas.microsoft.com/office/drawing/2014/main" id="{72E118C5-360F-462A-B5CA-E87EC864B0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86" name="Line 70">
                  <a:extLst>
                    <a:ext uri="{FF2B5EF4-FFF2-40B4-BE49-F238E27FC236}">
                      <a16:creationId xmlns:a16="http://schemas.microsoft.com/office/drawing/2014/main" id="{6D518A04-C7FD-4D63-B275-AD8F4D60D2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60" name="Group 71">
                <a:extLst>
                  <a:ext uri="{FF2B5EF4-FFF2-40B4-BE49-F238E27FC236}">
                    <a16:creationId xmlns:a16="http://schemas.microsoft.com/office/drawing/2014/main" id="{91474D4F-EC2B-49BC-99D9-FED6EFD0A3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2928"/>
                <a:ext cx="96" cy="96"/>
                <a:chOff x="2928" y="336"/>
                <a:chExt cx="96" cy="96"/>
              </a:xfrm>
            </p:grpSpPr>
            <p:sp>
              <p:nvSpPr>
                <p:cNvPr id="23683" name="Line 72">
                  <a:extLst>
                    <a:ext uri="{FF2B5EF4-FFF2-40B4-BE49-F238E27FC236}">
                      <a16:creationId xmlns:a16="http://schemas.microsoft.com/office/drawing/2014/main" id="{D2EFB0D5-AD40-4F35-8E24-B739E43E1A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84" name="Line 73">
                  <a:extLst>
                    <a:ext uri="{FF2B5EF4-FFF2-40B4-BE49-F238E27FC236}">
                      <a16:creationId xmlns:a16="http://schemas.microsoft.com/office/drawing/2014/main" id="{05911735-C729-4753-A54A-74C2EA8BD1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61" name="Group 74">
                <a:extLst>
                  <a:ext uri="{FF2B5EF4-FFF2-40B4-BE49-F238E27FC236}">
                    <a16:creationId xmlns:a16="http://schemas.microsoft.com/office/drawing/2014/main" id="{D0FAE989-1942-48A1-AD32-FC19212993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0" y="2976"/>
                <a:ext cx="96" cy="96"/>
                <a:chOff x="2928" y="336"/>
                <a:chExt cx="96" cy="96"/>
              </a:xfrm>
            </p:grpSpPr>
            <p:sp>
              <p:nvSpPr>
                <p:cNvPr id="23681" name="Line 75">
                  <a:extLst>
                    <a:ext uri="{FF2B5EF4-FFF2-40B4-BE49-F238E27FC236}">
                      <a16:creationId xmlns:a16="http://schemas.microsoft.com/office/drawing/2014/main" id="{7ADB3E15-7BA5-4399-B9E4-0CFCB86A4D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82" name="Line 76">
                  <a:extLst>
                    <a:ext uri="{FF2B5EF4-FFF2-40B4-BE49-F238E27FC236}">
                      <a16:creationId xmlns:a16="http://schemas.microsoft.com/office/drawing/2014/main" id="{B7612BDF-91F9-4DAF-8B1A-EA1E4CDC35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62" name="Group 77">
                <a:extLst>
                  <a:ext uri="{FF2B5EF4-FFF2-40B4-BE49-F238E27FC236}">
                    <a16:creationId xmlns:a16="http://schemas.microsoft.com/office/drawing/2014/main" id="{060EA316-2FA9-4F96-A0CD-50CDB57B56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3168"/>
                <a:ext cx="96" cy="96"/>
                <a:chOff x="2928" y="336"/>
                <a:chExt cx="96" cy="96"/>
              </a:xfrm>
            </p:grpSpPr>
            <p:sp>
              <p:nvSpPr>
                <p:cNvPr id="23679" name="Line 78">
                  <a:extLst>
                    <a:ext uri="{FF2B5EF4-FFF2-40B4-BE49-F238E27FC236}">
                      <a16:creationId xmlns:a16="http://schemas.microsoft.com/office/drawing/2014/main" id="{1262C6F3-C0B5-4565-9A53-6D69D84D42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80" name="Line 79">
                  <a:extLst>
                    <a:ext uri="{FF2B5EF4-FFF2-40B4-BE49-F238E27FC236}">
                      <a16:creationId xmlns:a16="http://schemas.microsoft.com/office/drawing/2014/main" id="{4799FBED-CA45-4DA6-A910-93F21C4E79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63" name="Group 80">
                <a:extLst>
                  <a:ext uri="{FF2B5EF4-FFF2-40B4-BE49-F238E27FC236}">
                    <a16:creationId xmlns:a16="http://schemas.microsoft.com/office/drawing/2014/main" id="{9C9BCA6F-6FA6-46C5-A7AD-3F35D4C58E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6" y="3312"/>
                <a:ext cx="96" cy="96"/>
                <a:chOff x="2928" y="336"/>
                <a:chExt cx="96" cy="96"/>
              </a:xfrm>
            </p:grpSpPr>
            <p:sp>
              <p:nvSpPr>
                <p:cNvPr id="23677" name="Line 81">
                  <a:extLst>
                    <a:ext uri="{FF2B5EF4-FFF2-40B4-BE49-F238E27FC236}">
                      <a16:creationId xmlns:a16="http://schemas.microsoft.com/office/drawing/2014/main" id="{CC21288F-AB30-4BD2-9D5B-3C947325CE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78" name="Line 82">
                  <a:extLst>
                    <a:ext uri="{FF2B5EF4-FFF2-40B4-BE49-F238E27FC236}">
                      <a16:creationId xmlns:a16="http://schemas.microsoft.com/office/drawing/2014/main" id="{6AC47D69-C014-4B61-8B2D-304888684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64" name="Group 83">
                <a:extLst>
                  <a:ext uri="{FF2B5EF4-FFF2-40B4-BE49-F238E27FC236}">
                    <a16:creationId xmlns:a16="http://schemas.microsoft.com/office/drawing/2014/main" id="{78AA3554-E57C-4AF8-8912-5ED23D61EE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3168"/>
                <a:ext cx="96" cy="96"/>
                <a:chOff x="2928" y="336"/>
                <a:chExt cx="96" cy="96"/>
              </a:xfrm>
            </p:grpSpPr>
            <p:sp>
              <p:nvSpPr>
                <p:cNvPr id="23675" name="Line 84">
                  <a:extLst>
                    <a:ext uri="{FF2B5EF4-FFF2-40B4-BE49-F238E27FC236}">
                      <a16:creationId xmlns:a16="http://schemas.microsoft.com/office/drawing/2014/main" id="{B23B3461-BC32-4C58-B0DC-074C0D9CA6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76" name="Line 85">
                  <a:extLst>
                    <a:ext uri="{FF2B5EF4-FFF2-40B4-BE49-F238E27FC236}">
                      <a16:creationId xmlns:a16="http://schemas.microsoft.com/office/drawing/2014/main" id="{F8EEB8C3-6F57-45BD-A88F-9A5D678F0B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65" name="Group 86">
                <a:extLst>
                  <a:ext uri="{FF2B5EF4-FFF2-40B4-BE49-F238E27FC236}">
                    <a16:creationId xmlns:a16="http://schemas.microsoft.com/office/drawing/2014/main" id="{B7D94AD0-91FF-42C4-9FB1-9B9E9C4626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4" y="3312"/>
                <a:ext cx="96" cy="96"/>
                <a:chOff x="2928" y="336"/>
                <a:chExt cx="96" cy="96"/>
              </a:xfrm>
            </p:grpSpPr>
            <p:sp>
              <p:nvSpPr>
                <p:cNvPr id="23673" name="Line 87">
                  <a:extLst>
                    <a:ext uri="{FF2B5EF4-FFF2-40B4-BE49-F238E27FC236}">
                      <a16:creationId xmlns:a16="http://schemas.microsoft.com/office/drawing/2014/main" id="{91A61F27-F5C9-4ECD-BA9E-19C4663740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74" name="Line 88">
                  <a:extLst>
                    <a:ext uri="{FF2B5EF4-FFF2-40B4-BE49-F238E27FC236}">
                      <a16:creationId xmlns:a16="http://schemas.microsoft.com/office/drawing/2014/main" id="{A4ACE843-4A21-4417-8D9C-02D379EA85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66" name="Group 89">
                <a:extLst>
                  <a:ext uri="{FF2B5EF4-FFF2-40B4-BE49-F238E27FC236}">
                    <a16:creationId xmlns:a16="http://schemas.microsoft.com/office/drawing/2014/main" id="{2601CCC7-551F-4ADF-B7B5-9A309A9B87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6" y="3264"/>
                <a:ext cx="96" cy="96"/>
                <a:chOff x="2928" y="336"/>
                <a:chExt cx="96" cy="96"/>
              </a:xfrm>
            </p:grpSpPr>
            <p:sp>
              <p:nvSpPr>
                <p:cNvPr id="23671" name="Line 90">
                  <a:extLst>
                    <a:ext uri="{FF2B5EF4-FFF2-40B4-BE49-F238E27FC236}">
                      <a16:creationId xmlns:a16="http://schemas.microsoft.com/office/drawing/2014/main" id="{789DB9E0-1D69-4DA6-A3EF-44901321B2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72" name="Line 91">
                  <a:extLst>
                    <a:ext uri="{FF2B5EF4-FFF2-40B4-BE49-F238E27FC236}">
                      <a16:creationId xmlns:a16="http://schemas.microsoft.com/office/drawing/2014/main" id="{CE7CB5D9-65D9-40B2-82BD-E31E15A038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3667" name="Line 92">
                <a:extLst>
                  <a:ext uri="{FF2B5EF4-FFF2-40B4-BE49-F238E27FC236}">
                    <a16:creationId xmlns:a16="http://schemas.microsoft.com/office/drawing/2014/main" id="{1164C453-F584-40B0-902C-01A5F64851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78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68" name="Line 93">
                <a:extLst>
                  <a:ext uri="{FF2B5EF4-FFF2-40B4-BE49-F238E27FC236}">
                    <a16:creationId xmlns:a16="http://schemas.microsoft.com/office/drawing/2014/main" id="{971130F1-0C98-4913-A42B-76D289E989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976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69" name="Line 94">
                <a:extLst>
                  <a:ext uri="{FF2B5EF4-FFF2-40B4-BE49-F238E27FC236}">
                    <a16:creationId xmlns:a16="http://schemas.microsoft.com/office/drawing/2014/main" id="{E0E0BFFB-C0B6-41B4-823F-C455CD2EC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168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70" name="Line 95">
                <a:extLst>
                  <a:ext uri="{FF2B5EF4-FFF2-40B4-BE49-F238E27FC236}">
                    <a16:creationId xmlns:a16="http://schemas.microsoft.com/office/drawing/2014/main" id="{34105691-0BCA-4E48-B677-AB12B3BC2C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360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579" name="Group 96">
              <a:extLst>
                <a:ext uri="{FF2B5EF4-FFF2-40B4-BE49-F238E27FC236}">
                  <a16:creationId xmlns:a16="http://schemas.microsoft.com/office/drawing/2014/main" id="{33AC04E6-F32E-4253-9AF7-CBC2966CA1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5" y="482"/>
              <a:ext cx="987" cy="672"/>
              <a:chOff x="4224" y="2736"/>
              <a:chExt cx="1008" cy="672"/>
            </a:xfrm>
          </p:grpSpPr>
          <p:sp>
            <p:nvSpPr>
              <p:cNvPr id="23580" name="Oval 97">
                <a:extLst>
                  <a:ext uri="{FF2B5EF4-FFF2-40B4-BE49-F238E27FC236}">
                    <a16:creationId xmlns:a16="http://schemas.microsoft.com/office/drawing/2014/main" id="{F357CBE3-EAC4-482D-8CA1-195F3F0B36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784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81" name="Oval 98">
                <a:extLst>
                  <a:ext uri="{FF2B5EF4-FFF2-40B4-BE49-F238E27FC236}">
                    <a16:creationId xmlns:a16="http://schemas.microsoft.com/office/drawing/2014/main" id="{BD333236-63CC-4CFD-9BEE-94749D5F1A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2784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82" name="Oval 99">
                <a:extLst>
                  <a:ext uri="{FF2B5EF4-FFF2-40B4-BE49-F238E27FC236}">
                    <a16:creationId xmlns:a16="http://schemas.microsoft.com/office/drawing/2014/main" id="{BBF0C5FD-1545-41D7-B91E-BD13FADC7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2784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83" name="Oval 100">
                <a:extLst>
                  <a:ext uri="{FF2B5EF4-FFF2-40B4-BE49-F238E27FC236}">
                    <a16:creationId xmlns:a16="http://schemas.microsoft.com/office/drawing/2014/main" id="{C631DCEC-822D-4040-A278-2075BA5F59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6" y="2928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84" name="Oval 101">
                <a:extLst>
                  <a:ext uri="{FF2B5EF4-FFF2-40B4-BE49-F238E27FC236}">
                    <a16:creationId xmlns:a16="http://schemas.microsoft.com/office/drawing/2014/main" id="{C85B0959-BAF3-4AB8-A2C4-C756CD4EC1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3120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85" name="Oval 102">
                <a:extLst>
                  <a:ext uri="{FF2B5EF4-FFF2-40B4-BE49-F238E27FC236}">
                    <a16:creationId xmlns:a16="http://schemas.microsoft.com/office/drawing/2014/main" id="{54396483-B219-41CC-A830-75A41D357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3120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86" name="Oval 103">
                <a:extLst>
                  <a:ext uri="{FF2B5EF4-FFF2-40B4-BE49-F238E27FC236}">
                    <a16:creationId xmlns:a16="http://schemas.microsoft.com/office/drawing/2014/main" id="{E1F8656D-ED47-4D09-9615-DAE0A12B4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6" y="321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87" name="Oval 104">
                <a:extLst>
                  <a:ext uri="{FF2B5EF4-FFF2-40B4-BE49-F238E27FC236}">
                    <a16:creationId xmlns:a16="http://schemas.microsoft.com/office/drawing/2014/main" id="{E4B10A6A-C0B1-440D-BE69-D64470EC5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6" y="297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88" name="Oval 105">
                <a:extLst>
                  <a:ext uri="{FF2B5EF4-FFF2-40B4-BE49-F238E27FC236}">
                    <a16:creationId xmlns:a16="http://schemas.microsoft.com/office/drawing/2014/main" id="{51365540-691C-4268-8468-DF8BB61E15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3072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89" name="Oval 106">
                <a:extLst>
                  <a:ext uri="{FF2B5EF4-FFF2-40B4-BE49-F238E27FC236}">
                    <a16:creationId xmlns:a16="http://schemas.microsoft.com/office/drawing/2014/main" id="{18E6FE64-AA66-4EC9-B607-404424FDEE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321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90" name="Oval 107">
                <a:extLst>
                  <a:ext uri="{FF2B5EF4-FFF2-40B4-BE49-F238E27FC236}">
                    <a16:creationId xmlns:a16="http://schemas.microsoft.com/office/drawing/2014/main" id="{BD8CB109-7B21-43A6-8751-4A1EBE134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2928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91" name="Oval 108">
                <a:extLst>
                  <a:ext uri="{FF2B5EF4-FFF2-40B4-BE49-F238E27FC236}">
                    <a16:creationId xmlns:a16="http://schemas.microsoft.com/office/drawing/2014/main" id="{E506041B-54C3-450E-9E60-4EC067B814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3264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92" name="Oval 109">
                <a:extLst>
                  <a:ext uri="{FF2B5EF4-FFF2-40B4-BE49-F238E27FC236}">
                    <a16:creationId xmlns:a16="http://schemas.microsoft.com/office/drawing/2014/main" id="{563B72A2-2CCC-498F-9C7E-61FEF83A5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92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93" name="Oval 110">
                <a:extLst>
                  <a:ext uri="{FF2B5EF4-FFF2-40B4-BE49-F238E27FC236}">
                    <a16:creationId xmlns:a16="http://schemas.microsoft.com/office/drawing/2014/main" id="{6A3C9309-7D20-4252-B5BE-6A088DC333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3120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94" name="Oval 111">
                <a:extLst>
                  <a:ext uri="{FF2B5EF4-FFF2-40B4-BE49-F238E27FC236}">
                    <a16:creationId xmlns:a16="http://schemas.microsoft.com/office/drawing/2014/main" id="{18AEE987-4398-4273-B1A5-EDE95977F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331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3595" name="Group 112">
                <a:extLst>
                  <a:ext uri="{FF2B5EF4-FFF2-40B4-BE49-F238E27FC236}">
                    <a16:creationId xmlns:a16="http://schemas.microsoft.com/office/drawing/2014/main" id="{41FD819A-7E5E-481A-8A14-16E3C12A64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736"/>
                <a:ext cx="96" cy="96"/>
                <a:chOff x="1776" y="2160"/>
                <a:chExt cx="96" cy="96"/>
              </a:xfrm>
            </p:grpSpPr>
            <p:sp>
              <p:nvSpPr>
                <p:cNvPr id="23632" name="Oval 113">
                  <a:extLst>
                    <a:ext uri="{FF2B5EF4-FFF2-40B4-BE49-F238E27FC236}">
                      <a16:creationId xmlns:a16="http://schemas.microsoft.com/office/drawing/2014/main" id="{C708B9D9-A351-4E97-AD63-58E737ACC9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16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33" name="Line 114">
                  <a:extLst>
                    <a:ext uri="{FF2B5EF4-FFF2-40B4-BE49-F238E27FC236}">
                      <a16:creationId xmlns:a16="http://schemas.microsoft.com/office/drawing/2014/main" id="{4186E02B-2180-49C2-9CF3-230AF422AC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34" name="Line 115">
                  <a:extLst>
                    <a:ext uri="{FF2B5EF4-FFF2-40B4-BE49-F238E27FC236}">
                      <a16:creationId xmlns:a16="http://schemas.microsoft.com/office/drawing/2014/main" id="{826B9CDA-578B-4CE1-8EE9-B395794B32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21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96" name="Group 116">
                <a:extLst>
                  <a:ext uri="{FF2B5EF4-FFF2-40B4-BE49-F238E27FC236}">
                    <a16:creationId xmlns:a16="http://schemas.microsoft.com/office/drawing/2014/main" id="{E334AC6F-98DB-449C-A1AE-688D4C3F91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928"/>
                <a:ext cx="96" cy="96"/>
                <a:chOff x="1776" y="2160"/>
                <a:chExt cx="96" cy="96"/>
              </a:xfrm>
            </p:grpSpPr>
            <p:sp>
              <p:nvSpPr>
                <p:cNvPr id="23629" name="Oval 117">
                  <a:extLst>
                    <a:ext uri="{FF2B5EF4-FFF2-40B4-BE49-F238E27FC236}">
                      <a16:creationId xmlns:a16="http://schemas.microsoft.com/office/drawing/2014/main" id="{303F5E70-E70A-43FA-BD6A-C3BC58D572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16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30" name="Line 118">
                  <a:extLst>
                    <a:ext uri="{FF2B5EF4-FFF2-40B4-BE49-F238E27FC236}">
                      <a16:creationId xmlns:a16="http://schemas.microsoft.com/office/drawing/2014/main" id="{3A0ADA1F-E32F-427D-AA6D-0D7A0E725E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31" name="Line 119">
                  <a:extLst>
                    <a:ext uri="{FF2B5EF4-FFF2-40B4-BE49-F238E27FC236}">
                      <a16:creationId xmlns:a16="http://schemas.microsoft.com/office/drawing/2014/main" id="{53064CBE-00F8-41B6-AD46-990B408F47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21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97" name="Group 120">
                <a:extLst>
                  <a:ext uri="{FF2B5EF4-FFF2-40B4-BE49-F238E27FC236}">
                    <a16:creationId xmlns:a16="http://schemas.microsoft.com/office/drawing/2014/main" id="{3F1812F8-D2B8-4686-8FAE-2D13C3A046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3120"/>
                <a:ext cx="96" cy="96"/>
                <a:chOff x="1776" y="2160"/>
                <a:chExt cx="96" cy="96"/>
              </a:xfrm>
            </p:grpSpPr>
            <p:sp>
              <p:nvSpPr>
                <p:cNvPr id="23626" name="Oval 121">
                  <a:extLst>
                    <a:ext uri="{FF2B5EF4-FFF2-40B4-BE49-F238E27FC236}">
                      <a16:creationId xmlns:a16="http://schemas.microsoft.com/office/drawing/2014/main" id="{B4EB7116-55FD-4E18-BFDB-3B4C2BD520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16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27" name="Line 122">
                  <a:extLst>
                    <a:ext uri="{FF2B5EF4-FFF2-40B4-BE49-F238E27FC236}">
                      <a16:creationId xmlns:a16="http://schemas.microsoft.com/office/drawing/2014/main" id="{E9921357-166C-408C-ADBF-286BE6C2DC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28" name="Line 123">
                  <a:extLst>
                    <a:ext uri="{FF2B5EF4-FFF2-40B4-BE49-F238E27FC236}">
                      <a16:creationId xmlns:a16="http://schemas.microsoft.com/office/drawing/2014/main" id="{877634CD-6954-4E39-A066-3E09F1DC02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21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98" name="Group 124">
                <a:extLst>
                  <a:ext uri="{FF2B5EF4-FFF2-40B4-BE49-F238E27FC236}">
                    <a16:creationId xmlns:a16="http://schemas.microsoft.com/office/drawing/2014/main" id="{91B8854F-AB23-445F-9A7E-E78F1939D3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3312"/>
                <a:ext cx="96" cy="96"/>
                <a:chOff x="1776" y="2160"/>
                <a:chExt cx="96" cy="96"/>
              </a:xfrm>
            </p:grpSpPr>
            <p:sp>
              <p:nvSpPr>
                <p:cNvPr id="23623" name="Oval 125">
                  <a:extLst>
                    <a:ext uri="{FF2B5EF4-FFF2-40B4-BE49-F238E27FC236}">
                      <a16:creationId xmlns:a16="http://schemas.microsoft.com/office/drawing/2014/main" id="{E0FEA850-FF2E-4A4D-8841-6EEF1CD676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16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24" name="Line 126">
                  <a:extLst>
                    <a:ext uri="{FF2B5EF4-FFF2-40B4-BE49-F238E27FC236}">
                      <a16:creationId xmlns:a16="http://schemas.microsoft.com/office/drawing/2014/main" id="{9BA929BC-B94A-43EF-9FB2-D2AC7D32F1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25" name="Line 127">
                  <a:extLst>
                    <a:ext uri="{FF2B5EF4-FFF2-40B4-BE49-F238E27FC236}">
                      <a16:creationId xmlns:a16="http://schemas.microsoft.com/office/drawing/2014/main" id="{A3A02D85-FBC1-477B-921A-FE5A5AC832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21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99" name="Group 128">
                <a:extLst>
                  <a:ext uri="{FF2B5EF4-FFF2-40B4-BE49-F238E27FC236}">
                    <a16:creationId xmlns:a16="http://schemas.microsoft.com/office/drawing/2014/main" id="{8D134BA2-E12F-4F5D-AB1A-6431C93A96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736"/>
                <a:ext cx="96" cy="96"/>
                <a:chOff x="2928" y="336"/>
                <a:chExt cx="96" cy="96"/>
              </a:xfrm>
            </p:grpSpPr>
            <p:sp>
              <p:nvSpPr>
                <p:cNvPr id="23621" name="Line 129">
                  <a:extLst>
                    <a:ext uri="{FF2B5EF4-FFF2-40B4-BE49-F238E27FC236}">
                      <a16:creationId xmlns:a16="http://schemas.microsoft.com/office/drawing/2014/main" id="{292DBFD6-8B4D-48E7-90E5-F0400281BC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22" name="Line 130">
                  <a:extLst>
                    <a:ext uri="{FF2B5EF4-FFF2-40B4-BE49-F238E27FC236}">
                      <a16:creationId xmlns:a16="http://schemas.microsoft.com/office/drawing/2014/main" id="{04A08AF2-2C3F-4CE2-9DC0-FF25EA5EE5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00" name="Group 131">
                <a:extLst>
                  <a:ext uri="{FF2B5EF4-FFF2-40B4-BE49-F238E27FC236}">
                    <a16:creationId xmlns:a16="http://schemas.microsoft.com/office/drawing/2014/main" id="{13504874-2C02-496C-91D9-F24871BF83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928"/>
                <a:ext cx="96" cy="96"/>
                <a:chOff x="2928" y="336"/>
                <a:chExt cx="96" cy="96"/>
              </a:xfrm>
            </p:grpSpPr>
            <p:sp>
              <p:nvSpPr>
                <p:cNvPr id="23619" name="Line 132">
                  <a:extLst>
                    <a:ext uri="{FF2B5EF4-FFF2-40B4-BE49-F238E27FC236}">
                      <a16:creationId xmlns:a16="http://schemas.microsoft.com/office/drawing/2014/main" id="{6964EF62-FA2D-4621-8646-19BD15F00E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20" name="Line 133">
                  <a:extLst>
                    <a:ext uri="{FF2B5EF4-FFF2-40B4-BE49-F238E27FC236}">
                      <a16:creationId xmlns:a16="http://schemas.microsoft.com/office/drawing/2014/main" id="{FA4F2378-5436-42B5-9B4C-F0D488482C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01" name="Group 134">
                <a:extLst>
                  <a:ext uri="{FF2B5EF4-FFF2-40B4-BE49-F238E27FC236}">
                    <a16:creationId xmlns:a16="http://schemas.microsoft.com/office/drawing/2014/main" id="{6D7EE673-43AF-4186-821D-144BEDFB65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3120"/>
                <a:ext cx="96" cy="96"/>
                <a:chOff x="2928" y="336"/>
                <a:chExt cx="96" cy="96"/>
              </a:xfrm>
            </p:grpSpPr>
            <p:sp>
              <p:nvSpPr>
                <p:cNvPr id="23617" name="Line 135">
                  <a:extLst>
                    <a:ext uri="{FF2B5EF4-FFF2-40B4-BE49-F238E27FC236}">
                      <a16:creationId xmlns:a16="http://schemas.microsoft.com/office/drawing/2014/main" id="{3630E9DD-5BEF-475E-8FAD-305AAFA29B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18" name="Line 136">
                  <a:extLst>
                    <a:ext uri="{FF2B5EF4-FFF2-40B4-BE49-F238E27FC236}">
                      <a16:creationId xmlns:a16="http://schemas.microsoft.com/office/drawing/2014/main" id="{E29B2B5F-6BC4-4B35-9131-EFDADF11D8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02" name="Group 137">
                <a:extLst>
                  <a:ext uri="{FF2B5EF4-FFF2-40B4-BE49-F238E27FC236}">
                    <a16:creationId xmlns:a16="http://schemas.microsoft.com/office/drawing/2014/main" id="{E2D4112A-0D31-4C7B-BCDA-5B934FB908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3312"/>
                <a:ext cx="96" cy="96"/>
                <a:chOff x="2928" y="336"/>
                <a:chExt cx="96" cy="96"/>
              </a:xfrm>
            </p:grpSpPr>
            <p:sp>
              <p:nvSpPr>
                <p:cNvPr id="23615" name="Line 138">
                  <a:extLst>
                    <a:ext uri="{FF2B5EF4-FFF2-40B4-BE49-F238E27FC236}">
                      <a16:creationId xmlns:a16="http://schemas.microsoft.com/office/drawing/2014/main" id="{AFF4A982-8134-43F2-A55F-EB1B184002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16" name="Line 139">
                  <a:extLst>
                    <a:ext uri="{FF2B5EF4-FFF2-40B4-BE49-F238E27FC236}">
                      <a16:creationId xmlns:a16="http://schemas.microsoft.com/office/drawing/2014/main" id="{47F50F75-37E8-43FC-8D5D-6FC47C1C73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3603" name="Line 140">
                <a:extLst>
                  <a:ext uri="{FF2B5EF4-FFF2-40B4-BE49-F238E27FC236}">
                    <a16:creationId xmlns:a16="http://schemas.microsoft.com/office/drawing/2014/main" id="{5854362C-D81B-4FC5-834F-6BF664A492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283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4" name="Line 141">
                <a:extLst>
                  <a:ext uri="{FF2B5EF4-FFF2-40B4-BE49-F238E27FC236}">
                    <a16:creationId xmlns:a16="http://schemas.microsoft.com/office/drawing/2014/main" id="{1983AB89-5970-426E-931A-B22E6D911F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3120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5" name="Line 142">
                <a:extLst>
                  <a:ext uri="{FF2B5EF4-FFF2-40B4-BE49-F238E27FC236}">
                    <a16:creationId xmlns:a16="http://schemas.microsoft.com/office/drawing/2014/main" id="{CFD4A4F4-91E1-4D2F-89BF-268DB35A8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283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6" name="Line 143">
                <a:extLst>
                  <a:ext uri="{FF2B5EF4-FFF2-40B4-BE49-F238E27FC236}">
                    <a16:creationId xmlns:a16="http://schemas.microsoft.com/office/drawing/2014/main" id="{A640F339-C598-4787-9F6A-700BBB0448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2976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7" name="Line 144">
                <a:extLst>
                  <a:ext uri="{FF2B5EF4-FFF2-40B4-BE49-F238E27FC236}">
                    <a16:creationId xmlns:a16="http://schemas.microsoft.com/office/drawing/2014/main" id="{32402EE8-4A3D-469A-BB85-3F83B0C608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326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8" name="Line 145">
                <a:extLst>
                  <a:ext uri="{FF2B5EF4-FFF2-40B4-BE49-F238E27FC236}">
                    <a16:creationId xmlns:a16="http://schemas.microsoft.com/office/drawing/2014/main" id="{12320156-953A-4B4A-A8D9-EB6F625823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3168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9" name="Line 146">
                <a:extLst>
                  <a:ext uri="{FF2B5EF4-FFF2-40B4-BE49-F238E27FC236}">
                    <a16:creationId xmlns:a16="http://schemas.microsoft.com/office/drawing/2014/main" id="{54CF85F5-6F1F-4F9C-8F6B-DF25D5B8BA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331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10" name="Line 147">
                <a:extLst>
                  <a:ext uri="{FF2B5EF4-FFF2-40B4-BE49-F238E27FC236}">
                    <a16:creationId xmlns:a16="http://schemas.microsoft.com/office/drawing/2014/main" id="{FBA307C5-C115-47BB-AFDE-DE25083775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326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11" name="Line 148">
                <a:extLst>
                  <a:ext uri="{FF2B5EF4-FFF2-40B4-BE49-F238E27FC236}">
                    <a16:creationId xmlns:a16="http://schemas.microsoft.com/office/drawing/2014/main" id="{92E3A836-E6F3-4E13-A19E-B55F369A8F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3168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12" name="Line 149">
                <a:extLst>
                  <a:ext uri="{FF2B5EF4-FFF2-40B4-BE49-F238E27FC236}">
                    <a16:creationId xmlns:a16="http://schemas.microsoft.com/office/drawing/2014/main" id="{E893FEE6-19AD-4421-9B34-7B98E74ED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976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13" name="Line 150">
                <a:extLst>
                  <a:ext uri="{FF2B5EF4-FFF2-40B4-BE49-F238E27FC236}">
                    <a16:creationId xmlns:a16="http://schemas.microsoft.com/office/drawing/2014/main" id="{1F8ACCB3-5B07-4B94-A0C1-F22C7A4BB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283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14" name="Line 151">
                <a:extLst>
                  <a:ext uri="{FF2B5EF4-FFF2-40B4-BE49-F238E27FC236}">
                    <a16:creationId xmlns:a16="http://schemas.microsoft.com/office/drawing/2014/main" id="{43FE9BB5-9BFB-480C-87A4-7B23916573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302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70498" name="Group 162">
            <a:extLst>
              <a:ext uri="{FF2B5EF4-FFF2-40B4-BE49-F238E27FC236}">
                <a16:creationId xmlns:a16="http://schemas.microsoft.com/office/drawing/2014/main" id="{114C19B9-E7E3-4739-A4D2-7EDAF66E400D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038600"/>
            <a:ext cx="3011488" cy="2628900"/>
            <a:chOff x="2928" y="2544"/>
            <a:chExt cx="1897" cy="1656"/>
          </a:xfrm>
        </p:grpSpPr>
        <p:sp>
          <p:nvSpPr>
            <p:cNvPr id="23565" name="Text Box 18">
              <a:extLst>
                <a:ext uri="{FF2B5EF4-FFF2-40B4-BE49-F238E27FC236}">
                  <a16:creationId xmlns:a16="http://schemas.microsoft.com/office/drawing/2014/main" id="{8A7C3C66-6B9A-415D-8848-BDAB2E498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3835"/>
              <a:ext cx="1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3566" name="Line 19">
              <a:extLst>
                <a:ext uri="{FF2B5EF4-FFF2-40B4-BE49-F238E27FC236}">
                  <a16:creationId xmlns:a16="http://schemas.microsoft.com/office/drawing/2014/main" id="{2F4B2B1B-8D09-4D8F-A175-24704E9982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1728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7" name="Line 20">
              <a:extLst>
                <a:ext uri="{FF2B5EF4-FFF2-40B4-BE49-F238E27FC236}">
                  <a16:creationId xmlns:a16="http://schemas.microsoft.com/office/drawing/2014/main" id="{9918C3F7-CAF6-412F-B8D5-D20225465D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76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8" name="Arc 21">
              <a:extLst>
                <a:ext uri="{FF2B5EF4-FFF2-40B4-BE49-F238E27FC236}">
                  <a16:creationId xmlns:a16="http://schemas.microsoft.com/office/drawing/2014/main" id="{1B9DA2CA-CCE0-4660-B36C-173C4F034C41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32" y="3792"/>
              <a:ext cx="48" cy="48"/>
            </a:xfrm>
            <a:custGeom>
              <a:avLst/>
              <a:gdLst>
                <a:gd name="T0" fmla="*/ 0 w 21600"/>
                <a:gd name="T1" fmla="*/ 0 h 21404"/>
                <a:gd name="T2" fmla="*/ 0 w 21600"/>
                <a:gd name="T3" fmla="*/ 0 h 21404"/>
                <a:gd name="T4" fmla="*/ 0 w 21600"/>
                <a:gd name="T5" fmla="*/ 0 h 214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404" fill="none" extrusionOk="0">
                  <a:moveTo>
                    <a:pt x="2906" y="0"/>
                  </a:moveTo>
                  <a:cubicBezTo>
                    <a:pt x="13614" y="1454"/>
                    <a:pt x="21600" y="10598"/>
                    <a:pt x="21600" y="21404"/>
                  </a:cubicBezTo>
                </a:path>
                <a:path w="21600" h="21404" stroke="0" extrusionOk="0">
                  <a:moveTo>
                    <a:pt x="2906" y="0"/>
                  </a:moveTo>
                  <a:cubicBezTo>
                    <a:pt x="13614" y="1454"/>
                    <a:pt x="21600" y="10598"/>
                    <a:pt x="21600" y="21404"/>
                  </a:cubicBezTo>
                  <a:lnTo>
                    <a:pt x="0" y="21404"/>
                  </a:lnTo>
                  <a:lnTo>
                    <a:pt x="2906" y="0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9" name="Line 22">
              <a:extLst>
                <a:ext uri="{FF2B5EF4-FFF2-40B4-BE49-F238E27FC236}">
                  <a16:creationId xmlns:a16="http://schemas.microsoft.com/office/drawing/2014/main" id="{E08FBD1A-789C-4C6C-8398-4EB38E8B1C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3840"/>
              <a:ext cx="528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0" name="Arc 23">
              <a:extLst>
                <a:ext uri="{FF2B5EF4-FFF2-40B4-BE49-F238E27FC236}">
                  <a16:creationId xmlns:a16="http://schemas.microsoft.com/office/drawing/2014/main" id="{6B684054-225F-4BF2-872F-3446D5E2D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2881"/>
              <a:ext cx="239" cy="1008"/>
            </a:xfrm>
            <a:custGeom>
              <a:avLst/>
              <a:gdLst>
                <a:gd name="T0" fmla="*/ 0 w 21536"/>
                <a:gd name="T1" fmla="*/ 0 h 21600"/>
                <a:gd name="T2" fmla="*/ 0 w 21536"/>
                <a:gd name="T3" fmla="*/ 0 h 21600"/>
                <a:gd name="T4" fmla="*/ 0 w 2153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36" h="21600" fill="none" extrusionOk="0">
                  <a:moveTo>
                    <a:pt x="-1" y="0"/>
                  </a:moveTo>
                  <a:cubicBezTo>
                    <a:pt x="11283" y="0"/>
                    <a:pt x="20665" y="8684"/>
                    <a:pt x="21535" y="19934"/>
                  </a:cubicBezTo>
                </a:path>
                <a:path w="21536" h="21600" stroke="0" extrusionOk="0">
                  <a:moveTo>
                    <a:pt x="-1" y="0"/>
                  </a:moveTo>
                  <a:cubicBezTo>
                    <a:pt x="11283" y="0"/>
                    <a:pt x="20665" y="8684"/>
                    <a:pt x="21535" y="1993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1" name="Line 24">
              <a:extLst>
                <a:ext uri="{FF2B5EF4-FFF2-40B4-BE49-F238E27FC236}">
                  <a16:creationId xmlns:a16="http://schemas.microsoft.com/office/drawing/2014/main" id="{DB2ABCC1-3F0C-44B4-AECB-D79C0E0E31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880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Text Box 26">
              <a:extLst>
                <a:ext uri="{FF2B5EF4-FFF2-40B4-BE49-F238E27FC236}">
                  <a16:creationId xmlns:a16="http://schemas.microsoft.com/office/drawing/2014/main" id="{9D2C485B-FD6E-4D4A-8873-102285031C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544"/>
              <a:ext cx="8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电子能级</a:t>
              </a:r>
              <a:endParaRPr kumimoji="1"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3573" name="Text Box 27">
              <a:extLst>
                <a:ext uri="{FF2B5EF4-FFF2-40B4-BE49-F238E27FC236}">
                  <a16:creationId xmlns:a16="http://schemas.microsoft.com/office/drawing/2014/main" id="{BA227369-38E9-4B68-AEFB-6A0861B3F7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8" y="3888"/>
              <a:ext cx="14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电子电势能曲线</a:t>
              </a:r>
              <a:endParaRPr kumimoji="1"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3562" name="Text Box 3151">
            <a:extLst>
              <a:ext uri="{FF2B5EF4-FFF2-40B4-BE49-F238E27FC236}">
                <a16:creationId xmlns:a16="http://schemas.microsoft.com/office/drawing/2014/main" id="{0189DE15-92D9-4F00-8A35-F94ED8A78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14</a:t>
            </a:r>
            <a:endParaRPr lang="en-US" altLang="zh-CN" sz="1800"/>
          </a:p>
        </p:txBody>
      </p:sp>
      <p:pic>
        <p:nvPicPr>
          <p:cNvPr id="20491" name="图片 1">
            <a:extLst>
              <a:ext uri="{FF2B5EF4-FFF2-40B4-BE49-F238E27FC236}">
                <a16:creationId xmlns:a16="http://schemas.microsoft.com/office/drawing/2014/main" id="{9DBAD155-CF2E-432D-889C-8831481BD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165100"/>
            <a:ext cx="506413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2" name="图片 2">
            <a:extLst>
              <a:ext uri="{FF2B5EF4-FFF2-40B4-BE49-F238E27FC236}">
                <a16:creationId xmlns:a16="http://schemas.microsoft.com/office/drawing/2014/main" id="{18E72FF0-3B59-4904-BA7D-F753A1F23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88" y="5070475"/>
            <a:ext cx="784225" cy="58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7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7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7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8" grpId="0" autoUpdateAnimBg="0"/>
      <p:bldP spid="270339" grpId="0" animBg="1" autoUpdateAnimBg="0"/>
      <p:bldP spid="270340" grpId="0" animBg="1" autoUpdateAnimBg="0"/>
      <p:bldP spid="27036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 100">
            <a:extLst>
              <a:ext uri="{FF2B5EF4-FFF2-40B4-BE49-F238E27FC236}">
                <a16:creationId xmlns:a16="http://schemas.microsoft.com/office/drawing/2014/main" id="{4BE6ED0D-96B7-4D35-A69C-A4903BCEF7D4}"/>
              </a:ext>
            </a:extLst>
          </p:cNvPr>
          <p:cNvSpPr/>
          <p:nvPr/>
        </p:nvSpPr>
        <p:spPr>
          <a:xfrm>
            <a:off x="4787900" y="3302000"/>
            <a:ext cx="4248150" cy="2863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FB256C-82A5-42C8-A94E-8592DCCAC72A}"/>
              </a:ext>
            </a:extLst>
          </p:cNvPr>
          <p:cNvSpPr/>
          <p:nvPr/>
        </p:nvSpPr>
        <p:spPr>
          <a:xfrm>
            <a:off x="4787900" y="277813"/>
            <a:ext cx="4248150" cy="2863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71362" name="Rectangle 2">
            <a:extLst>
              <a:ext uri="{FF2B5EF4-FFF2-40B4-BE49-F238E27FC236}">
                <a16:creationId xmlns:a16="http://schemas.microsoft.com/office/drawing/2014/main" id="{7061F4B2-9665-4DD6-825C-ADB4587E4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8" y="944563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B050"/>
                </a:solidFill>
                <a:latin typeface="Times New Roman" panose="02020603050405020304" pitchFamily="18" charset="0"/>
              </a:rPr>
              <a:t> 正向连接时</a:t>
            </a:r>
          </a:p>
        </p:txBody>
      </p:sp>
      <p:sp>
        <p:nvSpPr>
          <p:cNvPr id="271363" name="Rectangle 3">
            <a:extLst>
              <a:ext uri="{FF2B5EF4-FFF2-40B4-BE49-F238E27FC236}">
                <a16:creationId xmlns:a16="http://schemas.microsoft.com/office/drawing/2014/main" id="{A8159D3F-E350-426B-9B2F-125FF8CB4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88938"/>
            <a:ext cx="1524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用途：</a:t>
            </a:r>
          </a:p>
        </p:txBody>
      </p:sp>
      <p:sp>
        <p:nvSpPr>
          <p:cNvPr id="271364" name="Text Box 4">
            <a:extLst>
              <a:ext uri="{FF2B5EF4-FFF2-40B4-BE49-F238E27FC236}">
                <a16:creationId xmlns:a16="http://schemas.microsoft.com/office/drawing/2014/main" id="{2AF92E67-238E-4C4E-A1BB-C7E39CFB2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550" y="388938"/>
            <a:ext cx="45593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P-</a:t>
            </a:r>
            <a:r>
              <a:rPr kumimoji="1"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结的单向导电性</a:t>
            </a:r>
          </a:p>
        </p:txBody>
      </p:sp>
      <p:sp>
        <p:nvSpPr>
          <p:cNvPr id="271365" name="Rectangle 5">
            <a:extLst>
              <a:ext uri="{FF2B5EF4-FFF2-40B4-BE49-F238E27FC236}">
                <a16:creationId xmlns:a16="http://schemas.microsoft.com/office/drawing/2014/main" id="{D154511E-6085-4A38-892F-83A2493DC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6308725"/>
            <a:ext cx="7437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是制造二极管整流器和集成电路的好材料。</a:t>
            </a:r>
          </a:p>
        </p:txBody>
      </p:sp>
      <p:grpSp>
        <p:nvGrpSpPr>
          <p:cNvPr id="271366" name="Group 6">
            <a:extLst>
              <a:ext uri="{FF2B5EF4-FFF2-40B4-BE49-F238E27FC236}">
                <a16:creationId xmlns:a16="http://schemas.microsoft.com/office/drawing/2014/main" id="{5A65DE64-D45B-486A-BA65-779067914062}"/>
              </a:ext>
            </a:extLst>
          </p:cNvPr>
          <p:cNvGrpSpPr>
            <a:grpSpLocks/>
          </p:cNvGrpSpPr>
          <p:nvPr/>
        </p:nvGrpSpPr>
        <p:grpSpPr bwMode="auto">
          <a:xfrm>
            <a:off x="5002213" y="469900"/>
            <a:ext cx="3684587" cy="2590800"/>
            <a:chOff x="3151" y="240"/>
            <a:chExt cx="2321" cy="1632"/>
          </a:xfrm>
        </p:grpSpPr>
        <p:grpSp>
          <p:nvGrpSpPr>
            <p:cNvPr id="24635" name="Group 7">
              <a:extLst>
                <a:ext uri="{FF2B5EF4-FFF2-40B4-BE49-F238E27FC236}">
                  <a16:creationId xmlns:a16="http://schemas.microsoft.com/office/drawing/2014/main" id="{9452211D-F163-4098-A26E-629EA30DDD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8" y="607"/>
              <a:ext cx="71" cy="571"/>
              <a:chOff x="3840" y="1488"/>
              <a:chExt cx="96" cy="672"/>
            </a:xfrm>
          </p:grpSpPr>
          <p:grpSp>
            <p:nvGrpSpPr>
              <p:cNvPr id="24664" name="Group 8">
                <a:extLst>
                  <a:ext uri="{FF2B5EF4-FFF2-40B4-BE49-F238E27FC236}">
                    <a16:creationId xmlns:a16="http://schemas.microsoft.com/office/drawing/2014/main" id="{CA8763F6-4EB8-4BE9-AEB2-5FD7AEB5A5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1488"/>
                <a:ext cx="96" cy="96"/>
                <a:chOff x="4128" y="3600"/>
                <a:chExt cx="96" cy="96"/>
              </a:xfrm>
            </p:grpSpPr>
            <p:sp>
              <p:nvSpPr>
                <p:cNvPr id="24677" name="Line 9">
                  <a:extLst>
                    <a:ext uri="{FF2B5EF4-FFF2-40B4-BE49-F238E27FC236}">
                      <a16:creationId xmlns:a16="http://schemas.microsoft.com/office/drawing/2014/main" id="{7D719EC5-85D7-43C5-B730-C4BAA9AD2E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28" y="364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678" name="Line 10">
                  <a:extLst>
                    <a:ext uri="{FF2B5EF4-FFF2-40B4-BE49-F238E27FC236}">
                      <a16:creationId xmlns:a16="http://schemas.microsoft.com/office/drawing/2014/main" id="{1D65FDD2-AF8D-46AE-B9DC-FDEB9E47BA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3600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65" name="Group 11">
                <a:extLst>
                  <a:ext uri="{FF2B5EF4-FFF2-40B4-BE49-F238E27FC236}">
                    <a16:creationId xmlns:a16="http://schemas.microsoft.com/office/drawing/2014/main" id="{5ED63851-F5EE-4CB7-9C39-7E68A97A80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1632"/>
                <a:ext cx="96" cy="96"/>
                <a:chOff x="4128" y="3600"/>
                <a:chExt cx="96" cy="96"/>
              </a:xfrm>
            </p:grpSpPr>
            <p:sp>
              <p:nvSpPr>
                <p:cNvPr id="24675" name="Line 12">
                  <a:extLst>
                    <a:ext uri="{FF2B5EF4-FFF2-40B4-BE49-F238E27FC236}">
                      <a16:creationId xmlns:a16="http://schemas.microsoft.com/office/drawing/2014/main" id="{72208545-E552-4E31-BB5E-6D68AEA810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28" y="364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676" name="Line 13">
                  <a:extLst>
                    <a:ext uri="{FF2B5EF4-FFF2-40B4-BE49-F238E27FC236}">
                      <a16:creationId xmlns:a16="http://schemas.microsoft.com/office/drawing/2014/main" id="{EB9C577E-D949-44E5-A3D1-84D7A3351C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3600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66" name="Group 14">
                <a:extLst>
                  <a:ext uri="{FF2B5EF4-FFF2-40B4-BE49-F238E27FC236}">
                    <a16:creationId xmlns:a16="http://schemas.microsoft.com/office/drawing/2014/main" id="{B48CD3D3-F21C-4B07-A871-A5EDD06303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1776"/>
                <a:ext cx="96" cy="96"/>
                <a:chOff x="4128" y="3600"/>
                <a:chExt cx="96" cy="96"/>
              </a:xfrm>
            </p:grpSpPr>
            <p:sp>
              <p:nvSpPr>
                <p:cNvPr id="24673" name="Line 15">
                  <a:extLst>
                    <a:ext uri="{FF2B5EF4-FFF2-40B4-BE49-F238E27FC236}">
                      <a16:creationId xmlns:a16="http://schemas.microsoft.com/office/drawing/2014/main" id="{AB6EA927-AC5A-408F-9C3A-42D1FCA6DB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28" y="364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674" name="Line 16">
                  <a:extLst>
                    <a:ext uri="{FF2B5EF4-FFF2-40B4-BE49-F238E27FC236}">
                      <a16:creationId xmlns:a16="http://schemas.microsoft.com/office/drawing/2014/main" id="{B5511BCA-9D61-4946-A9EC-C774356473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3600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67" name="Group 17">
                <a:extLst>
                  <a:ext uri="{FF2B5EF4-FFF2-40B4-BE49-F238E27FC236}">
                    <a16:creationId xmlns:a16="http://schemas.microsoft.com/office/drawing/2014/main" id="{9CCF61BE-AB67-4265-8FF3-EF902354B3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1920"/>
                <a:ext cx="96" cy="96"/>
                <a:chOff x="4128" y="3600"/>
                <a:chExt cx="96" cy="96"/>
              </a:xfrm>
            </p:grpSpPr>
            <p:sp>
              <p:nvSpPr>
                <p:cNvPr id="24671" name="Line 18">
                  <a:extLst>
                    <a:ext uri="{FF2B5EF4-FFF2-40B4-BE49-F238E27FC236}">
                      <a16:creationId xmlns:a16="http://schemas.microsoft.com/office/drawing/2014/main" id="{B94F52CB-DB35-4899-81E4-0BA43B293E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28" y="364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672" name="Line 19">
                  <a:extLst>
                    <a:ext uri="{FF2B5EF4-FFF2-40B4-BE49-F238E27FC236}">
                      <a16:creationId xmlns:a16="http://schemas.microsoft.com/office/drawing/2014/main" id="{0B1071F4-AE0D-4AA3-804F-2C772665EB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3600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68" name="Group 20">
                <a:extLst>
                  <a:ext uri="{FF2B5EF4-FFF2-40B4-BE49-F238E27FC236}">
                    <a16:creationId xmlns:a16="http://schemas.microsoft.com/office/drawing/2014/main" id="{5B2D789F-4A7C-48AA-B2B6-B25FCF0E19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2064"/>
                <a:ext cx="96" cy="96"/>
                <a:chOff x="4128" y="3600"/>
                <a:chExt cx="96" cy="96"/>
              </a:xfrm>
            </p:grpSpPr>
            <p:sp>
              <p:nvSpPr>
                <p:cNvPr id="24669" name="Line 21">
                  <a:extLst>
                    <a:ext uri="{FF2B5EF4-FFF2-40B4-BE49-F238E27FC236}">
                      <a16:creationId xmlns:a16="http://schemas.microsoft.com/office/drawing/2014/main" id="{E048A74F-F3BC-434A-B43E-193264186F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28" y="364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670" name="Line 22">
                  <a:extLst>
                    <a:ext uri="{FF2B5EF4-FFF2-40B4-BE49-F238E27FC236}">
                      <a16:creationId xmlns:a16="http://schemas.microsoft.com/office/drawing/2014/main" id="{262FD993-1B2F-4030-8B49-517EBA5C8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3600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4636" name="Group 23">
              <a:extLst>
                <a:ext uri="{FF2B5EF4-FFF2-40B4-BE49-F238E27FC236}">
                  <a16:creationId xmlns:a16="http://schemas.microsoft.com/office/drawing/2014/main" id="{6B4FBD6A-3C82-4E36-96E3-E92891E56A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2" y="648"/>
              <a:ext cx="71" cy="490"/>
              <a:chOff x="3648" y="1536"/>
              <a:chExt cx="96" cy="576"/>
            </a:xfrm>
          </p:grpSpPr>
          <p:sp>
            <p:nvSpPr>
              <p:cNvPr id="24659" name="Line 24">
                <a:extLst>
                  <a:ext uri="{FF2B5EF4-FFF2-40B4-BE49-F238E27FC236}">
                    <a16:creationId xmlns:a16="http://schemas.microsoft.com/office/drawing/2014/main" id="{B4BFF206-1E9D-4413-9EB8-1C62AEF078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53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0" name="Line 25">
                <a:extLst>
                  <a:ext uri="{FF2B5EF4-FFF2-40B4-BE49-F238E27FC236}">
                    <a16:creationId xmlns:a16="http://schemas.microsoft.com/office/drawing/2014/main" id="{221FFC89-ED27-438F-84F4-9FB24269A6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680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1" name="Line 26">
                <a:extLst>
                  <a:ext uri="{FF2B5EF4-FFF2-40B4-BE49-F238E27FC236}">
                    <a16:creationId xmlns:a16="http://schemas.microsoft.com/office/drawing/2014/main" id="{161989E7-78F2-4EDB-9384-7E3469224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82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2" name="Line 27">
                <a:extLst>
                  <a:ext uri="{FF2B5EF4-FFF2-40B4-BE49-F238E27FC236}">
                    <a16:creationId xmlns:a16="http://schemas.microsoft.com/office/drawing/2014/main" id="{C809C9C6-11DC-48E0-8307-B902DB395F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68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3" name="Line 28">
                <a:extLst>
                  <a:ext uri="{FF2B5EF4-FFF2-40B4-BE49-F238E27FC236}">
                    <a16:creationId xmlns:a16="http://schemas.microsoft.com/office/drawing/2014/main" id="{E91B03D7-9191-4509-8EEA-5306BD4D5E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2112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637" name="Line 29">
              <a:extLst>
                <a:ext uri="{FF2B5EF4-FFF2-40B4-BE49-F238E27FC236}">
                  <a16:creationId xmlns:a16="http://schemas.microsoft.com/office/drawing/2014/main" id="{35418793-A14B-4DD9-BD08-066EE4BA1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2" y="526"/>
              <a:ext cx="247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638" name="Object 30">
              <a:extLst>
                <a:ext uri="{FF2B5EF4-FFF2-40B4-BE49-F238E27FC236}">
                  <a16:creationId xmlns:a16="http://schemas.microsoft.com/office/drawing/2014/main" id="{FD373748-9BEA-44AB-A2AA-8A56ABC7B7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37" y="240"/>
            <a:ext cx="182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79" name="公式" r:id="rId3" imgW="0" imgH="9450" progId="Equation.3">
                    <p:embed/>
                  </p:oleObj>
                </mc:Choice>
                <mc:Fallback>
                  <p:oleObj name="公式" r:id="rId3" imgW="0" imgH="945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7" y="240"/>
                          <a:ext cx="182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39" name="Rectangle 31">
              <a:extLst>
                <a:ext uri="{FF2B5EF4-FFF2-40B4-BE49-F238E27FC236}">
                  <a16:creationId xmlns:a16="http://schemas.microsoft.com/office/drawing/2014/main" id="{8CBC2416-8784-43B8-AAE5-F70915ED8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6" y="566"/>
              <a:ext cx="1834" cy="69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4640" name="Line 32">
              <a:extLst>
                <a:ext uri="{FF2B5EF4-FFF2-40B4-BE49-F238E27FC236}">
                  <a16:creationId xmlns:a16="http://schemas.microsoft.com/office/drawing/2014/main" id="{693131AC-3900-4CF6-B247-114806910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566"/>
              <a:ext cx="0" cy="69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41" name="Line 33">
              <a:extLst>
                <a:ext uri="{FF2B5EF4-FFF2-40B4-BE49-F238E27FC236}">
                  <a16:creationId xmlns:a16="http://schemas.microsoft.com/office/drawing/2014/main" id="{BD9DA9F1-2FA1-4913-8BE8-728321F3BC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0" y="893"/>
              <a:ext cx="2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42" name="Line 34">
              <a:extLst>
                <a:ext uri="{FF2B5EF4-FFF2-40B4-BE49-F238E27FC236}">
                  <a16:creationId xmlns:a16="http://schemas.microsoft.com/office/drawing/2014/main" id="{5ABDC221-4A78-43F8-A9E2-501576F7B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893"/>
              <a:ext cx="0" cy="8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43" name="Line 35">
              <a:extLst>
                <a:ext uri="{FF2B5EF4-FFF2-40B4-BE49-F238E27FC236}">
                  <a16:creationId xmlns:a16="http://schemas.microsoft.com/office/drawing/2014/main" id="{21F8F30D-B4ED-4C3D-8DE5-6EF1ECB80F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49" y="1790"/>
              <a:ext cx="10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44" name="Line 36">
              <a:extLst>
                <a:ext uri="{FF2B5EF4-FFF2-40B4-BE49-F238E27FC236}">
                  <a16:creationId xmlns:a16="http://schemas.microsoft.com/office/drawing/2014/main" id="{EBAAB1C1-5964-45BB-AACC-EECF56CA9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49" y="893"/>
              <a:ext cx="17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45" name="Line 37">
              <a:extLst>
                <a:ext uri="{FF2B5EF4-FFF2-40B4-BE49-F238E27FC236}">
                  <a16:creationId xmlns:a16="http://schemas.microsoft.com/office/drawing/2014/main" id="{87F42FD8-5266-45BC-B2B8-60627FF33C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4" y="893"/>
              <a:ext cx="0" cy="8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46" name="Line 38">
              <a:extLst>
                <a:ext uri="{FF2B5EF4-FFF2-40B4-BE49-F238E27FC236}">
                  <a16:creationId xmlns:a16="http://schemas.microsoft.com/office/drawing/2014/main" id="{16438E8C-38A4-461A-9278-A03FA1354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4" y="1790"/>
              <a:ext cx="9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4647" name="Group 39">
              <a:extLst>
                <a:ext uri="{FF2B5EF4-FFF2-40B4-BE49-F238E27FC236}">
                  <a16:creationId xmlns:a16="http://schemas.microsoft.com/office/drawing/2014/main" id="{9F19DEBD-7895-4A04-A1CB-476801C06E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7" y="1668"/>
              <a:ext cx="282" cy="204"/>
              <a:chOff x="3552" y="2736"/>
              <a:chExt cx="384" cy="240"/>
            </a:xfrm>
          </p:grpSpPr>
          <p:sp>
            <p:nvSpPr>
              <p:cNvPr id="24654" name="Line 40">
                <a:extLst>
                  <a:ext uri="{FF2B5EF4-FFF2-40B4-BE49-F238E27FC236}">
                    <a16:creationId xmlns:a16="http://schemas.microsoft.com/office/drawing/2014/main" id="{AB22EF2A-5B6E-4BFF-895E-F5BEB9E75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736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55" name="Line 41">
                <a:extLst>
                  <a:ext uri="{FF2B5EF4-FFF2-40B4-BE49-F238E27FC236}">
                    <a16:creationId xmlns:a16="http://schemas.microsoft.com/office/drawing/2014/main" id="{58BF08D2-82EA-4206-9892-9C81F16CCF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736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56" name="Line 42">
                <a:extLst>
                  <a:ext uri="{FF2B5EF4-FFF2-40B4-BE49-F238E27FC236}">
                    <a16:creationId xmlns:a16="http://schemas.microsoft.com/office/drawing/2014/main" id="{A78CC4A2-B8FD-4D5A-9ADD-CBA5227479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2832"/>
                <a:ext cx="0" cy="96"/>
              </a:xfrm>
              <a:prstGeom prst="line">
                <a:avLst/>
              </a:prstGeom>
              <a:noFill/>
              <a:ln w="635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57" name="Line 43">
                <a:extLst>
                  <a:ext uri="{FF2B5EF4-FFF2-40B4-BE49-F238E27FC236}">
                    <a16:creationId xmlns:a16="http://schemas.microsoft.com/office/drawing/2014/main" id="{DB3DDE98-7D90-434F-BE91-C5CD96ECCB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832"/>
                <a:ext cx="0" cy="96"/>
              </a:xfrm>
              <a:prstGeom prst="line">
                <a:avLst/>
              </a:prstGeom>
              <a:noFill/>
              <a:ln w="635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58" name="Line 44">
                <a:extLst>
                  <a:ext uri="{FF2B5EF4-FFF2-40B4-BE49-F238E27FC236}">
                    <a16:creationId xmlns:a16="http://schemas.microsoft.com/office/drawing/2014/main" id="{62410E67-93DC-42FD-AB10-E7D9E85DFB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288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648" name="Line 45">
              <a:extLst>
                <a:ext uri="{FF2B5EF4-FFF2-40B4-BE49-F238E27FC236}">
                  <a16:creationId xmlns:a16="http://schemas.microsoft.com/office/drawing/2014/main" id="{B9F54298-12AB-4F8A-A141-DAC786A91C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4" y="893"/>
              <a:ext cx="1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49" name="Line 46">
              <a:extLst>
                <a:ext uri="{FF2B5EF4-FFF2-40B4-BE49-F238E27FC236}">
                  <a16:creationId xmlns:a16="http://schemas.microsoft.com/office/drawing/2014/main" id="{C985D03A-3125-4817-A7E6-F125EEB54E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6" y="893"/>
              <a:ext cx="1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50" name="Text Box 47">
              <a:extLst>
                <a:ext uri="{FF2B5EF4-FFF2-40B4-BE49-F238E27FC236}">
                  <a16:creationId xmlns:a16="http://schemas.microsoft.com/office/drawing/2014/main" id="{A947CB0A-8A18-4D8A-9360-520D309BA3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702"/>
              <a:ext cx="5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latin typeface="Times New Roman" panose="02020603050405020304" pitchFamily="18" charset="0"/>
                </a:rPr>
                <a:t>P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型</a:t>
              </a:r>
            </a:p>
          </p:txBody>
        </p:sp>
        <p:sp>
          <p:nvSpPr>
            <p:cNvPr id="24651" name="Text Box 48">
              <a:extLst>
                <a:ext uri="{FF2B5EF4-FFF2-40B4-BE49-F238E27FC236}">
                  <a16:creationId xmlns:a16="http://schemas.microsoft.com/office/drawing/2014/main" id="{69525660-71BB-4625-ADB8-54910E6403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9" y="702"/>
              <a:ext cx="5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latin typeface="Times New Roman" panose="02020603050405020304" pitchFamily="18" charset="0"/>
                </a:rPr>
                <a:t>N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型</a:t>
              </a:r>
            </a:p>
          </p:txBody>
        </p:sp>
        <p:sp>
          <p:nvSpPr>
            <p:cNvPr id="24652" name="Text Box 49">
              <a:extLst>
                <a:ext uri="{FF2B5EF4-FFF2-40B4-BE49-F238E27FC236}">
                  <a16:creationId xmlns:a16="http://schemas.microsoft.com/office/drawing/2014/main" id="{314471DE-314F-4C4A-AC56-AB8D7A568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1" y="539"/>
              <a:ext cx="2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b="1" i="1">
                  <a:latin typeface="Times New Roman" panose="02020603050405020304" pitchFamily="18" charset="0"/>
                </a:rPr>
                <a:t>I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24653" name="Line 50">
              <a:extLst>
                <a:ext uri="{FF2B5EF4-FFF2-40B4-BE49-F238E27FC236}">
                  <a16:creationId xmlns:a16="http://schemas.microsoft.com/office/drawing/2014/main" id="{C8D7243E-B9EA-4ED1-B372-27EFD84F9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2" y="1340"/>
              <a:ext cx="272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1412" name="Rectangle 52">
            <a:extLst>
              <a:ext uri="{FF2B5EF4-FFF2-40B4-BE49-F238E27FC236}">
                <a16:creationId xmlns:a16="http://schemas.microsoft.com/office/drawing/2014/main" id="{67A32D22-916C-4787-91C4-6F653F883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" y="1463675"/>
            <a:ext cx="4233863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    阻挡层势垒被</a:t>
            </a:r>
            <a:r>
              <a:rPr kumimoji="1" lang="zh-CN" altLang="en-US" sz="2800" b="1">
                <a:solidFill>
                  <a:srgbClr val="00B050"/>
                </a:solidFill>
                <a:latin typeface="Times New Roman" panose="02020603050405020304" pitchFamily="18" charset="0"/>
              </a:rPr>
              <a:t>削弱，变窄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latin typeface="Times New Roman" panose="02020603050405020304" pitchFamily="18" charset="0"/>
              </a:rPr>
              <a:t>P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中的空穴，</a:t>
            </a:r>
            <a:r>
              <a:rPr kumimoji="1" lang="en-US" altLang="zh-CN" sz="2800" b="1"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中的电子都易于通过</a:t>
            </a:r>
            <a:r>
              <a:rPr kumimoji="1" lang="en-US" altLang="zh-CN" sz="2800" b="1">
                <a:latin typeface="Times New Roman" panose="02020603050405020304" pitchFamily="18" charset="0"/>
              </a:rPr>
              <a:t>P-N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结，形成</a:t>
            </a:r>
            <a:r>
              <a:rPr kumimoji="1" lang="en-US" altLang="zh-CN" sz="2800" b="1">
                <a:solidFill>
                  <a:srgbClr val="00B05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800" b="1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N</a:t>
            </a:r>
            <a:r>
              <a:rPr kumimoji="1" lang="zh-CN" altLang="en-US" sz="2800" b="1">
                <a:solidFill>
                  <a:srgbClr val="00B050"/>
                </a:solidFill>
                <a:latin typeface="Times New Roman" panose="02020603050405020304" pitchFamily="18" charset="0"/>
              </a:rPr>
              <a:t>的正向宏观电流</a:t>
            </a:r>
            <a:r>
              <a:rPr kumimoji="1" lang="zh-CN" altLang="en-US" sz="2800" b="1">
                <a:latin typeface="Times New Roman" panose="02020603050405020304" pitchFamily="18" charset="0"/>
              </a:rPr>
              <a:t>。</a:t>
            </a:r>
          </a:p>
        </p:txBody>
      </p:sp>
      <p:grpSp>
        <p:nvGrpSpPr>
          <p:cNvPr id="271413" name="Group 53">
            <a:extLst>
              <a:ext uri="{FF2B5EF4-FFF2-40B4-BE49-F238E27FC236}">
                <a16:creationId xmlns:a16="http://schemas.microsoft.com/office/drawing/2014/main" id="{B1A1909C-3446-4D67-9CA8-DBFF474A2359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290888"/>
            <a:ext cx="3733800" cy="2819400"/>
            <a:chOff x="3120" y="1968"/>
            <a:chExt cx="2352" cy="1776"/>
          </a:xfrm>
        </p:grpSpPr>
        <p:graphicFrame>
          <p:nvGraphicFramePr>
            <p:cNvPr id="24594" name="Object 54">
              <a:extLst>
                <a:ext uri="{FF2B5EF4-FFF2-40B4-BE49-F238E27FC236}">
                  <a16:creationId xmlns:a16="http://schemas.microsoft.com/office/drawing/2014/main" id="{6A1CCA0C-D2BF-44FC-9665-DCB82383F8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3" y="1968"/>
            <a:ext cx="192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0" name="公式" r:id="rId5" imgW="0" imgH="9450" progId="Equation.3">
                    <p:embed/>
                  </p:oleObj>
                </mc:Choice>
                <mc:Fallback>
                  <p:oleObj name="公式" r:id="rId5" imgW="0" imgH="945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3" y="1968"/>
                          <a:ext cx="192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5" name="Rectangle 55">
              <a:extLst>
                <a:ext uri="{FF2B5EF4-FFF2-40B4-BE49-F238E27FC236}">
                  <a16:creationId xmlns:a16="http://schemas.microsoft.com/office/drawing/2014/main" id="{5BE628F7-6DDC-486F-91B9-003D62BEF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2349"/>
              <a:ext cx="1937" cy="7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4596" name="Line 56">
              <a:extLst>
                <a:ext uri="{FF2B5EF4-FFF2-40B4-BE49-F238E27FC236}">
                  <a16:creationId xmlns:a16="http://schemas.microsoft.com/office/drawing/2014/main" id="{9FDBAD88-F17E-42BD-8934-312DEAA15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" y="2349"/>
              <a:ext cx="0" cy="71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4597" name="Group 57">
              <a:extLst>
                <a:ext uri="{FF2B5EF4-FFF2-40B4-BE49-F238E27FC236}">
                  <a16:creationId xmlns:a16="http://schemas.microsoft.com/office/drawing/2014/main" id="{7A990C9B-0054-4549-966A-88CB692575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4" y="2391"/>
              <a:ext cx="74" cy="84"/>
              <a:chOff x="4128" y="3600"/>
              <a:chExt cx="96" cy="96"/>
            </a:xfrm>
          </p:grpSpPr>
          <p:sp>
            <p:nvSpPr>
              <p:cNvPr id="24633" name="Line 58">
                <a:extLst>
                  <a:ext uri="{FF2B5EF4-FFF2-40B4-BE49-F238E27FC236}">
                    <a16:creationId xmlns:a16="http://schemas.microsoft.com/office/drawing/2014/main" id="{6D18C44E-7F58-4D82-80C0-1D2140D55F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3648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4" name="Line 59">
                <a:extLst>
                  <a:ext uri="{FF2B5EF4-FFF2-40B4-BE49-F238E27FC236}">
                    <a16:creationId xmlns:a16="http://schemas.microsoft.com/office/drawing/2014/main" id="{404FC33B-61A9-49DC-8D9A-79C218F566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600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598" name="Group 60">
              <a:extLst>
                <a:ext uri="{FF2B5EF4-FFF2-40B4-BE49-F238E27FC236}">
                  <a16:creationId xmlns:a16="http://schemas.microsoft.com/office/drawing/2014/main" id="{D5BC33BA-56BD-440A-BE83-4502781329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4" y="2518"/>
              <a:ext cx="74" cy="84"/>
              <a:chOff x="4128" y="3600"/>
              <a:chExt cx="96" cy="96"/>
            </a:xfrm>
          </p:grpSpPr>
          <p:sp>
            <p:nvSpPr>
              <p:cNvPr id="24631" name="Line 61">
                <a:extLst>
                  <a:ext uri="{FF2B5EF4-FFF2-40B4-BE49-F238E27FC236}">
                    <a16:creationId xmlns:a16="http://schemas.microsoft.com/office/drawing/2014/main" id="{056AEEFB-D218-4357-BF58-63A4A2558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3648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2" name="Line 62">
                <a:extLst>
                  <a:ext uri="{FF2B5EF4-FFF2-40B4-BE49-F238E27FC236}">
                    <a16:creationId xmlns:a16="http://schemas.microsoft.com/office/drawing/2014/main" id="{CC96A7D1-7DF0-4700-8381-C2AEA832A7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600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599" name="Group 63">
              <a:extLst>
                <a:ext uri="{FF2B5EF4-FFF2-40B4-BE49-F238E27FC236}">
                  <a16:creationId xmlns:a16="http://schemas.microsoft.com/office/drawing/2014/main" id="{5A68EA37-31CD-4EBF-B215-000DE1ECB4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4" y="2645"/>
              <a:ext cx="74" cy="84"/>
              <a:chOff x="4128" y="3600"/>
              <a:chExt cx="96" cy="96"/>
            </a:xfrm>
          </p:grpSpPr>
          <p:sp>
            <p:nvSpPr>
              <p:cNvPr id="24629" name="Line 64">
                <a:extLst>
                  <a:ext uri="{FF2B5EF4-FFF2-40B4-BE49-F238E27FC236}">
                    <a16:creationId xmlns:a16="http://schemas.microsoft.com/office/drawing/2014/main" id="{D5C2AAAE-C1A3-44EC-B762-934A4854DB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3648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0" name="Line 65">
                <a:extLst>
                  <a:ext uri="{FF2B5EF4-FFF2-40B4-BE49-F238E27FC236}">
                    <a16:creationId xmlns:a16="http://schemas.microsoft.com/office/drawing/2014/main" id="{B1E67A76-D343-42CB-A1AF-A8E0438BA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600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600" name="Group 66">
              <a:extLst>
                <a:ext uri="{FF2B5EF4-FFF2-40B4-BE49-F238E27FC236}">
                  <a16:creationId xmlns:a16="http://schemas.microsoft.com/office/drawing/2014/main" id="{8F347089-1A5F-4D80-A100-5AA702A403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4" y="2771"/>
              <a:ext cx="74" cy="85"/>
              <a:chOff x="4128" y="3600"/>
              <a:chExt cx="96" cy="96"/>
            </a:xfrm>
          </p:grpSpPr>
          <p:sp>
            <p:nvSpPr>
              <p:cNvPr id="24627" name="Line 67">
                <a:extLst>
                  <a:ext uri="{FF2B5EF4-FFF2-40B4-BE49-F238E27FC236}">
                    <a16:creationId xmlns:a16="http://schemas.microsoft.com/office/drawing/2014/main" id="{0E8E71E7-BC8E-43D2-8712-3395305CA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3648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8" name="Line 68">
                <a:extLst>
                  <a:ext uri="{FF2B5EF4-FFF2-40B4-BE49-F238E27FC236}">
                    <a16:creationId xmlns:a16="http://schemas.microsoft.com/office/drawing/2014/main" id="{CA862122-4942-4C72-8032-95CD2507C3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600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601" name="Group 69">
              <a:extLst>
                <a:ext uri="{FF2B5EF4-FFF2-40B4-BE49-F238E27FC236}">
                  <a16:creationId xmlns:a16="http://schemas.microsoft.com/office/drawing/2014/main" id="{5B40D634-171F-4FC5-8D8D-E17D6D86F9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4" y="2898"/>
              <a:ext cx="74" cy="85"/>
              <a:chOff x="4128" y="3600"/>
              <a:chExt cx="96" cy="96"/>
            </a:xfrm>
          </p:grpSpPr>
          <p:sp>
            <p:nvSpPr>
              <p:cNvPr id="24625" name="Line 70">
                <a:extLst>
                  <a:ext uri="{FF2B5EF4-FFF2-40B4-BE49-F238E27FC236}">
                    <a16:creationId xmlns:a16="http://schemas.microsoft.com/office/drawing/2014/main" id="{1DC4C6D9-36C3-4EC6-AE2A-26F7FEE0F8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3648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6" name="Line 71">
                <a:extLst>
                  <a:ext uri="{FF2B5EF4-FFF2-40B4-BE49-F238E27FC236}">
                    <a16:creationId xmlns:a16="http://schemas.microsoft.com/office/drawing/2014/main" id="{BB985B0B-B035-4CE4-A24F-046919EE00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600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602" name="Line 72">
              <a:extLst>
                <a:ext uri="{FF2B5EF4-FFF2-40B4-BE49-F238E27FC236}">
                  <a16:creationId xmlns:a16="http://schemas.microsoft.com/office/drawing/2014/main" id="{2C7D7CD2-DE36-4A83-BF41-F22BFFBECB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3" y="2433"/>
              <a:ext cx="74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3" name="Line 73">
              <a:extLst>
                <a:ext uri="{FF2B5EF4-FFF2-40B4-BE49-F238E27FC236}">
                  <a16:creationId xmlns:a16="http://schemas.microsoft.com/office/drawing/2014/main" id="{3D423CB3-2361-4967-A323-BD6B6CD0F6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3" y="2560"/>
              <a:ext cx="74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4" name="Line 74">
              <a:extLst>
                <a:ext uri="{FF2B5EF4-FFF2-40B4-BE49-F238E27FC236}">
                  <a16:creationId xmlns:a16="http://schemas.microsoft.com/office/drawing/2014/main" id="{8FD69139-C3BA-4B9B-ABC4-3A83B63399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3" y="2687"/>
              <a:ext cx="74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5" name="Line 75">
              <a:extLst>
                <a:ext uri="{FF2B5EF4-FFF2-40B4-BE49-F238E27FC236}">
                  <a16:creationId xmlns:a16="http://schemas.microsoft.com/office/drawing/2014/main" id="{5BFFC8C9-C621-41F4-A49C-480C833A97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3" y="2814"/>
              <a:ext cx="74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6" name="Line 76">
              <a:extLst>
                <a:ext uri="{FF2B5EF4-FFF2-40B4-BE49-F238E27FC236}">
                  <a16:creationId xmlns:a16="http://schemas.microsoft.com/office/drawing/2014/main" id="{ACEACD3D-F353-4A27-B5BC-FB88302755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3" y="2941"/>
              <a:ext cx="74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7" name="Line 77">
              <a:extLst>
                <a:ext uri="{FF2B5EF4-FFF2-40B4-BE49-F238E27FC236}">
                  <a16:creationId xmlns:a16="http://schemas.microsoft.com/office/drawing/2014/main" id="{91E9FEF1-13AC-4A94-8E10-56CBF3F9D4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1" y="3136"/>
              <a:ext cx="486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8" name="Line 78">
              <a:extLst>
                <a:ext uri="{FF2B5EF4-FFF2-40B4-BE49-F238E27FC236}">
                  <a16:creationId xmlns:a16="http://schemas.microsoft.com/office/drawing/2014/main" id="{428C582B-23DE-41E4-A668-69D2DA5822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3" y="2264"/>
              <a:ext cx="261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9" name="Line 79">
              <a:extLst>
                <a:ext uri="{FF2B5EF4-FFF2-40B4-BE49-F238E27FC236}">
                  <a16:creationId xmlns:a16="http://schemas.microsoft.com/office/drawing/2014/main" id="{F98AF757-C6E8-4302-BE8E-CA6B2E511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9" y="2687"/>
              <a:ext cx="0" cy="9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0" name="Line 80">
              <a:extLst>
                <a:ext uri="{FF2B5EF4-FFF2-40B4-BE49-F238E27FC236}">
                  <a16:creationId xmlns:a16="http://schemas.microsoft.com/office/drawing/2014/main" id="{0A154B1D-2651-4825-B997-6D36FAECED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86" y="3617"/>
              <a:ext cx="104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1" name="Line 81">
              <a:extLst>
                <a:ext uri="{FF2B5EF4-FFF2-40B4-BE49-F238E27FC236}">
                  <a16:creationId xmlns:a16="http://schemas.microsoft.com/office/drawing/2014/main" id="{25682DAC-8D17-4140-A4AB-02C5503BB9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687"/>
              <a:ext cx="1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2" name="Line 82">
              <a:extLst>
                <a:ext uri="{FF2B5EF4-FFF2-40B4-BE49-F238E27FC236}">
                  <a16:creationId xmlns:a16="http://schemas.microsoft.com/office/drawing/2014/main" id="{3AB068C0-2D4D-4DE0-B415-048A698A68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7"/>
              <a:ext cx="0" cy="9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3" name="Line 83">
              <a:extLst>
                <a:ext uri="{FF2B5EF4-FFF2-40B4-BE49-F238E27FC236}">
                  <a16:creationId xmlns:a16="http://schemas.microsoft.com/office/drawing/2014/main" id="{87DB4EC9-CC32-4865-9138-FD9168E428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617"/>
              <a:ext cx="9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4" name="Line 84">
              <a:extLst>
                <a:ext uri="{FF2B5EF4-FFF2-40B4-BE49-F238E27FC236}">
                  <a16:creationId xmlns:a16="http://schemas.microsoft.com/office/drawing/2014/main" id="{797D1F07-86EF-49F0-A0A7-AC7A9E9851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6" y="3490"/>
              <a:ext cx="0" cy="25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5" name="Line 85">
              <a:extLst>
                <a:ext uri="{FF2B5EF4-FFF2-40B4-BE49-F238E27FC236}">
                  <a16:creationId xmlns:a16="http://schemas.microsoft.com/office/drawing/2014/main" id="{4DF5AFFF-A91C-4CFC-B39E-1D2289591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8" y="3533"/>
              <a:ext cx="0" cy="169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6" name="Line 86">
              <a:extLst>
                <a:ext uri="{FF2B5EF4-FFF2-40B4-BE49-F238E27FC236}">
                  <a16:creationId xmlns:a16="http://schemas.microsoft.com/office/drawing/2014/main" id="{37FB196D-20A3-4D81-9C80-02F34CB596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57" y="2687"/>
              <a:ext cx="1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7" name="Text Box 87">
              <a:extLst>
                <a:ext uri="{FF2B5EF4-FFF2-40B4-BE49-F238E27FC236}">
                  <a16:creationId xmlns:a16="http://schemas.microsoft.com/office/drawing/2014/main" id="{573814C7-6075-4669-819B-172E75317A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3" y="2496"/>
              <a:ext cx="5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latin typeface="Times New Roman" panose="02020603050405020304" pitchFamily="18" charset="0"/>
                </a:rPr>
                <a:t>P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型</a:t>
              </a:r>
            </a:p>
          </p:txBody>
        </p:sp>
        <p:sp>
          <p:nvSpPr>
            <p:cNvPr id="24618" name="Text Box 88">
              <a:extLst>
                <a:ext uri="{FF2B5EF4-FFF2-40B4-BE49-F238E27FC236}">
                  <a16:creationId xmlns:a16="http://schemas.microsoft.com/office/drawing/2014/main" id="{D4471EED-6432-4BDE-BE07-B41D50F564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6" y="2496"/>
              <a:ext cx="5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latin typeface="Times New Roman" panose="02020603050405020304" pitchFamily="18" charset="0"/>
                </a:rPr>
                <a:t>N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型</a:t>
              </a:r>
            </a:p>
          </p:txBody>
        </p:sp>
        <p:sp>
          <p:nvSpPr>
            <p:cNvPr id="24619" name="Text Box 89">
              <a:extLst>
                <a:ext uri="{FF2B5EF4-FFF2-40B4-BE49-F238E27FC236}">
                  <a16:creationId xmlns:a16="http://schemas.microsoft.com/office/drawing/2014/main" id="{D1D6BBA5-1DE7-420B-B503-3CD5D81E7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6" y="2243"/>
              <a:ext cx="2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b="1" i="1">
                  <a:latin typeface="Times New Roman" panose="02020603050405020304" pitchFamily="18" charset="0"/>
                </a:rPr>
                <a:t>I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24620" name="Line 91">
              <a:extLst>
                <a:ext uri="{FF2B5EF4-FFF2-40B4-BE49-F238E27FC236}">
                  <a16:creationId xmlns:a16="http://schemas.microsoft.com/office/drawing/2014/main" id="{30DAA37F-2357-4E06-A43B-AFFC2DB7B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3" y="3490"/>
              <a:ext cx="0" cy="25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21" name="Line 92">
              <a:extLst>
                <a:ext uri="{FF2B5EF4-FFF2-40B4-BE49-F238E27FC236}">
                  <a16:creationId xmlns:a16="http://schemas.microsoft.com/office/drawing/2014/main" id="{231EEF5C-FC66-4B87-BE17-BDB54ED12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2" y="3533"/>
              <a:ext cx="0" cy="169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22" name="Line 93">
              <a:extLst>
                <a:ext uri="{FF2B5EF4-FFF2-40B4-BE49-F238E27FC236}">
                  <a16:creationId xmlns:a16="http://schemas.microsoft.com/office/drawing/2014/main" id="{F3F80AF0-0050-4389-91EB-BBB479A16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3" y="3617"/>
              <a:ext cx="14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23" name="Line 94">
              <a:extLst>
                <a:ext uri="{FF2B5EF4-FFF2-40B4-BE49-F238E27FC236}">
                  <a16:creationId xmlns:a16="http://schemas.microsoft.com/office/drawing/2014/main" id="{2343259F-24F0-4F83-80A5-46116F869E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43" y="2687"/>
              <a:ext cx="1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24" name="Line 95">
              <a:extLst>
                <a:ext uri="{FF2B5EF4-FFF2-40B4-BE49-F238E27FC236}">
                  <a16:creationId xmlns:a16="http://schemas.microsoft.com/office/drawing/2014/main" id="{5F7A980B-A00C-4E84-981F-A33B0C309D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18" y="2687"/>
              <a:ext cx="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1456" name="Rectangle 96">
            <a:extLst>
              <a:ext uri="{FF2B5EF4-FFF2-40B4-BE49-F238E27FC236}">
                <a16:creationId xmlns:a16="http://schemas.microsoft.com/office/drawing/2014/main" id="{B7D3FC2E-3156-40C4-9D89-2A0EF8DAB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" y="3414713"/>
            <a:ext cx="345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反向连接时</a:t>
            </a:r>
          </a:p>
        </p:txBody>
      </p:sp>
      <p:sp>
        <p:nvSpPr>
          <p:cNvPr id="271457" name="Rectangle 97">
            <a:extLst>
              <a:ext uri="{FF2B5EF4-FFF2-40B4-BE49-F238E27FC236}">
                <a16:creationId xmlns:a16="http://schemas.microsoft.com/office/drawing/2014/main" id="{86E7E723-AAEC-4CBD-8D4D-4DF6811A2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8" y="3929063"/>
            <a:ext cx="43434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     阻挡层势垒</a:t>
            </a:r>
            <a:r>
              <a:rPr kumimoji="1" lang="zh-CN" altLang="en-US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增大，变宽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P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中的空穴和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中的电子都</a:t>
            </a:r>
            <a:r>
              <a:rPr kumimoji="1" lang="zh-CN" altLang="en-US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难以通过</a:t>
            </a:r>
            <a:r>
              <a:rPr kumimoji="1"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P-N</a:t>
            </a:r>
            <a:r>
              <a:rPr kumimoji="1" lang="zh-CN" altLang="en-US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结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    没有正向电流。</a:t>
            </a:r>
          </a:p>
        </p:txBody>
      </p:sp>
      <p:sp>
        <p:nvSpPr>
          <p:cNvPr id="271459" name="Text Box 99">
            <a:hlinkClick r:id="rId7" action="ppaction://hlinkfile"/>
            <a:extLst>
              <a:ext uri="{FF2B5EF4-FFF2-40B4-BE49-F238E27FC236}">
                <a16:creationId xmlns:a16="http://schemas.microsoft.com/office/drawing/2014/main" id="{B6438012-F62B-4EB1-B1A4-B0A6DE30F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2725" y="430213"/>
            <a:ext cx="1022350" cy="276225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1200" b="1">
                <a:latin typeface="Times New Roman" panose="02020603050405020304" pitchFamily="18" charset="0"/>
              </a:rPr>
              <a:t>P-N</a:t>
            </a:r>
            <a:r>
              <a:rPr kumimoji="1" lang="zh-CN" altLang="en-US" sz="1200" b="1">
                <a:latin typeface="Times New Roman" panose="02020603050405020304" pitchFamily="18" charset="0"/>
              </a:rPr>
              <a:t>结正向</a:t>
            </a:r>
            <a:endParaRPr kumimoji="1" lang="en-US" altLang="zh-CN" sz="1200" b="1">
              <a:latin typeface="Times New Roman" panose="02020603050405020304" pitchFamily="18" charset="0"/>
            </a:endParaRPr>
          </a:p>
        </p:txBody>
      </p:sp>
      <p:sp>
        <p:nvSpPr>
          <p:cNvPr id="271460" name="Text Box 100">
            <a:hlinkClick r:id="rId8" action="ppaction://hlinkfile"/>
            <a:extLst>
              <a:ext uri="{FF2B5EF4-FFF2-40B4-BE49-F238E27FC236}">
                <a16:creationId xmlns:a16="http://schemas.microsoft.com/office/drawing/2014/main" id="{748AFEBE-91BE-4D30-96EC-7AD2C13AC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975" y="3386138"/>
            <a:ext cx="957263" cy="276225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1200" b="1">
                <a:latin typeface="Times New Roman" panose="02020603050405020304" pitchFamily="18" charset="0"/>
              </a:rPr>
              <a:t>P-N</a:t>
            </a:r>
            <a:r>
              <a:rPr kumimoji="1" lang="zh-CN" altLang="en-US" sz="1200" b="1">
                <a:latin typeface="Times New Roman" panose="02020603050405020304" pitchFamily="18" charset="0"/>
              </a:rPr>
              <a:t>结反向</a:t>
            </a:r>
            <a:endParaRPr kumimoji="1" lang="en-US" altLang="zh-CN" sz="1200" b="1">
              <a:latin typeface="Times New Roman" panose="02020603050405020304" pitchFamily="18" charset="0"/>
            </a:endParaRPr>
          </a:p>
        </p:txBody>
      </p:sp>
      <p:sp>
        <p:nvSpPr>
          <p:cNvPr id="24591" name="Text Box 3151">
            <a:extLst>
              <a:ext uri="{FF2B5EF4-FFF2-40B4-BE49-F238E27FC236}">
                <a16:creationId xmlns:a16="http://schemas.microsoft.com/office/drawing/2014/main" id="{835354A0-BF71-4B23-A106-FD86C997D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15</a:t>
            </a:r>
            <a:endParaRPr lang="en-US" altLang="zh-CN" sz="1800"/>
          </a:p>
        </p:txBody>
      </p:sp>
      <p:pic>
        <p:nvPicPr>
          <p:cNvPr id="21520" name="图片 2">
            <a:extLst>
              <a:ext uri="{FF2B5EF4-FFF2-40B4-BE49-F238E27FC236}">
                <a16:creationId xmlns:a16="http://schemas.microsoft.com/office/drawing/2014/main" id="{1A8334D8-16EA-4CBC-8A82-BB699C8E41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2252663"/>
            <a:ext cx="4413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1" name="图片 103">
            <a:extLst>
              <a:ext uri="{FF2B5EF4-FFF2-40B4-BE49-F238E27FC236}">
                <a16:creationId xmlns:a16="http://schemas.microsoft.com/office/drawing/2014/main" id="{5C20A4C5-970C-43FA-A645-7CB3F63F59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913" y="5191125"/>
            <a:ext cx="442912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7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7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27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7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27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27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2" grpId="0" autoUpdateAnimBg="0"/>
      <p:bldP spid="271363" grpId="0" autoUpdateAnimBg="0"/>
      <p:bldP spid="271364" grpId="0" autoUpdateAnimBg="0"/>
      <p:bldP spid="271365" grpId="0" autoUpdateAnimBg="0"/>
      <p:bldP spid="271412" grpId="0" autoUpdateAnimBg="0"/>
      <p:bldP spid="271456" grpId="0" autoUpdateAnimBg="0"/>
      <p:bldP spid="271457" grpId="0" autoUpdateAnimBg="0"/>
      <p:bldP spid="271459" grpId="0" animBg="1"/>
      <p:bldP spid="27146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5">
            <a:extLst>
              <a:ext uri="{FF2B5EF4-FFF2-40B4-BE49-F238E27FC236}">
                <a16:creationId xmlns:a16="http://schemas.microsoft.com/office/drawing/2014/main" id="{68AD7A41-5067-4742-8277-FC7FEEFD8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C000"/>
                </a:solidFill>
                <a:latin typeface="Times New Roman" panose="02020603050405020304" pitchFamily="18" charset="0"/>
              </a:rPr>
              <a:t>16</a:t>
            </a:r>
            <a:endParaRPr lang="en-US" altLang="zh-CN" sz="1800">
              <a:solidFill>
                <a:srgbClr val="FFC000"/>
              </a:solidFill>
            </a:endParaRPr>
          </a:p>
        </p:txBody>
      </p:sp>
      <p:sp>
        <p:nvSpPr>
          <p:cNvPr id="143366" name="Rectangle 6">
            <a:extLst>
              <a:ext uri="{FF2B5EF4-FFF2-40B4-BE49-F238E27FC236}">
                <a16:creationId xmlns:a16="http://schemas.microsoft.com/office/drawing/2014/main" id="{D8CD55B6-2E64-4C20-BF07-741451926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765175"/>
            <a:ext cx="6696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00B05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P-N</a:t>
            </a:r>
            <a:r>
              <a:rPr kumimoji="1" lang="zh-CN" altLang="en-US" sz="2800" b="1" i="1">
                <a:solidFill>
                  <a:srgbClr val="00B05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结</a:t>
            </a:r>
            <a:endParaRPr kumimoji="1" lang="zh-CN" altLang="en-US" sz="2800" b="1">
              <a:solidFill>
                <a:srgbClr val="00B050"/>
              </a:solidFill>
            </a:endParaRPr>
          </a:p>
        </p:txBody>
      </p:sp>
      <p:pic>
        <p:nvPicPr>
          <p:cNvPr id="22602" name="Picture 74" descr="C:\Documents and Settings\Administrator\Application Data\Tencent\Users\188541213\QQ\WinTemp\RichOle\@~VP9ANBT2F7V7TUOZR99RG.jpg">
            <a:extLst>
              <a:ext uri="{FF2B5EF4-FFF2-40B4-BE49-F238E27FC236}">
                <a16:creationId xmlns:a16="http://schemas.microsoft.com/office/drawing/2014/main" id="{7DE41CBF-D1EF-4FAC-8C1E-8F7E35C4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/>
          <a:stretch>
            <a:fillRect/>
          </a:stretch>
        </p:blipFill>
        <p:spPr bwMode="auto">
          <a:xfrm>
            <a:off x="250825" y="1916113"/>
            <a:ext cx="2728913" cy="243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03" name="Picture 75" descr="C:\Documents and Settings\Administrator\Application Data\Tencent\Users\188541213\QQ\WinTemp\RichOle\DSWV0ND{KU8SZPT`B(8[9]B.jpg">
            <a:extLst>
              <a:ext uri="{FF2B5EF4-FFF2-40B4-BE49-F238E27FC236}">
                <a16:creationId xmlns:a16="http://schemas.microsoft.com/office/drawing/2014/main" id="{1A78A70B-86DF-408E-ADB0-E57636667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2" r="4839"/>
          <a:stretch>
            <a:fillRect/>
          </a:stretch>
        </p:blipFill>
        <p:spPr bwMode="auto">
          <a:xfrm>
            <a:off x="3132138" y="1882775"/>
            <a:ext cx="2879725" cy="247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04" name="Picture 76" descr="C:\Documents and Settings\Administrator\Application Data\Tencent\Users\188541213\QQ\WinTemp\RichOle\L5]2C}V2]GKC}QYU0MSE[$W.jpg">
            <a:extLst>
              <a:ext uri="{FF2B5EF4-FFF2-40B4-BE49-F238E27FC236}">
                <a16:creationId xmlns:a16="http://schemas.microsoft.com/office/drawing/2014/main" id="{F3B4BB81-53C7-4765-A156-BB5337AE8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4" r="8133"/>
          <a:stretch>
            <a:fillRect/>
          </a:stretch>
        </p:blipFill>
        <p:spPr bwMode="auto">
          <a:xfrm>
            <a:off x="6153150" y="1938338"/>
            <a:ext cx="2882900" cy="241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43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6" grpId="0" build="p" autoUpdateAnimBg="0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矩形 1">
            <a:extLst>
              <a:ext uri="{FF2B5EF4-FFF2-40B4-BE49-F238E27FC236}">
                <a16:creationId xmlns:a16="http://schemas.microsoft.com/office/drawing/2014/main" id="{1505AA73-25F8-4BC6-A91B-3C075E4AA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419225"/>
            <a:ext cx="6543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Clr>
                <a:schemeClr val="tx1"/>
              </a:buClr>
              <a:buSzPct val="90000"/>
              <a:buFont typeface="Monotype Sorts"/>
              <a:buNone/>
              <a:defRPr/>
            </a:pPr>
            <a:r>
              <a:rPr kumimoji="1" lang="zh-CN" altLang="en-US" b="1" dirty="0">
                <a:solidFill>
                  <a:schemeClr val="accent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这些都是激光器</a:t>
            </a:r>
          </a:p>
        </p:txBody>
      </p:sp>
      <p:pic>
        <p:nvPicPr>
          <p:cNvPr id="6150" name="Picture 44" descr="http://ufolab.phys.hust.edu.cn/index2.jpg">
            <a:hlinkClick r:id="rId2"/>
            <a:extLst>
              <a:ext uri="{FF2B5EF4-FFF2-40B4-BE49-F238E27FC236}">
                <a16:creationId xmlns:a16="http://schemas.microsoft.com/office/drawing/2014/main" id="{F273219A-38E9-49A1-9270-B39A91A19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" r="9520"/>
          <a:stretch>
            <a:fillRect/>
          </a:stretch>
        </p:blipFill>
        <p:spPr bwMode="auto">
          <a:xfrm>
            <a:off x="868363" y="4335463"/>
            <a:ext cx="2435225" cy="183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48">
            <a:extLst>
              <a:ext uri="{FF2B5EF4-FFF2-40B4-BE49-F238E27FC236}">
                <a16:creationId xmlns:a16="http://schemas.microsoft.com/office/drawing/2014/main" id="{02BA44CC-A6B5-49EB-990D-72076724D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2266950"/>
            <a:ext cx="2314575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49">
            <a:extLst>
              <a:ext uri="{FF2B5EF4-FFF2-40B4-BE49-F238E27FC236}">
                <a16:creationId xmlns:a16="http://schemas.microsoft.com/office/drawing/2014/main" id="{29560502-8243-4D20-AF63-D32BCBDA5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7"/>
          <a:stretch>
            <a:fillRect/>
          </a:stretch>
        </p:blipFill>
        <p:spPr bwMode="auto">
          <a:xfrm>
            <a:off x="5922963" y="2266950"/>
            <a:ext cx="2284412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3" name="Picture 2" descr="“激光笔”的图片搜索结果">
            <a:extLst>
              <a:ext uri="{FF2B5EF4-FFF2-40B4-BE49-F238E27FC236}">
                <a16:creationId xmlns:a16="http://schemas.microsoft.com/office/drawing/2014/main" id="{2061834B-5807-4F19-B1EF-19083BF17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64" r="8896"/>
          <a:stretch>
            <a:fillRect/>
          </a:stretch>
        </p:blipFill>
        <p:spPr bwMode="auto">
          <a:xfrm>
            <a:off x="3440113" y="2255838"/>
            <a:ext cx="2298700" cy="178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DD5269CB-B9E9-497F-A76E-EC05F9A96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113" y="4335463"/>
            <a:ext cx="2338387" cy="183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B4B30CA-71BD-4EF7-991A-36B68D0207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7" b="3368"/>
          <a:stretch>
            <a:fillRect/>
          </a:stretch>
        </p:blipFill>
        <p:spPr bwMode="auto">
          <a:xfrm>
            <a:off x="5922963" y="4335463"/>
            <a:ext cx="2284412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3" name="Rectangle 19">
            <a:extLst>
              <a:ext uri="{FF2B5EF4-FFF2-40B4-BE49-F238E27FC236}">
                <a16:creationId xmlns:a16="http://schemas.microsoft.com/office/drawing/2014/main" id="{16126540-A23D-4B9B-B317-0120C334F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438" y="214313"/>
            <a:ext cx="42005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chemeClr val="tx2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b="1">
                <a:solidFill>
                  <a:schemeClr val="tx2"/>
                </a:solidFill>
                <a:latin typeface="宋体" panose="02010600030101010101" pitchFamily="2" charset="-122"/>
              </a:rPr>
              <a:t>节 激光</a:t>
            </a:r>
            <a:r>
              <a:rPr kumimoji="1"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Laser</a:t>
            </a:r>
          </a:p>
        </p:txBody>
      </p:sp>
      <p:sp>
        <p:nvSpPr>
          <p:cNvPr id="26634" name="Text Box 3151">
            <a:extLst>
              <a:ext uri="{FF2B5EF4-FFF2-40B4-BE49-F238E27FC236}">
                <a16:creationId xmlns:a16="http://schemas.microsoft.com/office/drawing/2014/main" id="{D79DF7B0-AA9B-462C-B556-2B16FE187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17</a:t>
            </a:r>
            <a:endParaRPr lang="en-US" altLang="zh-CN" sz="180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8F96186-C314-40A5-938D-49ED1F389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675" y="1646238"/>
            <a:ext cx="7500938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LASER</a:t>
            </a:r>
            <a:r>
              <a:rPr kumimoji="1" lang="zh-CN" altLang="en-US">
                <a:solidFill>
                  <a:schemeClr val="tx2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：</a:t>
            </a:r>
          </a:p>
          <a:p>
            <a:pPr lvl="1" eaLnBrk="1" hangingPunct="1">
              <a:spcBef>
                <a:spcPct val="50000"/>
              </a:spcBef>
            </a:pPr>
            <a:r>
              <a:rPr kumimoji="1" lang="en-US" altLang="zh-CN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L</a:t>
            </a:r>
            <a:r>
              <a:rPr kumimoji="1" lang="en-US" altLang="zh-CN">
                <a:solidFill>
                  <a:schemeClr val="tx2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ight </a:t>
            </a:r>
            <a:r>
              <a:rPr kumimoji="1" lang="en-US" altLang="zh-CN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en-US" altLang="zh-CN">
                <a:solidFill>
                  <a:schemeClr val="tx2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mplification by </a:t>
            </a:r>
            <a:r>
              <a:rPr kumimoji="1" lang="en-US" altLang="zh-CN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</a:t>
            </a:r>
            <a:r>
              <a:rPr kumimoji="1" lang="en-US" altLang="zh-CN">
                <a:solidFill>
                  <a:schemeClr val="tx2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timulated </a:t>
            </a:r>
            <a:r>
              <a:rPr kumimoji="1" lang="en-US" altLang="zh-CN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E</a:t>
            </a:r>
            <a:r>
              <a:rPr kumimoji="1" lang="en-US" altLang="zh-CN">
                <a:solidFill>
                  <a:schemeClr val="tx2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mission of </a:t>
            </a:r>
            <a:r>
              <a:rPr kumimoji="1" lang="en-US" altLang="zh-CN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</a:t>
            </a:r>
            <a:r>
              <a:rPr kumimoji="1" lang="en-US" altLang="zh-CN">
                <a:solidFill>
                  <a:schemeClr val="tx2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adiation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激光：</a:t>
            </a:r>
          </a:p>
          <a:p>
            <a:pPr lvl="1"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受激辐射光放大</a:t>
            </a:r>
          </a:p>
        </p:txBody>
      </p:sp>
      <p:sp>
        <p:nvSpPr>
          <p:cNvPr id="27651" name="Text Box 3151">
            <a:extLst>
              <a:ext uri="{FF2B5EF4-FFF2-40B4-BE49-F238E27FC236}">
                <a16:creationId xmlns:a16="http://schemas.microsoft.com/office/drawing/2014/main" id="{8B5F459D-5524-47A7-998D-328FFB7D7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18</a:t>
            </a:r>
            <a:endParaRPr lang="en-US" altLang="zh-CN" sz="180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7" name="Rectangle 89">
            <a:extLst>
              <a:ext uri="{FF2B5EF4-FFF2-40B4-BE49-F238E27FC236}">
                <a16:creationId xmlns:a16="http://schemas.microsoft.com/office/drawing/2014/main" id="{E0385ED6-B996-479C-BB8F-5085C19BC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661025"/>
            <a:ext cx="7758112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自发辐射特点：各原子自发辐射的光是</a:t>
            </a:r>
            <a:r>
              <a:rPr kumimoji="1" lang="zh-CN" altLang="en-US" sz="2800" b="1">
                <a:solidFill>
                  <a:srgbClr val="00B05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独立的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、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                     </a:t>
            </a:r>
            <a:r>
              <a:rPr kumimoji="1" lang="zh-CN" altLang="en-US" sz="2800" b="1">
                <a:solidFill>
                  <a:srgbClr val="00B05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无关的非相干光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</a:p>
        </p:txBody>
      </p:sp>
      <p:grpSp>
        <p:nvGrpSpPr>
          <p:cNvPr id="2" name="Group 90">
            <a:extLst>
              <a:ext uri="{FF2B5EF4-FFF2-40B4-BE49-F238E27FC236}">
                <a16:creationId xmlns:a16="http://schemas.microsoft.com/office/drawing/2014/main" id="{88E9DC80-00DF-4619-94F9-D6D4A60C70E1}"/>
              </a:ext>
            </a:extLst>
          </p:cNvPr>
          <p:cNvGrpSpPr>
            <a:grpSpLocks/>
          </p:cNvGrpSpPr>
          <p:nvPr/>
        </p:nvGrpSpPr>
        <p:grpSpPr bwMode="auto">
          <a:xfrm>
            <a:off x="5214938" y="3429000"/>
            <a:ext cx="1981200" cy="1833563"/>
            <a:chOff x="3072" y="1003"/>
            <a:chExt cx="1872" cy="1535"/>
          </a:xfrm>
        </p:grpSpPr>
        <p:sp>
          <p:nvSpPr>
            <p:cNvPr id="28718" name="Line 91">
              <a:extLst>
                <a:ext uri="{FF2B5EF4-FFF2-40B4-BE49-F238E27FC236}">
                  <a16:creationId xmlns:a16="http://schemas.microsoft.com/office/drawing/2014/main" id="{6298991D-2FBD-4545-96AF-BAEEFD8AD8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304"/>
              <a:ext cx="1488" cy="0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9" name="Line 92">
              <a:extLst>
                <a:ext uri="{FF2B5EF4-FFF2-40B4-BE49-F238E27FC236}">
                  <a16:creationId xmlns:a16="http://schemas.microsoft.com/office/drawing/2014/main" id="{849A350F-B39E-4127-922E-20780BD0C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440"/>
              <a:ext cx="1488" cy="0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20" name="Text Box 93">
              <a:extLst>
                <a:ext uri="{FF2B5EF4-FFF2-40B4-BE49-F238E27FC236}">
                  <a16:creationId xmlns:a16="http://schemas.microsoft.com/office/drawing/2014/main" id="{5A843D06-2E59-4E68-84B7-F765FCA38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290"/>
              <a:ext cx="462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E</a:t>
              </a:r>
              <a:r>
                <a:rPr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endPara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8721" name="Text Box 94">
              <a:extLst>
                <a:ext uri="{FF2B5EF4-FFF2-40B4-BE49-F238E27FC236}">
                  <a16:creationId xmlns:a16="http://schemas.microsoft.com/office/drawing/2014/main" id="{01B5DEFA-5111-4BC7-9CF4-785F988AA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155"/>
              <a:ext cx="462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E</a:t>
              </a:r>
              <a:r>
                <a:rPr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endPara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8722" name="Text Box 95">
              <a:extLst>
                <a:ext uri="{FF2B5EF4-FFF2-40B4-BE49-F238E27FC236}">
                  <a16:creationId xmlns:a16="http://schemas.microsoft.com/office/drawing/2014/main" id="{B922AD52-F299-423E-A90E-6F7520465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3" y="1003"/>
              <a:ext cx="482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N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endPara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8723" name="Text Box 96">
              <a:extLst>
                <a:ext uri="{FF2B5EF4-FFF2-40B4-BE49-F238E27FC236}">
                  <a16:creationId xmlns:a16="http://schemas.microsoft.com/office/drawing/2014/main" id="{86544868-175E-4477-85E8-377B767EF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3" y="1899"/>
              <a:ext cx="478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N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17505" name="Line 97">
            <a:extLst>
              <a:ext uri="{FF2B5EF4-FFF2-40B4-BE49-F238E27FC236}">
                <a16:creationId xmlns:a16="http://schemas.microsoft.com/office/drawing/2014/main" id="{AC2381FB-B619-4CFF-8934-03E28C5406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2700" y="3929063"/>
            <a:ext cx="0" cy="1066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98">
            <a:extLst>
              <a:ext uri="{FF2B5EF4-FFF2-40B4-BE49-F238E27FC236}">
                <a16:creationId xmlns:a16="http://schemas.microsoft.com/office/drawing/2014/main" id="{A41A13F8-EA56-4ED4-8DEA-755DBBB96AD7}"/>
              </a:ext>
            </a:extLst>
          </p:cNvPr>
          <p:cNvGrpSpPr>
            <a:grpSpLocks/>
          </p:cNvGrpSpPr>
          <p:nvPr/>
        </p:nvGrpSpPr>
        <p:grpSpPr bwMode="auto">
          <a:xfrm>
            <a:off x="6867525" y="4214813"/>
            <a:ext cx="1562100" cy="250825"/>
            <a:chOff x="4032" y="1008"/>
            <a:chExt cx="1392" cy="192"/>
          </a:xfrm>
        </p:grpSpPr>
        <p:grpSp>
          <p:nvGrpSpPr>
            <p:cNvPr id="28686" name="Group 99">
              <a:extLst>
                <a:ext uri="{FF2B5EF4-FFF2-40B4-BE49-F238E27FC236}">
                  <a16:creationId xmlns:a16="http://schemas.microsoft.com/office/drawing/2014/main" id="{08620D12-FABB-4E92-A243-6F391838AD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1008"/>
              <a:ext cx="528" cy="192"/>
              <a:chOff x="4032" y="1008"/>
              <a:chExt cx="1440" cy="432"/>
            </a:xfrm>
          </p:grpSpPr>
          <p:grpSp>
            <p:nvGrpSpPr>
              <p:cNvPr id="28704" name="Group 100">
                <a:extLst>
                  <a:ext uri="{FF2B5EF4-FFF2-40B4-BE49-F238E27FC236}">
                    <a16:creationId xmlns:a16="http://schemas.microsoft.com/office/drawing/2014/main" id="{B72025B3-CF22-4273-B17F-338795C604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2" y="1008"/>
                <a:ext cx="720" cy="432"/>
                <a:chOff x="5040" y="864"/>
                <a:chExt cx="720" cy="432"/>
              </a:xfrm>
            </p:grpSpPr>
            <p:grpSp>
              <p:nvGrpSpPr>
                <p:cNvPr id="28712" name="Group 101">
                  <a:extLst>
                    <a:ext uri="{FF2B5EF4-FFF2-40B4-BE49-F238E27FC236}">
                      <a16:creationId xmlns:a16="http://schemas.microsoft.com/office/drawing/2014/main" id="{EAA4989B-649B-4AE8-A4A3-E774AE2FD4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 flipV="1">
                  <a:off x="5040" y="864"/>
                  <a:ext cx="384" cy="432"/>
                  <a:chOff x="4416" y="816"/>
                  <a:chExt cx="384" cy="432"/>
                </a:xfrm>
              </p:grpSpPr>
              <p:sp>
                <p:nvSpPr>
                  <p:cNvPr id="28716" name="Arc 102">
                    <a:extLst>
                      <a:ext uri="{FF2B5EF4-FFF2-40B4-BE49-F238E27FC236}">
                        <a16:creationId xmlns:a16="http://schemas.microsoft.com/office/drawing/2014/main" id="{4DCFAABE-99DD-4263-883E-A0E3F49F2DF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4416" y="1008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717" name="Arc 103">
                    <a:extLst>
                      <a:ext uri="{FF2B5EF4-FFF2-40B4-BE49-F238E27FC236}">
                        <a16:creationId xmlns:a16="http://schemas.microsoft.com/office/drawing/2014/main" id="{7E8824D2-B55D-4E5D-A4E8-5FE93035667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4608" y="816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713" name="Group 104">
                  <a:extLst>
                    <a:ext uri="{FF2B5EF4-FFF2-40B4-BE49-F238E27FC236}">
                      <a16:creationId xmlns:a16="http://schemas.microsoft.com/office/drawing/2014/main" id="{64F6A73C-76AC-430F-8072-1EE1DB3A67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5376" y="864"/>
                  <a:ext cx="384" cy="432"/>
                  <a:chOff x="4416" y="816"/>
                  <a:chExt cx="384" cy="432"/>
                </a:xfrm>
              </p:grpSpPr>
              <p:sp>
                <p:nvSpPr>
                  <p:cNvPr id="28714" name="Arc 105">
                    <a:extLst>
                      <a:ext uri="{FF2B5EF4-FFF2-40B4-BE49-F238E27FC236}">
                        <a16:creationId xmlns:a16="http://schemas.microsoft.com/office/drawing/2014/main" id="{7DF7F9F4-E09E-446D-A11B-3F8A2DA438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4416" y="1008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715" name="Arc 106">
                    <a:extLst>
                      <a:ext uri="{FF2B5EF4-FFF2-40B4-BE49-F238E27FC236}">
                        <a16:creationId xmlns:a16="http://schemas.microsoft.com/office/drawing/2014/main" id="{AA799246-2BDE-4862-A459-6C79D92582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4608" y="816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8705" name="Group 107">
                <a:extLst>
                  <a:ext uri="{FF2B5EF4-FFF2-40B4-BE49-F238E27FC236}">
                    <a16:creationId xmlns:a16="http://schemas.microsoft.com/office/drawing/2014/main" id="{7C06A325-AF48-4813-8979-0017706447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52" y="1008"/>
                <a:ext cx="720" cy="432"/>
                <a:chOff x="5040" y="864"/>
                <a:chExt cx="720" cy="432"/>
              </a:xfrm>
            </p:grpSpPr>
            <p:grpSp>
              <p:nvGrpSpPr>
                <p:cNvPr id="28706" name="Group 108">
                  <a:extLst>
                    <a:ext uri="{FF2B5EF4-FFF2-40B4-BE49-F238E27FC236}">
                      <a16:creationId xmlns:a16="http://schemas.microsoft.com/office/drawing/2014/main" id="{1382AA1C-CB53-4D8F-A1E9-7307255895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 flipV="1">
                  <a:off x="5040" y="864"/>
                  <a:ext cx="384" cy="432"/>
                  <a:chOff x="4416" y="816"/>
                  <a:chExt cx="384" cy="432"/>
                </a:xfrm>
              </p:grpSpPr>
              <p:sp>
                <p:nvSpPr>
                  <p:cNvPr id="28710" name="Arc 109">
                    <a:extLst>
                      <a:ext uri="{FF2B5EF4-FFF2-40B4-BE49-F238E27FC236}">
                        <a16:creationId xmlns:a16="http://schemas.microsoft.com/office/drawing/2014/main" id="{EDB79E4C-F3BF-41BE-A10E-40F20016706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4416" y="1008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711" name="Arc 110">
                    <a:extLst>
                      <a:ext uri="{FF2B5EF4-FFF2-40B4-BE49-F238E27FC236}">
                        <a16:creationId xmlns:a16="http://schemas.microsoft.com/office/drawing/2014/main" id="{8A7E4224-9476-4536-AC48-090A9DE330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4608" y="816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707" name="Group 111">
                  <a:extLst>
                    <a:ext uri="{FF2B5EF4-FFF2-40B4-BE49-F238E27FC236}">
                      <a16:creationId xmlns:a16="http://schemas.microsoft.com/office/drawing/2014/main" id="{C87EC98A-B87B-47AC-B7DA-360338BBAF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5376" y="864"/>
                  <a:ext cx="384" cy="432"/>
                  <a:chOff x="4416" y="816"/>
                  <a:chExt cx="384" cy="432"/>
                </a:xfrm>
              </p:grpSpPr>
              <p:sp>
                <p:nvSpPr>
                  <p:cNvPr id="28708" name="Arc 112">
                    <a:extLst>
                      <a:ext uri="{FF2B5EF4-FFF2-40B4-BE49-F238E27FC236}">
                        <a16:creationId xmlns:a16="http://schemas.microsoft.com/office/drawing/2014/main" id="{1C9F095F-63BE-44EB-BAF5-7F61EBFFC6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4416" y="1008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709" name="Arc 113">
                    <a:extLst>
                      <a:ext uri="{FF2B5EF4-FFF2-40B4-BE49-F238E27FC236}">
                        <a16:creationId xmlns:a16="http://schemas.microsoft.com/office/drawing/2014/main" id="{493FF7A6-2398-4DB9-8755-169D5E4F086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4608" y="816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28687" name="Group 114">
              <a:extLst>
                <a:ext uri="{FF2B5EF4-FFF2-40B4-BE49-F238E27FC236}">
                  <a16:creationId xmlns:a16="http://schemas.microsoft.com/office/drawing/2014/main" id="{1C98B6D5-902F-497C-A303-DA2047331B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1008"/>
              <a:ext cx="528" cy="192"/>
              <a:chOff x="4032" y="1008"/>
              <a:chExt cx="1440" cy="432"/>
            </a:xfrm>
          </p:grpSpPr>
          <p:grpSp>
            <p:nvGrpSpPr>
              <p:cNvPr id="28690" name="Group 115">
                <a:extLst>
                  <a:ext uri="{FF2B5EF4-FFF2-40B4-BE49-F238E27FC236}">
                    <a16:creationId xmlns:a16="http://schemas.microsoft.com/office/drawing/2014/main" id="{F57C24E0-2BD9-4000-83F5-CEA9B98D7D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2" y="1008"/>
                <a:ext cx="720" cy="432"/>
                <a:chOff x="5040" y="864"/>
                <a:chExt cx="720" cy="432"/>
              </a:xfrm>
            </p:grpSpPr>
            <p:grpSp>
              <p:nvGrpSpPr>
                <p:cNvPr id="28698" name="Group 116">
                  <a:extLst>
                    <a:ext uri="{FF2B5EF4-FFF2-40B4-BE49-F238E27FC236}">
                      <a16:creationId xmlns:a16="http://schemas.microsoft.com/office/drawing/2014/main" id="{97ED7216-9C62-4482-AFC2-86CCD80E73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 flipV="1">
                  <a:off x="5040" y="864"/>
                  <a:ext cx="384" cy="432"/>
                  <a:chOff x="4416" y="816"/>
                  <a:chExt cx="384" cy="432"/>
                </a:xfrm>
              </p:grpSpPr>
              <p:sp>
                <p:nvSpPr>
                  <p:cNvPr id="28702" name="Arc 117">
                    <a:extLst>
                      <a:ext uri="{FF2B5EF4-FFF2-40B4-BE49-F238E27FC236}">
                        <a16:creationId xmlns:a16="http://schemas.microsoft.com/office/drawing/2014/main" id="{07F663D2-9588-46FB-8FB7-7A0EA9F5AA3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4416" y="1008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703" name="Arc 118">
                    <a:extLst>
                      <a:ext uri="{FF2B5EF4-FFF2-40B4-BE49-F238E27FC236}">
                        <a16:creationId xmlns:a16="http://schemas.microsoft.com/office/drawing/2014/main" id="{49FAAB05-0211-42D3-8E1D-3AD712C030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4608" y="816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699" name="Group 119">
                  <a:extLst>
                    <a:ext uri="{FF2B5EF4-FFF2-40B4-BE49-F238E27FC236}">
                      <a16:creationId xmlns:a16="http://schemas.microsoft.com/office/drawing/2014/main" id="{65C1620C-78F9-4A20-92BB-D5D445814B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5376" y="864"/>
                  <a:ext cx="384" cy="432"/>
                  <a:chOff x="4416" y="816"/>
                  <a:chExt cx="384" cy="432"/>
                </a:xfrm>
              </p:grpSpPr>
              <p:sp>
                <p:nvSpPr>
                  <p:cNvPr id="28700" name="Arc 120">
                    <a:extLst>
                      <a:ext uri="{FF2B5EF4-FFF2-40B4-BE49-F238E27FC236}">
                        <a16:creationId xmlns:a16="http://schemas.microsoft.com/office/drawing/2014/main" id="{E25D1A33-E49F-4E2F-BD15-ED5FE353CD1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4416" y="1008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701" name="Arc 121">
                    <a:extLst>
                      <a:ext uri="{FF2B5EF4-FFF2-40B4-BE49-F238E27FC236}">
                        <a16:creationId xmlns:a16="http://schemas.microsoft.com/office/drawing/2014/main" id="{1FC64948-CCF5-4C83-AFEF-3DE6E59F85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4608" y="816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8691" name="Group 122">
                <a:extLst>
                  <a:ext uri="{FF2B5EF4-FFF2-40B4-BE49-F238E27FC236}">
                    <a16:creationId xmlns:a16="http://schemas.microsoft.com/office/drawing/2014/main" id="{497C79C3-C57B-44E7-BDFE-44E9402819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52" y="1008"/>
                <a:ext cx="720" cy="432"/>
                <a:chOff x="5040" y="864"/>
                <a:chExt cx="720" cy="432"/>
              </a:xfrm>
            </p:grpSpPr>
            <p:grpSp>
              <p:nvGrpSpPr>
                <p:cNvPr id="28692" name="Group 123">
                  <a:extLst>
                    <a:ext uri="{FF2B5EF4-FFF2-40B4-BE49-F238E27FC236}">
                      <a16:creationId xmlns:a16="http://schemas.microsoft.com/office/drawing/2014/main" id="{958A8B31-3C40-42A6-A444-A25E7DE307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 flipV="1">
                  <a:off x="5040" y="864"/>
                  <a:ext cx="384" cy="432"/>
                  <a:chOff x="4416" y="816"/>
                  <a:chExt cx="384" cy="432"/>
                </a:xfrm>
              </p:grpSpPr>
              <p:sp>
                <p:nvSpPr>
                  <p:cNvPr id="28696" name="Arc 124">
                    <a:extLst>
                      <a:ext uri="{FF2B5EF4-FFF2-40B4-BE49-F238E27FC236}">
                        <a16:creationId xmlns:a16="http://schemas.microsoft.com/office/drawing/2014/main" id="{2A23703D-B74A-4C06-BE41-1950C15970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4416" y="1008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697" name="Arc 125">
                    <a:extLst>
                      <a:ext uri="{FF2B5EF4-FFF2-40B4-BE49-F238E27FC236}">
                        <a16:creationId xmlns:a16="http://schemas.microsoft.com/office/drawing/2014/main" id="{6F784C4C-8967-46ED-A7D2-53585E1F36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4608" y="816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693" name="Group 126">
                  <a:extLst>
                    <a:ext uri="{FF2B5EF4-FFF2-40B4-BE49-F238E27FC236}">
                      <a16:creationId xmlns:a16="http://schemas.microsoft.com/office/drawing/2014/main" id="{C245A577-6173-4F61-9796-682CCE824DD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5376" y="864"/>
                  <a:ext cx="384" cy="432"/>
                  <a:chOff x="4416" y="816"/>
                  <a:chExt cx="384" cy="432"/>
                </a:xfrm>
              </p:grpSpPr>
              <p:sp>
                <p:nvSpPr>
                  <p:cNvPr id="28694" name="Arc 127">
                    <a:extLst>
                      <a:ext uri="{FF2B5EF4-FFF2-40B4-BE49-F238E27FC236}">
                        <a16:creationId xmlns:a16="http://schemas.microsoft.com/office/drawing/2014/main" id="{8A091AC1-0BAF-4657-8DFB-4E2057C83A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4416" y="1008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695" name="Arc 128">
                    <a:extLst>
                      <a:ext uri="{FF2B5EF4-FFF2-40B4-BE49-F238E27FC236}">
                        <a16:creationId xmlns:a16="http://schemas.microsoft.com/office/drawing/2014/main" id="{63A9B2F5-2CEE-4B8C-99F5-1129E6D449B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4608" y="816"/>
                    <a:ext cx="192" cy="24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28688" name="Arc 129">
              <a:extLst>
                <a:ext uri="{FF2B5EF4-FFF2-40B4-BE49-F238E27FC236}">
                  <a16:creationId xmlns:a16="http://schemas.microsoft.com/office/drawing/2014/main" id="{8F682172-1847-4819-B4DA-E39E098601C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088" y="1104"/>
              <a:ext cx="96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9" name="Line 130">
              <a:extLst>
                <a:ext uri="{FF2B5EF4-FFF2-40B4-BE49-F238E27FC236}">
                  <a16:creationId xmlns:a16="http://schemas.microsoft.com/office/drawing/2014/main" id="{2610F56E-DD9E-4FA4-BA0D-F988770AD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1104"/>
              <a:ext cx="24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539" name="Text Box 131">
            <a:extLst>
              <a:ext uri="{FF2B5EF4-FFF2-40B4-BE49-F238E27FC236}">
                <a16:creationId xmlns:a16="http://schemas.microsoft.com/office/drawing/2014/main" id="{67A53A67-ABB4-4EFD-AE7B-427276539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543425"/>
            <a:ext cx="623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h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</a:t>
            </a:r>
            <a:endParaRPr kumimoji="1" lang="en-US" altLang="zh-CN" sz="2800" b="1" i="1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7540" name="Rectangle 132">
            <a:extLst>
              <a:ext uri="{FF2B5EF4-FFF2-40B4-BE49-F238E27FC236}">
                <a16:creationId xmlns:a16="http://schemas.microsoft.com/office/drawing/2014/main" id="{B11198B8-0C0D-4A96-A15A-BFE944D3E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3" y="3214688"/>
            <a:ext cx="2241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B05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1. </a:t>
            </a:r>
            <a:r>
              <a:rPr kumimoji="1" lang="zh-CN" altLang="en-US" sz="2800" b="1">
                <a:solidFill>
                  <a:srgbClr val="00B05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自发辐射</a:t>
            </a:r>
          </a:p>
        </p:txBody>
      </p:sp>
      <p:sp>
        <p:nvSpPr>
          <p:cNvPr id="17582" name="Rectangle 174">
            <a:extLst>
              <a:ext uri="{FF2B5EF4-FFF2-40B4-BE49-F238E27FC236}">
                <a16:creationId xmlns:a16="http://schemas.microsoft.com/office/drawing/2014/main" id="{99435E8F-866E-4DBB-B367-3ACD6DC2A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3840163"/>
            <a:ext cx="36718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在外界作用下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电子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51395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自行跃迁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</a:p>
        </p:txBody>
      </p:sp>
      <p:sp>
        <p:nvSpPr>
          <p:cNvPr id="17590" name="Text Box 182">
            <a:extLst>
              <a:ext uri="{FF2B5EF4-FFF2-40B4-BE49-F238E27FC236}">
                <a16:creationId xmlns:a16="http://schemas.microsoft.com/office/drawing/2014/main" id="{13EA835B-3EA9-47A5-9756-0F3039378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260350"/>
            <a:ext cx="4691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2.1 </a:t>
            </a:r>
            <a:r>
              <a:rPr kumimoji="1" lang="zh-CN" altLang="en-US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激光的发光原理</a:t>
            </a:r>
            <a:endParaRPr kumimoji="1" lang="zh-CN" altLang="en-US" sz="2800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591" name="Rectangle 183">
            <a:extLst>
              <a:ext uri="{FF2B5EF4-FFF2-40B4-BE49-F238E27FC236}">
                <a16:creationId xmlns:a16="http://schemas.microsoft.com/office/drawing/2014/main" id="{1545DE10-617E-4AE1-BB59-93129DC20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908050"/>
            <a:ext cx="787717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chemeClr val="accent6"/>
                </a:solidFill>
                <a:latin typeface="宋体" panose="02010600030101010101" pitchFamily="2" charset="-122"/>
              </a:rPr>
              <a:t>外层受激电子能级跃迁</a:t>
            </a:r>
            <a:r>
              <a:rPr kumimoji="1"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从高能的激发态到低能的基态</a:t>
            </a:r>
            <a:r>
              <a:rPr kumimoji="1"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), </a:t>
            </a:r>
            <a:r>
              <a:rPr kumimoji="1"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原子从</a:t>
            </a:r>
            <a:r>
              <a:rPr kumimoji="1" lang="zh-CN" altLang="en-US" sz="2800" b="1" dirty="0">
                <a:solidFill>
                  <a:schemeClr val="accent6"/>
                </a:solidFill>
                <a:latin typeface="宋体" panose="02010600030101010101" pitchFamily="2" charset="-122"/>
              </a:rPr>
              <a:t>较高的能级跃迁到较低的能级</a:t>
            </a:r>
            <a:r>
              <a:rPr kumimoji="1"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的过程中</a:t>
            </a:r>
            <a:r>
              <a:rPr kumimoji="1"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,</a:t>
            </a:r>
            <a:r>
              <a:rPr kumimoji="1"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原子向外发射</a:t>
            </a:r>
            <a:r>
              <a:rPr kumimoji="1" lang="zh-CN" altLang="en-US" sz="2800" b="1" dirty="0">
                <a:solidFill>
                  <a:srgbClr val="00B050"/>
                </a:solidFill>
                <a:latin typeface="宋体" panose="02010600030101010101" pitchFamily="2" charset="-122"/>
              </a:rPr>
              <a:t>电磁波</a:t>
            </a:r>
            <a:r>
              <a:rPr kumimoji="1" lang="en-US" altLang="zh-CN" sz="2800" b="1" dirty="0">
                <a:solidFill>
                  <a:srgbClr val="00B050"/>
                </a:solidFill>
                <a:latin typeface="宋体" panose="02010600030101010101" pitchFamily="2" charset="-122"/>
              </a:rPr>
              <a:t>——</a:t>
            </a:r>
            <a:r>
              <a:rPr kumimoji="1" lang="zh-CN" altLang="en-US" sz="2800" b="1" dirty="0">
                <a:solidFill>
                  <a:srgbClr val="00B050"/>
                </a:solidFill>
                <a:latin typeface="宋体" panose="02010600030101010101" pitchFamily="2" charset="-122"/>
              </a:rPr>
              <a:t>光</a:t>
            </a:r>
            <a:r>
              <a:rPr kumimoji="1"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7592" name="Text Box 184">
            <a:extLst>
              <a:ext uri="{FF2B5EF4-FFF2-40B4-BE49-F238E27FC236}">
                <a16:creationId xmlns:a16="http://schemas.microsoft.com/office/drawing/2014/main" id="{D3F1F5BA-1F83-4E5B-AEAB-2EF6AF9F0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2500313"/>
            <a:ext cx="8115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原子运动状态的变化与发光相关联的情况有三种：</a:t>
            </a:r>
            <a:endParaRPr kumimoji="1" lang="zh-CN" altLang="en-US" sz="28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49506" name="Object 2">
            <a:extLst>
              <a:ext uri="{FF2B5EF4-FFF2-40B4-BE49-F238E27FC236}">
                <a16:creationId xmlns:a16="http://schemas.microsoft.com/office/drawing/2014/main" id="{9EB7C95F-F0B9-4906-B01E-83C18E659A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0325" y="4695825"/>
          <a:ext cx="201295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4" name="Equation" r:id="rId4" imgW="1676445" imgH="666630" progId="Equation.DSMT4">
                  <p:embed/>
                </p:oleObj>
              </mc:Choice>
              <mc:Fallback>
                <p:oleObj name="Equation" r:id="rId4" imgW="1676445" imgH="66663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325" y="4695825"/>
                        <a:ext cx="201295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5" name="Text Box 187">
            <a:extLst>
              <a:ext uri="{FF2B5EF4-FFF2-40B4-BE49-F238E27FC236}">
                <a16:creationId xmlns:a16="http://schemas.microsoft.com/office/drawing/2014/main" id="{02237458-A2BA-46F7-B2C9-9F8731D0E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19</a:t>
            </a:r>
            <a:endParaRPr lang="en-US" altLang="zh-CN" sz="18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7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4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1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97" grpId="0" autoUpdateAnimBg="0"/>
      <p:bldP spid="17539" grpId="0" autoUpdateAnimBg="0"/>
      <p:bldP spid="17540" grpId="0"/>
      <p:bldP spid="17582" grpId="0" autoUpdateAnimBg="0"/>
      <p:bldP spid="17590" grpId="0"/>
      <p:bldP spid="17591" grpId="0"/>
      <p:bldP spid="1759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8" name="Rectangle 74">
            <a:extLst>
              <a:ext uri="{FF2B5EF4-FFF2-40B4-BE49-F238E27FC236}">
                <a16:creationId xmlns:a16="http://schemas.microsoft.com/office/drawing/2014/main" id="{D93165D0-0C02-46B1-A143-5D63E37BE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565400"/>
            <a:ext cx="792163" cy="1008063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16389" name="Line 5">
            <a:extLst>
              <a:ext uri="{FF2B5EF4-FFF2-40B4-BE49-F238E27FC236}">
                <a16:creationId xmlns:a16="http://schemas.microsoft.com/office/drawing/2014/main" id="{5748DA72-5C28-4343-8EA5-5366D9E62E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6063" y="2705100"/>
            <a:ext cx="1587" cy="803275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1BBDA4D4-9B40-4D50-B87C-02EE56EF5ED6}"/>
              </a:ext>
            </a:extLst>
          </p:cNvPr>
          <p:cNvGrpSpPr>
            <a:grpSpLocks/>
          </p:cNvGrpSpPr>
          <p:nvPr/>
        </p:nvGrpSpPr>
        <p:grpSpPr bwMode="auto">
          <a:xfrm>
            <a:off x="2197100" y="3424238"/>
            <a:ext cx="1603375" cy="298450"/>
            <a:chOff x="1373" y="1252"/>
            <a:chExt cx="1010" cy="188"/>
          </a:xfrm>
        </p:grpSpPr>
        <p:sp>
          <p:nvSpPr>
            <p:cNvPr id="30766" name="Line 8">
              <a:extLst>
                <a:ext uri="{FF2B5EF4-FFF2-40B4-BE49-F238E27FC236}">
                  <a16:creationId xmlns:a16="http://schemas.microsoft.com/office/drawing/2014/main" id="{3A456752-9363-42FC-833F-B065D7DD81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3" y="1304"/>
              <a:ext cx="752" cy="1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7" name="Rectangle 9">
              <a:extLst>
                <a:ext uri="{FF2B5EF4-FFF2-40B4-BE49-F238E27FC236}">
                  <a16:creationId xmlns:a16="http://schemas.microsoft.com/office/drawing/2014/main" id="{93BEBB21-2B77-4110-B665-3C531E49D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1252"/>
              <a:ext cx="213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E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endPara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3" name="Group 10">
            <a:extLst>
              <a:ext uri="{FF2B5EF4-FFF2-40B4-BE49-F238E27FC236}">
                <a16:creationId xmlns:a16="http://schemas.microsoft.com/office/drawing/2014/main" id="{4479331A-509F-43F7-AC8A-4B77AA61921D}"/>
              </a:ext>
            </a:extLst>
          </p:cNvPr>
          <p:cNvGrpSpPr>
            <a:grpSpLocks/>
          </p:cNvGrpSpPr>
          <p:nvPr/>
        </p:nvGrpSpPr>
        <p:grpSpPr bwMode="auto">
          <a:xfrm>
            <a:off x="2197100" y="2438400"/>
            <a:ext cx="1706563" cy="317500"/>
            <a:chOff x="1373" y="631"/>
            <a:chExt cx="1075" cy="200"/>
          </a:xfrm>
        </p:grpSpPr>
        <p:sp>
          <p:nvSpPr>
            <p:cNvPr id="30764" name="Line 11">
              <a:extLst>
                <a:ext uri="{FF2B5EF4-FFF2-40B4-BE49-F238E27FC236}">
                  <a16:creationId xmlns:a16="http://schemas.microsoft.com/office/drawing/2014/main" id="{41B19B2F-9E91-494C-BD53-6B3B570244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3" y="799"/>
              <a:ext cx="75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5" name="Rectangle 12">
              <a:extLst>
                <a:ext uri="{FF2B5EF4-FFF2-40B4-BE49-F238E27FC236}">
                  <a16:creationId xmlns:a16="http://schemas.microsoft.com/office/drawing/2014/main" id="{240F5BA1-26A5-456F-8024-6C7FDF6A9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2" y="631"/>
              <a:ext cx="28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E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endParaRPr kumimoji="1" lang="en-US" altLang="zh-CN" sz="1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52BEA7BC-3B0C-4C04-B89F-DA9CDC86FB6C}"/>
              </a:ext>
            </a:extLst>
          </p:cNvPr>
          <p:cNvGrpSpPr>
            <a:grpSpLocks/>
          </p:cNvGrpSpPr>
          <p:nvPr/>
        </p:nvGrpSpPr>
        <p:grpSpPr bwMode="auto">
          <a:xfrm>
            <a:off x="2871788" y="2921000"/>
            <a:ext cx="700087" cy="376238"/>
            <a:chOff x="1798" y="923"/>
            <a:chExt cx="441" cy="237"/>
          </a:xfrm>
        </p:grpSpPr>
        <p:sp>
          <p:nvSpPr>
            <p:cNvPr id="30754" name="Freeform 14">
              <a:extLst>
                <a:ext uri="{FF2B5EF4-FFF2-40B4-BE49-F238E27FC236}">
                  <a16:creationId xmlns:a16="http://schemas.microsoft.com/office/drawing/2014/main" id="{4E03470C-2FAB-4813-B63B-EA14FBDA0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" y="923"/>
              <a:ext cx="77" cy="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5" name="Freeform 15">
              <a:extLst>
                <a:ext uri="{FF2B5EF4-FFF2-40B4-BE49-F238E27FC236}">
                  <a16:creationId xmlns:a16="http://schemas.microsoft.com/office/drawing/2014/main" id="{D35B0918-D313-4F4B-91F3-9DA892382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959"/>
              <a:ext cx="82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6" name="Freeform 16">
              <a:extLst>
                <a:ext uri="{FF2B5EF4-FFF2-40B4-BE49-F238E27FC236}">
                  <a16:creationId xmlns:a16="http://schemas.microsoft.com/office/drawing/2014/main" id="{1B1E4B60-7995-496F-96CE-4D069A0E6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7" y="924"/>
              <a:ext cx="77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7" name="Freeform 17">
              <a:extLst>
                <a:ext uri="{FF2B5EF4-FFF2-40B4-BE49-F238E27FC236}">
                  <a16:creationId xmlns:a16="http://schemas.microsoft.com/office/drawing/2014/main" id="{BF51E8A8-399D-423B-A302-3952F38E0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4" y="959"/>
              <a:ext cx="82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8" name="Line 18">
              <a:extLst>
                <a:ext uri="{FF2B5EF4-FFF2-40B4-BE49-F238E27FC236}">
                  <a16:creationId xmlns:a16="http://schemas.microsoft.com/office/drawing/2014/main" id="{CBBDFC56-B818-45EE-96F8-A03229E644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6" y="954"/>
              <a:ext cx="113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9" name="Freeform 19">
              <a:extLst>
                <a:ext uri="{FF2B5EF4-FFF2-40B4-BE49-F238E27FC236}">
                  <a16:creationId xmlns:a16="http://schemas.microsoft.com/office/drawing/2014/main" id="{CC3837E6-EA84-4E12-B97F-925B70A29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1088"/>
              <a:ext cx="77" cy="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0" name="Freeform 20">
              <a:extLst>
                <a:ext uri="{FF2B5EF4-FFF2-40B4-BE49-F238E27FC236}">
                  <a16:creationId xmlns:a16="http://schemas.microsoft.com/office/drawing/2014/main" id="{F6790CB5-FE6C-4D05-BBCC-5EA181F87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5" y="1124"/>
              <a:ext cx="82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1" name="Freeform 21">
              <a:extLst>
                <a:ext uri="{FF2B5EF4-FFF2-40B4-BE49-F238E27FC236}">
                  <a16:creationId xmlns:a16="http://schemas.microsoft.com/office/drawing/2014/main" id="{1B633AD3-C52D-4024-A68E-0EDD6E7F8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" y="1089"/>
              <a:ext cx="77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2" name="Freeform 22">
              <a:extLst>
                <a:ext uri="{FF2B5EF4-FFF2-40B4-BE49-F238E27FC236}">
                  <a16:creationId xmlns:a16="http://schemas.microsoft.com/office/drawing/2014/main" id="{6DED8350-6AC5-4187-96C6-265D3B45D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6" y="1124"/>
              <a:ext cx="82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3" name="Line 23">
              <a:extLst>
                <a:ext uri="{FF2B5EF4-FFF2-40B4-BE49-F238E27FC236}">
                  <a16:creationId xmlns:a16="http://schemas.microsoft.com/office/drawing/2014/main" id="{0DD3E083-8B39-4DE3-B086-B288D8833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8" y="1119"/>
              <a:ext cx="113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4">
            <a:extLst>
              <a:ext uri="{FF2B5EF4-FFF2-40B4-BE49-F238E27FC236}">
                <a16:creationId xmlns:a16="http://schemas.microsoft.com/office/drawing/2014/main" id="{DCBDD32C-E9C0-4579-8AB0-8CC0FB0BF348}"/>
              </a:ext>
            </a:extLst>
          </p:cNvPr>
          <p:cNvGrpSpPr>
            <a:grpSpLocks/>
          </p:cNvGrpSpPr>
          <p:nvPr/>
        </p:nvGrpSpPr>
        <p:grpSpPr bwMode="auto">
          <a:xfrm>
            <a:off x="1985963" y="2667000"/>
            <a:ext cx="687387" cy="417513"/>
            <a:chOff x="1240" y="775"/>
            <a:chExt cx="433" cy="263"/>
          </a:xfrm>
        </p:grpSpPr>
        <p:sp>
          <p:nvSpPr>
            <p:cNvPr id="30748" name="Freeform 25">
              <a:extLst>
                <a:ext uri="{FF2B5EF4-FFF2-40B4-BE49-F238E27FC236}">
                  <a16:creationId xmlns:a16="http://schemas.microsoft.com/office/drawing/2014/main" id="{883F8AE8-9355-4BE1-BC02-D2A0F8605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0" y="966"/>
              <a:ext cx="77" cy="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9" name="Freeform 26">
              <a:extLst>
                <a:ext uri="{FF2B5EF4-FFF2-40B4-BE49-F238E27FC236}">
                  <a16:creationId xmlns:a16="http://schemas.microsoft.com/office/drawing/2014/main" id="{5D1AE46F-85EE-41D4-829F-199CC9894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" y="1002"/>
              <a:ext cx="82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0" name="Freeform 27">
              <a:extLst>
                <a:ext uri="{FF2B5EF4-FFF2-40B4-BE49-F238E27FC236}">
                  <a16:creationId xmlns:a16="http://schemas.microsoft.com/office/drawing/2014/main" id="{AD114C3D-7DBE-493C-8C7D-C38786592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967"/>
              <a:ext cx="77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1" name="Freeform 28">
              <a:extLst>
                <a:ext uri="{FF2B5EF4-FFF2-40B4-BE49-F238E27FC236}">
                  <a16:creationId xmlns:a16="http://schemas.microsoft.com/office/drawing/2014/main" id="{10D77CF1-DEA3-4338-8E7E-3F78F3814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1002"/>
              <a:ext cx="82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2" name="Line 29">
              <a:extLst>
                <a:ext uri="{FF2B5EF4-FFF2-40B4-BE49-F238E27FC236}">
                  <a16:creationId xmlns:a16="http://schemas.microsoft.com/office/drawing/2014/main" id="{D8BFF6C5-C3A0-4B75-A58A-672496EF99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0" y="997"/>
              <a:ext cx="113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3" name="Rectangle 30">
              <a:extLst>
                <a:ext uri="{FF2B5EF4-FFF2-40B4-BE49-F238E27FC236}">
                  <a16:creationId xmlns:a16="http://schemas.microsoft.com/office/drawing/2014/main" id="{6006EEDB-AD2C-4A06-9E73-2454FE173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1" y="775"/>
              <a:ext cx="19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</a:t>
              </a:r>
              <a:endParaRPr kumimoji="1" lang="en-US" altLang="zh-CN" sz="20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16415" name="Rectangle 31">
            <a:extLst>
              <a:ext uri="{FF2B5EF4-FFF2-40B4-BE49-F238E27FC236}">
                <a16:creationId xmlns:a16="http://schemas.microsoft.com/office/drawing/2014/main" id="{1B2DF7B4-B6D2-443A-9638-EB583E209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2657475"/>
            <a:ext cx="27781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</a:t>
            </a:r>
            <a:endParaRPr kumimoji="1" lang="en-US" altLang="zh-CN" sz="20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6416" name="Rectangle 32">
            <a:extLst>
              <a:ext uri="{FF2B5EF4-FFF2-40B4-BE49-F238E27FC236}">
                <a16:creationId xmlns:a16="http://schemas.microsoft.com/office/drawing/2014/main" id="{2D4C75E1-4BE4-4822-9E37-E3B40DA12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463" y="3200400"/>
            <a:ext cx="2413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</a:t>
            </a:r>
            <a:endParaRPr kumimoji="1" lang="en-US" altLang="zh-CN" sz="20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6417" name="Line 33">
            <a:extLst>
              <a:ext uri="{FF2B5EF4-FFF2-40B4-BE49-F238E27FC236}">
                <a16:creationId xmlns:a16="http://schemas.microsoft.com/office/drawing/2014/main" id="{921D1C24-2F93-47D5-9AE7-A0738D7491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8388" y="2921000"/>
            <a:ext cx="506412" cy="138113"/>
          </a:xfrm>
          <a:prstGeom prst="line">
            <a:avLst/>
          </a:prstGeom>
          <a:noFill/>
          <a:ln w="9525">
            <a:solidFill>
              <a:srgbClr val="CCFFFF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8" name="Line 34">
            <a:extLst>
              <a:ext uri="{FF2B5EF4-FFF2-40B4-BE49-F238E27FC236}">
                <a16:creationId xmlns:a16="http://schemas.microsoft.com/office/drawing/2014/main" id="{DD5B930C-326F-4C71-9490-7F77AA1BE5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4900" y="3151188"/>
            <a:ext cx="469900" cy="114300"/>
          </a:xfrm>
          <a:prstGeom prst="line">
            <a:avLst/>
          </a:prstGeom>
          <a:noFill/>
          <a:ln w="9525">
            <a:solidFill>
              <a:srgbClr val="CCFFFF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9" name="Rectangle 35">
            <a:extLst>
              <a:ext uri="{FF2B5EF4-FFF2-40B4-BE49-F238E27FC236}">
                <a16:creationId xmlns:a16="http://schemas.microsoft.com/office/drawing/2014/main" id="{A2F060B6-86AA-49F8-A6AB-7EDD824D8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636838"/>
            <a:ext cx="15843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完全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一样</a:t>
            </a:r>
            <a:endParaRPr kumimoji="1" lang="zh-CN" altLang="en-US" sz="14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6420" name="Rectangle 36">
            <a:extLst>
              <a:ext uri="{FF2B5EF4-FFF2-40B4-BE49-F238E27FC236}">
                <a16:creationId xmlns:a16="http://schemas.microsoft.com/office/drawing/2014/main" id="{88157881-D763-4D94-A5FA-583684184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63" y="388938"/>
            <a:ext cx="3094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</a:rPr>
              <a:t>2. </a:t>
            </a:r>
            <a:r>
              <a:rPr kumimoji="1" lang="zh-CN" alt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</a:rPr>
              <a:t>受激辐射</a:t>
            </a:r>
          </a:p>
        </p:txBody>
      </p:sp>
      <p:sp>
        <p:nvSpPr>
          <p:cNvPr id="16431" name="Rectangle 47">
            <a:extLst>
              <a:ext uri="{FF2B5EF4-FFF2-40B4-BE49-F238E27FC236}">
                <a16:creationId xmlns:a16="http://schemas.microsoft.com/office/drawing/2014/main" id="{F84C04E0-4BA0-4F6E-AAEE-340708403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575" y="2435225"/>
            <a:ext cx="39433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特点：</a:t>
            </a:r>
            <a:r>
              <a:rPr kumimoji="1" lang="zh-CN" altLang="en-US" sz="2800" b="1">
                <a:solidFill>
                  <a:srgbClr val="00B050"/>
                </a:solidFill>
                <a:latin typeface="楷体_GB2312"/>
                <a:ea typeface="楷体_GB2312"/>
                <a:cs typeface="楷体_GB2312"/>
              </a:rPr>
              <a:t>频率</a:t>
            </a:r>
            <a:r>
              <a:rPr kumimoji="1" lang="en-US" altLang="zh-CN" sz="2800" b="1">
                <a:solidFill>
                  <a:srgbClr val="00B050"/>
                </a:solidFill>
                <a:latin typeface="楷体_GB2312"/>
                <a:ea typeface="楷体_GB2312"/>
                <a:cs typeface="楷体_GB2312"/>
              </a:rPr>
              <a:t>,</a:t>
            </a:r>
            <a:r>
              <a:rPr kumimoji="1" lang="zh-CN" altLang="en-US" sz="2800" b="1">
                <a:solidFill>
                  <a:srgbClr val="00B050"/>
                </a:solidFill>
                <a:latin typeface="楷体_GB2312"/>
                <a:ea typeface="楷体_GB2312"/>
                <a:cs typeface="楷体_GB2312"/>
              </a:rPr>
              <a:t>位相</a:t>
            </a:r>
            <a:r>
              <a:rPr kumimoji="1" lang="en-US" altLang="zh-CN" sz="2800" b="1">
                <a:solidFill>
                  <a:srgbClr val="00B050"/>
                </a:solidFill>
                <a:latin typeface="楷体_GB2312"/>
                <a:ea typeface="楷体_GB2312"/>
                <a:cs typeface="楷体_GB2312"/>
              </a:rPr>
              <a:t>,</a:t>
            </a:r>
            <a:r>
              <a:rPr kumimoji="1" lang="zh-CN" altLang="en-US" sz="2800" b="1">
                <a:solidFill>
                  <a:srgbClr val="00B050"/>
                </a:solidFill>
                <a:latin typeface="楷体_GB2312"/>
                <a:ea typeface="楷体_GB2312"/>
                <a:cs typeface="楷体_GB2312"/>
              </a:rPr>
              <a:t>振动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B050"/>
                </a:solidFill>
                <a:latin typeface="楷体_GB2312"/>
                <a:ea typeface="楷体_GB2312"/>
                <a:cs typeface="楷体_GB2312"/>
              </a:rPr>
              <a:t>方向</a:t>
            </a:r>
            <a:r>
              <a:rPr kumimoji="1" lang="en-US" altLang="zh-CN" sz="2800" b="1">
                <a:solidFill>
                  <a:srgbClr val="00B050"/>
                </a:solidFill>
                <a:latin typeface="楷体_GB2312"/>
                <a:ea typeface="楷体_GB2312"/>
                <a:cs typeface="楷体_GB2312"/>
              </a:rPr>
              <a:t>,</a:t>
            </a:r>
            <a:r>
              <a:rPr kumimoji="1" lang="zh-CN" altLang="en-US" sz="2800" b="1">
                <a:solidFill>
                  <a:srgbClr val="00B050"/>
                </a:solidFill>
                <a:latin typeface="楷体_GB2312"/>
                <a:ea typeface="楷体_GB2312"/>
                <a:cs typeface="楷体_GB2312"/>
              </a:rPr>
              <a:t>传播方向</a:t>
            </a:r>
            <a:r>
              <a:rPr kumimoji="1" lang="zh-CN" altLang="en-US" sz="2800" b="1">
                <a:latin typeface="楷体_GB2312"/>
                <a:ea typeface="楷体_GB2312"/>
                <a:cs typeface="楷体_GB2312"/>
              </a:rPr>
              <a:t>与外来光子完全相同。</a:t>
            </a:r>
            <a:r>
              <a:rPr kumimoji="1" lang="en-US" altLang="zh-CN" sz="2800" b="1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全同光子</a:t>
            </a:r>
            <a:r>
              <a:rPr kumimoji="1" lang="en-US" altLang="zh-CN" sz="2800" b="1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)</a:t>
            </a:r>
            <a:endParaRPr kumimoji="1" lang="zh-CN" altLang="en-US" sz="2800" b="1">
              <a:solidFill>
                <a:schemeClr val="tx2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16432" name="Text Box 48">
            <a:extLst>
              <a:ext uri="{FF2B5EF4-FFF2-40B4-BE49-F238E27FC236}">
                <a16:creationId xmlns:a16="http://schemas.microsoft.com/office/drawing/2014/main" id="{CD6834F4-33E1-4F72-A59D-B1871BF6E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4076700"/>
            <a:ext cx="5295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3. 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受激吸收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光子数越来越少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</a:t>
            </a:r>
          </a:p>
        </p:txBody>
      </p:sp>
      <p:sp>
        <p:nvSpPr>
          <p:cNvPr id="16433" name="Text Box 49">
            <a:extLst>
              <a:ext uri="{FF2B5EF4-FFF2-40B4-BE49-F238E27FC236}">
                <a16:creationId xmlns:a16="http://schemas.microsoft.com/office/drawing/2014/main" id="{F8CC49EB-E335-4A59-93ED-79C2923FD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8" y="4713288"/>
            <a:ext cx="531812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</a:rPr>
              <a:t>上述外来光子也有可能被吸收，使原子从</a:t>
            </a:r>
            <a:r>
              <a:rPr kumimoji="1" lang="en-US" altLang="zh-CN" sz="2800" b="1" i="1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 b="1" baseline="-25000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</a:t>
            </a:r>
            <a:r>
              <a:rPr kumimoji="1" lang="en-US" altLang="zh-CN" sz="2800" b="1" i="1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 b="1" baseline="-25000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kumimoji="1" lang="zh-CN" altLang="en-US" sz="2000" b="1" i="1" dirty="0">
              <a:solidFill>
                <a:schemeClr val="accent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434" name="Rectangle 50">
            <a:extLst>
              <a:ext uri="{FF2B5EF4-FFF2-40B4-BE49-F238E27FC236}">
                <a16:creationId xmlns:a16="http://schemas.microsoft.com/office/drawing/2014/main" id="{2F07CC40-017A-45D7-B9D7-8036C2D96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5908675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吸收一个光子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kumimoji="1" lang="en-US" altLang="en-US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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=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</a:t>
            </a:r>
            <a:r>
              <a:rPr kumimoji="1"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-E</a:t>
            </a:r>
            <a:r>
              <a:rPr kumimoji="1"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</p:txBody>
      </p:sp>
      <p:sp>
        <p:nvSpPr>
          <p:cNvPr id="16448" name="Line 64">
            <a:extLst>
              <a:ext uri="{FF2B5EF4-FFF2-40B4-BE49-F238E27FC236}">
                <a16:creationId xmlns:a16="http://schemas.microsoft.com/office/drawing/2014/main" id="{46AF7202-5AB7-4272-B18A-6C88AF8941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6488" y="5241925"/>
            <a:ext cx="2057400" cy="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49" name="Oval 65">
            <a:extLst>
              <a:ext uri="{FF2B5EF4-FFF2-40B4-BE49-F238E27FC236}">
                <a16:creationId xmlns:a16="http://schemas.microsoft.com/office/drawing/2014/main" id="{AB8CE745-9AF9-44C4-AA66-73B53B0D2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3288" y="5165725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16450" name="Line 66">
            <a:extLst>
              <a:ext uri="{FF2B5EF4-FFF2-40B4-BE49-F238E27FC236}">
                <a16:creationId xmlns:a16="http://schemas.microsoft.com/office/drawing/2014/main" id="{19536932-4E99-4054-8D79-E53F247DCC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6488" y="4632325"/>
            <a:ext cx="1981200" cy="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51" name="Oval 67">
            <a:extLst>
              <a:ext uri="{FF2B5EF4-FFF2-40B4-BE49-F238E27FC236}">
                <a16:creationId xmlns:a16="http://schemas.microsoft.com/office/drawing/2014/main" id="{169B4583-8193-4E2A-9D2C-E22DC6D7B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3288" y="4479925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cxnSp>
        <p:nvCxnSpPr>
          <p:cNvPr id="16452" name="AutoShape 68">
            <a:extLst>
              <a:ext uri="{FF2B5EF4-FFF2-40B4-BE49-F238E27FC236}">
                <a16:creationId xmlns:a16="http://schemas.microsoft.com/office/drawing/2014/main" id="{4E73B1AC-A463-4FC2-9443-3354C979E3E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15088" y="4784725"/>
            <a:ext cx="684212" cy="381000"/>
          </a:xfrm>
          <a:prstGeom prst="bentConnector3">
            <a:avLst>
              <a:gd name="adj1" fmla="val 49884"/>
            </a:avLst>
          </a:prstGeom>
          <a:noFill/>
          <a:ln w="2857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53" name="Line 69">
            <a:extLst>
              <a:ext uri="{FF2B5EF4-FFF2-40B4-BE49-F238E27FC236}">
                <a16:creationId xmlns:a16="http://schemas.microsoft.com/office/drawing/2014/main" id="{F5BDCD7B-165C-496B-9796-A18FAE8CA717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7329488" y="4632325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54" name="Oval 70">
            <a:extLst>
              <a:ext uri="{FF2B5EF4-FFF2-40B4-BE49-F238E27FC236}">
                <a16:creationId xmlns:a16="http://schemas.microsoft.com/office/drawing/2014/main" id="{124893C1-954F-4106-BC48-2F5E476E9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3288" y="5165725"/>
            <a:ext cx="152400" cy="1524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16457" name="Rectangle 73">
            <a:extLst>
              <a:ext uri="{FF2B5EF4-FFF2-40B4-BE49-F238E27FC236}">
                <a16:creationId xmlns:a16="http://schemas.microsoft.com/office/drawing/2014/main" id="{3C17E5B7-EE90-49BF-824A-5BB017BDB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75" y="981075"/>
            <a:ext cx="8001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一个光子刺激高能态上的一个电子，电子跃迁形成二个光子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二个光子刺激高能态上的二个电子形成四个光子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……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光子数成</a:t>
            </a:r>
            <a:r>
              <a:rPr kumimoji="1" lang="zh-CN" altLang="en-US" sz="2800" b="1">
                <a:solidFill>
                  <a:srgbClr val="051395"/>
                </a:solidFill>
                <a:latin typeface="Times New Roman" panose="02020603050405020304" pitchFamily="18" charset="0"/>
              </a:rPr>
              <a:t>几何级数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增加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</a:p>
        </p:txBody>
      </p:sp>
      <p:graphicFrame>
        <p:nvGraphicFramePr>
          <p:cNvPr id="16459" name="Object 75">
            <a:extLst>
              <a:ext uri="{FF2B5EF4-FFF2-40B4-BE49-F238E27FC236}">
                <a16:creationId xmlns:a16="http://schemas.microsoft.com/office/drawing/2014/main" id="{34660979-27C7-483B-9547-F7B5F961A3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950" y="2762250"/>
          <a:ext cx="136683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8" name="Equation" r:id="rId5" imgW="1457367" imgH="685800" progId="Equation.DSMT4">
                  <p:embed/>
                </p:oleObj>
              </mc:Choice>
              <mc:Fallback>
                <p:oleObj name="Equation" r:id="rId5" imgW="1457367" imgH="685800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2762250"/>
                        <a:ext cx="1366838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7" name="Text Box 76">
            <a:extLst>
              <a:ext uri="{FF2B5EF4-FFF2-40B4-BE49-F238E27FC236}">
                <a16:creationId xmlns:a16="http://schemas.microsoft.com/office/drawing/2014/main" id="{DC5BC225-7004-43D3-A264-8F43C7FEF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20</a:t>
            </a:r>
            <a:endParaRPr lang="en-US" altLang="zh-CN" sz="18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6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9" dur="500"/>
                                        <p:tgtEl>
                                          <p:spTgt spid="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64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6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3" dur="500"/>
                                        <p:tgtEl>
                                          <p:spTgt spid="1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58" grpId="0" animBg="1"/>
      <p:bldP spid="16415" grpId="0" autoUpdateAnimBg="0"/>
      <p:bldP spid="16416" grpId="0" autoUpdateAnimBg="0"/>
      <p:bldP spid="16419" grpId="0" autoUpdateAnimBg="0"/>
      <p:bldP spid="16420" grpId="0"/>
      <p:bldP spid="16431" grpId="0" autoUpdateAnimBg="0"/>
      <p:bldP spid="16432" grpId="0"/>
      <p:bldP spid="16433" grpId="0" autoUpdateAnimBg="0"/>
      <p:bldP spid="16434" grpId="0" autoUpdateAnimBg="0"/>
      <p:bldP spid="16449" grpId="0" animBg="1"/>
      <p:bldP spid="16451" grpId="0" animBg="1"/>
      <p:bldP spid="16454" grpId="0" animBg="1"/>
      <p:bldP spid="1645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026">
            <a:extLst>
              <a:ext uri="{FF2B5EF4-FFF2-40B4-BE49-F238E27FC236}">
                <a16:creationId xmlns:a16="http://schemas.microsoft.com/office/drawing/2014/main" id="{B7EFD38B-F1C7-49AF-B902-64C31431D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188913"/>
            <a:ext cx="2928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2.2 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激光的获得</a:t>
            </a:r>
            <a:endParaRPr kumimoji="1" lang="zh-CN" altLang="en-US" sz="28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7" name="Text Box 1027">
            <a:extLst>
              <a:ext uri="{FF2B5EF4-FFF2-40B4-BE49-F238E27FC236}">
                <a16:creationId xmlns:a16="http://schemas.microsoft.com/office/drawing/2014/main" id="{898CCFE0-EEB7-4C92-B638-156687104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071813"/>
            <a:ext cx="8143875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      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要得到激光，就要使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受激辐射占优势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。因此，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    必须首先使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高能态的粒子数大大超过低能态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                 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800" b="1">
                <a:solidFill>
                  <a:srgbClr val="00B05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粒子数反转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获得激光的必要条件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</a:p>
        </p:txBody>
      </p:sp>
      <p:graphicFrame>
        <p:nvGraphicFramePr>
          <p:cNvPr id="26628" name="Object 1028">
            <a:extLst>
              <a:ext uri="{FF2B5EF4-FFF2-40B4-BE49-F238E27FC236}">
                <a16:creationId xmlns:a16="http://schemas.microsoft.com/office/drawing/2014/main" id="{F35CAF6E-4E6B-48C8-B660-66ABCD5BB3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7813" y="1285875"/>
          <a:ext cx="3078162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0" name="Equation" r:id="rId4" imgW="3568700" imgH="660400" progId="Equation.DSMT4">
                  <p:embed/>
                </p:oleObj>
              </mc:Choice>
              <mc:Fallback>
                <p:oleObj name="Equation" r:id="rId4" imgW="3568700" imgH="660400" progId="Equation.DSMT4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1285875"/>
                        <a:ext cx="3078162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9E4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00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Text Box 1029">
            <a:extLst>
              <a:ext uri="{FF2B5EF4-FFF2-40B4-BE49-F238E27FC236}">
                <a16:creationId xmlns:a16="http://schemas.microsoft.com/office/drawing/2014/main" id="{93C4C1EF-9891-4004-9107-FE006878D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1470025"/>
            <a:ext cx="4914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根据</a:t>
            </a:r>
            <a:r>
              <a:rPr kumimoji="1"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玻尔兹曼统计分布率</a:t>
            </a:r>
            <a:r>
              <a:rPr kumimoji="1" lang="en-US" altLang="zh-CN" sz="2800" b="1">
                <a:latin typeface="宋体" panose="02010600030101010101" pitchFamily="2" charset="-122"/>
              </a:rPr>
              <a:t>:</a:t>
            </a:r>
            <a:endParaRPr kumimoji="1" lang="en-US" altLang="zh-CN" sz="2800">
              <a:latin typeface="宋体" panose="02010600030101010101" pitchFamily="2" charset="-122"/>
            </a:endParaRPr>
          </a:p>
        </p:txBody>
      </p:sp>
      <p:sp>
        <p:nvSpPr>
          <p:cNvPr id="26630" name="Text Box 1030">
            <a:extLst>
              <a:ext uri="{FF2B5EF4-FFF2-40B4-BE49-F238E27FC236}">
                <a16:creationId xmlns:a16="http://schemas.microsoft.com/office/drawing/2014/main" id="{D4C91DE0-A203-42D2-8288-29C381432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4652963"/>
            <a:ext cx="817245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为保证</a:t>
            </a:r>
            <a:r>
              <a:rPr kumimoji="1" lang="zh-CN" altLang="en-US" sz="2800" b="1">
                <a:solidFill>
                  <a:srgbClr val="051395"/>
                </a:solidFill>
                <a:latin typeface="宋体" panose="02010600030101010101" pitchFamily="2" charset="-122"/>
              </a:rPr>
              <a:t>实现粒子数反转</a:t>
            </a:r>
            <a:r>
              <a:rPr kumimoji="1" lang="zh-CN" altLang="en-US" sz="2800" b="1">
                <a:latin typeface="宋体" panose="02010600030101010101" pitchFamily="2" charset="-122"/>
              </a:rPr>
              <a:t>必须</a:t>
            </a:r>
            <a:r>
              <a:rPr kumimoji="1" lang="en-US" altLang="zh-CN" sz="2800" b="1">
                <a:latin typeface="宋体" panose="02010600030101010101" pitchFamily="2" charset="-122"/>
              </a:rPr>
              <a:t>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楷体_GB2312"/>
                <a:ea typeface="楷体_GB2312"/>
                <a:cs typeface="楷体_GB2312"/>
              </a:rPr>
              <a:t>   </a:t>
            </a:r>
            <a:r>
              <a:rPr kumimoji="1" lang="zh-CN" altLang="en-US" sz="2800" b="1">
                <a:latin typeface="楷体_GB2312"/>
                <a:ea typeface="楷体_GB2312"/>
                <a:cs typeface="楷体_GB2312"/>
              </a:rPr>
              <a:t>有</a:t>
            </a:r>
            <a:r>
              <a:rPr kumimoji="1" lang="zh-CN" altLang="en-US" sz="2800" b="1">
                <a:solidFill>
                  <a:srgbClr val="00B050"/>
                </a:solidFill>
                <a:latin typeface="楷体_GB2312"/>
                <a:ea typeface="楷体_GB2312"/>
                <a:cs typeface="楷体_GB2312"/>
              </a:rPr>
              <a:t>激励能源</a:t>
            </a:r>
            <a:r>
              <a:rPr kumimoji="1" lang="zh-CN" altLang="en-US" sz="2800" b="1">
                <a:latin typeface="楷体_GB2312"/>
                <a:ea typeface="楷体_GB2312"/>
                <a:cs typeface="楷体_GB2312"/>
              </a:rPr>
              <a:t>（</a:t>
            </a:r>
            <a:r>
              <a:rPr kumimoji="1" lang="zh-CN" altLang="en-US" sz="2800" b="1">
                <a:latin typeface="宋体" panose="02010600030101010101" pitchFamily="2" charset="-122"/>
              </a:rPr>
              <a:t>光、气体放电、化学、核能等</a:t>
            </a:r>
            <a:r>
              <a:rPr kumimoji="1" lang="zh-CN" altLang="en-US" sz="2800" b="1">
                <a:latin typeface="楷体_GB2312"/>
                <a:ea typeface="楷体_GB2312"/>
                <a:cs typeface="楷体_GB2312"/>
              </a:rPr>
              <a:t>）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楷体_GB2312"/>
                <a:ea typeface="楷体_GB2312"/>
                <a:cs typeface="楷体_GB2312"/>
              </a:rPr>
              <a:t>   有</a:t>
            </a:r>
            <a:r>
              <a:rPr kumimoji="1" lang="zh-CN" altLang="en-US" sz="2800" b="1">
                <a:solidFill>
                  <a:srgbClr val="00B050"/>
                </a:solidFill>
                <a:latin typeface="楷体_GB2312"/>
                <a:ea typeface="楷体_GB2312"/>
                <a:cs typeface="楷体_GB2312"/>
              </a:rPr>
              <a:t>激活物质</a:t>
            </a:r>
            <a:r>
              <a:rPr kumimoji="1" lang="zh-CN" altLang="en-US" sz="2800" b="1">
                <a:latin typeface="楷体_GB2312"/>
                <a:ea typeface="楷体_GB2312"/>
                <a:cs typeface="楷体_GB2312"/>
              </a:rPr>
              <a:t>（</a:t>
            </a:r>
            <a:r>
              <a:rPr kumimoji="1" lang="zh-CN" altLang="en-US" sz="2800" b="1">
                <a:latin typeface="宋体" panose="02010600030101010101" pitchFamily="2" charset="-122"/>
              </a:rPr>
              <a:t>工作物质</a:t>
            </a:r>
            <a:r>
              <a:rPr kumimoji="1" lang="zh-CN" altLang="en-US" sz="2800" b="1">
                <a:latin typeface="楷体_GB2312"/>
                <a:ea typeface="楷体_GB2312"/>
                <a:cs typeface="楷体_GB2312"/>
              </a:rPr>
              <a:t>）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楷体_GB2312"/>
                <a:ea typeface="楷体_GB2312"/>
                <a:cs typeface="楷体_GB2312"/>
              </a:rPr>
              <a:t>                </a:t>
            </a:r>
            <a:r>
              <a:rPr kumimoji="1" lang="en-US" altLang="zh-CN" sz="2800" b="1">
                <a:latin typeface="楷体_GB2312"/>
                <a:ea typeface="楷体_GB2312"/>
                <a:cs typeface="楷体_GB2312"/>
              </a:rPr>
              <a:t>(</a:t>
            </a:r>
            <a:r>
              <a:rPr kumimoji="1" lang="zh-CN" altLang="en-US" sz="2800" b="1">
                <a:latin typeface="宋体" panose="02010600030101010101" pitchFamily="2" charset="-122"/>
              </a:rPr>
              <a:t>即有合适的能级结构</a:t>
            </a:r>
            <a:r>
              <a:rPr kumimoji="1" lang="en-US" altLang="zh-CN" sz="2800" b="1">
                <a:latin typeface="宋体" panose="02010600030101010101" pitchFamily="2" charset="-122"/>
              </a:rPr>
              <a:t>-</a:t>
            </a:r>
            <a:r>
              <a:rPr kumimoji="1" lang="zh-CN" altLang="en-US" sz="2800" b="1">
                <a:solidFill>
                  <a:srgbClr val="00B050"/>
                </a:solidFill>
                <a:latin typeface="宋体" panose="02010600030101010101" pitchFamily="2" charset="-122"/>
              </a:rPr>
              <a:t>亚稳态</a:t>
            </a:r>
            <a:r>
              <a:rPr kumimoji="1" lang="zh-CN" altLang="en-US" sz="2800" b="1">
                <a:latin typeface="楷体_GB2312"/>
                <a:ea typeface="楷体_GB2312"/>
                <a:cs typeface="楷体_GB2312"/>
              </a:rPr>
              <a:t>）</a:t>
            </a:r>
            <a:endParaRPr kumimoji="1" lang="zh-CN" altLang="en-US" sz="280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26634" name="Rectangle 1034">
            <a:extLst>
              <a:ext uri="{FF2B5EF4-FFF2-40B4-BE49-F238E27FC236}">
                <a16:creationId xmlns:a16="http://schemas.microsoft.com/office/drawing/2014/main" id="{2B063B19-33E8-4225-AA24-A55EBB084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893763"/>
            <a:ext cx="2601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1.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粒子数反转</a:t>
            </a:r>
          </a:p>
        </p:txBody>
      </p:sp>
      <p:sp>
        <p:nvSpPr>
          <p:cNvPr id="26635" name="Rectangle 1035">
            <a:extLst>
              <a:ext uri="{FF2B5EF4-FFF2-40B4-BE49-F238E27FC236}">
                <a16:creationId xmlns:a16="http://schemas.microsoft.com/office/drawing/2014/main" id="{49BE940F-EA5A-4C1A-90DD-1DBCFEAFF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3" y="2111375"/>
            <a:ext cx="72263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从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—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自发辐射的光，可能引起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受激辐射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过程，也可能引起</a:t>
            </a:r>
            <a:r>
              <a:rPr kumimoji="1" lang="zh-CN" altLang="en-US" sz="2800" b="1">
                <a:solidFill>
                  <a:srgbClr val="051395"/>
                </a:solidFill>
                <a:latin typeface="Times New Roman" panose="02020603050405020304" pitchFamily="18" charset="0"/>
              </a:rPr>
              <a:t>受激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吸收过程</a:t>
            </a:r>
            <a:r>
              <a:rPr kumimoji="1" lang="zh-CN" altLang="en-US" sz="2800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6638" name="AutoShape 1038">
            <a:extLst>
              <a:ext uri="{FF2B5EF4-FFF2-40B4-BE49-F238E27FC236}">
                <a16:creationId xmlns:a16="http://schemas.microsoft.com/office/drawing/2014/main" id="{4BED735A-F219-459A-BC40-650E11E14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720725"/>
            <a:ext cx="2590800" cy="547688"/>
          </a:xfrm>
          <a:prstGeom prst="wedgeEllipseCallout">
            <a:avLst>
              <a:gd name="adj1" fmla="val -57292"/>
              <a:gd name="adj2" fmla="val 107394"/>
            </a:avLst>
          </a:prstGeom>
          <a:noFill/>
          <a:ln w="9525">
            <a:solidFill>
              <a:srgbClr val="FF99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26640" name="Text Box 1040">
            <a:extLst>
              <a:ext uri="{FF2B5EF4-FFF2-40B4-BE49-F238E27FC236}">
                <a16:creationId xmlns:a16="http://schemas.microsoft.com/office/drawing/2014/main" id="{0F5290E2-752D-4F44-9749-308D73C8F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0275" y="79375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ea typeface="楷体_GB2312"/>
                <a:cs typeface="楷体_GB2312"/>
              </a:rPr>
              <a:t>原子按能量分布</a:t>
            </a:r>
          </a:p>
        </p:txBody>
      </p:sp>
      <p:sp>
        <p:nvSpPr>
          <p:cNvPr id="32779" name="Text Box 1041">
            <a:extLst>
              <a:ext uri="{FF2B5EF4-FFF2-40B4-BE49-F238E27FC236}">
                <a16:creationId xmlns:a16="http://schemas.microsoft.com/office/drawing/2014/main" id="{750F392B-F900-4FC5-B3DD-32485624B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5688" y="638175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21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/>
      <p:bldP spid="26629" grpId="0" autoUpdateAnimBg="0"/>
      <p:bldP spid="26630" grpId="0" autoUpdateAnimBg="0"/>
      <p:bldP spid="26634" grpId="0"/>
      <p:bldP spid="26635" grpId="0" autoUpdateAnimBg="0"/>
      <p:bldP spid="26638" grpId="0" animBg="1" autoUpdateAnimBg="0"/>
      <p:bldP spid="2664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ext Box 2050">
            <a:extLst>
              <a:ext uri="{FF2B5EF4-FFF2-40B4-BE49-F238E27FC236}">
                <a16:creationId xmlns:a16="http://schemas.microsoft.com/office/drawing/2014/main" id="{7E1CEC2B-47EA-46C3-84DF-7E3F48E7F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4450"/>
            <a:ext cx="8139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2.  </a:t>
            </a:r>
            <a:r>
              <a:rPr kumimoji="1" lang="zh-CN" alt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</a:rPr>
              <a:t>氦氖激光器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 b="1" i="1" dirty="0">
                <a:solidFill>
                  <a:srgbClr val="00B050"/>
                </a:solidFill>
                <a:latin typeface="Times New Roman" panose="02020603050405020304" pitchFamily="18" charset="0"/>
              </a:rPr>
              <a:t>He</a:t>
            </a:r>
            <a:r>
              <a:rPr kumimoji="1" lang="zh-CN" altLang="en-US" sz="28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是辅助物质，</a:t>
            </a:r>
            <a:r>
              <a:rPr kumimoji="1" lang="en-US" altLang="zh-CN" sz="2800" b="1" i="1" dirty="0">
                <a:solidFill>
                  <a:srgbClr val="00B050"/>
                </a:solidFill>
                <a:latin typeface="Times New Roman" panose="02020603050405020304" pitchFamily="18" charset="0"/>
              </a:rPr>
              <a:t>Ne</a:t>
            </a:r>
            <a:r>
              <a:rPr kumimoji="1" lang="zh-CN" altLang="en-US" sz="28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是激活物质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4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21859" name="Object 2051">
            <a:extLst>
              <a:ext uri="{FF2B5EF4-FFF2-40B4-BE49-F238E27FC236}">
                <a16:creationId xmlns:a16="http://schemas.microsoft.com/office/drawing/2014/main" id="{62505844-92B6-4088-AE6E-DA3F76D366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620713"/>
          <a:ext cx="39592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7" name="MathType 6.0 Equation" r:id="rId3" imgW="2514600" imgH="241300" progId="Equation.DSMT4">
                  <p:embed/>
                </p:oleObj>
              </mc:Choice>
              <mc:Fallback>
                <p:oleObj name="MathType 6.0 Equation" r:id="rId3" imgW="2514600" imgH="241300" progId="Equation.DSMT4">
                  <p:embed/>
                  <p:pic>
                    <p:nvPicPr>
                      <p:cNvPr id="0" name="Object 2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620713"/>
                        <a:ext cx="39592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1" name="Text Box 2053">
            <a:extLst>
              <a:ext uri="{FF2B5EF4-FFF2-40B4-BE49-F238E27FC236}">
                <a16:creationId xmlns:a16="http://schemas.microsoft.com/office/drawing/2014/main" id="{FE2ED6C2-66DE-409C-B807-C1916897A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3" y="1101725"/>
            <a:ext cx="41036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由电子的碰撞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He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被激发到</a:t>
            </a:r>
            <a:r>
              <a:rPr kumimoji="1" lang="en-US" altLang="zh-CN" sz="2400" b="1">
                <a:solidFill>
                  <a:srgbClr val="00B05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en-US" altLang="zh-CN" sz="2400" b="1" i="1">
                <a:solidFill>
                  <a:srgbClr val="00B05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和</a:t>
            </a:r>
            <a:r>
              <a:rPr kumimoji="1" lang="en-US" altLang="zh-CN" sz="2400" b="1">
                <a:solidFill>
                  <a:srgbClr val="00B05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1" lang="en-US" altLang="zh-CN" sz="2400" b="1" i="1">
                <a:solidFill>
                  <a:srgbClr val="00B05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能级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亚稳态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概率比 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Ne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原子被激发的概率大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</a:p>
        </p:txBody>
      </p:sp>
      <p:sp>
        <p:nvSpPr>
          <p:cNvPr id="121863" name="Text Box 2055">
            <a:extLst>
              <a:ext uri="{FF2B5EF4-FFF2-40B4-BE49-F238E27FC236}">
                <a16:creationId xmlns:a16="http://schemas.microsoft.com/office/drawing/2014/main" id="{C6F99F9C-557C-4032-81E6-0C44C434B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1109663"/>
            <a:ext cx="2519363" cy="1200150"/>
          </a:xfrm>
          <a:prstGeom prst="rect">
            <a:avLst/>
          </a:prstGeom>
          <a:noFill/>
          <a:ln w="9525">
            <a:solidFill>
              <a:srgbClr val="FF99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He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的这两个激发态上集聚较多的原子。</a:t>
            </a:r>
          </a:p>
        </p:txBody>
      </p:sp>
      <p:sp>
        <p:nvSpPr>
          <p:cNvPr id="121864" name="AutoShape 2056">
            <a:extLst>
              <a:ext uri="{FF2B5EF4-FFF2-40B4-BE49-F238E27FC236}">
                <a16:creationId xmlns:a16="http://schemas.microsoft.com/office/drawing/2014/main" id="{87E4298C-B52A-4E4A-AC66-20F3B9A80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1630363"/>
            <a:ext cx="9144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1170 h 21600"/>
              <a:gd name="T14" fmla="*/ 15615 w 21600"/>
              <a:gd name="T15" fmla="*/ 2043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4888" y="0"/>
                </a:moveTo>
                <a:lnTo>
                  <a:pt x="14888" y="1170"/>
                </a:lnTo>
                <a:lnTo>
                  <a:pt x="3375" y="1170"/>
                </a:lnTo>
                <a:lnTo>
                  <a:pt x="3375" y="20430"/>
                </a:lnTo>
                <a:lnTo>
                  <a:pt x="14888" y="20430"/>
                </a:lnTo>
                <a:lnTo>
                  <a:pt x="14888" y="21600"/>
                </a:lnTo>
                <a:lnTo>
                  <a:pt x="21600" y="10800"/>
                </a:lnTo>
                <a:lnTo>
                  <a:pt x="14888" y="0"/>
                </a:lnTo>
                <a:close/>
              </a:path>
              <a:path w="21600" h="21600">
                <a:moveTo>
                  <a:pt x="1350" y="1170"/>
                </a:moveTo>
                <a:lnTo>
                  <a:pt x="1350" y="20430"/>
                </a:lnTo>
                <a:lnTo>
                  <a:pt x="2700" y="20430"/>
                </a:lnTo>
                <a:lnTo>
                  <a:pt x="2700" y="1170"/>
                </a:lnTo>
                <a:lnTo>
                  <a:pt x="1350" y="1170"/>
                </a:lnTo>
                <a:close/>
              </a:path>
              <a:path w="21600" h="21600">
                <a:moveTo>
                  <a:pt x="0" y="1170"/>
                </a:moveTo>
                <a:lnTo>
                  <a:pt x="0" y="20430"/>
                </a:lnTo>
                <a:lnTo>
                  <a:pt x="675" y="20430"/>
                </a:lnTo>
                <a:lnTo>
                  <a:pt x="675" y="1170"/>
                </a:lnTo>
                <a:lnTo>
                  <a:pt x="0" y="117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7" name="Text Box 2059">
            <a:extLst>
              <a:ext uri="{FF2B5EF4-FFF2-40B4-BE49-F238E27FC236}">
                <a16:creationId xmlns:a16="http://schemas.microsoft.com/office/drawing/2014/main" id="{41B89035-8811-4EC5-BEF9-4BDDDDAC5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4722813"/>
            <a:ext cx="87122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 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的能量几乎相等，当两种原子相碰时非常容易产生能量的“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共振转移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”；在碰撞中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把能量传递给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而回到基态，而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则被激发到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kumimoji="1" lang="zh-CN" altLang="en-US" sz="24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正好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是亚稳态，这样就可以形成粒子数的反转。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5s→3p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产生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632.8 nm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的橘红色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激光。</a:t>
            </a:r>
            <a:endParaRPr kumimoji="1" lang="zh-CN" altLang="en-US" sz="24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4" name="Text Box 2064">
            <a:extLst>
              <a:ext uri="{FF2B5EF4-FFF2-40B4-BE49-F238E27FC236}">
                <a16:creationId xmlns:a16="http://schemas.microsoft.com/office/drawing/2014/main" id="{886452AA-F968-4B6A-8E6B-A51A5EEE5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5363" y="640080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22</a:t>
            </a:r>
            <a:endParaRPr lang="en-US" altLang="zh-CN" sz="1800">
              <a:solidFill>
                <a:schemeClr val="tx2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F8FE4E3-96A0-4E15-811F-9E7D8C5A7C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500313"/>
            <a:ext cx="3602038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5FCCC2C-DBC3-4347-B99D-BA3B5BA23F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300" y="2492375"/>
            <a:ext cx="441960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12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8" grpId="0" autoUpdateAnimBg="0"/>
      <p:bldP spid="121861" grpId="0" autoUpdateAnimBg="0"/>
      <p:bldP spid="121863" grpId="0" animBg="1" autoUpdateAnimBg="0"/>
      <p:bldP spid="121867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BBF1EA36-3D1B-4658-B76F-840E5B9AE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50813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</a:rPr>
              <a:t>3.</a:t>
            </a:r>
            <a:r>
              <a:rPr kumimoji="1" lang="zh-CN" alt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</a:rPr>
              <a:t>谐振腔</a:t>
            </a:r>
            <a:endParaRPr kumimoji="1" lang="zh-CN" altLang="en-US" sz="2800" dirty="0">
              <a:solidFill>
                <a:schemeClr val="accent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171" name="Object 3">
            <a:extLst>
              <a:ext uri="{FF2B5EF4-FFF2-40B4-BE49-F238E27FC236}">
                <a16:creationId xmlns:a16="http://schemas.microsoft.com/office/drawing/2014/main" id="{465E05AB-ADA4-4716-ABBA-DEC60B24E7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2875" y="1700213"/>
          <a:ext cx="58499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5" name="BMP 图象" r:id="rId4" imgW="5847619" imgH="1066667" progId="Paint.Picture">
                  <p:embed/>
                </p:oleObj>
              </mc:Choice>
              <mc:Fallback>
                <p:oleObj name="BMP 图象" r:id="rId4" imgW="5847619" imgH="1066667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1700213"/>
                        <a:ext cx="584993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>
            <a:extLst>
              <a:ext uri="{FF2B5EF4-FFF2-40B4-BE49-F238E27FC236}">
                <a16:creationId xmlns:a16="http://schemas.microsoft.com/office/drawing/2014/main" id="{6F1CDEEB-6917-449F-8FC3-CDFB95E7EB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5163" y="1828800"/>
          <a:ext cx="106680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6" name="公式" r:id="rId6" imgW="583947" imgH="101556" progId="Equation.3">
                  <p:embed/>
                </p:oleObj>
              </mc:Choice>
              <mc:Fallback>
                <p:oleObj name="公式" r:id="rId6" imgW="583947" imgH="10155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5163" y="1828800"/>
                        <a:ext cx="1066800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>
            <a:extLst>
              <a:ext uri="{FF2B5EF4-FFF2-40B4-BE49-F238E27FC236}">
                <a16:creationId xmlns:a16="http://schemas.microsoft.com/office/drawing/2014/main" id="{608E0AAF-1C26-4A2C-9D7C-12D66D6D3C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5963" y="1936750"/>
          <a:ext cx="114300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7" name="公式" r:id="rId8" imgW="583947" imgH="101556" progId="Equation.3">
                  <p:embed/>
                </p:oleObj>
              </mc:Choice>
              <mc:Fallback>
                <p:oleObj name="公式" r:id="rId8" imgW="583947" imgH="10155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963" y="1936750"/>
                        <a:ext cx="1143000" cy="19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>
            <a:extLst>
              <a:ext uri="{FF2B5EF4-FFF2-40B4-BE49-F238E27FC236}">
                <a16:creationId xmlns:a16="http://schemas.microsoft.com/office/drawing/2014/main" id="{34F5371E-26F3-40DF-BE8C-607012C1A9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9763" y="2362200"/>
          <a:ext cx="1219200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8" name="公式" r:id="rId9" imgW="583947" imgH="101556" progId="Equation.3">
                  <p:embed/>
                </p:oleObj>
              </mc:Choice>
              <mc:Fallback>
                <p:oleObj name="公式" r:id="rId9" imgW="583947" imgH="10155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763" y="2362200"/>
                        <a:ext cx="1219200" cy="20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>
            <a:extLst>
              <a:ext uri="{FF2B5EF4-FFF2-40B4-BE49-F238E27FC236}">
                <a16:creationId xmlns:a16="http://schemas.microsoft.com/office/drawing/2014/main" id="{CB8D6494-F9C5-4ACB-9BD6-F1981AA1A4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5163" y="2514600"/>
          <a:ext cx="114300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9" name="公式" r:id="rId10" imgW="583947" imgH="101556" progId="Equation.3">
                  <p:embed/>
                </p:oleObj>
              </mc:Choice>
              <mc:Fallback>
                <p:oleObj name="公式" r:id="rId10" imgW="583947" imgH="10155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5163" y="2514600"/>
                        <a:ext cx="1143000" cy="19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AutoShape 8">
            <a:extLst>
              <a:ext uri="{FF2B5EF4-FFF2-40B4-BE49-F238E27FC236}">
                <a16:creationId xmlns:a16="http://schemas.microsoft.com/office/drawing/2014/main" id="{DAD14C8E-5A61-408B-8739-06A153BF2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63" y="914400"/>
            <a:ext cx="1981200" cy="609600"/>
          </a:xfrm>
          <a:prstGeom prst="wedgeRectCallout">
            <a:avLst>
              <a:gd name="adj1" fmla="val 4727"/>
              <a:gd name="adj2" fmla="val 110676"/>
            </a:avLst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氦、氖气体</a:t>
            </a:r>
          </a:p>
        </p:txBody>
      </p:sp>
      <p:sp>
        <p:nvSpPr>
          <p:cNvPr id="7177" name="AutoShape 9">
            <a:extLst>
              <a:ext uri="{FF2B5EF4-FFF2-40B4-BE49-F238E27FC236}">
                <a16:creationId xmlns:a16="http://schemas.microsoft.com/office/drawing/2014/main" id="{CFE8AA98-CA3D-4167-AC01-BE018B9BE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563" y="914400"/>
            <a:ext cx="1435100" cy="609600"/>
          </a:xfrm>
          <a:prstGeom prst="wedgeRectCallout">
            <a:avLst>
              <a:gd name="adj1" fmla="val -31194"/>
              <a:gd name="adj2" fmla="val 151042"/>
            </a:avLst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阴极</a:t>
            </a:r>
          </a:p>
        </p:txBody>
      </p:sp>
      <p:graphicFrame>
        <p:nvGraphicFramePr>
          <p:cNvPr id="7178" name="Object 10">
            <a:extLst>
              <a:ext uri="{FF2B5EF4-FFF2-40B4-BE49-F238E27FC236}">
                <a16:creationId xmlns:a16="http://schemas.microsoft.com/office/drawing/2014/main" id="{2C0249CA-4701-49D2-B019-82B8D2CEE7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7313" y="1077913"/>
          <a:ext cx="249237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0" name="Equation" r:id="rId11" imgW="190417" imgH="241195" progId="Equation.DSMT4">
                  <p:embed/>
                </p:oleObj>
              </mc:Choice>
              <mc:Fallback>
                <p:oleObj name="Equation" r:id="rId11" imgW="190417" imgH="24119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313" y="1077913"/>
                        <a:ext cx="249237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Text Box 11">
            <a:extLst>
              <a:ext uri="{FF2B5EF4-FFF2-40B4-BE49-F238E27FC236}">
                <a16:creationId xmlns:a16="http://schemas.microsoft.com/office/drawing/2014/main" id="{8BAE82DA-97F3-436C-9FD9-C94A10B4B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708275"/>
            <a:ext cx="1616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反射镜</a:t>
            </a:r>
            <a:endParaRPr kumimoji="1" lang="zh-CN" altLang="en-US" sz="28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7180" name="Rectangle 12">
            <a:extLst>
              <a:ext uri="{FF2B5EF4-FFF2-40B4-BE49-F238E27FC236}">
                <a16:creationId xmlns:a16="http://schemas.microsoft.com/office/drawing/2014/main" id="{76D3AABC-B0BC-4F68-AFD0-526CE0A72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2708275"/>
            <a:ext cx="142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反射镜</a:t>
            </a:r>
          </a:p>
        </p:txBody>
      </p:sp>
      <p:graphicFrame>
        <p:nvGraphicFramePr>
          <p:cNvPr id="7181" name="Object 13">
            <a:extLst>
              <a:ext uri="{FF2B5EF4-FFF2-40B4-BE49-F238E27FC236}">
                <a16:creationId xmlns:a16="http://schemas.microsoft.com/office/drawing/2014/main" id="{CDA9A636-CC2F-4B57-A816-34668DC2C8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8388" y="2847975"/>
          <a:ext cx="8032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1" name="Equation" r:id="rId13" imgW="660113" imgH="241195" progId="Equation.DSMT4">
                  <p:embed/>
                </p:oleObj>
              </mc:Choice>
              <mc:Fallback>
                <p:oleObj name="Equation" r:id="rId13" imgW="660113" imgH="24119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8" y="2847975"/>
                        <a:ext cx="8032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2" name="Object 14">
            <a:extLst>
              <a:ext uri="{FF2B5EF4-FFF2-40B4-BE49-F238E27FC236}">
                <a16:creationId xmlns:a16="http://schemas.microsoft.com/office/drawing/2014/main" id="{7D54F47E-1075-42CD-B19F-4835CFA175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1363" y="2852738"/>
          <a:ext cx="7207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2" name="Equation" r:id="rId15" imgW="545863" imgH="241195" progId="Equation.DSMT4">
                  <p:embed/>
                </p:oleObj>
              </mc:Choice>
              <mc:Fallback>
                <p:oleObj name="Equation" r:id="rId15" imgW="545863" imgH="24119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363" y="2852738"/>
                        <a:ext cx="7207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3" name="Line 15">
            <a:extLst>
              <a:ext uri="{FF2B5EF4-FFF2-40B4-BE49-F238E27FC236}">
                <a16:creationId xmlns:a16="http://schemas.microsoft.com/office/drawing/2014/main" id="{7F36407F-6675-4100-89F3-41C28AA90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2963" y="1447800"/>
            <a:ext cx="91440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4" name="Text Box 16">
            <a:extLst>
              <a:ext uri="{FF2B5EF4-FFF2-40B4-BE49-F238E27FC236}">
                <a16:creationId xmlns:a16="http://schemas.microsoft.com/office/drawing/2014/main" id="{D70A7633-B35D-4B24-BBE4-6EAAC7CE6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963" y="938213"/>
            <a:ext cx="1058862" cy="538162"/>
          </a:xfrm>
          <a:prstGeom prst="rect">
            <a:avLst/>
          </a:prstGeom>
          <a:noFill/>
          <a:ln w="19050">
            <a:solidFill>
              <a:srgbClr val="C0C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阳极</a:t>
            </a:r>
          </a:p>
        </p:txBody>
      </p:sp>
      <p:sp>
        <p:nvSpPr>
          <p:cNvPr id="7186" name="Text Box 18">
            <a:extLst>
              <a:ext uri="{FF2B5EF4-FFF2-40B4-BE49-F238E27FC236}">
                <a16:creationId xmlns:a16="http://schemas.microsoft.com/office/drawing/2014/main" id="{1A6720D5-3BD7-4919-8CA8-BD4F9DEAD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284538"/>
            <a:ext cx="82296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    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管内受激发射的光子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沿管轴来回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反射、增强，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凡传播方向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偏离管轴方向的逸出管外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淘汰。</a:t>
            </a:r>
          </a:p>
        </p:txBody>
      </p:sp>
      <p:sp>
        <p:nvSpPr>
          <p:cNvPr id="7188" name="Text Box 20">
            <a:extLst>
              <a:ext uri="{FF2B5EF4-FFF2-40B4-BE49-F238E27FC236}">
                <a16:creationId xmlns:a16="http://schemas.microsoft.com/office/drawing/2014/main" id="{EB1434F9-D113-4E6A-BF71-5C279BA38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437063"/>
            <a:ext cx="8153400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    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反射镜镀有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多层膜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适当选择其厚度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使所需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波长得到“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相长干涉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” 后，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反射加强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</a:p>
        </p:txBody>
      </p:sp>
      <p:sp>
        <p:nvSpPr>
          <p:cNvPr id="7190" name="Text Box 22">
            <a:extLst>
              <a:ext uri="{FF2B5EF4-FFF2-40B4-BE49-F238E27FC236}">
                <a16:creationId xmlns:a16="http://schemas.microsoft.com/office/drawing/2014/main" id="{BFAEB512-0995-43F0-8CEB-BA3B48FC1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5516563"/>
            <a:ext cx="8077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     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精心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设计管长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使所需频率的波形成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驻波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两端为波节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）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形成稳定的振荡得到加强。</a:t>
            </a:r>
            <a:endParaRPr kumimoji="1" lang="zh-CN" altLang="en-US" sz="28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2" name="Group 31">
            <a:extLst>
              <a:ext uri="{FF2B5EF4-FFF2-40B4-BE49-F238E27FC236}">
                <a16:creationId xmlns:a16="http://schemas.microsoft.com/office/drawing/2014/main" id="{40FA2691-7B56-4857-8D17-546996741747}"/>
              </a:ext>
            </a:extLst>
          </p:cNvPr>
          <p:cNvGrpSpPr>
            <a:grpSpLocks/>
          </p:cNvGrpSpPr>
          <p:nvPr/>
        </p:nvGrpSpPr>
        <p:grpSpPr bwMode="auto">
          <a:xfrm>
            <a:off x="2208213" y="2076450"/>
            <a:ext cx="4267200" cy="304800"/>
            <a:chOff x="1872" y="720"/>
            <a:chExt cx="2688" cy="432"/>
          </a:xfrm>
        </p:grpSpPr>
        <p:sp>
          <p:nvSpPr>
            <p:cNvPr id="35863" name="Line 32">
              <a:extLst>
                <a:ext uri="{FF2B5EF4-FFF2-40B4-BE49-F238E27FC236}">
                  <a16:creationId xmlns:a16="http://schemas.microsoft.com/office/drawing/2014/main" id="{0372768F-232A-4354-B800-0DF0DF3A57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720"/>
              <a:ext cx="192" cy="432"/>
            </a:xfrm>
            <a:prstGeom prst="line">
              <a:avLst/>
            </a:prstGeom>
            <a:noFill/>
            <a:ln w="57150">
              <a:pattFill prst="wdUpDiag">
                <a:fgClr>
                  <a:srgbClr val="EAEAEA"/>
                </a:fgClr>
                <a:bgClr>
                  <a:srgbClr val="FFFFFF"/>
                </a:bgClr>
              </a:patt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4" name="Line 33">
              <a:extLst>
                <a:ext uri="{FF2B5EF4-FFF2-40B4-BE49-F238E27FC236}">
                  <a16:creationId xmlns:a16="http://schemas.microsoft.com/office/drawing/2014/main" id="{59BAC8EE-250C-4931-ABDD-F7586AEE95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720"/>
              <a:ext cx="240" cy="384"/>
            </a:xfrm>
            <a:prstGeom prst="line">
              <a:avLst/>
            </a:prstGeom>
            <a:noFill/>
            <a:ln w="57150">
              <a:pattFill prst="wdDnDiag">
                <a:fgClr>
                  <a:srgbClr val="EAEAEA"/>
                </a:fgClr>
                <a:bgClr>
                  <a:srgbClr val="FFFFFF"/>
                </a:bgClr>
              </a:patt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861" name="Text Box 34">
            <a:extLst>
              <a:ext uri="{FF2B5EF4-FFF2-40B4-BE49-F238E27FC236}">
                <a16:creationId xmlns:a16="http://schemas.microsoft.com/office/drawing/2014/main" id="{9B8137E0-767E-487B-9BCB-7F8DF0750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5363" y="638175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23</a:t>
            </a:r>
            <a:endParaRPr lang="en-US" altLang="zh-CN" sz="1800"/>
          </a:p>
        </p:txBody>
      </p:sp>
      <p:sp>
        <p:nvSpPr>
          <p:cNvPr id="25" name="AutoShape 9">
            <a:extLst>
              <a:ext uri="{FF2B5EF4-FFF2-40B4-BE49-F238E27FC236}">
                <a16:creationId xmlns:a16="http://schemas.microsoft.com/office/drawing/2014/main" id="{6D0294C5-2B2A-4DDF-A82E-E0D1212AD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413" y="914400"/>
            <a:ext cx="1863725" cy="609600"/>
          </a:xfrm>
          <a:prstGeom prst="wedgeRectCallout">
            <a:avLst>
              <a:gd name="adj1" fmla="val -64481"/>
              <a:gd name="adj2" fmla="val 155287"/>
            </a:avLst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布儒斯特窗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4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76" grpId="0" animBg="1" autoUpdateAnimBg="0"/>
      <p:bldP spid="7177" grpId="0" animBg="1" autoUpdateAnimBg="0"/>
      <p:bldP spid="7179" grpId="0" autoUpdateAnimBg="0"/>
      <p:bldP spid="7180" grpId="0" autoUpdateAnimBg="0"/>
      <p:bldP spid="7184" grpId="0" animBg="1" autoUpdateAnimBg="0"/>
      <p:bldP spid="7186" grpId="0" autoUpdateAnimBg="0"/>
      <p:bldP spid="7188" grpId="0" autoUpdateAnimBg="0"/>
      <p:bldP spid="7190" grpId="0" autoUpdateAnimBg="0"/>
      <p:bldP spid="25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51CBDF4-7912-4D00-8420-1B0713677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1254125"/>
            <a:ext cx="816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）产生与维持光的振荡，使光得到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加强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4CAD1862-1273-4851-AA15-7FDAE8394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693988"/>
            <a:ext cx="5616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）使激光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单色性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好。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55720275-EC24-440B-B60C-8CBCC45B3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49275"/>
            <a:ext cx="4105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谐振腔的作用：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4F6FD334-7D74-4A50-9538-84C19B6A7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974850"/>
            <a:ext cx="741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）使激光有极好的方向性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定向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</a:p>
        </p:txBody>
      </p:sp>
      <p:sp>
        <p:nvSpPr>
          <p:cNvPr id="18452" name="Rectangle 20">
            <a:extLst>
              <a:ext uri="{FF2B5EF4-FFF2-40B4-BE49-F238E27FC236}">
                <a16:creationId xmlns:a16="http://schemas.microsoft.com/office/drawing/2014/main" id="{146EC70C-D98F-41BA-98CD-B68E23742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300663"/>
            <a:ext cx="7345362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氦氖激光器已被广泛地应用于测量、对准、通讯、全息及医学等多个领域。</a:t>
            </a:r>
          </a:p>
        </p:txBody>
      </p:sp>
      <p:sp>
        <p:nvSpPr>
          <p:cNvPr id="37895" name="Text Box 23">
            <a:extLst>
              <a:ext uri="{FF2B5EF4-FFF2-40B4-BE49-F238E27FC236}">
                <a16:creationId xmlns:a16="http://schemas.microsoft.com/office/drawing/2014/main" id="{364BC4B0-39B5-4320-976F-FD40F6AA6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5688" y="640080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24</a:t>
            </a:r>
            <a:endParaRPr lang="en-US" altLang="zh-CN" sz="1800">
              <a:solidFill>
                <a:schemeClr val="tx2"/>
              </a:solidFill>
            </a:endParaRP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22A4A941-3923-4336-9C59-E2BF56B96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330700"/>
            <a:ext cx="81375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激光三要素：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6E2DE5-34A5-4ED8-B8D9-40A860F9A3EA}"/>
              </a:ext>
            </a:extLst>
          </p:cNvPr>
          <p:cNvSpPr/>
          <p:nvPr/>
        </p:nvSpPr>
        <p:spPr>
          <a:xfrm>
            <a:off x="827088" y="4221163"/>
            <a:ext cx="7704137" cy="79216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EBA8B5-12E7-44B6-BDF7-F00C53BE7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333875"/>
            <a:ext cx="19891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，激活物质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47B015-8884-4699-8A02-69C31B9DF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4338638"/>
            <a:ext cx="23479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，光学谐振腔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479D60-F128-4DF6-BA6D-0908568B9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4338638"/>
            <a:ext cx="16271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激励能源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C25CDD99-C98C-46B3-B407-E114A941C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3452813"/>
            <a:ext cx="44656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放大、定向、提高单色性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utoUpdateAnimBg="0"/>
      <p:bldP spid="18435" grpId="0" autoUpdateAnimBg="0"/>
      <p:bldP spid="18436" grpId="0"/>
      <p:bldP spid="18438" grpId="0" autoUpdateAnimBg="0"/>
      <p:bldP spid="18452" grpId="0"/>
      <p:bldP spid="11" grpId="0"/>
      <p:bldP spid="2" grpId="0" animBg="1"/>
      <p:bldP spid="3" grpId="0"/>
      <p:bldP spid="4" grpId="0"/>
      <p:bldP spid="5" grpId="0"/>
      <p:bldP spid="14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>
            <a:extLst>
              <a:ext uri="{FF2B5EF4-FFF2-40B4-BE49-F238E27FC236}">
                <a16:creationId xmlns:a16="http://schemas.microsoft.com/office/drawing/2014/main" id="{9F2C26C5-E7BE-4070-842A-E1257F51F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333375"/>
            <a:ext cx="2714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2.3 </a:t>
            </a:r>
            <a:r>
              <a:rPr kumimoji="1" lang="zh-CN" altLang="en-US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激光的特点</a:t>
            </a:r>
            <a:endParaRPr kumimoji="1" lang="zh-CN" altLang="en-US" sz="2800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4" name="Text Box 6">
            <a:extLst>
              <a:ext uri="{FF2B5EF4-FFF2-40B4-BE49-F238E27FC236}">
                <a16:creationId xmlns:a16="http://schemas.microsoft.com/office/drawing/2014/main" id="{CAB05C13-9431-4396-B88B-A4926D4F5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" y="1027113"/>
            <a:ext cx="77422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1.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方向性好、亮度高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：直径百分之几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千分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之毫米的范围内产生几百万度的高温。</a:t>
            </a:r>
          </a:p>
        </p:txBody>
      </p:sp>
      <p:sp>
        <p:nvSpPr>
          <p:cNvPr id="2056" name="Text Box 8">
            <a:extLst>
              <a:ext uri="{FF2B5EF4-FFF2-40B4-BE49-F238E27FC236}">
                <a16:creationId xmlns:a16="http://schemas.microsoft.com/office/drawing/2014/main" id="{1BDA24E4-16F4-4BF6-BACE-B43625C58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2905125"/>
            <a:ext cx="6100762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3.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相干长度长，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相干性好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一般光源</a:t>
            </a:r>
            <a:r>
              <a:rPr kumimoji="1" lang="zh-CN" altLang="en-US" sz="2800" b="1">
                <a:solidFill>
                  <a:schemeClr val="tx2"/>
                </a:solidFill>
                <a:ea typeface="楷体_GB2312"/>
                <a:cs typeface="楷体_GB2312"/>
              </a:rPr>
              <a:t>相干长度</a:t>
            </a:r>
            <a:r>
              <a:rPr kumimoji="1" lang="en-US" altLang="zh-CN" sz="2800" b="1">
                <a:solidFill>
                  <a:schemeClr val="tx2"/>
                </a:solidFill>
                <a:ea typeface="楷体_GB2312"/>
                <a:cs typeface="楷体_GB2312"/>
              </a:rPr>
              <a:t>:  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0.1——10 cm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氦氖激光器达 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180 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公里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</a:t>
            </a:r>
          </a:p>
        </p:txBody>
      </p:sp>
      <p:sp>
        <p:nvSpPr>
          <p:cNvPr id="2059" name="Text Box 11">
            <a:extLst>
              <a:ext uri="{FF2B5EF4-FFF2-40B4-BE49-F238E27FC236}">
                <a16:creationId xmlns:a16="http://schemas.microsoft.com/office/drawing/2014/main" id="{7302BAD0-D8FB-4908-8051-9E8C10B54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5589588"/>
            <a:ext cx="502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4.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传递的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信息容量大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2FEF6EB1-DA8F-4BA4-A2A2-3D2CCE9F2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2103438"/>
            <a:ext cx="670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2.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单色性好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：氦氖激光器 </a:t>
            </a:r>
            <a:r>
              <a:rPr kumimoji="1" lang="zh-CN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 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&lt;10</a:t>
            </a:r>
            <a:r>
              <a:rPr kumimoji="1" lang="en-US" altLang="zh-CN" sz="2800" b="1" baseline="3000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-7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</a:t>
            </a:r>
            <a:r>
              <a:rPr kumimoji="1"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Å</a:t>
            </a:r>
            <a:endParaRPr kumimoji="1" lang="en-US" altLang="zh-CN" sz="2800" b="1">
              <a:solidFill>
                <a:schemeClr val="accent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9943" name="Text Box 20">
            <a:extLst>
              <a:ext uri="{FF2B5EF4-FFF2-40B4-BE49-F238E27FC236}">
                <a16:creationId xmlns:a16="http://schemas.microsoft.com/office/drawing/2014/main" id="{700F44BC-4F8E-4327-905C-5206B1651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25</a:t>
            </a:r>
            <a:endParaRPr lang="en-US" altLang="zh-CN" sz="1800">
              <a:solidFill>
                <a:schemeClr val="tx2"/>
              </a:solidFill>
            </a:endParaRPr>
          </a:p>
        </p:txBody>
      </p:sp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0A0D94C1-99E3-4AE0-9178-D7CE10BC0D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437063"/>
          <a:ext cx="259238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5" name="公式" r:id="rId4" imgW="1295400" imgH="419100" progId="Equation.3">
                  <p:embed/>
                </p:oleObj>
              </mc:Choice>
              <mc:Fallback>
                <p:oleObj name="公式" r:id="rId4" imgW="1295400" imgH="419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437063"/>
                        <a:ext cx="2592387" cy="8382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 autoUpdateAnimBg="0"/>
      <p:bldP spid="2054" grpId="0" autoUpdateAnimBg="0"/>
      <p:bldP spid="2056" grpId="0" autoUpdateAnimBg="0"/>
      <p:bldP spid="2059" grpId="0" autoUpdateAnimBg="0"/>
      <p:bldP spid="206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0B369CB3-6C55-4F9F-A110-7E19CDD68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500063"/>
            <a:ext cx="80692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氦氖激光器所发出的红光波长为 </a:t>
            </a:r>
            <a:r>
              <a:rPr lang="el-GR" altLang="zh-CN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=632.8 nm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，谱线宽度 </a:t>
            </a:r>
            <a:r>
              <a:rPr lang="el-GR" altLang="zh-CN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Δλ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=10</a:t>
            </a:r>
            <a:r>
              <a:rPr lang="en-US" altLang="zh-CN" sz="2800" b="1" baseline="30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nm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，计算相干长度。</a:t>
            </a:r>
          </a:p>
        </p:txBody>
      </p:sp>
      <p:sp>
        <p:nvSpPr>
          <p:cNvPr id="75782" name="Text Box 6">
            <a:extLst>
              <a:ext uri="{FF2B5EF4-FFF2-40B4-BE49-F238E27FC236}">
                <a16:creationId xmlns:a16="http://schemas.microsoft.com/office/drawing/2014/main" id="{FB3C8285-510F-4749-85C4-A4A12D0D5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1766888"/>
            <a:ext cx="928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解：</a:t>
            </a:r>
          </a:p>
        </p:txBody>
      </p:sp>
      <p:graphicFrame>
        <p:nvGraphicFramePr>
          <p:cNvPr id="3" name="Object 29">
            <a:extLst>
              <a:ext uri="{FF2B5EF4-FFF2-40B4-BE49-F238E27FC236}">
                <a16:creationId xmlns:a16="http://schemas.microsoft.com/office/drawing/2014/main" id="{9E51AD48-0144-4FB3-89E2-2D5C9CC662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3063" y="1785938"/>
          <a:ext cx="906462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6" name="Equation" r:id="rId3" imgW="863225" imgH="723586" progId="Equation.DSMT4">
                  <p:embed/>
                </p:oleObj>
              </mc:Choice>
              <mc:Fallback>
                <p:oleObj name="Equation" r:id="rId3" imgW="863225" imgH="723586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1785938"/>
                        <a:ext cx="906462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06B760DC-EB7C-44E3-9749-57C64E21C1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8938" y="3035300"/>
          <a:ext cx="4894262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7" name="Equation" r:id="rId5" imgW="4660900" imgH="800100" progId="Equation.DSMT4">
                  <p:embed/>
                </p:oleObj>
              </mc:Choice>
              <mc:Fallback>
                <p:oleObj name="Equation" r:id="rId5" imgW="4660900" imgH="800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3035300"/>
                        <a:ext cx="4894262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BAFB543C-BFB7-41D3-8812-64EEEFFE08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0" y="4397375"/>
          <a:ext cx="551815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8" name="Equation" r:id="rId7" imgW="5257800" imgH="800100" progId="Equation.DSMT4">
                  <p:embed/>
                </p:oleObj>
              </mc:Choice>
              <mc:Fallback>
                <p:oleObj name="Equation" r:id="rId7" imgW="5257800" imgH="800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397375"/>
                        <a:ext cx="551815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8" name="Text Box 12">
            <a:extLst>
              <a:ext uri="{FF2B5EF4-FFF2-40B4-BE49-F238E27FC236}">
                <a16:creationId xmlns:a16="http://schemas.microsoft.com/office/drawing/2014/main" id="{2741C939-197D-4011-8BB9-89446D5A6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214688"/>
            <a:ext cx="1887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相干长度</a:t>
            </a:r>
            <a:r>
              <a:rPr lang="zh-CN" altLang="en-US" sz="2800">
                <a:solidFill>
                  <a:schemeClr val="tx2"/>
                </a:solidFill>
              </a:rPr>
              <a:t>：</a:t>
            </a:r>
          </a:p>
        </p:txBody>
      </p:sp>
      <p:sp>
        <p:nvSpPr>
          <p:cNvPr id="75789" name="Text Box 13">
            <a:extLst>
              <a:ext uri="{FF2B5EF4-FFF2-40B4-BE49-F238E27FC236}">
                <a16:creationId xmlns:a16="http://schemas.microsoft.com/office/drawing/2014/main" id="{A6BDC7F9-CE35-4792-A8A4-E6D7D0328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925" y="4552950"/>
            <a:ext cx="647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得</a:t>
            </a:r>
          </a:p>
        </p:txBody>
      </p:sp>
      <p:sp>
        <p:nvSpPr>
          <p:cNvPr id="41993" name="Text Box 20">
            <a:extLst>
              <a:ext uri="{FF2B5EF4-FFF2-40B4-BE49-F238E27FC236}">
                <a16:creationId xmlns:a16="http://schemas.microsoft.com/office/drawing/2014/main" id="{9CCD8D15-A9FD-4E91-A04B-B5AD4C1DD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26</a:t>
            </a:r>
            <a:endParaRPr lang="en-US" altLang="zh-CN" sz="1800">
              <a:solidFill>
                <a:schemeClr val="tx2"/>
              </a:solidFill>
            </a:endParaRPr>
          </a:p>
        </p:txBody>
      </p:sp>
      <p:graphicFrame>
        <p:nvGraphicFramePr>
          <p:cNvPr id="16" name="Object 10">
            <a:extLst>
              <a:ext uri="{FF2B5EF4-FFF2-40B4-BE49-F238E27FC236}">
                <a16:creationId xmlns:a16="http://schemas.microsoft.com/office/drawing/2014/main" id="{24DFDC3C-4482-4105-9600-CDBBECEFAD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4688" y="1785938"/>
          <a:ext cx="17589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9" name="Equation" r:id="rId9" imgW="1676400" imgH="762000" progId="Equation.DSMT4">
                  <p:embed/>
                </p:oleObj>
              </mc:Choice>
              <mc:Fallback>
                <p:oleObj name="Equation" r:id="rId9" imgW="1676400" imgH="762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1785938"/>
                        <a:ext cx="175895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1">
            <a:extLst>
              <a:ext uri="{FF2B5EF4-FFF2-40B4-BE49-F238E27FC236}">
                <a16:creationId xmlns:a16="http://schemas.microsoft.com/office/drawing/2014/main" id="{AEE206E5-DF4C-4ED3-9064-535E422567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6113" y="1700213"/>
          <a:ext cx="20256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0" name="Equation" r:id="rId11" imgW="1930400" imgH="787400" progId="Equation.DSMT4">
                  <p:embed/>
                </p:oleObj>
              </mc:Choice>
              <mc:Fallback>
                <p:oleObj name="Equation" r:id="rId11" imgW="1930400" imgH="787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113" y="1700213"/>
                        <a:ext cx="202565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5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5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/>
      <p:bldP spid="75782" grpId="0"/>
      <p:bldP spid="75788" grpId="0"/>
      <p:bldP spid="7578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5F9EAE7B-7FAA-4F3B-9D5F-6C5924A45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515938"/>
            <a:ext cx="4462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光通信技术</a:t>
            </a:r>
          </a:p>
        </p:txBody>
      </p:sp>
      <p:sp>
        <p:nvSpPr>
          <p:cNvPr id="249866" name="Text Box 10">
            <a:extLst>
              <a:ext uri="{FF2B5EF4-FFF2-40B4-BE49-F238E27FC236}">
                <a16:creationId xmlns:a16="http://schemas.microsoft.com/office/drawing/2014/main" id="{C297BF50-39E0-4D45-AAF0-8ED8002FE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3650" y="2846388"/>
            <a:ext cx="3690938" cy="171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一根极细的光纤能承载的信息量，相当于图片中这么粗的电缆所能承载的信息量。   </a:t>
            </a:r>
          </a:p>
        </p:txBody>
      </p:sp>
      <p:pic>
        <p:nvPicPr>
          <p:cNvPr id="50191" name="Picture 15" descr="https://timgsa.baidu.com/timg?image&amp;quality=80&amp;size=b9999_10000&amp;sec=1514041944087&amp;di=1f80d8ec9e6301fe1f5006a264d3c91a&amp;imgtype=0&amp;src=http%3A%2F%2Fspecial.cableabc.com%2Fsubject%2Ffibre_optical%2Fimages%2Fpic1.gif">
            <a:extLst>
              <a:ext uri="{FF2B5EF4-FFF2-40B4-BE49-F238E27FC236}">
                <a16:creationId xmlns:a16="http://schemas.microsoft.com/office/drawing/2014/main" id="{ADE905CD-CB9A-4735-B0DC-FFEA608F7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00" r="27493"/>
          <a:stretch>
            <a:fillRect/>
          </a:stretch>
        </p:blipFill>
        <p:spPr bwMode="auto">
          <a:xfrm>
            <a:off x="1100138" y="984250"/>
            <a:ext cx="38258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" name="Object 12">
            <a:extLst>
              <a:ext uri="{FF2B5EF4-FFF2-40B4-BE49-F238E27FC236}">
                <a16:creationId xmlns:a16="http://schemas.microsoft.com/office/drawing/2014/main" id="{D34C003A-F92A-42A3-93B9-BBAAB50624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68938" y="1046163"/>
          <a:ext cx="2341562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7" name="文档" r:id="rId4" imgW="4667250" imgH="3505200" progId="Word.Document.8">
                  <p:embed/>
                </p:oleObj>
              </mc:Choice>
              <mc:Fallback>
                <p:oleObj name="文档" r:id="rId4" imgW="4667250" imgH="350520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938" y="1046163"/>
                        <a:ext cx="2341562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0195" name="Picture 19" descr="http://news.xinhuanet.com/science/2015-11/16/134821142_14476528635821n.png">
            <a:extLst>
              <a:ext uri="{FF2B5EF4-FFF2-40B4-BE49-F238E27FC236}">
                <a16:creationId xmlns:a16="http://schemas.microsoft.com/office/drawing/2014/main" id="{B2419F45-295D-461C-B8DB-F48EC4D78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713" y="4651375"/>
            <a:ext cx="213360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0">
            <a:extLst>
              <a:ext uri="{FF2B5EF4-FFF2-40B4-BE49-F238E27FC236}">
                <a16:creationId xmlns:a16="http://schemas.microsoft.com/office/drawing/2014/main" id="{8FC5F43C-1785-4A90-A49C-2B4FB8EE0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175" y="5173663"/>
            <a:ext cx="2306638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B050"/>
                </a:solidFill>
                <a:latin typeface="Times New Roman" panose="02020603050405020304" pitchFamily="18" charset="0"/>
              </a:rPr>
              <a:t>高锟</a:t>
            </a:r>
            <a:r>
              <a:rPr kumimoji="1" lang="en-US" altLang="zh-CN" sz="2400" b="1">
                <a:solidFill>
                  <a:srgbClr val="00B050"/>
                </a:solidFill>
                <a:latin typeface="Times New Roman" panose="02020603050405020304" pitchFamily="18" charset="0"/>
              </a:rPr>
              <a:t>-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anose="02020603050405020304" pitchFamily="18" charset="0"/>
              </a:rPr>
              <a:t>光纤之父</a:t>
            </a:r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F5D613CC-6D93-47A0-B6FA-F72FFD901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038" y="5821363"/>
            <a:ext cx="3295650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B050"/>
                </a:solidFill>
                <a:latin typeface="Times New Roman" panose="02020603050405020304" pitchFamily="18" charset="0"/>
              </a:rPr>
              <a:t>2009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anose="02020603050405020304" pitchFamily="18" charset="0"/>
              </a:rPr>
              <a:t>年诺贝尔物理学奖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1C951F-5C1E-4528-B3D2-3DF33CC547B9}"/>
              </a:ext>
            </a:extLst>
          </p:cNvPr>
          <p:cNvGrpSpPr>
            <a:grpSpLocks/>
          </p:cNvGrpSpPr>
          <p:nvPr/>
        </p:nvGrpSpPr>
        <p:grpSpPr bwMode="auto">
          <a:xfrm>
            <a:off x="1155700" y="1392238"/>
            <a:ext cx="1895475" cy="3171825"/>
            <a:chOff x="1156373" y="1392195"/>
            <a:chExt cx="1894702" cy="3172084"/>
          </a:xfrm>
        </p:grpSpPr>
        <p:pic>
          <p:nvPicPr>
            <p:cNvPr id="43024" name="Picture 48">
              <a:extLst>
                <a:ext uri="{FF2B5EF4-FFF2-40B4-BE49-F238E27FC236}">
                  <a16:creationId xmlns:a16="http://schemas.microsoft.com/office/drawing/2014/main" id="{9696B647-E1A4-443B-99BD-006D570AE8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85" r="9676"/>
            <a:stretch>
              <a:fillRect/>
            </a:stretch>
          </p:blipFill>
          <p:spPr bwMode="auto">
            <a:xfrm>
              <a:off x="1156373" y="2905669"/>
              <a:ext cx="1894702" cy="1658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3025" name="矩形 2">
              <a:extLst>
                <a:ext uri="{FF2B5EF4-FFF2-40B4-BE49-F238E27FC236}">
                  <a16:creationId xmlns:a16="http://schemas.microsoft.com/office/drawing/2014/main" id="{284130CD-950D-4B26-8B2C-ECEA77E23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207" y="1392195"/>
              <a:ext cx="395416" cy="856735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43026" name="直接箭头连接符 4">
              <a:extLst>
                <a:ext uri="{FF2B5EF4-FFF2-40B4-BE49-F238E27FC236}">
                  <a16:creationId xmlns:a16="http://schemas.microsoft.com/office/drawing/2014/main" id="{B6727463-AA9D-4910-9264-6F64E493DF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34746" y="2248930"/>
              <a:ext cx="675503" cy="897924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64F02AB-8BA1-4818-A875-BBCEFD56A693}"/>
              </a:ext>
            </a:extLst>
          </p:cNvPr>
          <p:cNvGrpSpPr>
            <a:grpSpLocks/>
          </p:cNvGrpSpPr>
          <p:nvPr/>
        </p:nvGrpSpPr>
        <p:grpSpPr bwMode="auto">
          <a:xfrm>
            <a:off x="3051175" y="1501775"/>
            <a:ext cx="1825625" cy="2973388"/>
            <a:chOff x="3051075" y="1501356"/>
            <a:chExt cx="1825344" cy="2974065"/>
          </a:xfrm>
        </p:grpSpPr>
        <p:pic>
          <p:nvPicPr>
            <p:cNvPr id="43021" name="Picture 17" descr="https://ss1.bdstatic.com/70cFvXSh_Q1YnxGkpoWK1HF6hhy/it/u=2327418636,2864088215&amp;fm=27&amp;gp=0.jpg">
              <a:extLst>
                <a:ext uri="{FF2B5EF4-FFF2-40B4-BE49-F238E27FC236}">
                  <a16:creationId xmlns:a16="http://schemas.microsoft.com/office/drawing/2014/main" id="{CB637DCE-99BA-4F39-AB35-84C8A79413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1053"/>
            <a:stretch>
              <a:fillRect/>
            </a:stretch>
          </p:blipFill>
          <p:spPr bwMode="auto">
            <a:xfrm>
              <a:off x="3178696" y="2905669"/>
              <a:ext cx="1697723" cy="1569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22" name="矩形 23">
              <a:extLst>
                <a:ext uri="{FF2B5EF4-FFF2-40B4-BE49-F238E27FC236}">
                  <a16:creationId xmlns:a16="http://schemas.microsoft.com/office/drawing/2014/main" id="{69771DEE-F63D-4967-933A-8C2DC51CD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1075" y="1501356"/>
              <a:ext cx="1323217" cy="457495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43023" name="直接箭头连接符 24">
              <a:extLst>
                <a:ext uri="{FF2B5EF4-FFF2-40B4-BE49-F238E27FC236}">
                  <a16:creationId xmlns:a16="http://schemas.microsoft.com/office/drawing/2014/main" id="{8F985A82-9EE8-4491-8FC5-DF3662AC73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70572" y="1988986"/>
              <a:ext cx="315841" cy="1423712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3019" name="Text Box 3151">
            <a:extLst>
              <a:ext uri="{FF2B5EF4-FFF2-40B4-BE49-F238E27FC236}">
                <a16:creationId xmlns:a16="http://schemas.microsoft.com/office/drawing/2014/main" id="{DCD6565C-D140-493F-927C-7CF897EB3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28</a:t>
            </a:r>
            <a:endParaRPr lang="en-US" altLang="zh-CN" sz="1800">
              <a:solidFill>
                <a:schemeClr val="tx2"/>
              </a:solidFill>
            </a:endParaRP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8E76AEF4-32EA-41C3-BF49-8B95842B1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44450"/>
            <a:ext cx="2714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2.4 </a:t>
            </a:r>
            <a:r>
              <a:rPr kumimoji="1" lang="zh-CN" altLang="en-US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激光的应用</a:t>
            </a:r>
            <a:endParaRPr kumimoji="1" lang="zh-CN" altLang="en-US" sz="2800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6" grpId="0"/>
      <p:bldP spid="19" grpId="0"/>
      <p:bldP spid="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787" name="Picture 3" descr="p618-3">
            <a:extLst>
              <a:ext uri="{FF2B5EF4-FFF2-40B4-BE49-F238E27FC236}">
                <a16:creationId xmlns:a16="http://schemas.microsoft.com/office/drawing/2014/main" id="{7712ABF2-54DC-4CDA-84DE-F5FDCFB36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1376363"/>
            <a:ext cx="2709863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Rectangle 4">
            <a:extLst>
              <a:ext uri="{FF2B5EF4-FFF2-40B4-BE49-F238E27FC236}">
                <a16:creationId xmlns:a16="http://schemas.microsoft.com/office/drawing/2014/main" id="{3B8BFBE8-92AC-440D-957A-69F4C56A2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88950"/>
            <a:ext cx="38100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激光加工技术</a:t>
            </a:r>
          </a:p>
        </p:txBody>
      </p:sp>
      <p:pic>
        <p:nvPicPr>
          <p:cNvPr id="246789" name="Picture 5" descr="p619-2">
            <a:extLst>
              <a:ext uri="{FF2B5EF4-FFF2-40B4-BE49-F238E27FC236}">
                <a16:creationId xmlns:a16="http://schemas.microsoft.com/office/drawing/2014/main" id="{E2FE7DB1-FE7C-494E-8F2F-5B4A6095C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75" y="1711325"/>
            <a:ext cx="3001963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0">
            <a:extLst>
              <a:ext uri="{FF2B5EF4-FFF2-40B4-BE49-F238E27FC236}">
                <a16:creationId xmlns:a16="http://schemas.microsoft.com/office/drawing/2014/main" id="{027F3EF7-CB53-4753-99DB-E8C9A1BE0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5240338"/>
            <a:ext cx="142240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激光焊接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82CB0F70-0684-475C-A3AB-8193B9987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150" y="5240338"/>
            <a:ext cx="1420813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激光切割</a:t>
            </a:r>
          </a:p>
        </p:txBody>
      </p:sp>
      <p:sp>
        <p:nvSpPr>
          <p:cNvPr id="9" name="Text Box 246">
            <a:hlinkClick r:id="rId4" action="ppaction://hlinkfile"/>
            <a:extLst>
              <a:ext uri="{FF2B5EF4-FFF2-40B4-BE49-F238E27FC236}">
                <a16:creationId xmlns:a16="http://schemas.microsoft.com/office/drawing/2014/main" id="{9A047A2A-DDE1-41A0-8508-5AE67312F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8963" y="6053138"/>
            <a:ext cx="1438275" cy="400050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latin typeface="Times New Roman" panose="02020603050405020304" pitchFamily="18" charset="0"/>
              </a:rPr>
              <a:t>激光加工</a:t>
            </a:r>
          </a:p>
        </p:txBody>
      </p:sp>
      <p:sp>
        <p:nvSpPr>
          <p:cNvPr id="44040" name="Text Box 3151">
            <a:extLst>
              <a:ext uri="{FF2B5EF4-FFF2-40B4-BE49-F238E27FC236}">
                <a16:creationId xmlns:a16="http://schemas.microsoft.com/office/drawing/2014/main" id="{EF09D341-0670-41EE-8473-B1D99FA2C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29</a:t>
            </a:r>
            <a:endParaRPr lang="en-US" altLang="zh-CN" sz="1800"/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46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4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834" name="Picture 2" descr="p622-2">
            <a:extLst>
              <a:ext uri="{FF2B5EF4-FFF2-40B4-BE49-F238E27FC236}">
                <a16:creationId xmlns:a16="http://schemas.microsoft.com/office/drawing/2014/main" id="{ECCAC8D7-3306-40D0-BA8C-CCA0C972D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1808163"/>
            <a:ext cx="3617913" cy="277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Rectangle 4">
            <a:extLst>
              <a:ext uri="{FF2B5EF4-FFF2-40B4-BE49-F238E27FC236}">
                <a16:creationId xmlns:a16="http://schemas.microsoft.com/office/drawing/2014/main" id="{13D3B4D8-66BD-4A25-ADC2-1B1A3B0C1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82613"/>
            <a:ext cx="33147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激光存储技术</a:t>
            </a:r>
          </a:p>
        </p:txBody>
      </p:sp>
      <p:sp>
        <p:nvSpPr>
          <p:cNvPr id="248837" name="Rectangle 5">
            <a:extLst>
              <a:ext uri="{FF2B5EF4-FFF2-40B4-BE49-F238E27FC236}">
                <a16:creationId xmlns:a16="http://schemas.microsoft.com/office/drawing/2014/main" id="{BE1B7533-816D-42C1-A332-616CCA133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2663" y="5132388"/>
            <a:ext cx="2057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光盘存储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CC98BE9-E334-4794-BB18-84A0B78BC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838" y="1808163"/>
            <a:ext cx="4048125" cy="277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Text Box 3151">
            <a:extLst>
              <a:ext uri="{FF2B5EF4-FFF2-40B4-BE49-F238E27FC236}">
                <a16:creationId xmlns:a16="http://schemas.microsoft.com/office/drawing/2014/main" id="{6445DA90-35CA-47F9-90E1-A446E1D9F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30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03D8340-A527-4164-8099-2AE002C68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7013"/>
            <a:ext cx="44767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激光探测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飞秒化学</a:t>
            </a:r>
          </a:p>
        </p:txBody>
      </p:sp>
      <p:sp>
        <p:nvSpPr>
          <p:cNvPr id="46083" name="Text Box 3151">
            <a:extLst>
              <a:ext uri="{FF2B5EF4-FFF2-40B4-BE49-F238E27FC236}">
                <a16:creationId xmlns:a16="http://schemas.microsoft.com/office/drawing/2014/main" id="{E7840F4D-C076-49EF-ADE1-5132DD4B9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31</a:t>
            </a:r>
            <a:endParaRPr lang="en-US" altLang="zh-CN" sz="1800"/>
          </a:p>
        </p:txBody>
      </p:sp>
      <p:pic>
        <p:nvPicPr>
          <p:cNvPr id="13" name="Picture 2" descr="st_timescales1_250">
            <a:extLst>
              <a:ext uri="{FF2B5EF4-FFF2-40B4-BE49-F238E27FC236}">
                <a16:creationId xmlns:a16="http://schemas.microsoft.com/office/drawing/2014/main" id="{3437F20E-E164-4AD9-8614-12EFD440B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1419225"/>
            <a:ext cx="2841625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7">
            <a:extLst>
              <a:ext uri="{FF2B5EF4-FFF2-40B4-BE49-F238E27FC236}">
                <a16:creationId xmlns:a16="http://schemas.microsoft.com/office/drawing/2014/main" id="{779BA65C-F985-4930-AAC0-DCE85189A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3605213"/>
            <a:ext cx="29876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 b="1"/>
              <a:t>飞驰的骏马</a:t>
            </a:r>
            <a:r>
              <a:rPr lang="en-US" altLang="zh-CN" sz="2000" b="1"/>
              <a:t>  </a:t>
            </a:r>
            <a:r>
              <a:rPr lang="en-US" altLang="zh-CN" sz="2000" b="1">
                <a:solidFill>
                  <a:schemeClr val="accent2"/>
                </a:solidFill>
              </a:rPr>
              <a:t>6 × 10</a:t>
            </a:r>
            <a:r>
              <a:rPr lang="en-US" altLang="zh-CN" sz="2000" b="1" baseline="30000">
                <a:solidFill>
                  <a:schemeClr val="accent2"/>
                </a:solidFill>
              </a:rPr>
              <a:t>-3 </a:t>
            </a:r>
            <a:r>
              <a:rPr lang="en-US" altLang="zh-CN" sz="2000" b="1">
                <a:solidFill>
                  <a:schemeClr val="accent2"/>
                </a:solidFill>
              </a:rPr>
              <a:t>s</a:t>
            </a: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2A15C7B6-8EA4-47EA-9E6A-F584172EE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1387475"/>
            <a:ext cx="2519363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Box 7">
            <a:extLst>
              <a:ext uri="{FF2B5EF4-FFF2-40B4-BE49-F238E27FC236}">
                <a16:creationId xmlns:a16="http://schemas.microsoft.com/office/drawing/2014/main" id="{FAAB6D19-26F3-4A80-943D-4B31A027A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605213"/>
            <a:ext cx="29876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 b="1"/>
              <a:t>电子的运动</a:t>
            </a:r>
            <a:r>
              <a:rPr lang="en-US" altLang="zh-CN" sz="2000" b="1"/>
              <a:t>  </a:t>
            </a:r>
            <a:r>
              <a:rPr lang="en-US" altLang="zh-CN" sz="2000" b="1">
                <a:solidFill>
                  <a:schemeClr val="accent2"/>
                </a:solidFill>
              </a:rPr>
              <a:t>~ 10</a:t>
            </a:r>
            <a:r>
              <a:rPr lang="en-US" altLang="zh-CN" sz="2000" b="1" baseline="30000">
                <a:solidFill>
                  <a:schemeClr val="accent2"/>
                </a:solidFill>
              </a:rPr>
              <a:t>-7 </a:t>
            </a:r>
            <a:r>
              <a:rPr lang="en-US" altLang="zh-CN" sz="2000" b="1">
                <a:solidFill>
                  <a:schemeClr val="accent2"/>
                </a:solidFill>
              </a:rPr>
              <a:t>s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9BB80A3-8B67-4D8E-B830-AC91C6FDF866}"/>
              </a:ext>
            </a:extLst>
          </p:cNvPr>
          <p:cNvGrpSpPr>
            <a:grpSpLocks/>
          </p:cNvGrpSpPr>
          <p:nvPr/>
        </p:nvGrpSpPr>
        <p:grpSpPr bwMode="auto">
          <a:xfrm>
            <a:off x="665163" y="4083050"/>
            <a:ext cx="5545137" cy="1793875"/>
            <a:chOff x="1097211" y="4361723"/>
            <a:chExt cx="5545690" cy="1794377"/>
          </a:xfrm>
        </p:grpSpPr>
        <p:grpSp>
          <p:nvGrpSpPr>
            <p:cNvPr id="46095" name="Group 18">
              <a:extLst>
                <a:ext uri="{FF2B5EF4-FFF2-40B4-BE49-F238E27FC236}">
                  <a16:creationId xmlns:a16="http://schemas.microsoft.com/office/drawing/2014/main" id="{AEE5FB0C-B410-446B-88B5-F2C429D48D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5100" y="4361723"/>
              <a:ext cx="680279" cy="1791714"/>
              <a:chOff x="0" y="0"/>
              <a:chExt cx="217" cy="673"/>
            </a:xfrm>
          </p:grpSpPr>
          <p:sp>
            <p:nvSpPr>
              <p:cNvPr id="46112" name="未知">
                <a:extLst>
                  <a:ext uri="{FF2B5EF4-FFF2-40B4-BE49-F238E27FC236}">
                    <a16:creationId xmlns:a16="http://schemas.microsoft.com/office/drawing/2014/main" id="{08322591-D48B-4EE7-9D50-D8F8C9926F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99"/>
                <a:ext cx="97" cy="574"/>
              </a:xfrm>
              <a:custGeom>
                <a:avLst/>
                <a:gdLst>
                  <a:gd name="T0" fmla="*/ 90 w 97"/>
                  <a:gd name="T1" fmla="*/ 0 h 574"/>
                  <a:gd name="T2" fmla="*/ 90 w 97"/>
                  <a:gd name="T3" fmla="*/ 91 h 574"/>
                  <a:gd name="T4" fmla="*/ 45 w 97"/>
                  <a:gd name="T5" fmla="*/ 499 h 574"/>
                  <a:gd name="T6" fmla="*/ 0 w 97"/>
                  <a:gd name="T7" fmla="*/ 544 h 57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7" h="574">
                    <a:moveTo>
                      <a:pt x="90" y="0"/>
                    </a:moveTo>
                    <a:cubicBezTo>
                      <a:pt x="93" y="4"/>
                      <a:pt x="97" y="8"/>
                      <a:pt x="90" y="91"/>
                    </a:cubicBezTo>
                    <a:cubicBezTo>
                      <a:pt x="83" y="174"/>
                      <a:pt x="60" y="424"/>
                      <a:pt x="45" y="499"/>
                    </a:cubicBezTo>
                    <a:cubicBezTo>
                      <a:pt x="30" y="574"/>
                      <a:pt x="7" y="537"/>
                      <a:pt x="0" y="544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13" name="未知">
                <a:extLst>
                  <a:ext uri="{FF2B5EF4-FFF2-40B4-BE49-F238E27FC236}">
                    <a16:creationId xmlns:a16="http://schemas.microsoft.com/office/drawing/2014/main" id="{B9F843CC-767A-4C7C-910E-EFA310E20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" y="0"/>
                <a:ext cx="91" cy="627"/>
              </a:xfrm>
              <a:custGeom>
                <a:avLst/>
                <a:gdLst>
                  <a:gd name="T0" fmla="*/ 91 w 91"/>
                  <a:gd name="T1" fmla="*/ 627 h 627"/>
                  <a:gd name="T2" fmla="*/ 46 w 91"/>
                  <a:gd name="T3" fmla="*/ 83 h 627"/>
                  <a:gd name="T4" fmla="*/ 0 w 91"/>
                  <a:gd name="T5" fmla="*/ 128 h 6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1" h="627">
                    <a:moveTo>
                      <a:pt x="91" y="627"/>
                    </a:moveTo>
                    <a:cubicBezTo>
                      <a:pt x="76" y="396"/>
                      <a:pt x="61" y="166"/>
                      <a:pt x="46" y="83"/>
                    </a:cubicBezTo>
                    <a:cubicBezTo>
                      <a:pt x="31" y="0"/>
                      <a:pt x="15" y="64"/>
                      <a:pt x="0" y="128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14" name="未知">
                <a:extLst>
                  <a:ext uri="{FF2B5EF4-FFF2-40B4-BE49-F238E27FC236}">
                    <a16:creationId xmlns:a16="http://schemas.microsoft.com/office/drawing/2014/main" id="{1F83B81D-CFBF-401E-B691-D5A1C03415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" y="570"/>
                <a:ext cx="45" cy="91"/>
              </a:xfrm>
              <a:custGeom>
                <a:avLst/>
                <a:gdLst>
                  <a:gd name="T0" fmla="*/ 0 w 45"/>
                  <a:gd name="T1" fmla="*/ 0 h 91"/>
                  <a:gd name="T2" fmla="*/ 45 w 45"/>
                  <a:gd name="T3" fmla="*/ 91 h 9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91">
                    <a:moveTo>
                      <a:pt x="0" y="0"/>
                    </a:moveTo>
                    <a:cubicBezTo>
                      <a:pt x="15" y="38"/>
                      <a:pt x="30" y="76"/>
                      <a:pt x="45" y="91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6096" name="Group 22">
              <a:extLst>
                <a:ext uri="{FF2B5EF4-FFF2-40B4-BE49-F238E27FC236}">
                  <a16:creationId xmlns:a16="http://schemas.microsoft.com/office/drawing/2014/main" id="{D3C6C08A-534C-4C55-98EC-14721F096D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2886" y="4364386"/>
              <a:ext cx="680279" cy="1791714"/>
              <a:chOff x="0" y="0"/>
              <a:chExt cx="217" cy="673"/>
            </a:xfrm>
          </p:grpSpPr>
          <p:sp>
            <p:nvSpPr>
              <p:cNvPr id="46109" name="未知">
                <a:extLst>
                  <a:ext uri="{FF2B5EF4-FFF2-40B4-BE49-F238E27FC236}">
                    <a16:creationId xmlns:a16="http://schemas.microsoft.com/office/drawing/2014/main" id="{3B175287-5007-457B-99DC-B64D626397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99"/>
                <a:ext cx="97" cy="574"/>
              </a:xfrm>
              <a:custGeom>
                <a:avLst/>
                <a:gdLst>
                  <a:gd name="T0" fmla="*/ 90 w 97"/>
                  <a:gd name="T1" fmla="*/ 0 h 574"/>
                  <a:gd name="T2" fmla="*/ 90 w 97"/>
                  <a:gd name="T3" fmla="*/ 91 h 574"/>
                  <a:gd name="T4" fmla="*/ 45 w 97"/>
                  <a:gd name="T5" fmla="*/ 499 h 574"/>
                  <a:gd name="T6" fmla="*/ 0 w 97"/>
                  <a:gd name="T7" fmla="*/ 544 h 57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7" h="574">
                    <a:moveTo>
                      <a:pt x="90" y="0"/>
                    </a:moveTo>
                    <a:cubicBezTo>
                      <a:pt x="93" y="4"/>
                      <a:pt x="97" y="8"/>
                      <a:pt x="90" y="91"/>
                    </a:cubicBezTo>
                    <a:cubicBezTo>
                      <a:pt x="83" y="174"/>
                      <a:pt x="60" y="424"/>
                      <a:pt x="45" y="499"/>
                    </a:cubicBezTo>
                    <a:cubicBezTo>
                      <a:pt x="30" y="574"/>
                      <a:pt x="7" y="537"/>
                      <a:pt x="0" y="544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10" name="未知">
                <a:extLst>
                  <a:ext uri="{FF2B5EF4-FFF2-40B4-BE49-F238E27FC236}">
                    <a16:creationId xmlns:a16="http://schemas.microsoft.com/office/drawing/2014/main" id="{4F339A7A-BC6F-49CD-B9AE-C4295BD0D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" y="0"/>
                <a:ext cx="91" cy="627"/>
              </a:xfrm>
              <a:custGeom>
                <a:avLst/>
                <a:gdLst>
                  <a:gd name="T0" fmla="*/ 91 w 91"/>
                  <a:gd name="T1" fmla="*/ 627 h 627"/>
                  <a:gd name="T2" fmla="*/ 46 w 91"/>
                  <a:gd name="T3" fmla="*/ 83 h 627"/>
                  <a:gd name="T4" fmla="*/ 0 w 91"/>
                  <a:gd name="T5" fmla="*/ 128 h 6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1" h="627">
                    <a:moveTo>
                      <a:pt x="91" y="627"/>
                    </a:moveTo>
                    <a:cubicBezTo>
                      <a:pt x="76" y="396"/>
                      <a:pt x="61" y="166"/>
                      <a:pt x="46" y="83"/>
                    </a:cubicBezTo>
                    <a:cubicBezTo>
                      <a:pt x="31" y="0"/>
                      <a:pt x="15" y="64"/>
                      <a:pt x="0" y="128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11" name="未知">
                <a:extLst>
                  <a:ext uri="{FF2B5EF4-FFF2-40B4-BE49-F238E27FC236}">
                    <a16:creationId xmlns:a16="http://schemas.microsoft.com/office/drawing/2014/main" id="{36B9E93F-0FA1-48CD-8860-5F1F1E4159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" y="570"/>
                <a:ext cx="45" cy="91"/>
              </a:xfrm>
              <a:custGeom>
                <a:avLst/>
                <a:gdLst>
                  <a:gd name="T0" fmla="*/ 0 w 45"/>
                  <a:gd name="T1" fmla="*/ 0 h 91"/>
                  <a:gd name="T2" fmla="*/ 45 w 45"/>
                  <a:gd name="T3" fmla="*/ 91 h 9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91">
                    <a:moveTo>
                      <a:pt x="0" y="0"/>
                    </a:moveTo>
                    <a:cubicBezTo>
                      <a:pt x="15" y="38"/>
                      <a:pt x="30" y="76"/>
                      <a:pt x="45" y="91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6097" name="Group 26">
              <a:extLst>
                <a:ext uri="{FF2B5EF4-FFF2-40B4-BE49-F238E27FC236}">
                  <a16:creationId xmlns:a16="http://schemas.microsoft.com/office/drawing/2014/main" id="{0A5C5F30-A265-4B8C-A2A5-71F3B37A2E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3406" y="4361723"/>
              <a:ext cx="680279" cy="1791714"/>
              <a:chOff x="0" y="0"/>
              <a:chExt cx="217" cy="673"/>
            </a:xfrm>
          </p:grpSpPr>
          <p:sp>
            <p:nvSpPr>
              <p:cNvPr id="46106" name="未知">
                <a:extLst>
                  <a:ext uri="{FF2B5EF4-FFF2-40B4-BE49-F238E27FC236}">
                    <a16:creationId xmlns:a16="http://schemas.microsoft.com/office/drawing/2014/main" id="{4AA70A2E-31DE-49BE-AAE6-33CAD4DCF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99"/>
                <a:ext cx="97" cy="574"/>
              </a:xfrm>
              <a:custGeom>
                <a:avLst/>
                <a:gdLst>
                  <a:gd name="T0" fmla="*/ 90 w 97"/>
                  <a:gd name="T1" fmla="*/ 0 h 574"/>
                  <a:gd name="T2" fmla="*/ 90 w 97"/>
                  <a:gd name="T3" fmla="*/ 91 h 574"/>
                  <a:gd name="T4" fmla="*/ 45 w 97"/>
                  <a:gd name="T5" fmla="*/ 499 h 574"/>
                  <a:gd name="T6" fmla="*/ 0 w 97"/>
                  <a:gd name="T7" fmla="*/ 544 h 57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7" h="574">
                    <a:moveTo>
                      <a:pt x="90" y="0"/>
                    </a:moveTo>
                    <a:cubicBezTo>
                      <a:pt x="93" y="4"/>
                      <a:pt x="97" y="8"/>
                      <a:pt x="90" y="91"/>
                    </a:cubicBezTo>
                    <a:cubicBezTo>
                      <a:pt x="83" y="174"/>
                      <a:pt x="60" y="424"/>
                      <a:pt x="45" y="499"/>
                    </a:cubicBezTo>
                    <a:cubicBezTo>
                      <a:pt x="30" y="574"/>
                      <a:pt x="7" y="537"/>
                      <a:pt x="0" y="544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7" name="未知">
                <a:extLst>
                  <a:ext uri="{FF2B5EF4-FFF2-40B4-BE49-F238E27FC236}">
                    <a16:creationId xmlns:a16="http://schemas.microsoft.com/office/drawing/2014/main" id="{63D47676-98D3-4E5A-AC11-ECBEC11F07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" y="0"/>
                <a:ext cx="91" cy="627"/>
              </a:xfrm>
              <a:custGeom>
                <a:avLst/>
                <a:gdLst>
                  <a:gd name="T0" fmla="*/ 91 w 91"/>
                  <a:gd name="T1" fmla="*/ 627 h 627"/>
                  <a:gd name="T2" fmla="*/ 46 w 91"/>
                  <a:gd name="T3" fmla="*/ 83 h 627"/>
                  <a:gd name="T4" fmla="*/ 0 w 91"/>
                  <a:gd name="T5" fmla="*/ 128 h 6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1" h="627">
                    <a:moveTo>
                      <a:pt x="91" y="627"/>
                    </a:moveTo>
                    <a:cubicBezTo>
                      <a:pt x="76" y="396"/>
                      <a:pt x="61" y="166"/>
                      <a:pt x="46" y="83"/>
                    </a:cubicBezTo>
                    <a:cubicBezTo>
                      <a:pt x="31" y="0"/>
                      <a:pt x="15" y="64"/>
                      <a:pt x="0" y="128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8" name="未知">
                <a:extLst>
                  <a:ext uri="{FF2B5EF4-FFF2-40B4-BE49-F238E27FC236}">
                    <a16:creationId xmlns:a16="http://schemas.microsoft.com/office/drawing/2014/main" id="{84CC32B7-6CFA-4E54-90FC-B41225334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" y="570"/>
                <a:ext cx="45" cy="91"/>
              </a:xfrm>
              <a:custGeom>
                <a:avLst/>
                <a:gdLst>
                  <a:gd name="T0" fmla="*/ 0 w 45"/>
                  <a:gd name="T1" fmla="*/ 0 h 91"/>
                  <a:gd name="T2" fmla="*/ 45 w 45"/>
                  <a:gd name="T3" fmla="*/ 91 h 9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91">
                    <a:moveTo>
                      <a:pt x="0" y="0"/>
                    </a:moveTo>
                    <a:cubicBezTo>
                      <a:pt x="15" y="38"/>
                      <a:pt x="30" y="76"/>
                      <a:pt x="45" y="91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6098" name="Group 30">
              <a:extLst>
                <a:ext uri="{FF2B5EF4-FFF2-40B4-BE49-F238E27FC236}">
                  <a16:creationId xmlns:a16="http://schemas.microsoft.com/office/drawing/2014/main" id="{362D9320-0302-48C7-B62D-33FB92C88E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5938" y="4361723"/>
              <a:ext cx="680279" cy="1791714"/>
              <a:chOff x="0" y="0"/>
              <a:chExt cx="217" cy="673"/>
            </a:xfrm>
          </p:grpSpPr>
          <p:sp>
            <p:nvSpPr>
              <p:cNvPr id="46103" name="未知">
                <a:extLst>
                  <a:ext uri="{FF2B5EF4-FFF2-40B4-BE49-F238E27FC236}">
                    <a16:creationId xmlns:a16="http://schemas.microsoft.com/office/drawing/2014/main" id="{03A06F2A-F20E-4C55-97A4-B2FF7E50D4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99"/>
                <a:ext cx="97" cy="574"/>
              </a:xfrm>
              <a:custGeom>
                <a:avLst/>
                <a:gdLst>
                  <a:gd name="T0" fmla="*/ 90 w 97"/>
                  <a:gd name="T1" fmla="*/ 0 h 574"/>
                  <a:gd name="T2" fmla="*/ 90 w 97"/>
                  <a:gd name="T3" fmla="*/ 91 h 574"/>
                  <a:gd name="T4" fmla="*/ 45 w 97"/>
                  <a:gd name="T5" fmla="*/ 499 h 574"/>
                  <a:gd name="T6" fmla="*/ 0 w 97"/>
                  <a:gd name="T7" fmla="*/ 544 h 57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7" h="574">
                    <a:moveTo>
                      <a:pt x="90" y="0"/>
                    </a:moveTo>
                    <a:cubicBezTo>
                      <a:pt x="93" y="4"/>
                      <a:pt x="97" y="8"/>
                      <a:pt x="90" y="91"/>
                    </a:cubicBezTo>
                    <a:cubicBezTo>
                      <a:pt x="83" y="174"/>
                      <a:pt x="60" y="424"/>
                      <a:pt x="45" y="499"/>
                    </a:cubicBezTo>
                    <a:cubicBezTo>
                      <a:pt x="30" y="574"/>
                      <a:pt x="7" y="537"/>
                      <a:pt x="0" y="544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>
                        <a:alpha val="49019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4" name="未知">
                <a:extLst>
                  <a:ext uri="{FF2B5EF4-FFF2-40B4-BE49-F238E27FC236}">
                    <a16:creationId xmlns:a16="http://schemas.microsoft.com/office/drawing/2014/main" id="{6F8FECA5-6325-4197-93B3-F783A6979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" y="0"/>
                <a:ext cx="91" cy="627"/>
              </a:xfrm>
              <a:custGeom>
                <a:avLst/>
                <a:gdLst>
                  <a:gd name="T0" fmla="*/ 91 w 91"/>
                  <a:gd name="T1" fmla="*/ 627 h 627"/>
                  <a:gd name="T2" fmla="*/ 46 w 91"/>
                  <a:gd name="T3" fmla="*/ 83 h 627"/>
                  <a:gd name="T4" fmla="*/ 0 w 91"/>
                  <a:gd name="T5" fmla="*/ 128 h 6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1" h="627">
                    <a:moveTo>
                      <a:pt x="91" y="627"/>
                    </a:moveTo>
                    <a:cubicBezTo>
                      <a:pt x="76" y="396"/>
                      <a:pt x="61" y="166"/>
                      <a:pt x="46" y="83"/>
                    </a:cubicBezTo>
                    <a:cubicBezTo>
                      <a:pt x="31" y="0"/>
                      <a:pt x="15" y="64"/>
                      <a:pt x="0" y="128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5" name="未知">
                <a:extLst>
                  <a:ext uri="{FF2B5EF4-FFF2-40B4-BE49-F238E27FC236}">
                    <a16:creationId xmlns:a16="http://schemas.microsoft.com/office/drawing/2014/main" id="{3B53BF23-AA8B-4ABE-B05F-5D4AB75D8A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" y="570"/>
                <a:ext cx="45" cy="91"/>
              </a:xfrm>
              <a:custGeom>
                <a:avLst/>
                <a:gdLst>
                  <a:gd name="T0" fmla="*/ 0 w 45"/>
                  <a:gd name="T1" fmla="*/ 0 h 91"/>
                  <a:gd name="T2" fmla="*/ 45 w 45"/>
                  <a:gd name="T3" fmla="*/ 91 h 9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91">
                    <a:moveTo>
                      <a:pt x="0" y="0"/>
                    </a:moveTo>
                    <a:cubicBezTo>
                      <a:pt x="15" y="38"/>
                      <a:pt x="30" y="76"/>
                      <a:pt x="45" y="91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6099" name="Line 34">
              <a:extLst>
                <a:ext uri="{FF2B5EF4-FFF2-40B4-BE49-F238E27FC236}">
                  <a16:creationId xmlns:a16="http://schemas.microsoft.com/office/drawing/2014/main" id="{E9D97597-C4F6-4F3A-A4CA-23B22948E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7211" y="6109821"/>
              <a:ext cx="554569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0" name="Line 36">
              <a:extLst>
                <a:ext uri="{FF2B5EF4-FFF2-40B4-BE49-F238E27FC236}">
                  <a16:creationId xmlns:a16="http://schemas.microsoft.com/office/drawing/2014/main" id="{1EE9E06E-C945-4380-9632-E7C9CD390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5616" y="5256248"/>
              <a:ext cx="570557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1" name="Line 36">
              <a:extLst>
                <a:ext uri="{FF2B5EF4-FFF2-40B4-BE49-F238E27FC236}">
                  <a16:creationId xmlns:a16="http://schemas.microsoft.com/office/drawing/2014/main" id="{82E15FF6-877F-476D-966A-053179136A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3503" y="5256248"/>
              <a:ext cx="570557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2" name="矩形 3">
              <a:extLst>
                <a:ext uri="{FF2B5EF4-FFF2-40B4-BE49-F238E27FC236}">
                  <a16:creationId xmlns:a16="http://schemas.microsoft.com/office/drawing/2014/main" id="{4D82C21E-BE70-4C74-A334-6D84944A6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817" y="5047544"/>
              <a:ext cx="4235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fs</a:t>
              </a:r>
              <a:endParaRPr lang="zh-CN" altLang="en-US" sz="2400"/>
            </a:p>
          </p:txBody>
        </p:sp>
      </p:grpSp>
      <p:pic>
        <p:nvPicPr>
          <p:cNvPr id="42" name="Picture 30">
            <a:extLst>
              <a:ext uri="{FF2B5EF4-FFF2-40B4-BE49-F238E27FC236}">
                <a16:creationId xmlns:a16="http://schemas.microsoft.com/office/drawing/2014/main" id="{129B1C2E-5D68-4FCE-89D3-1F63D6A14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3643313"/>
            <a:ext cx="1639888" cy="218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0880" name="矩形 250879">
            <a:extLst>
              <a:ext uri="{FF2B5EF4-FFF2-40B4-BE49-F238E27FC236}">
                <a16:creationId xmlns:a16="http://schemas.microsoft.com/office/drawing/2014/main" id="{94D7E783-6F8A-4180-8920-FF427533A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5830888"/>
            <a:ext cx="2032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 i="1"/>
              <a:t>Ahmed H. Zewail</a:t>
            </a:r>
            <a:endParaRPr lang="zh-CN" altLang="en-US" sz="180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D8754AE-3811-49E5-8FC1-EFAC1BB8D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813" y="6165850"/>
            <a:ext cx="36782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/>
              <a:t>飞秒化学</a:t>
            </a:r>
            <a:r>
              <a:rPr lang="en-US" altLang="zh-CN" sz="2000" b="1"/>
              <a:t>-1999</a:t>
            </a:r>
            <a:r>
              <a:rPr lang="zh-CN" altLang="en-US" sz="2000" b="1"/>
              <a:t>年诺贝尔化学奖</a:t>
            </a:r>
          </a:p>
        </p:txBody>
      </p:sp>
      <p:sp>
        <p:nvSpPr>
          <p:cNvPr id="45" name="Text Box 7">
            <a:extLst>
              <a:ext uri="{FF2B5EF4-FFF2-40B4-BE49-F238E27FC236}">
                <a16:creationId xmlns:a16="http://schemas.microsoft.com/office/drawing/2014/main" id="{DA499486-45B8-493A-8020-142BCC808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2414588"/>
            <a:ext cx="22177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/>
              <a:t>“超快摄影”</a:t>
            </a:r>
            <a:endParaRPr lang="en-US" altLang="zh-CN" sz="2400" b="1"/>
          </a:p>
        </p:txBody>
      </p:sp>
      <p:sp>
        <p:nvSpPr>
          <p:cNvPr id="46" name="Text Box 7">
            <a:extLst>
              <a:ext uri="{FF2B5EF4-FFF2-40B4-BE49-F238E27FC236}">
                <a16:creationId xmlns:a16="http://schemas.microsoft.com/office/drawing/2014/main" id="{F1F2E8F7-733D-4107-BBEC-DAFC79FAC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050" y="6032500"/>
            <a:ext cx="19319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/>
              <a:t>超短脉冲</a:t>
            </a:r>
            <a:endParaRPr lang="en-US" altLang="zh-CN" sz="2400" b="1"/>
          </a:p>
        </p:txBody>
      </p:sp>
      <p:sp>
        <p:nvSpPr>
          <p:cNvPr id="46094" name="矩形 2">
            <a:extLst>
              <a:ext uri="{FF2B5EF4-FFF2-40B4-BE49-F238E27FC236}">
                <a16:creationId xmlns:a16="http://schemas.microsoft.com/office/drawing/2014/main" id="{231AFBE0-AA6D-4CF8-8E24-0FDB6B8FE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3" y="793750"/>
            <a:ext cx="6815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化学反应时间：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10-100fs (1fs=10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-15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，如何探测？</a:t>
            </a:r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0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0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250880" grpId="0"/>
      <p:bldP spid="44" grpId="0"/>
      <p:bldP spid="45" grpId="0"/>
      <p:bldP spid="4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8BEF2C8-3170-4A9F-915E-05F43558D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052513"/>
            <a:ext cx="5329237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B3B5A63-8A55-49DE-BF35-7D7E26E9CA16}"/>
              </a:ext>
            </a:extLst>
          </p:cNvPr>
          <p:cNvSpPr/>
          <p:nvPr/>
        </p:nvSpPr>
        <p:spPr>
          <a:xfrm>
            <a:off x="395288" y="1749425"/>
            <a:ext cx="1685925" cy="2981325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937C98-D61D-4D0E-B271-E486CFD86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782763"/>
            <a:ext cx="1060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</a:rPr>
              <a:t>光镊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A59C89-6017-4443-9066-DC92AD51BDDC}"/>
              </a:ext>
            </a:extLst>
          </p:cNvPr>
          <p:cNvSpPr/>
          <p:nvPr/>
        </p:nvSpPr>
        <p:spPr>
          <a:xfrm>
            <a:off x="2149475" y="1749425"/>
            <a:ext cx="3448050" cy="298132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6D3B528-D60C-4FD8-B48E-A4D4BF829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1538" y="1782763"/>
            <a:ext cx="1998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</a:rPr>
              <a:t>CPA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</a:rPr>
              <a:t>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5BD001-5BF6-4A98-B7D5-5CACAE850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2225675"/>
            <a:ext cx="32162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“for groundbreaking inventions in the field of laser physics”</a:t>
            </a:r>
            <a:endParaRPr lang="zh-CN" altLang="en-US" sz="24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8DE61E-DC4F-4BED-A945-0AC3E5D3F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5145088"/>
            <a:ext cx="8512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A.Ashkin: </a:t>
            </a:r>
            <a:r>
              <a:rPr lang="zh-CN" altLang="en-US" sz="2400" b="1">
                <a:solidFill>
                  <a:srgbClr val="00B05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光镊技术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(1986)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，在生命科学领域得到了广泛应用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629694-8844-4131-B8C4-49F931857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5640388"/>
            <a:ext cx="85121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Mourou &amp; Strickland:</a:t>
            </a:r>
            <a:r>
              <a:rPr lang="zh-CN" altLang="en-US" sz="2400" b="1">
                <a:solidFill>
                  <a:srgbClr val="00B05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啁啾脉冲放大技术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(CPA)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，为获得超短超强激光脉冲奠定了基础</a:t>
            </a:r>
          </a:p>
        </p:txBody>
      </p:sp>
      <p:sp>
        <p:nvSpPr>
          <p:cNvPr id="47114" name="Rectangle 9">
            <a:extLst>
              <a:ext uri="{FF2B5EF4-FFF2-40B4-BE49-F238E27FC236}">
                <a16:creationId xmlns:a16="http://schemas.microsoft.com/office/drawing/2014/main" id="{87CB1B5F-DB99-403B-82C2-41CF2CF09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06388"/>
            <a:ext cx="6029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超短脉冲（超快激光）产生技术</a:t>
            </a:r>
          </a:p>
        </p:txBody>
      </p:sp>
      <p:sp>
        <p:nvSpPr>
          <p:cNvPr id="47115" name="Text Box 3151">
            <a:extLst>
              <a:ext uri="{FF2B5EF4-FFF2-40B4-BE49-F238E27FC236}">
                <a16:creationId xmlns:a16="http://schemas.microsoft.com/office/drawing/2014/main" id="{1043023D-8961-4FDA-B8F8-12226A8A5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27</a:t>
            </a:r>
            <a:endParaRPr lang="en-US" altLang="zh-CN" sz="18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/>
      <p:bldP spid="13" grpId="0"/>
      <p:bldP spid="14" grpId="0"/>
      <p:bldP spid="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9">
            <a:extLst>
              <a:ext uri="{FF2B5EF4-FFF2-40B4-BE49-F238E27FC236}">
                <a16:creationId xmlns:a16="http://schemas.microsoft.com/office/drawing/2014/main" id="{11C294AC-BAFE-4288-BD7D-86ADD34FC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333375"/>
            <a:ext cx="2500312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阿秒脉冲</a:t>
            </a:r>
          </a:p>
        </p:txBody>
      </p:sp>
      <p:pic>
        <p:nvPicPr>
          <p:cNvPr id="48131" name="图片 3">
            <a:extLst>
              <a:ext uri="{FF2B5EF4-FFF2-40B4-BE49-F238E27FC236}">
                <a16:creationId xmlns:a16="http://schemas.microsoft.com/office/drawing/2014/main" id="{94ADE169-057B-4F00-8760-8D4C82D06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992188"/>
            <a:ext cx="5813425" cy="430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2" name="矩形 5">
            <a:extLst>
              <a:ext uri="{FF2B5EF4-FFF2-40B4-BE49-F238E27FC236}">
                <a16:creationId xmlns:a16="http://schemas.microsoft.com/office/drawing/2014/main" id="{7B0F4688-02BB-47D6-AA70-E9E3902DB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470525"/>
            <a:ext cx="78486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>
                <a:solidFill>
                  <a:srgbClr val="2E2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"for experimental methods that generate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attosecond pulses</a:t>
            </a:r>
            <a:r>
              <a:rPr lang="en-US" altLang="zh-CN" sz="2000" b="1">
                <a:solidFill>
                  <a:srgbClr val="2E2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light for the study of electron dynamics in matter"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33" name="矩形 6">
            <a:extLst>
              <a:ext uri="{FF2B5EF4-FFF2-40B4-BE49-F238E27FC236}">
                <a16:creationId xmlns:a16="http://schemas.microsoft.com/office/drawing/2014/main" id="{F52930E7-E29A-482D-A86D-2292A117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361950"/>
            <a:ext cx="1674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(1as=10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-18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s)</a:t>
            </a:r>
            <a:endParaRPr lang="en-US" altLang="zh-CN"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D5502C3-F9B1-434A-93FE-090D28C3A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263" y="290513"/>
            <a:ext cx="44767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激光手术　</a:t>
            </a:r>
          </a:p>
        </p:txBody>
      </p:sp>
      <p:pic>
        <p:nvPicPr>
          <p:cNvPr id="251907" name="Picture 3" descr="激光手术">
            <a:extLst>
              <a:ext uri="{FF2B5EF4-FFF2-40B4-BE49-F238E27FC236}">
                <a16:creationId xmlns:a16="http://schemas.microsoft.com/office/drawing/2014/main" id="{431367A0-E19A-4E54-8DB8-4B55392C9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13" y="1163638"/>
            <a:ext cx="5937250" cy="43624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F15849A0-D6BA-407F-9497-A912FAAA0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5664200"/>
            <a:ext cx="24098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　无痛，不流血</a:t>
            </a:r>
          </a:p>
        </p:txBody>
      </p:sp>
      <p:sp>
        <p:nvSpPr>
          <p:cNvPr id="49157" name="Text Box 3151">
            <a:extLst>
              <a:ext uri="{FF2B5EF4-FFF2-40B4-BE49-F238E27FC236}">
                <a16:creationId xmlns:a16="http://schemas.microsoft.com/office/drawing/2014/main" id="{6A0FF7B5-7CFB-41E9-999C-FAC147DBF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32</a:t>
            </a:r>
            <a:endParaRPr lang="en-US" altLang="zh-CN" sz="1800"/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:a16="http://schemas.microsoft.com/office/drawing/2014/main" id="{8D4CD0B1-A0CA-4969-ACB9-263B78663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620713"/>
            <a:ext cx="31432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激光武器　</a:t>
            </a:r>
          </a:p>
        </p:txBody>
      </p:sp>
      <p:grpSp>
        <p:nvGrpSpPr>
          <p:cNvPr id="253965" name="Group 13">
            <a:extLst>
              <a:ext uri="{FF2B5EF4-FFF2-40B4-BE49-F238E27FC236}">
                <a16:creationId xmlns:a16="http://schemas.microsoft.com/office/drawing/2014/main" id="{E17F337D-0A92-4C52-9B5F-8ADFF7049F48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305050"/>
            <a:ext cx="4229100" cy="3044825"/>
            <a:chOff x="240" y="1452"/>
            <a:chExt cx="2664" cy="1918"/>
          </a:xfrm>
        </p:grpSpPr>
        <p:pic>
          <p:nvPicPr>
            <p:cNvPr id="50188" name="Picture 4" descr="地基战略激光武器">
              <a:extLst>
                <a:ext uri="{FF2B5EF4-FFF2-40B4-BE49-F238E27FC236}">
                  <a16:creationId xmlns:a16="http://schemas.microsoft.com/office/drawing/2014/main" id="{0AFDA2E7-C20C-4D7A-B5B4-4DAD977C9C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1452"/>
              <a:ext cx="2664" cy="1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89" name="Text Box 5">
              <a:extLst>
                <a:ext uri="{FF2B5EF4-FFF2-40B4-BE49-F238E27FC236}">
                  <a16:creationId xmlns:a16="http://schemas.microsoft.com/office/drawing/2014/main" id="{A9F91030-9083-480D-86FB-F065F5D716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082"/>
              <a:ext cx="1836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solidFill>
                    <a:srgbClr val="333399"/>
                  </a:solidFill>
                  <a:latin typeface="Times New Roman" panose="02020603050405020304" pitchFamily="18" charset="0"/>
                </a:rPr>
                <a:t>地基战略激光武器</a:t>
              </a:r>
            </a:p>
          </p:txBody>
        </p:sp>
      </p:grpSp>
      <p:grpSp>
        <p:nvGrpSpPr>
          <p:cNvPr id="253958" name="Group 6">
            <a:extLst>
              <a:ext uri="{FF2B5EF4-FFF2-40B4-BE49-F238E27FC236}">
                <a16:creationId xmlns:a16="http://schemas.microsoft.com/office/drawing/2014/main" id="{6B7C36D5-CB0F-4565-9D8F-ABBECD254D51}"/>
              </a:ext>
            </a:extLst>
          </p:cNvPr>
          <p:cNvGrpSpPr>
            <a:grpSpLocks/>
          </p:cNvGrpSpPr>
          <p:nvPr/>
        </p:nvGrpSpPr>
        <p:grpSpPr bwMode="auto">
          <a:xfrm>
            <a:off x="4752975" y="3971925"/>
            <a:ext cx="3409950" cy="2444750"/>
            <a:chOff x="3158" y="2502"/>
            <a:chExt cx="2148" cy="1540"/>
          </a:xfrm>
        </p:grpSpPr>
        <p:pic>
          <p:nvPicPr>
            <p:cNvPr id="50186" name="Picture 7" descr="地炮测距仪">
              <a:extLst>
                <a:ext uri="{FF2B5EF4-FFF2-40B4-BE49-F238E27FC236}">
                  <a16:creationId xmlns:a16="http://schemas.microsoft.com/office/drawing/2014/main" id="{173F4B82-C239-48D0-83AE-976D66C982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631"/>
            <a:stretch>
              <a:fillRect/>
            </a:stretch>
          </p:blipFill>
          <p:spPr bwMode="auto">
            <a:xfrm>
              <a:off x="3158" y="2502"/>
              <a:ext cx="2148" cy="1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87" name="Text Box 8">
              <a:extLst>
                <a:ext uri="{FF2B5EF4-FFF2-40B4-BE49-F238E27FC236}">
                  <a16:creationId xmlns:a16="http://schemas.microsoft.com/office/drawing/2014/main" id="{7BDA28B7-C393-462C-B347-3DB2F6258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3751"/>
              <a:ext cx="1082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solidFill>
                    <a:srgbClr val="333399"/>
                  </a:solidFill>
                  <a:latin typeface="Times New Roman" panose="02020603050405020304" pitchFamily="18" charset="0"/>
                </a:rPr>
                <a:t>地炮测距仪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A309A1A-D480-47B1-8650-84FC56AF6C87}"/>
              </a:ext>
            </a:extLst>
          </p:cNvPr>
          <p:cNvGrpSpPr>
            <a:grpSpLocks/>
          </p:cNvGrpSpPr>
          <p:nvPr/>
        </p:nvGrpSpPr>
        <p:grpSpPr bwMode="auto">
          <a:xfrm>
            <a:off x="4752975" y="1284288"/>
            <a:ext cx="3409950" cy="2543175"/>
            <a:chOff x="4752975" y="1283602"/>
            <a:chExt cx="3409950" cy="2543860"/>
          </a:xfrm>
        </p:grpSpPr>
        <p:pic>
          <p:nvPicPr>
            <p:cNvPr id="50184" name="Picture 13" descr="美媒：美国陆军获得创世界纪录的60千瓦级激光器">
              <a:extLst>
                <a:ext uri="{FF2B5EF4-FFF2-40B4-BE49-F238E27FC236}">
                  <a16:creationId xmlns:a16="http://schemas.microsoft.com/office/drawing/2014/main" id="{80DF10EB-39DB-472A-BFF9-F86AF9DFED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29" r="17879"/>
            <a:stretch>
              <a:fillRect/>
            </a:stretch>
          </p:blipFill>
          <p:spPr bwMode="auto">
            <a:xfrm>
              <a:off x="4752975" y="1283602"/>
              <a:ext cx="3409950" cy="2530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85" name="Text Box 8">
              <a:extLst>
                <a:ext uri="{FF2B5EF4-FFF2-40B4-BE49-F238E27FC236}">
                  <a16:creationId xmlns:a16="http://schemas.microsoft.com/office/drawing/2014/main" id="{576572A8-5BCA-4D17-A755-6C05A52B4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8174" y="3370262"/>
              <a:ext cx="1174751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solidFill>
                    <a:srgbClr val="333399"/>
                  </a:solidFill>
                  <a:latin typeface="Times New Roman" panose="02020603050405020304" pitchFamily="18" charset="0"/>
                </a:rPr>
                <a:t>激光炮</a:t>
              </a:r>
            </a:p>
          </p:txBody>
        </p:sp>
      </p:grpSp>
      <p:sp>
        <p:nvSpPr>
          <p:cNvPr id="50182" name="Text Box 3151">
            <a:extLst>
              <a:ext uri="{FF2B5EF4-FFF2-40B4-BE49-F238E27FC236}">
                <a16:creationId xmlns:a16="http://schemas.microsoft.com/office/drawing/2014/main" id="{29FDE6DC-AE6B-44D3-92CF-F6C965D32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33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3" name="矩形 2">
            <a:hlinkClick r:id="rId5"/>
            <a:extLst>
              <a:ext uri="{FF2B5EF4-FFF2-40B4-BE49-F238E27FC236}">
                <a16:creationId xmlns:a16="http://schemas.microsoft.com/office/drawing/2014/main" id="{0AB37352-5B70-4AFA-AA05-9E9F459D4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942013"/>
            <a:ext cx="1114425" cy="368300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激光武器</a:t>
            </a:r>
            <a:endParaRPr lang="zh-CN" alt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4" grpId="0" autoUpdateAnimBg="0"/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Text Box 2">
            <a:extLst>
              <a:ext uri="{FF2B5EF4-FFF2-40B4-BE49-F238E27FC236}">
                <a16:creationId xmlns:a16="http://schemas.microsoft.com/office/drawing/2014/main" id="{BFDA20EB-4211-4B8E-B4CF-462C03BEF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184150"/>
            <a:ext cx="89693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问题：</a:t>
            </a:r>
          </a:p>
        </p:txBody>
      </p:sp>
      <p:sp>
        <p:nvSpPr>
          <p:cNvPr id="233476" name="AutoShape 4">
            <a:extLst>
              <a:ext uri="{FF2B5EF4-FFF2-40B4-BE49-F238E27FC236}">
                <a16:creationId xmlns:a16="http://schemas.microsoft.com/office/drawing/2014/main" id="{7794B1CC-FC44-4AC1-983A-6C39CEFF4C64}"/>
              </a:ext>
            </a:extLst>
          </p:cNvPr>
          <p:cNvSpPr>
            <a:spLocks/>
          </p:cNvSpPr>
          <p:nvPr/>
        </p:nvSpPr>
        <p:spPr bwMode="auto">
          <a:xfrm flipH="1">
            <a:off x="4170363" y="5316538"/>
            <a:ext cx="288925" cy="1136650"/>
          </a:xfrm>
          <a:prstGeom prst="leftBrace">
            <a:avLst>
              <a:gd name="adj1" fmla="val 21200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233477" name="Rectangle 5">
            <a:extLst>
              <a:ext uri="{FF2B5EF4-FFF2-40B4-BE49-F238E27FC236}">
                <a16:creationId xmlns:a16="http://schemas.microsoft.com/office/drawing/2014/main" id="{4D8F37BB-E4FD-407A-987C-A945507EF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" y="3003550"/>
            <a:ext cx="827246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4º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P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型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N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型半导体的导电机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制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？</a:t>
            </a:r>
          </a:p>
        </p:txBody>
      </p:sp>
      <p:sp>
        <p:nvSpPr>
          <p:cNvPr id="233479" name="Rectangle 7">
            <a:extLst>
              <a:ext uri="{FF2B5EF4-FFF2-40B4-BE49-F238E27FC236}">
                <a16:creationId xmlns:a16="http://schemas.microsoft.com/office/drawing/2014/main" id="{AE98D158-5D0E-4F0B-9235-D86FCCBE2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" y="4740275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7º</a:t>
            </a:r>
            <a:r>
              <a:rPr kumimoji="1" lang="en-US" altLang="zh-CN" sz="2800" b="1" baseline="30000" dirty="0">
                <a:solidFill>
                  <a:schemeClr val="accent6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产生激光的条件：</a:t>
            </a:r>
          </a:p>
        </p:txBody>
      </p:sp>
      <p:sp>
        <p:nvSpPr>
          <p:cNvPr id="233480" name="Rectangle 8">
            <a:extLst>
              <a:ext uri="{FF2B5EF4-FFF2-40B4-BE49-F238E27FC236}">
                <a16:creationId xmlns:a16="http://schemas.microsoft.com/office/drawing/2014/main" id="{B256979E-C2D9-4C8B-80B2-7207EFA94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9288" y="5316538"/>
            <a:ext cx="4191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以保证实现粒子数反转</a:t>
            </a:r>
          </a:p>
        </p:txBody>
      </p:sp>
      <p:sp>
        <p:nvSpPr>
          <p:cNvPr id="233481" name="Text Box 9">
            <a:extLst>
              <a:ext uri="{FF2B5EF4-FFF2-40B4-BE49-F238E27FC236}">
                <a16:creationId xmlns:a16="http://schemas.microsoft.com/office/drawing/2014/main" id="{6E027D82-C198-4662-B44B-7F1B6F846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3" y="5173663"/>
            <a:ext cx="360045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*激活物质内有亚稳态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*外有激励能源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*有光学谐振腔</a:t>
            </a:r>
          </a:p>
        </p:txBody>
      </p:sp>
      <p:sp>
        <p:nvSpPr>
          <p:cNvPr id="233484" name="Text Box 12">
            <a:extLst>
              <a:ext uri="{FF2B5EF4-FFF2-40B4-BE49-F238E27FC236}">
                <a16:creationId xmlns:a16="http://schemas.microsoft.com/office/drawing/2014/main" id="{DE6C4616-A85C-45CA-9B15-7E3B62241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763588"/>
            <a:ext cx="8969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1º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怎样从晶体能带结构图来区分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绝缘体、半导体、导体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  <a:endParaRPr kumimoji="1" lang="zh-CN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33485" name="Text Box 13">
            <a:extLst>
              <a:ext uri="{FF2B5EF4-FFF2-40B4-BE49-F238E27FC236}">
                <a16:creationId xmlns:a16="http://schemas.microsoft.com/office/drawing/2014/main" id="{D012BD36-53E3-4152-89DE-DFC064B97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1282700"/>
            <a:ext cx="8969375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2º 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硅用铝、磷掺杂，锗用铟、锑掺杂：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    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问：各获得什么样的半导体？</a:t>
            </a:r>
          </a:p>
        </p:txBody>
      </p:sp>
      <p:sp>
        <p:nvSpPr>
          <p:cNvPr id="233486" name="Text Box 14">
            <a:extLst>
              <a:ext uri="{FF2B5EF4-FFF2-40B4-BE49-F238E27FC236}">
                <a16:creationId xmlns:a16="http://schemas.microsoft.com/office/drawing/2014/main" id="{F94340F1-37D4-42D8-9B63-0518C065E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2143125"/>
            <a:ext cx="8969375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3º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P-N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结中阻挡层是怎样形成的？它对正向电压和反向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    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电压各有什么作用？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33487" name="Rectangle 15">
            <a:extLst>
              <a:ext uri="{FF2B5EF4-FFF2-40B4-BE49-F238E27FC236}">
                <a16:creationId xmlns:a16="http://schemas.microsoft.com/office/drawing/2014/main" id="{FC8D8D84-4DD0-473F-A8E5-8F228007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" y="3479800"/>
            <a:ext cx="8969375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5º</a:t>
            </a:r>
            <a:r>
              <a:rPr kumimoji="1" lang="en-US" altLang="zh-CN" sz="2800" b="1" baseline="30000" dirty="0">
                <a:solidFill>
                  <a:schemeClr val="accent6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在激光工作物质中，如果只用基态和某一激发态能否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    实现粒子数反转？申诉理由。</a:t>
            </a:r>
          </a:p>
        </p:txBody>
      </p:sp>
      <p:sp>
        <p:nvSpPr>
          <p:cNvPr id="233488" name="Rectangle 16">
            <a:extLst>
              <a:ext uri="{FF2B5EF4-FFF2-40B4-BE49-F238E27FC236}">
                <a16:creationId xmlns:a16="http://schemas.microsoft.com/office/drawing/2014/main" id="{2C8D0754-5CA3-4DDB-B8BC-22501CC03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" y="4340225"/>
            <a:ext cx="428466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6º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谐振腔的作用是什么？</a:t>
            </a:r>
          </a:p>
        </p:txBody>
      </p:sp>
      <p:sp>
        <p:nvSpPr>
          <p:cNvPr id="233489" name="Rectangle 17">
            <a:extLst>
              <a:ext uri="{FF2B5EF4-FFF2-40B4-BE49-F238E27FC236}">
                <a16:creationId xmlns:a16="http://schemas.microsoft.com/office/drawing/2014/main" id="{5A349B76-78FF-424E-85CA-FE53BCD24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4650" y="4340225"/>
            <a:ext cx="44656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定向、放大、提高单色性</a:t>
            </a:r>
          </a:p>
        </p:txBody>
      </p:sp>
      <p:sp>
        <p:nvSpPr>
          <p:cNvPr id="233491" name="Rectangle 19">
            <a:extLst>
              <a:ext uri="{FF2B5EF4-FFF2-40B4-BE49-F238E27FC236}">
                <a16:creationId xmlns:a16="http://schemas.microsoft.com/office/drawing/2014/main" id="{25F02A39-8319-4C9D-98E7-EDFBD60BC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9288" y="5921375"/>
            <a:ext cx="41910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以保证单色性、方向性等</a:t>
            </a:r>
            <a:endParaRPr kumimoji="1"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51215" name="Text Box 3151">
            <a:extLst>
              <a:ext uri="{FF2B5EF4-FFF2-40B4-BE49-F238E27FC236}">
                <a16:creationId xmlns:a16="http://schemas.microsoft.com/office/drawing/2014/main" id="{7062DCDD-2B70-408A-8354-E00C4C265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34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3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3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3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3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4" grpId="0" autoUpdateAnimBg="0"/>
      <p:bldP spid="233476" grpId="0" animBg="1"/>
      <p:bldP spid="233477" grpId="0" autoUpdateAnimBg="0"/>
      <p:bldP spid="233479" grpId="0" autoUpdateAnimBg="0"/>
      <p:bldP spid="233480" grpId="0"/>
      <p:bldP spid="233481" grpId="0" autoUpdateAnimBg="0"/>
      <p:bldP spid="233484" grpId="0" autoUpdateAnimBg="0"/>
      <p:bldP spid="233485" grpId="0" autoUpdateAnimBg="0"/>
      <p:bldP spid="233486" grpId="0" autoUpdateAnimBg="0"/>
      <p:bldP spid="233487" grpId="0" autoUpdateAnimBg="0"/>
      <p:bldP spid="233488" grpId="0" autoUpdateAnimBg="0"/>
      <p:bldP spid="233489" grpId="0" autoUpdateAnimBg="0"/>
      <p:bldP spid="23349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图片 3">
            <a:extLst>
              <a:ext uri="{FF2B5EF4-FFF2-40B4-BE49-F238E27FC236}">
                <a16:creationId xmlns:a16="http://schemas.microsoft.com/office/drawing/2014/main" id="{84B06B08-E918-415F-8024-A99C3F213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60350"/>
            <a:ext cx="7129462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7" name="图片 4">
            <a:extLst>
              <a:ext uri="{FF2B5EF4-FFF2-40B4-BE49-F238E27FC236}">
                <a16:creationId xmlns:a16="http://schemas.microsoft.com/office/drawing/2014/main" id="{4FEDF346-6B27-41CA-B8CE-249AA35BB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3284538"/>
            <a:ext cx="7129462" cy="343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Text Box 3151">
            <a:extLst>
              <a:ext uri="{FF2B5EF4-FFF2-40B4-BE49-F238E27FC236}">
                <a16:creationId xmlns:a16="http://schemas.microsoft.com/office/drawing/2014/main" id="{FB15E7AC-5A1F-4E8A-99B1-090FDEC51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35</a:t>
            </a:r>
            <a:endParaRPr lang="en-US" altLang="zh-CN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Box 3">
            <a:extLst>
              <a:ext uri="{FF2B5EF4-FFF2-40B4-BE49-F238E27FC236}">
                <a16:creationId xmlns:a16="http://schemas.microsoft.com/office/drawing/2014/main" id="{9EAB7FAD-1722-464E-AE2E-16F7C3C2E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115888"/>
            <a:ext cx="342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1F16419-E373-4515-9997-E0B7E8688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692150"/>
            <a:ext cx="6873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zh-CN" alt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半导体</a:t>
            </a:r>
          </a:p>
        </p:txBody>
      </p:sp>
      <p:sp>
        <p:nvSpPr>
          <p:cNvPr id="39" name="Text Box 24">
            <a:extLst>
              <a:ext uri="{FF2B5EF4-FFF2-40B4-BE49-F238E27FC236}">
                <a16:creationId xmlns:a16="http://schemas.microsoft.com/office/drawing/2014/main" id="{DDB413C9-C346-40DB-998A-CF2378AA5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1314450"/>
            <a:ext cx="5697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>
                <a:latin typeface="Times New Roman" panose="02020603050405020304" pitchFamily="18" charset="0"/>
              </a:rPr>
              <a:t>能带理论：满带，价带，空带，禁带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F1E54DE-54F7-4046-A7BF-0255E56D2756}"/>
              </a:ext>
            </a:extLst>
          </p:cNvPr>
          <p:cNvGrpSpPr>
            <a:grpSpLocks/>
          </p:cNvGrpSpPr>
          <p:nvPr/>
        </p:nvGrpSpPr>
        <p:grpSpPr bwMode="auto">
          <a:xfrm>
            <a:off x="6737350" y="692150"/>
            <a:ext cx="2082800" cy="1676400"/>
            <a:chOff x="184690" y="2564904"/>
            <a:chExt cx="2083054" cy="1675791"/>
          </a:xfrm>
        </p:grpSpPr>
        <p:sp>
          <p:nvSpPr>
            <p:cNvPr id="53583" name="Rectangle 4">
              <a:extLst>
                <a:ext uri="{FF2B5EF4-FFF2-40B4-BE49-F238E27FC236}">
                  <a16:creationId xmlns:a16="http://schemas.microsoft.com/office/drawing/2014/main" id="{AA14B5CF-3EA3-466A-A455-0372CBBCC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837" y="3847713"/>
              <a:ext cx="1565130" cy="361082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/>
            </a:p>
          </p:txBody>
        </p:sp>
        <p:sp>
          <p:nvSpPr>
            <p:cNvPr id="53584" name="Rectangle 5">
              <a:extLst>
                <a:ext uri="{FF2B5EF4-FFF2-40B4-BE49-F238E27FC236}">
                  <a16:creationId xmlns:a16="http://schemas.microsoft.com/office/drawing/2014/main" id="{E93CD606-603F-4C37-A10A-DDD795A49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837" y="3246353"/>
              <a:ext cx="1565130" cy="361082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/>
            </a:p>
          </p:txBody>
        </p:sp>
        <p:grpSp>
          <p:nvGrpSpPr>
            <p:cNvPr id="53585" name="组合 62">
              <a:extLst>
                <a:ext uri="{FF2B5EF4-FFF2-40B4-BE49-F238E27FC236}">
                  <a16:creationId xmlns:a16="http://schemas.microsoft.com/office/drawing/2014/main" id="{C1C4486D-B38F-470F-8A29-70111088E7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690" y="2583927"/>
              <a:ext cx="422147" cy="1624868"/>
              <a:chOff x="611188" y="333375"/>
              <a:chExt cx="504825" cy="1943100"/>
            </a:xfrm>
          </p:grpSpPr>
          <p:grpSp>
            <p:nvGrpSpPr>
              <p:cNvPr id="53604" name="Group 14">
                <a:extLst>
                  <a:ext uri="{FF2B5EF4-FFF2-40B4-BE49-F238E27FC236}">
                    <a16:creationId xmlns:a16="http://schemas.microsoft.com/office/drawing/2014/main" id="{8C023EFC-F342-4F2A-BAB9-13688B3217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1188" y="333375"/>
                <a:ext cx="504825" cy="1943100"/>
                <a:chOff x="385" y="210"/>
                <a:chExt cx="318" cy="1224"/>
              </a:xfrm>
            </p:grpSpPr>
            <p:sp>
              <p:nvSpPr>
                <p:cNvPr id="53606" name="Line 11">
                  <a:extLst>
                    <a:ext uri="{FF2B5EF4-FFF2-40B4-BE49-F238E27FC236}">
                      <a16:creationId xmlns:a16="http://schemas.microsoft.com/office/drawing/2014/main" id="{668E20C3-8652-43E9-971C-8991E25008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03" y="210"/>
                  <a:ext cx="0" cy="1224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607" name="Text Box 12">
                  <a:extLst>
                    <a:ext uri="{FF2B5EF4-FFF2-40B4-BE49-F238E27FC236}">
                      <a16:creationId xmlns:a16="http://schemas.microsoft.com/office/drawing/2014/main" id="{7C61D222-8A18-4812-8208-8A7D13063C9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5" y="300"/>
                  <a:ext cx="272" cy="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zh-CN" altLang="zh-CN" sz="1600" b="1" i="1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3605" name="Rectangle 13">
                <a:extLst>
                  <a:ext uri="{FF2B5EF4-FFF2-40B4-BE49-F238E27FC236}">
                    <a16:creationId xmlns:a16="http://schemas.microsoft.com/office/drawing/2014/main" id="{F488D2DF-70FF-420B-891F-24393539A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188" y="549275"/>
                <a:ext cx="360363" cy="4048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1" i="1"/>
                  <a:t>E</a:t>
                </a:r>
              </a:p>
            </p:txBody>
          </p:sp>
        </p:grpSp>
        <p:sp>
          <p:nvSpPr>
            <p:cNvPr id="53586" name="Text Box 15">
              <a:extLst>
                <a:ext uri="{FF2B5EF4-FFF2-40B4-BE49-F238E27FC236}">
                  <a16:creationId xmlns:a16="http://schemas.microsoft.com/office/drawing/2014/main" id="{8E26BBDB-6E8E-4F9F-9007-72609B3897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722" y="3902141"/>
              <a:ext cx="60268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/>
                <a:t>满带</a:t>
              </a:r>
            </a:p>
          </p:txBody>
        </p:sp>
        <p:sp>
          <p:nvSpPr>
            <p:cNvPr id="53587" name="Text Box 16">
              <a:extLst>
                <a:ext uri="{FF2B5EF4-FFF2-40B4-BE49-F238E27FC236}">
                  <a16:creationId xmlns:a16="http://schemas.microsoft.com/office/drawing/2014/main" id="{B5F7E152-EB48-4FA3-A684-0A1611C821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722" y="3274230"/>
              <a:ext cx="60268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/>
                <a:t>导带</a:t>
              </a:r>
            </a:p>
          </p:txBody>
        </p:sp>
        <p:sp>
          <p:nvSpPr>
            <p:cNvPr id="53588" name="Line 29">
              <a:extLst>
                <a:ext uri="{FF2B5EF4-FFF2-40B4-BE49-F238E27FC236}">
                  <a16:creationId xmlns:a16="http://schemas.microsoft.com/office/drawing/2014/main" id="{9DE9D071-09BD-4F88-B09B-05172D6D4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7115" y="3607435"/>
              <a:ext cx="0" cy="2402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589" name="组合 57">
              <a:extLst>
                <a:ext uri="{FF2B5EF4-FFF2-40B4-BE49-F238E27FC236}">
                  <a16:creationId xmlns:a16="http://schemas.microsoft.com/office/drawing/2014/main" id="{83BE8F5F-75B6-4C7E-8509-6FB0625068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313" y="3867626"/>
              <a:ext cx="692958" cy="91598"/>
              <a:chOff x="1258888" y="1868488"/>
              <a:chExt cx="828675" cy="109537"/>
            </a:xfrm>
          </p:grpSpPr>
          <p:sp>
            <p:nvSpPr>
              <p:cNvPr id="53600" name="Oval 31">
                <a:extLst>
                  <a:ext uri="{FF2B5EF4-FFF2-40B4-BE49-F238E27FC236}">
                    <a16:creationId xmlns:a16="http://schemas.microsoft.com/office/drawing/2014/main" id="{FF174E2C-7C4A-447A-B251-7A380B585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888" y="1870075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/>
              </a:p>
            </p:txBody>
          </p:sp>
          <p:sp>
            <p:nvSpPr>
              <p:cNvPr id="53601" name="Oval 32">
                <a:extLst>
                  <a:ext uri="{FF2B5EF4-FFF2-40B4-BE49-F238E27FC236}">
                    <a16:creationId xmlns:a16="http://schemas.microsoft.com/office/drawing/2014/main" id="{19673BD3-65E0-4C36-BC87-85A8FF0EC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075" y="1870075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/>
              </a:p>
            </p:txBody>
          </p:sp>
          <p:sp>
            <p:nvSpPr>
              <p:cNvPr id="53602" name="Oval 33">
                <a:extLst>
                  <a:ext uri="{FF2B5EF4-FFF2-40B4-BE49-F238E27FC236}">
                    <a16:creationId xmlns:a16="http://schemas.microsoft.com/office/drawing/2014/main" id="{3B5DFD63-1B58-4D25-815B-D8F47B0AE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3713" y="1868488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/>
              </a:p>
            </p:txBody>
          </p:sp>
          <p:sp>
            <p:nvSpPr>
              <p:cNvPr id="53603" name="Oval 34">
                <a:extLst>
                  <a:ext uri="{FF2B5EF4-FFF2-40B4-BE49-F238E27FC236}">
                    <a16:creationId xmlns:a16="http://schemas.microsoft.com/office/drawing/2014/main" id="{75DC6BBF-4116-439C-AFA8-C28B90DBC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613" y="1868488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/>
              </a:p>
            </p:txBody>
          </p:sp>
        </p:grpSp>
        <p:grpSp>
          <p:nvGrpSpPr>
            <p:cNvPr id="53590" name="组合 58">
              <a:extLst>
                <a:ext uri="{FF2B5EF4-FFF2-40B4-BE49-F238E27FC236}">
                  <a16:creationId xmlns:a16="http://schemas.microsoft.com/office/drawing/2014/main" id="{404C58E7-5461-495F-B1AA-3945A87F7F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0082" y="3868953"/>
              <a:ext cx="270811" cy="90270"/>
              <a:chOff x="2411413" y="1870075"/>
              <a:chExt cx="323850" cy="107950"/>
            </a:xfrm>
          </p:grpSpPr>
          <p:sp>
            <p:nvSpPr>
              <p:cNvPr id="53598" name="Oval 35">
                <a:extLst>
                  <a:ext uri="{FF2B5EF4-FFF2-40B4-BE49-F238E27FC236}">
                    <a16:creationId xmlns:a16="http://schemas.microsoft.com/office/drawing/2014/main" id="{E57A787F-099D-491D-93EF-23A4CB478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1413" y="1870075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/>
              </a:p>
            </p:txBody>
          </p:sp>
          <p:sp>
            <p:nvSpPr>
              <p:cNvPr id="53599" name="Oval 36">
                <a:extLst>
                  <a:ext uri="{FF2B5EF4-FFF2-40B4-BE49-F238E27FC236}">
                    <a16:creationId xmlns:a16="http://schemas.microsoft.com/office/drawing/2014/main" id="{BDFB5D61-1754-4C3F-9A56-D5A2CE047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313" y="1870075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/>
              </a:p>
            </p:txBody>
          </p:sp>
        </p:grpSp>
        <p:sp>
          <p:nvSpPr>
            <p:cNvPr id="53591" name="Line 37">
              <a:extLst>
                <a:ext uri="{FF2B5EF4-FFF2-40B4-BE49-F238E27FC236}">
                  <a16:creationId xmlns:a16="http://schemas.microsoft.com/office/drawing/2014/main" id="{933B34C6-CF63-408F-B338-FE95B0AF92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744" y="2564904"/>
              <a:ext cx="0" cy="15651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592" name="组合 56">
              <a:extLst>
                <a:ext uri="{FF2B5EF4-FFF2-40B4-BE49-F238E27FC236}">
                  <a16:creationId xmlns:a16="http://schemas.microsoft.com/office/drawing/2014/main" id="{12C74A72-EFFC-408A-AD54-6D88E77E91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4685" y="3440169"/>
              <a:ext cx="270811" cy="90270"/>
              <a:chOff x="2428860" y="1357298"/>
              <a:chExt cx="323850" cy="107950"/>
            </a:xfrm>
          </p:grpSpPr>
          <p:sp>
            <p:nvSpPr>
              <p:cNvPr id="53596" name="Oval 35">
                <a:extLst>
                  <a:ext uri="{FF2B5EF4-FFF2-40B4-BE49-F238E27FC236}">
                    <a16:creationId xmlns:a16="http://schemas.microsoft.com/office/drawing/2014/main" id="{0297B99C-6D33-4F7E-97BC-3EEC0F37A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8860" y="1357298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/>
              </a:p>
            </p:txBody>
          </p:sp>
          <p:sp>
            <p:nvSpPr>
              <p:cNvPr id="53597" name="Oval 36">
                <a:extLst>
                  <a:ext uri="{FF2B5EF4-FFF2-40B4-BE49-F238E27FC236}">
                    <a16:creationId xmlns:a16="http://schemas.microsoft.com/office/drawing/2014/main" id="{EED54252-CC65-4CCD-ACF2-239916ABB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4760" y="1357298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/>
              </a:p>
            </p:txBody>
          </p:sp>
        </p:grpSp>
        <p:grpSp>
          <p:nvGrpSpPr>
            <p:cNvPr id="53593" name="组合 59">
              <a:extLst>
                <a:ext uri="{FF2B5EF4-FFF2-40B4-BE49-F238E27FC236}">
                  <a16:creationId xmlns:a16="http://schemas.microsoft.com/office/drawing/2014/main" id="{16CD091E-1776-45BA-86D1-C2EF9A7CBB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3444" y="3864971"/>
              <a:ext cx="270811" cy="90270"/>
              <a:chOff x="2411413" y="1870075"/>
              <a:chExt cx="323850" cy="107950"/>
            </a:xfrm>
          </p:grpSpPr>
          <p:sp>
            <p:nvSpPr>
              <p:cNvPr id="53594" name="Oval 35">
                <a:extLst>
                  <a:ext uri="{FF2B5EF4-FFF2-40B4-BE49-F238E27FC236}">
                    <a16:creationId xmlns:a16="http://schemas.microsoft.com/office/drawing/2014/main" id="{CDC23846-8E4F-499B-BDBA-54C9BE94DF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1413" y="1870075"/>
                <a:ext cx="107950" cy="107950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/>
              </a:p>
            </p:txBody>
          </p:sp>
          <p:sp>
            <p:nvSpPr>
              <p:cNvPr id="53595" name="Oval 36">
                <a:extLst>
                  <a:ext uri="{FF2B5EF4-FFF2-40B4-BE49-F238E27FC236}">
                    <a16:creationId xmlns:a16="http://schemas.microsoft.com/office/drawing/2014/main" id="{66CEBE56-D31C-4454-8669-662A27DFC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313" y="1870075"/>
                <a:ext cx="107950" cy="107950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/>
              </a:p>
            </p:txBody>
          </p:sp>
        </p:grpSp>
      </p:grpSp>
      <p:sp>
        <p:nvSpPr>
          <p:cNvPr id="107" name="Text Box 20">
            <a:extLst>
              <a:ext uri="{FF2B5EF4-FFF2-40B4-BE49-F238E27FC236}">
                <a16:creationId xmlns:a16="http://schemas.microsoft.com/office/drawing/2014/main" id="{8AAFEA54-48DD-46BC-9041-54CF6A0CB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1889125"/>
            <a:ext cx="73834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>
                <a:latin typeface="Times New Roman" panose="02020603050405020304" pitchFamily="18" charset="0"/>
                <a:ea typeface="楷体_GB2312"/>
                <a:cs typeface="楷体_GB2312"/>
              </a:rPr>
              <a:t>导体、半导体、绝缘体的能带结构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52B72F-D536-4AB9-858E-0C4C8A7A4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38" y="3151188"/>
            <a:ext cx="1458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>
                <a:latin typeface="Times New Roman" panose="02020603050405020304" pitchFamily="18" charset="0"/>
                <a:ea typeface="楷体_GB2312"/>
                <a:cs typeface="楷体_GB2312"/>
              </a:rPr>
              <a:t>半导体</a:t>
            </a:r>
            <a:endParaRPr lang="zh-CN" altLang="en-US" sz="2400"/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00294816-E054-43CF-BC8E-9D577F09318D}"/>
              </a:ext>
            </a:extLst>
          </p:cNvPr>
          <p:cNvSpPr/>
          <p:nvPr/>
        </p:nvSpPr>
        <p:spPr>
          <a:xfrm>
            <a:off x="1557338" y="3090863"/>
            <a:ext cx="122237" cy="601662"/>
          </a:xfrm>
          <a:prstGeom prst="lef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b="1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D14A222F-8356-42DA-BA4C-5A4A22C82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2860675"/>
            <a:ext cx="172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/>
              <a:t>本征半导体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75E66380-E944-4007-A151-E69F0B9A0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6550" y="3394075"/>
            <a:ext cx="172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/>
              <a:t>杂质半导体</a:t>
            </a:r>
          </a:p>
        </p:txBody>
      </p:sp>
      <p:sp>
        <p:nvSpPr>
          <p:cNvPr id="110" name="左大括号 109">
            <a:extLst>
              <a:ext uri="{FF2B5EF4-FFF2-40B4-BE49-F238E27FC236}">
                <a16:creationId xmlns:a16="http://schemas.microsoft.com/office/drawing/2014/main" id="{8EF73E2A-C5F3-4011-B812-1313CC5C4F5E}"/>
              </a:ext>
            </a:extLst>
          </p:cNvPr>
          <p:cNvSpPr/>
          <p:nvPr/>
        </p:nvSpPr>
        <p:spPr>
          <a:xfrm>
            <a:off x="3298825" y="3417888"/>
            <a:ext cx="180975" cy="442912"/>
          </a:xfrm>
          <a:prstGeom prst="lef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b="1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AFDE76AF-6A60-462C-9987-DE1C8DEF3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3105150"/>
            <a:ext cx="7159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/>
              <a:t>N</a:t>
            </a:r>
            <a:r>
              <a:rPr lang="zh-CN" altLang="en-US" sz="2400" b="1"/>
              <a:t>型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80E53452-0DEC-47B4-9D05-98EACA949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609975"/>
            <a:ext cx="698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/>
              <a:t>P</a:t>
            </a:r>
            <a:r>
              <a:rPr lang="zh-CN" altLang="en-US" sz="2400" b="1"/>
              <a:t>型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A699DB1-5DD2-420B-8B18-B07EFCE024CB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2565400"/>
            <a:ext cx="1939925" cy="2060575"/>
            <a:chOff x="5181600" y="1541463"/>
            <a:chExt cx="3702050" cy="4448538"/>
          </a:xfrm>
        </p:grpSpPr>
        <p:sp>
          <p:nvSpPr>
            <p:cNvPr id="53548" name="Line 9">
              <a:extLst>
                <a:ext uri="{FF2B5EF4-FFF2-40B4-BE49-F238E27FC236}">
                  <a16:creationId xmlns:a16="http://schemas.microsoft.com/office/drawing/2014/main" id="{0A25ECAA-6D5A-4644-8B73-2BB1C9D3D6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1600" y="1739900"/>
              <a:ext cx="0" cy="4083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549" name="Rectangle 10">
              <a:extLst>
                <a:ext uri="{FF2B5EF4-FFF2-40B4-BE49-F238E27FC236}">
                  <a16:creationId xmlns:a16="http://schemas.microsoft.com/office/drawing/2014/main" id="{0565B5AF-3D59-46DF-90C0-1537F0988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5178425"/>
              <a:ext cx="3382963" cy="64452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/>
            </a:p>
          </p:txBody>
        </p:sp>
        <p:sp>
          <p:nvSpPr>
            <p:cNvPr id="53550" name="Rectangle 11">
              <a:extLst>
                <a:ext uri="{FF2B5EF4-FFF2-40B4-BE49-F238E27FC236}">
                  <a16:creationId xmlns:a16="http://schemas.microsoft.com/office/drawing/2014/main" id="{6C6036A8-4D2B-4B6F-BC04-14A51DA21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3028950"/>
              <a:ext cx="3382963" cy="64452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/>
            </a:p>
          </p:txBody>
        </p:sp>
        <p:graphicFrame>
          <p:nvGraphicFramePr>
            <p:cNvPr id="53551" name="Object 12">
              <a:extLst>
                <a:ext uri="{FF2B5EF4-FFF2-40B4-BE49-F238E27FC236}">
                  <a16:creationId xmlns:a16="http://schemas.microsoft.com/office/drawing/2014/main" id="{47CCDC77-559B-4132-AFC9-76B7AC8A8A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07013" y="1658938"/>
            <a:ext cx="33020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608" name="Equation" r:id="rId3" imgW="241300" imgH="228600" progId="Equation.DSMT4">
                    <p:embed/>
                  </p:oleObj>
                </mc:Choice>
                <mc:Fallback>
                  <p:oleObj name="Equation" r:id="rId3" imgW="241300" imgH="2286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7013" y="1658938"/>
                          <a:ext cx="330200" cy="336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552" name="Line 13">
              <a:extLst>
                <a:ext uri="{FF2B5EF4-FFF2-40B4-BE49-F238E27FC236}">
                  <a16:creationId xmlns:a16="http://schemas.microsoft.com/office/drawing/2014/main" id="{7C5FA8E9-DAE0-4EED-9F15-0AA7A0E2B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55414" y="2084960"/>
              <a:ext cx="0" cy="3654424"/>
            </a:xfrm>
            <a:prstGeom prst="line">
              <a:avLst/>
            </a:prstGeom>
            <a:noFill/>
            <a:ln w="57150">
              <a:solidFill>
                <a:srgbClr val="FF99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553" name="Text Box 14">
              <a:extLst>
                <a:ext uri="{FF2B5EF4-FFF2-40B4-BE49-F238E27FC236}">
                  <a16:creationId xmlns:a16="http://schemas.microsoft.com/office/drawing/2014/main" id="{6AFA1670-4970-424A-B02D-BCDE6B4CF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649" y="1541463"/>
              <a:ext cx="1143001" cy="1528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外场</a:t>
              </a:r>
              <a:endParaRPr kumimoji="1" lang="zh-CN" altLang="en-US" sz="2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53554" name="Text Box 15">
              <a:extLst>
                <a:ext uri="{FF2B5EF4-FFF2-40B4-BE49-F238E27FC236}">
                  <a16:creationId xmlns:a16="http://schemas.microsoft.com/office/drawing/2014/main" id="{BC1B658D-BA45-4A3E-BE49-CABF46E68B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13" y="5126039"/>
              <a:ext cx="1331314" cy="863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latin typeface="Times New Roman" panose="02020603050405020304" pitchFamily="18" charset="0"/>
                  <a:ea typeface="楷体_GB2312"/>
                  <a:cs typeface="楷体_GB2312"/>
                </a:rPr>
                <a:t>满带</a:t>
              </a:r>
            </a:p>
          </p:txBody>
        </p:sp>
        <p:sp>
          <p:nvSpPr>
            <p:cNvPr id="53555" name="Text Box 16">
              <a:extLst>
                <a:ext uri="{FF2B5EF4-FFF2-40B4-BE49-F238E27FC236}">
                  <a16:creationId xmlns:a16="http://schemas.microsoft.com/office/drawing/2014/main" id="{F73C22E3-4F9D-46D4-98C1-EF000E6204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2976563"/>
              <a:ext cx="1331314" cy="863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latin typeface="Times New Roman" panose="02020603050405020304" pitchFamily="18" charset="0"/>
                  <a:ea typeface="楷体_GB2312"/>
                  <a:cs typeface="楷体_GB2312"/>
                </a:rPr>
                <a:t>导带</a:t>
              </a:r>
            </a:p>
          </p:txBody>
        </p:sp>
        <p:sp>
          <p:nvSpPr>
            <p:cNvPr id="53556" name="Line 17">
              <a:extLst>
                <a:ext uri="{FF2B5EF4-FFF2-40B4-BE49-F238E27FC236}">
                  <a16:creationId xmlns:a16="http://schemas.microsoft.com/office/drawing/2014/main" id="{7B1969BF-910D-4B43-8D62-8F23451A3C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600" y="4103688"/>
              <a:ext cx="3382963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3557" name="Group 18">
              <a:extLst>
                <a:ext uri="{FF2B5EF4-FFF2-40B4-BE49-F238E27FC236}">
                  <a16:creationId xmlns:a16="http://schemas.microsoft.com/office/drawing/2014/main" id="{0D0F0876-40E2-416E-A85B-2274AD2AA0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76963" y="3994150"/>
              <a:ext cx="1519237" cy="217488"/>
              <a:chOff x="2544" y="3264"/>
              <a:chExt cx="720" cy="96"/>
            </a:xfrm>
          </p:grpSpPr>
          <p:sp>
            <p:nvSpPr>
              <p:cNvPr id="53579" name="Oval 19">
                <a:extLst>
                  <a:ext uri="{FF2B5EF4-FFF2-40B4-BE49-F238E27FC236}">
                    <a16:creationId xmlns:a16="http://schemas.microsoft.com/office/drawing/2014/main" id="{1923CBEC-D0D6-43BF-A17F-5F945767A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326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80" name="Oval 20">
                <a:extLst>
                  <a:ext uri="{FF2B5EF4-FFF2-40B4-BE49-F238E27FC236}">
                    <a16:creationId xmlns:a16="http://schemas.microsoft.com/office/drawing/2014/main" id="{5A7DB34E-C78D-4394-83D5-EB29E038B3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326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81" name="Oval 21">
                <a:extLst>
                  <a:ext uri="{FF2B5EF4-FFF2-40B4-BE49-F238E27FC236}">
                    <a16:creationId xmlns:a16="http://schemas.microsoft.com/office/drawing/2014/main" id="{1DA44268-9285-46F5-A3EE-B602536B8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326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82" name="Oval 22">
                <a:extLst>
                  <a:ext uri="{FF2B5EF4-FFF2-40B4-BE49-F238E27FC236}">
                    <a16:creationId xmlns:a16="http://schemas.microsoft.com/office/drawing/2014/main" id="{7EB24D5A-0290-4BC6-9B42-C82C0BFA7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26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</p:grpSp>
        <p:grpSp>
          <p:nvGrpSpPr>
            <p:cNvPr id="53558" name="Group 23">
              <a:extLst>
                <a:ext uri="{FF2B5EF4-FFF2-40B4-BE49-F238E27FC236}">
                  <a16:creationId xmlns:a16="http://schemas.microsoft.com/office/drawing/2014/main" id="{CA8A4D23-14A7-4F1B-BB86-8A28BD298A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75388" y="3565525"/>
              <a:ext cx="1344612" cy="430213"/>
              <a:chOff x="2592" y="3072"/>
              <a:chExt cx="624" cy="192"/>
            </a:xfrm>
          </p:grpSpPr>
          <p:sp>
            <p:nvSpPr>
              <p:cNvPr id="53575" name="Line 24">
                <a:extLst>
                  <a:ext uri="{FF2B5EF4-FFF2-40B4-BE49-F238E27FC236}">
                    <a16:creationId xmlns:a16="http://schemas.microsoft.com/office/drawing/2014/main" id="{E139C94A-7709-4F35-A25D-D339FF8B26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2" y="3072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76" name="Line 25">
                <a:extLst>
                  <a:ext uri="{FF2B5EF4-FFF2-40B4-BE49-F238E27FC236}">
                    <a16:creationId xmlns:a16="http://schemas.microsoft.com/office/drawing/2014/main" id="{46C5237E-6F0B-4122-85FB-18C72A7A8D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84" y="3072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77" name="Line 26">
                <a:extLst>
                  <a:ext uri="{FF2B5EF4-FFF2-40B4-BE49-F238E27FC236}">
                    <a16:creationId xmlns:a16="http://schemas.microsoft.com/office/drawing/2014/main" id="{0F4D8B66-1E81-4A15-9F09-1AD8DC1784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6" y="3072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78" name="Line 27">
                <a:extLst>
                  <a:ext uri="{FF2B5EF4-FFF2-40B4-BE49-F238E27FC236}">
                    <a16:creationId xmlns:a16="http://schemas.microsoft.com/office/drawing/2014/main" id="{62DF3B97-4D37-4FAE-A1BF-64F84811D7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6" y="3072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3559" name="Text Box 28">
              <a:extLst>
                <a:ext uri="{FF2B5EF4-FFF2-40B4-BE49-F238E27FC236}">
                  <a16:creationId xmlns:a16="http://schemas.microsoft.com/office/drawing/2014/main" id="{0D3527DA-DA56-4DC8-A629-2BCA5A4BE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4146551"/>
              <a:ext cx="2630488" cy="863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施主能级</a:t>
              </a:r>
            </a:p>
          </p:txBody>
        </p:sp>
        <p:grpSp>
          <p:nvGrpSpPr>
            <p:cNvPr id="53560" name="Group 29">
              <a:extLst>
                <a:ext uri="{FF2B5EF4-FFF2-40B4-BE49-F238E27FC236}">
                  <a16:creationId xmlns:a16="http://schemas.microsoft.com/office/drawing/2014/main" id="{3ABC99EF-6526-478F-8836-8EA6293787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75388" y="5286375"/>
              <a:ext cx="1393825" cy="214313"/>
              <a:chOff x="2592" y="3840"/>
              <a:chExt cx="672" cy="96"/>
            </a:xfrm>
          </p:grpSpPr>
          <p:sp>
            <p:nvSpPr>
              <p:cNvPr id="53571" name="Oval 30">
                <a:extLst>
                  <a:ext uri="{FF2B5EF4-FFF2-40B4-BE49-F238E27FC236}">
                    <a16:creationId xmlns:a16="http://schemas.microsoft.com/office/drawing/2014/main" id="{72C6AB0A-2668-4B0C-BF33-9CE0D2646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384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72" name="Oval 31">
                <a:extLst>
                  <a:ext uri="{FF2B5EF4-FFF2-40B4-BE49-F238E27FC236}">
                    <a16:creationId xmlns:a16="http://schemas.microsoft.com/office/drawing/2014/main" id="{8E5CF3E5-A295-404C-820B-025E40524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384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73" name="Oval 32">
                <a:extLst>
                  <a:ext uri="{FF2B5EF4-FFF2-40B4-BE49-F238E27FC236}">
                    <a16:creationId xmlns:a16="http://schemas.microsoft.com/office/drawing/2014/main" id="{910AC693-AB30-49C2-A935-619264C67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384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74" name="Oval 33">
                <a:extLst>
                  <a:ext uri="{FF2B5EF4-FFF2-40B4-BE49-F238E27FC236}">
                    <a16:creationId xmlns:a16="http://schemas.microsoft.com/office/drawing/2014/main" id="{286DF2C8-745B-4A2B-9CDF-31B055D5C9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84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</p:grpSp>
        <p:grpSp>
          <p:nvGrpSpPr>
            <p:cNvPr id="53561" name="Group 34">
              <a:extLst>
                <a:ext uri="{FF2B5EF4-FFF2-40B4-BE49-F238E27FC236}">
                  <a16:creationId xmlns:a16="http://schemas.microsoft.com/office/drawing/2014/main" id="{DAEB0C3A-1ECE-48FD-B147-A920224161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0" y="3308350"/>
              <a:ext cx="1595438" cy="228600"/>
              <a:chOff x="2544" y="3264"/>
              <a:chExt cx="720" cy="96"/>
            </a:xfrm>
          </p:grpSpPr>
          <p:sp>
            <p:nvSpPr>
              <p:cNvPr id="53567" name="Oval 35">
                <a:extLst>
                  <a:ext uri="{FF2B5EF4-FFF2-40B4-BE49-F238E27FC236}">
                    <a16:creationId xmlns:a16="http://schemas.microsoft.com/office/drawing/2014/main" id="{0414BA8D-946A-43C0-85ED-199324051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326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68" name="Oval 36">
                <a:extLst>
                  <a:ext uri="{FF2B5EF4-FFF2-40B4-BE49-F238E27FC236}">
                    <a16:creationId xmlns:a16="http://schemas.microsoft.com/office/drawing/2014/main" id="{88C89B16-9F0B-4CB8-A794-FE1CACB19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326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69" name="Oval 37">
                <a:extLst>
                  <a:ext uri="{FF2B5EF4-FFF2-40B4-BE49-F238E27FC236}">
                    <a16:creationId xmlns:a16="http://schemas.microsoft.com/office/drawing/2014/main" id="{010EB13B-294C-482D-964B-894DCD898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326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70" name="Oval 38">
                <a:extLst>
                  <a:ext uri="{FF2B5EF4-FFF2-40B4-BE49-F238E27FC236}">
                    <a16:creationId xmlns:a16="http://schemas.microsoft.com/office/drawing/2014/main" id="{2913198B-346C-4DD2-B879-BE066F05DD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26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</p:grpSp>
        <p:grpSp>
          <p:nvGrpSpPr>
            <p:cNvPr id="53562" name="Group 39">
              <a:extLst>
                <a:ext uri="{FF2B5EF4-FFF2-40B4-BE49-F238E27FC236}">
                  <a16:creationId xmlns:a16="http://schemas.microsoft.com/office/drawing/2014/main" id="{22B05D5A-F519-4E76-BBBB-365DED42B2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72200" y="2622550"/>
              <a:ext cx="1447800" cy="644525"/>
              <a:chOff x="2592" y="2688"/>
              <a:chExt cx="624" cy="288"/>
            </a:xfrm>
          </p:grpSpPr>
          <p:sp>
            <p:nvSpPr>
              <p:cNvPr id="53563" name="Line 40">
                <a:extLst>
                  <a:ext uri="{FF2B5EF4-FFF2-40B4-BE49-F238E27FC236}">
                    <a16:creationId xmlns:a16="http://schemas.microsoft.com/office/drawing/2014/main" id="{A2216F59-077B-4601-B4C5-3D92686076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2" y="2688"/>
                <a:ext cx="0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64" name="Line 41">
                <a:extLst>
                  <a:ext uri="{FF2B5EF4-FFF2-40B4-BE49-F238E27FC236}">
                    <a16:creationId xmlns:a16="http://schemas.microsoft.com/office/drawing/2014/main" id="{D9582224-9B4F-4641-A43B-BF948451CF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84" y="2688"/>
                <a:ext cx="0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65" name="Line 42">
                <a:extLst>
                  <a:ext uri="{FF2B5EF4-FFF2-40B4-BE49-F238E27FC236}">
                    <a16:creationId xmlns:a16="http://schemas.microsoft.com/office/drawing/2014/main" id="{6A2785A3-28CD-4598-98C2-5C93B93959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6" y="2688"/>
                <a:ext cx="0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66" name="Line 43">
                <a:extLst>
                  <a:ext uri="{FF2B5EF4-FFF2-40B4-BE49-F238E27FC236}">
                    <a16:creationId xmlns:a16="http://schemas.microsoft.com/office/drawing/2014/main" id="{6DEC1222-F002-4B8B-A3DF-F89374FD1E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6" y="2688"/>
                <a:ext cx="0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4FEE0CA-093D-4D7B-A46F-AE61BC25A2B4}"/>
              </a:ext>
            </a:extLst>
          </p:cNvPr>
          <p:cNvGrpSpPr>
            <a:grpSpLocks/>
          </p:cNvGrpSpPr>
          <p:nvPr/>
        </p:nvGrpSpPr>
        <p:grpSpPr bwMode="auto">
          <a:xfrm>
            <a:off x="6775450" y="2492375"/>
            <a:ext cx="1752600" cy="2351088"/>
            <a:chOff x="5435600" y="1557338"/>
            <a:chExt cx="3168650" cy="3968750"/>
          </a:xfrm>
        </p:grpSpPr>
        <p:sp>
          <p:nvSpPr>
            <p:cNvPr id="53504" name="Line 3081">
              <a:extLst>
                <a:ext uri="{FF2B5EF4-FFF2-40B4-BE49-F238E27FC236}">
                  <a16:creationId xmlns:a16="http://schemas.microsoft.com/office/drawing/2014/main" id="{5DA29D5C-20A1-4ABE-B70A-9D6E9952BC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45513" y="2166938"/>
              <a:ext cx="0" cy="3062287"/>
            </a:xfrm>
            <a:prstGeom prst="line">
              <a:avLst/>
            </a:prstGeom>
            <a:noFill/>
            <a:ln w="57150">
              <a:solidFill>
                <a:srgbClr val="FF99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505" name="Text Box 3082">
              <a:extLst>
                <a:ext uri="{FF2B5EF4-FFF2-40B4-BE49-F238E27FC236}">
                  <a16:creationId xmlns:a16="http://schemas.microsoft.com/office/drawing/2014/main" id="{8E4F1544-4C58-4D1E-948D-4EB266F78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4750" y="1557338"/>
              <a:ext cx="1079500" cy="1194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外场</a:t>
              </a:r>
              <a:endParaRPr kumimoji="1" lang="zh-CN" altLang="en-US" sz="2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53506" name="Line 3083">
              <a:extLst>
                <a:ext uri="{FF2B5EF4-FFF2-40B4-BE49-F238E27FC236}">
                  <a16:creationId xmlns:a16="http://schemas.microsoft.com/office/drawing/2014/main" id="{3DC69F41-0F3A-4C0A-9915-0708D4AE70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51475" y="1654175"/>
              <a:ext cx="0" cy="34210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507" name="Rectangle 3084">
              <a:extLst>
                <a:ext uri="{FF2B5EF4-FFF2-40B4-BE49-F238E27FC236}">
                  <a16:creationId xmlns:a16="http://schemas.microsoft.com/office/drawing/2014/main" id="{02162A5E-E987-4919-8FA7-8328E847B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475" y="4535488"/>
              <a:ext cx="2871788" cy="53975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/>
            </a:p>
          </p:txBody>
        </p:sp>
        <p:sp>
          <p:nvSpPr>
            <p:cNvPr id="53508" name="Rectangle 3085">
              <a:extLst>
                <a:ext uri="{FF2B5EF4-FFF2-40B4-BE49-F238E27FC236}">
                  <a16:creationId xmlns:a16="http://schemas.microsoft.com/office/drawing/2014/main" id="{755F0529-F9C7-4724-AF9C-38ACFF8E2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475" y="2733675"/>
              <a:ext cx="2871788" cy="5413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/>
            </a:p>
          </p:txBody>
        </p:sp>
        <p:graphicFrame>
          <p:nvGraphicFramePr>
            <p:cNvPr id="53509" name="Object 3086">
              <a:extLst>
                <a:ext uri="{FF2B5EF4-FFF2-40B4-BE49-F238E27FC236}">
                  <a16:creationId xmlns:a16="http://schemas.microsoft.com/office/drawing/2014/main" id="{A999FB67-3B20-4064-96F7-D5CE6A2091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57838" y="1585913"/>
            <a:ext cx="279400" cy="28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609" name="Equation" r:id="rId5" imgW="241300" imgH="228600" progId="Equation.DSMT4">
                    <p:embed/>
                  </p:oleObj>
                </mc:Choice>
                <mc:Fallback>
                  <p:oleObj name="Equation" r:id="rId5" imgW="241300" imgH="228600" progId="Equation.DSMT4">
                    <p:embed/>
                    <p:pic>
                      <p:nvPicPr>
                        <p:cNvPr id="0" name="Object 30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7838" y="1585913"/>
                          <a:ext cx="279400" cy="282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510" name="Text Box 3087">
              <a:extLst>
                <a:ext uri="{FF2B5EF4-FFF2-40B4-BE49-F238E27FC236}">
                  <a16:creationId xmlns:a16="http://schemas.microsoft.com/office/drawing/2014/main" id="{81742A46-A15B-4F94-B107-9EA36AD53C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5613" y="4483100"/>
              <a:ext cx="1261289" cy="67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latin typeface="Times New Roman" panose="02020603050405020304" pitchFamily="18" charset="0"/>
                  <a:ea typeface="楷体_GB2312"/>
                  <a:cs typeface="楷体_GB2312"/>
                </a:rPr>
                <a:t>满带</a:t>
              </a:r>
            </a:p>
          </p:txBody>
        </p:sp>
        <p:sp>
          <p:nvSpPr>
            <p:cNvPr id="53511" name="Text Box 3088">
              <a:extLst>
                <a:ext uri="{FF2B5EF4-FFF2-40B4-BE49-F238E27FC236}">
                  <a16:creationId xmlns:a16="http://schemas.microsoft.com/office/drawing/2014/main" id="{24FC819D-DBB5-4C1C-A6EA-4C2EB070A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1476" y="2681288"/>
              <a:ext cx="1261289" cy="67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latin typeface="Times New Roman" panose="02020603050405020304" pitchFamily="18" charset="0"/>
                  <a:ea typeface="楷体_GB2312"/>
                  <a:cs typeface="楷体_GB2312"/>
                </a:rPr>
                <a:t>导带</a:t>
              </a:r>
            </a:p>
          </p:txBody>
        </p:sp>
        <p:sp>
          <p:nvSpPr>
            <p:cNvPr id="53512" name="Line 3089">
              <a:extLst>
                <a:ext uri="{FF2B5EF4-FFF2-40B4-BE49-F238E27FC236}">
                  <a16:creationId xmlns:a16="http://schemas.microsoft.com/office/drawing/2014/main" id="{AA76ABF6-45BE-473B-A2CE-5AA0ECD5FF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1475" y="4175125"/>
              <a:ext cx="2871788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3513" name="Group 3090">
              <a:extLst>
                <a:ext uri="{FF2B5EF4-FFF2-40B4-BE49-F238E27FC236}">
                  <a16:creationId xmlns:a16="http://schemas.microsoft.com/office/drawing/2014/main" id="{44045AA5-D564-4EC0-B21A-E7814C9A7B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8438" y="4895850"/>
              <a:ext cx="1182687" cy="179388"/>
              <a:chOff x="4608" y="3984"/>
              <a:chExt cx="672" cy="96"/>
            </a:xfrm>
          </p:grpSpPr>
          <p:sp>
            <p:nvSpPr>
              <p:cNvPr id="53544" name="Oval 3091">
                <a:extLst>
                  <a:ext uri="{FF2B5EF4-FFF2-40B4-BE49-F238E27FC236}">
                    <a16:creationId xmlns:a16="http://schemas.microsoft.com/office/drawing/2014/main" id="{AAB81056-7E01-433A-9F0F-121692B490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3984"/>
                <a:ext cx="96" cy="9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45" name="Oval 3092">
                <a:extLst>
                  <a:ext uri="{FF2B5EF4-FFF2-40B4-BE49-F238E27FC236}">
                    <a16:creationId xmlns:a16="http://schemas.microsoft.com/office/drawing/2014/main" id="{AB333DDD-C0F8-4D58-97D4-C4C6F474F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3984"/>
                <a:ext cx="96" cy="9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46" name="Oval 3093">
                <a:extLst>
                  <a:ext uri="{FF2B5EF4-FFF2-40B4-BE49-F238E27FC236}">
                    <a16:creationId xmlns:a16="http://schemas.microsoft.com/office/drawing/2014/main" id="{5F0266BE-8E59-4D18-8C90-1A93A943E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3984"/>
                <a:ext cx="96" cy="9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47" name="Oval 3094">
                <a:extLst>
                  <a:ext uri="{FF2B5EF4-FFF2-40B4-BE49-F238E27FC236}">
                    <a16:creationId xmlns:a16="http://schemas.microsoft.com/office/drawing/2014/main" id="{68AA763B-4D3E-4C7A-BD45-2142C6BF1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4" y="3984"/>
                <a:ext cx="96" cy="9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</p:grpSp>
        <p:sp>
          <p:nvSpPr>
            <p:cNvPr id="53514" name="Rectangle 3095">
              <a:extLst>
                <a:ext uri="{FF2B5EF4-FFF2-40B4-BE49-F238E27FC236}">
                  <a16:creationId xmlns:a16="http://schemas.microsoft.com/office/drawing/2014/main" id="{C687BD4E-93B2-44D5-B1D1-4E5404518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5600" y="3573463"/>
              <a:ext cx="2398713" cy="67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受主能级</a:t>
              </a:r>
            </a:p>
          </p:txBody>
        </p:sp>
        <p:grpSp>
          <p:nvGrpSpPr>
            <p:cNvPr id="53515" name="Group 3096">
              <a:extLst>
                <a:ext uri="{FF2B5EF4-FFF2-40B4-BE49-F238E27FC236}">
                  <a16:creationId xmlns:a16="http://schemas.microsoft.com/office/drawing/2014/main" id="{DE12BB6E-6B8B-4777-908A-BDFC6A422B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34163" y="4265613"/>
              <a:ext cx="1012825" cy="449262"/>
              <a:chOff x="4656" y="3648"/>
              <a:chExt cx="576" cy="240"/>
            </a:xfrm>
          </p:grpSpPr>
          <p:sp>
            <p:nvSpPr>
              <p:cNvPr id="53540" name="Line 3097">
                <a:extLst>
                  <a:ext uri="{FF2B5EF4-FFF2-40B4-BE49-F238E27FC236}">
                    <a16:creationId xmlns:a16="http://schemas.microsoft.com/office/drawing/2014/main" id="{C2E553B5-AD7B-4EFB-99F2-69D2F3EFCC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56" y="36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41" name="Line 3098">
                <a:extLst>
                  <a:ext uri="{FF2B5EF4-FFF2-40B4-BE49-F238E27FC236}">
                    <a16:creationId xmlns:a16="http://schemas.microsoft.com/office/drawing/2014/main" id="{3AD13C4C-7E87-43BA-A68C-CBFEA45B4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48" y="36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42" name="Line 3099">
                <a:extLst>
                  <a:ext uri="{FF2B5EF4-FFF2-40B4-BE49-F238E27FC236}">
                    <a16:creationId xmlns:a16="http://schemas.microsoft.com/office/drawing/2014/main" id="{2699243E-DC95-49CD-A495-8187D93FE9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0" y="36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43" name="Line 3100">
                <a:extLst>
                  <a:ext uri="{FF2B5EF4-FFF2-40B4-BE49-F238E27FC236}">
                    <a16:creationId xmlns:a16="http://schemas.microsoft.com/office/drawing/2014/main" id="{A0F523A8-0C2C-40E8-B5F9-B8066D1E49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32" y="36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3516" name="Group 3101">
              <a:extLst>
                <a:ext uri="{FF2B5EF4-FFF2-40B4-BE49-F238E27FC236}">
                  <a16:creationId xmlns:a16="http://schemas.microsoft.com/office/drawing/2014/main" id="{DC7F8B04-02CE-4E39-BA03-6BCBC88278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8438" y="4714875"/>
              <a:ext cx="1182687" cy="180975"/>
              <a:chOff x="4608" y="3888"/>
              <a:chExt cx="672" cy="96"/>
            </a:xfrm>
          </p:grpSpPr>
          <p:sp>
            <p:nvSpPr>
              <p:cNvPr id="53536" name="Oval 3102">
                <a:extLst>
                  <a:ext uri="{FF2B5EF4-FFF2-40B4-BE49-F238E27FC236}">
                    <a16:creationId xmlns:a16="http://schemas.microsoft.com/office/drawing/2014/main" id="{179088E6-9288-49D6-AEEA-261ABB42D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388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37" name="Oval 3103">
                <a:extLst>
                  <a:ext uri="{FF2B5EF4-FFF2-40B4-BE49-F238E27FC236}">
                    <a16:creationId xmlns:a16="http://schemas.microsoft.com/office/drawing/2014/main" id="{58625C84-7447-4151-A3F7-6115CB77F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388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38" name="Oval 3104">
                <a:extLst>
                  <a:ext uri="{FF2B5EF4-FFF2-40B4-BE49-F238E27FC236}">
                    <a16:creationId xmlns:a16="http://schemas.microsoft.com/office/drawing/2014/main" id="{9E962B4D-CE3C-4DC6-B738-E19DB7F54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388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39" name="Oval 3105">
                <a:extLst>
                  <a:ext uri="{FF2B5EF4-FFF2-40B4-BE49-F238E27FC236}">
                    <a16:creationId xmlns:a16="http://schemas.microsoft.com/office/drawing/2014/main" id="{6A78C407-DB2A-431C-8546-6481E40ECF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4" y="388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</p:grpSp>
        <p:grpSp>
          <p:nvGrpSpPr>
            <p:cNvPr id="53517" name="Group 3106">
              <a:extLst>
                <a:ext uri="{FF2B5EF4-FFF2-40B4-BE49-F238E27FC236}">
                  <a16:creationId xmlns:a16="http://schemas.microsoft.com/office/drawing/2014/main" id="{BBA12586-6EEA-46B4-A55A-4F5616C377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8438" y="4084638"/>
              <a:ext cx="1182687" cy="180975"/>
              <a:chOff x="4608" y="3552"/>
              <a:chExt cx="672" cy="96"/>
            </a:xfrm>
          </p:grpSpPr>
          <p:sp>
            <p:nvSpPr>
              <p:cNvPr id="53528" name="Oval 3107">
                <a:extLst>
                  <a:ext uri="{FF2B5EF4-FFF2-40B4-BE49-F238E27FC236}">
                    <a16:creationId xmlns:a16="http://schemas.microsoft.com/office/drawing/2014/main" id="{10152BF8-5FBA-4333-81BC-836FCB75A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3552"/>
                <a:ext cx="96" cy="9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29" name="Oval 3108">
                <a:extLst>
                  <a:ext uri="{FF2B5EF4-FFF2-40B4-BE49-F238E27FC236}">
                    <a16:creationId xmlns:a16="http://schemas.microsoft.com/office/drawing/2014/main" id="{131432ED-D077-4B00-9CCD-6D1B55D95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3552"/>
                <a:ext cx="96" cy="9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30" name="Oval 3109">
                <a:extLst>
                  <a:ext uri="{FF2B5EF4-FFF2-40B4-BE49-F238E27FC236}">
                    <a16:creationId xmlns:a16="http://schemas.microsoft.com/office/drawing/2014/main" id="{A6D361D9-64F7-43F1-B34E-BB07BD828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3552"/>
                <a:ext cx="96" cy="9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31" name="Oval 3110">
                <a:extLst>
                  <a:ext uri="{FF2B5EF4-FFF2-40B4-BE49-F238E27FC236}">
                    <a16:creationId xmlns:a16="http://schemas.microsoft.com/office/drawing/2014/main" id="{739C63BB-8A4D-4D90-BC44-B84B0884B2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4" y="3552"/>
                <a:ext cx="96" cy="9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32" name="Oval 3111">
                <a:extLst>
                  <a:ext uri="{FF2B5EF4-FFF2-40B4-BE49-F238E27FC236}">
                    <a16:creationId xmlns:a16="http://schemas.microsoft.com/office/drawing/2014/main" id="{0A63C2EA-CDB0-4E19-B8A1-E45AA5AE5D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355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33" name="Oval 3112">
                <a:extLst>
                  <a:ext uri="{FF2B5EF4-FFF2-40B4-BE49-F238E27FC236}">
                    <a16:creationId xmlns:a16="http://schemas.microsoft.com/office/drawing/2014/main" id="{AF5C2F71-927A-4AFA-A89A-64450F5E9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355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34" name="Oval 3113">
                <a:extLst>
                  <a:ext uri="{FF2B5EF4-FFF2-40B4-BE49-F238E27FC236}">
                    <a16:creationId xmlns:a16="http://schemas.microsoft.com/office/drawing/2014/main" id="{29C6608E-D917-418D-8E2E-F203AFA6B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355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35" name="Oval 3114">
                <a:extLst>
                  <a:ext uri="{FF2B5EF4-FFF2-40B4-BE49-F238E27FC236}">
                    <a16:creationId xmlns:a16="http://schemas.microsoft.com/office/drawing/2014/main" id="{30AA0A86-75E0-4D98-8D6C-C3C447A14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4" y="355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</p:grpSp>
        <p:grpSp>
          <p:nvGrpSpPr>
            <p:cNvPr id="53518" name="Group 3115">
              <a:extLst>
                <a:ext uri="{FF2B5EF4-FFF2-40B4-BE49-F238E27FC236}">
                  <a16:creationId xmlns:a16="http://schemas.microsoft.com/office/drawing/2014/main" id="{83D2AD41-94FE-48F3-B80B-4E7C5B6ED4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8438" y="4714875"/>
              <a:ext cx="1182687" cy="180975"/>
              <a:chOff x="4608" y="3456"/>
              <a:chExt cx="672" cy="96"/>
            </a:xfrm>
          </p:grpSpPr>
          <p:sp>
            <p:nvSpPr>
              <p:cNvPr id="53524" name="Oval 3116">
                <a:extLst>
                  <a:ext uri="{FF2B5EF4-FFF2-40B4-BE49-F238E27FC236}">
                    <a16:creationId xmlns:a16="http://schemas.microsoft.com/office/drawing/2014/main" id="{FFCB6DEF-3E5B-4158-B501-1E21821463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3456"/>
                <a:ext cx="96" cy="9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25" name="Oval 3117">
                <a:extLst>
                  <a:ext uri="{FF2B5EF4-FFF2-40B4-BE49-F238E27FC236}">
                    <a16:creationId xmlns:a16="http://schemas.microsoft.com/office/drawing/2014/main" id="{A4356CC7-440E-4F8B-9542-250A2A2438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3456"/>
                <a:ext cx="96" cy="9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26" name="Oval 3118">
                <a:extLst>
                  <a:ext uri="{FF2B5EF4-FFF2-40B4-BE49-F238E27FC236}">
                    <a16:creationId xmlns:a16="http://schemas.microsoft.com/office/drawing/2014/main" id="{43AD8BB7-1877-444C-AD5F-46B476CF72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3456"/>
                <a:ext cx="96" cy="9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  <p:sp>
            <p:nvSpPr>
              <p:cNvPr id="53527" name="Oval 3119">
                <a:extLst>
                  <a:ext uri="{FF2B5EF4-FFF2-40B4-BE49-F238E27FC236}">
                    <a16:creationId xmlns:a16="http://schemas.microsoft.com/office/drawing/2014/main" id="{3E88211D-0115-4808-A248-CDA16C026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4" y="3456"/>
                <a:ext cx="96" cy="9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400"/>
              </a:p>
            </p:txBody>
          </p:sp>
        </p:grpSp>
        <p:grpSp>
          <p:nvGrpSpPr>
            <p:cNvPr id="53519" name="Group 3120">
              <a:extLst>
                <a:ext uri="{FF2B5EF4-FFF2-40B4-BE49-F238E27FC236}">
                  <a16:creationId xmlns:a16="http://schemas.microsoft.com/office/drawing/2014/main" id="{4B41F6E6-A7B1-4890-966B-4225306EE4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34163" y="5075238"/>
              <a:ext cx="1012825" cy="450850"/>
              <a:chOff x="4656" y="4080"/>
              <a:chExt cx="576" cy="240"/>
            </a:xfrm>
          </p:grpSpPr>
          <p:sp>
            <p:nvSpPr>
              <p:cNvPr id="53520" name="Line 3121">
                <a:extLst>
                  <a:ext uri="{FF2B5EF4-FFF2-40B4-BE49-F238E27FC236}">
                    <a16:creationId xmlns:a16="http://schemas.microsoft.com/office/drawing/2014/main" id="{816E836B-CCC4-4304-8920-F86458CD70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4656" y="4080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21" name="Line 3122">
                <a:extLst>
                  <a:ext uri="{FF2B5EF4-FFF2-40B4-BE49-F238E27FC236}">
                    <a16:creationId xmlns:a16="http://schemas.microsoft.com/office/drawing/2014/main" id="{2D88E8A2-C631-4B7D-A2F8-812265824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4848" y="4080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22" name="Line 3123">
                <a:extLst>
                  <a:ext uri="{FF2B5EF4-FFF2-40B4-BE49-F238E27FC236}">
                    <a16:creationId xmlns:a16="http://schemas.microsoft.com/office/drawing/2014/main" id="{297BB381-A20F-4BB2-B74C-3A1B7CA202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5040" y="4080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23" name="Line 3124">
                <a:extLst>
                  <a:ext uri="{FF2B5EF4-FFF2-40B4-BE49-F238E27FC236}">
                    <a16:creationId xmlns:a16="http://schemas.microsoft.com/office/drawing/2014/main" id="{27B926CC-7070-47FE-9D49-296B519E6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5232" y="4080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92" name="矩形 191">
            <a:extLst>
              <a:ext uri="{FF2B5EF4-FFF2-40B4-BE49-F238E27FC236}">
                <a16:creationId xmlns:a16="http://schemas.microsoft.com/office/drawing/2014/main" id="{A782E2EE-3BE7-4582-8C42-09CC8CB2D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8" y="4308475"/>
            <a:ext cx="1250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en-US" altLang="zh-CN" sz="2400" b="1">
                <a:latin typeface="Times New Roman" panose="02020603050405020304" pitchFamily="18" charset="0"/>
                <a:ea typeface="楷体_GB2312"/>
                <a:cs typeface="楷体_GB2312"/>
              </a:rPr>
              <a:t>PN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/>
                <a:cs typeface="楷体_GB2312"/>
              </a:rPr>
              <a:t>结</a:t>
            </a:r>
          </a:p>
        </p:txBody>
      </p:sp>
      <p:grpSp>
        <p:nvGrpSpPr>
          <p:cNvPr id="193" name="Group 8">
            <a:extLst>
              <a:ext uri="{FF2B5EF4-FFF2-40B4-BE49-F238E27FC236}">
                <a16:creationId xmlns:a16="http://schemas.microsoft.com/office/drawing/2014/main" id="{B521E986-260E-46A6-BF7E-23FA3DA92B7C}"/>
              </a:ext>
            </a:extLst>
          </p:cNvPr>
          <p:cNvGrpSpPr>
            <a:grpSpLocks/>
          </p:cNvGrpSpPr>
          <p:nvPr/>
        </p:nvGrpSpPr>
        <p:grpSpPr bwMode="auto">
          <a:xfrm>
            <a:off x="328613" y="4768850"/>
            <a:ext cx="3024187" cy="1524000"/>
            <a:chOff x="3360" y="293"/>
            <a:chExt cx="2304" cy="1147"/>
          </a:xfrm>
        </p:grpSpPr>
        <p:sp>
          <p:nvSpPr>
            <p:cNvPr id="53392" name="Rectangle 9">
              <a:extLst>
                <a:ext uri="{FF2B5EF4-FFF2-40B4-BE49-F238E27FC236}">
                  <a16:creationId xmlns:a16="http://schemas.microsoft.com/office/drawing/2014/main" id="{C464D89A-B4FB-4C6F-8778-E075001B1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672"/>
              <a:ext cx="2304" cy="76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3393" name="Line 10">
              <a:extLst>
                <a:ext uri="{FF2B5EF4-FFF2-40B4-BE49-F238E27FC236}">
                  <a16:creationId xmlns:a16="http://schemas.microsoft.com/office/drawing/2014/main" id="{663DF1F2-AC51-4D6A-9D6C-CAE26AABB4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672"/>
              <a:ext cx="0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94" name="Line 11">
              <a:extLst>
                <a:ext uri="{FF2B5EF4-FFF2-40B4-BE49-F238E27FC236}">
                  <a16:creationId xmlns:a16="http://schemas.microsoft.com/office/drawing/2014/main" id="{5D5A088F-03F9-4F07-819F-81082AC18B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68" y="720"/>
              <a:ext cx="144" cy="4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95" name="Line 12">
              <a:extLst>
                <a:ext uri="{FF2B5EF4-FFF2-40B4-BE49-F238E27FC236}">
                  <a16:creationId xmlns:a16="http://schemas.microsoft.com/office/drawing/2014/main" id="{A9E121AC-21FF-40FE-BA1F-A59277B1CD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68" y="1056"/>
              <a:ext cx="144" cy="4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96" name="Line 13">
              <a:extLst>
                <a:ext uri="{FF2B5EF4-FFF2-40B4-BE49-F238E27FC236}">
                  <a16:creationId xmlns:a16="http://schemas.microsoft.com/office/drawing/2014/main" id="{2EBD49DE-F092-4D6E-8C53-5006EEA922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68" y="912"/>
              <a:ext cx="19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97" name="Line 14">
              <a:extLst>
                <a:ext uri="{FF2B5EF4-FFF2-40B4-BE49-F238E27FC236}">
                  <a16:creationId xmlns:a16="http://schemas.microsoft.com/office/drawing/2014/main" id="{B6645DE0-9CB5-4300-9FEE-44C9CE3C19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248"/>
              <a:ext cx="144" cy="4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98" name="Line 15">
              <a:extLst>
                <a:ext uri="{FF2B5EF4-FFF2-40B4-BE49-F238E27FC236}">
                  <a16:creationId xmlns:a16="http://schemas.microsoft.com/office/drawing/2014/main" id="{976E6A6B-8FD5-4536-BE13-28D31B926D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344"/>
              <a:ext cx="192" cy="4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99" name="Line 16">
              <a:extLst>
                <a:ext uri="{FF2B5EF4-FFF2-40B4-BE49-F238E27FC236}">
                  <a16:creationId xmlns:a16="http://schemas.microsoft.com/office/drawing/2014/main" id="{80744FD6-4F83-4F3C-BB6B-6898100409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200"/>
              <a:ext cx="192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400" name="Line 17">
              <a:extLst>
                <a:ext uri="{FF2B5EF4-FFF2-40B4-BE49-F238E27FC236}">
                  <a16:creationId xmlns:a16="http://schemas.microsoft.com/office/drawing/2014/main" id="{1941E8C2-B699-4A54-B753-B4E6AFAF4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960"/>
              <a:ext cx="144" cy="4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401" name="Line 18">
              <a:extLst>
                <a:ext uri="{FF2B5EF4-FFF2-40B4-BE49-F238E27FC236}">
                  <a16:creationId xmlns:a16="http://schemas.microsoft.com/office/drawing/2014/main" id="{9064F760-C02F-47A8-942C-E0D0C756A2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768"/>
              <a:ext cx="192" cy="4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402" name="Text Box 19">
              <a:extLst>
                <a:ext uri="{FF2B5EF4-FFF2-40B4-BE49-F238E27FC236}">
                  <a16:creationId xmlns:a16="http://schemas.microsoft.com/office/drawing/2014/main" id="{6F744AD2-BC4A-4503-ACE3-5F8EC60861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0" y="322"/>
              <a:ext cx="612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N</a:t>
              </a:r>
              <a:r>
                <a:rPr kumimoji="1" lang="zh-CN" altLang="zh-CN" sz="2800">
                  <a:latin typeface="Times New Roman" panose="02020603050405020304" pitchFamily="18" charset="0"/>
                </a:rPr>
                <a:t>型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3403" name="Text Box 20">
              <a:extLst>
                <a:ext uri="{FF2B5EF4-FFF2-40B4-BE49-F238E27FC236}">
                  <a16:creationId xmlns:a16="http://schemas.microsoft.com/office/drawing/2014/main" id="{8501AC3F-134E-433C-8F13-6480CFB38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0" y="293"/>
              <a:ext cx="567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P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型</a:t>
              </a:r>
            </a:p>
          </p:txBody>
        </p:sp>
        <p:grpSp>
          <p:nvGrpSpPr>
            <p:cNvPr id="53404" name="Group 21">
              <a:extLst>
                <a:ext uri="{FF2B5EF4-FFF2-40B4-BE49-F238E27FC236}">
                  <a16:creationId xmlns:a16="http://schemas.microsoft.com/office/drawing/2014/main" id="{27839BE3-12CB-4234-A141-226DD20E1B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720"/>
              <a:ext cx="1008" cy="672"/>
              <a:chOff x="3072" y="1152"/>
              <a:chExt cx="1008" cy="672"/>
            </a:xfrm>
          </p:grpSpPr>
          <p:sp>
            <p:nvSpPr>
              <p:cNvPr id="53440" name="Oval 22">
                <a:extLst>
                  <a:ext uri="{FF2B5EF4-FFF2-40B4-BE49-F238E27FC236}">
                    <a16:creationId xmlns:a16="http://schemas.microsoft.com/office/drawing/2014/main" id="{7C19D8BD-4414-4F29-8846-773E2B173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163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41" name="Oval 23">
                <a:extLst>
                  <a:ext uri="{FF2B5EF4-FFF2-40B4-BE49-F238E27FC236}">
                    <a16:creationId xmlns:a16="http://schemas.microsoft.com/office/drawing/2014/main" id="{AC063EDB-BC7B-4C29-BFD5-08D042C78A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48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42" name="Oval 24">
                <a:extLst>
                  <a:ext uri="{FF2B5EF4-FFF2-40B4-BE49-F238E27FC236}">
                    <a16:creationId xmlns:a16="http://schemas.microsoft.com/office/drawing/2014/main" id="{1795C89B-F16C-414B-A642-59683A517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536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43" name="Oval 25">
                <a:extLst>
                  <a:ext uri="{FF2B5EF4-FFF2-40B4-BE49-F238E27FC236}">
                    <a16:creationId xmlns:a16="http://schemas.microsoft.com/office/drawing/2014/main" id="{51549368-5D25-4D2F-8AA8-DC9329D7B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680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44" name="Oval 26">
                <a:extLst>
                  <a:ext uri="{FF2B5EF4-FFF2-40B4-BE49-F238E27FC236}">
                    <a16:creationId xmlns:a16="http://schemas.microsoft.com/office/drawing/2014/main" id="{38511BBB-B471-4C73-B98C-172D2548BB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296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45" name="Oval 27">
                <a:extLst>
                  <a:ext uri="{FF2B5EF4-FFF2-40B4-BE49-F238E27FC236}">
                    <a16:creationId xmlns:a16="http://schemas.microsoft.com/office/drawing/2014/main" id="{1A30A7AF-C3C5-411B-BDE1-F1BF00EA0B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24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46" name="Oval 28">
                <a:extLst>
                  <a:ext uri="{FF2B5EF4-FFF2-40B4-BE49-F238E27FC236}">
                    <a16:creationId xmlns:a16="http://schemas.microsoft.com/office/drawing/2014/main" id="{72A92AC6-D110-4BFA-9D50-3D972D017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48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47" name="Oval 29">
                <a:extLst>
                  <a:ext uri="{FF2B5EF4-FFF2-40B4-BE49-F238E27FC236}">
                    <a16:creationId xmlns:a16="http://schemas.microsoft.com/office/drawing/2014/main" id="{40E95856-0BAD-4095-8D6A-A1CE6E9BB0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1440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48" name="Oval 30">
                <a:extLst>
                  <a:ext uri="{FF2B5EF4-FFF2-40B4-BE49-F238E27FC236}">
                    <a16:creationId xmlns:a16="http://schemas.microsoft.com/office/drawing/2014/main" id="{61E097BF-742A-4439-ADF4-D6BD8D2EE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200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49" name="Oval 31">
                <a:extLst>
                  <a:ext uri="{FF2B5EF4-FFF2-40B4-BE49-F238E27FC236}">
                    <a16:creationId xmlns:a16="http://schemas.microsoft.com/office/drawing/2014/main" id="{616277D6-5A98-4D69-8D44-221EFF49F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163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50" name="Oval 32">
                <a:extLst>
                  <a:ext uri="{FF2B5EF4-FFF2-40B4-BE49-F238E27FC236}">
                    <a16:creationId xmlns:a16="http://schemas.microsoft.com/office/drawing/2014/main" id="{6E340F5D-288A-4EC7-840A-E6F8D810FE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24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51" name="Oval 33">
                <a:extLst>
                  <a:ext uri="{FF2B5EF4-FFF2-40B4-BE49-F238E27FC236}">
                    <a16:creationId xmlns:a16="http://schemas.microsoft.com/office/drawing/2014/main" id="{E707BF8F-4923-4AB6-B36E-187E802FF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680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52" name="Oval 34">
                <a:extLst>
                  <a:ext uri="{FF2B5EF4-FFF2-40B4-BE49-F238E27FC236}">
                    <a16:creationId xmlns:a16="http://schemas.microsoft.com/office/drawing/2014/main" id="{D9A33108-7849-4C53-8113-E2379B9E3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158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53" name="Oval 35">
                <a:extLst>
                  <a:ext uri="{FF2B5EF4-FFF2-40B4-BE49-F238E27FC236}">
                    <a16:creationId xmlns:a16="http://schemas.microsoft.com/office/drawing/2014/main" id="{7E24A7B5-8361-4462-83B1-47EA1CC6A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115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54" name="Oval 36">
                <a:extLst>
                  <a:ext uri="{FF2B5EF4-FFF2-40B4-BE49-F238E27FC236}">
                    <a16:creationId xmlns:a16="http://schemas.microsoft.com/office/drawing/2014/main" id="{7D2AF781-3F53-40AE-8D55-47C25DB97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34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55" name="Oval 37">
                <a:extLst>
                  <a:ext uri="{FF2B5EF4-FFF2-40B4-BE49-F238E27FC236}">
                    <a16:creationId xmlns:a16="http://schemas.microsoft.com/office/drawing/2014/main" id="{76AE2246-542B-4B3E-9CDA-94B68AE27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72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3456" name="Group 38">
                <a:extLst>
                  <a:ext uri="{FF2B5EF4-FFF2-40B4-BE49-F238E27FC236}">
                    <a16:creationId xmlns:a16="http://schemas.microsoft.com/office/drawing/2014/main" id="{81D14378-3280-4137-BB45-DA753D53BF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1248"/>
                <a:ext cx="96" cy="96"/>
                <a:chOff x="2928" y="336"/>
                <a:chExt cx="96" cy="96"/>
              </a:xfrm>
            </p:grpSpPr>
            <p:sp>
              <p:nvSpPr>
                <p:cNvPr id="53502" name="Line 39">
                  <a:extLst>
                    <a:ext uri="{FF2B5EF4-FFF2-40B4-BE49-F238E27FC236}">
                      <a16:creationId xmlns:a16="http://schemas.microsoft.com/office/drawing/2014/main" id="{1671EF43-5B1D-40D8-88D6-9703B38581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03" name="Line 40">
                  <a:extLst>
                    <a:ext uri="{FF2B5EF4-FFF2-40B4-BE49-F238E27FC236}">
                      <a16:creationId xmlns:a16="http://schemas.microsoft.com/office/drawing/2014/main" id="{539C8887-2B9C-4597-8C34-B7829C5C8E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457" name="Group 41">
                <a:extLst>
                  <a:ext uri="{FF2B5EF4-FFF2-40B4-BE49-F238E27FC236}">
                    <a16:creationId xmlns:a16="http://schemas.microsoft.com/office/drawing/2014/main" id="{6AA87E65-5340-4A46-AD34-36445BF205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1536"/>
                <a:ext cx="96" cy="96"/>
                <a:chOff x="2928" y="336"/>
                <a:chExt cx="96" cy="96"/>
              </a:xfrm>
            </p:grpSpPr>
            <p:sp>
              <p:nvSpPr>
                <p:cNvPr id="53500" name="Line 42">
                  <a:extLst>
                    <a:ext uri="{FF2B5EF4-FFF2-40B4-BE49-F238E27FC236}">
                      <a16:creationId xmlns:a16="http://schemas.microsoft.com/office/drawing/2014/main" id="{81115FE9-C41C-4454-AC26-E68E2CAFA9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01" name="Line 43">
                  <a:extLst>
                    <a:ext uri="{FF2B5EF4-FFF2-40B4-BE49-F238E27FC236}">
                      <a16:creationId xmlns:a16="http://schemas.microsoft.com/office/drawing/2014/main" id="{F9FE2974-1C23-4571-922D-030244B391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458" name="Group 44">
                <a:extLst>
                  <a:ext uri="{FF2B5EF4-FFF2-40B4-BE49-F238E27FC236}">
                    <a16:creationId xmlns:a16="http://schemas.microsoft.com/office/drawing/2014/main" id="{D3D2D9F5-9775-40D7-8447-68C54EBF94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680"/>
                <a:ext cx="96" cy="96"/>
                <a:chOff x="2928" y="336"/>
                <a:chExt cx="96" cy="96"/>
              </a:xfrm>
            </p:grpSpPr>
            <p:sp>
              <p:nvSpPr>
                <p:cNvPr id="53498" name="Line 45">
                  <a:extLst>
                    <a:ext uri="{FF2B5EF4-FFF2-40B4-BE49-F238E27FC236}">
                      <a16:creationId xmlns:a16="http://schemas.microsoft.com/office/drawing/2014/main" id="{3C32B2AE-84FD-483F-B86C-37A7BFDC18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99" name="Line 46">
                  <a:extLst>
                    <a:ext uri="{FF2B5EF4-FFF2-40B4-BE49-F238E27FC236}">
                      <a16:creationId xmlns:a16="http://schemas.microsoft.com/office/drawing/2014/main" id="{5A31B88D-97BA-4CFF-843B-884949CDF7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459" name="Group 47">
                <a:extLst>
                  <a:ext uri="{FF2B5EF4-FFF2-40B4-BE49-F238E27FC236}">
                    <a16:creationId xmlns:a16="http://schemas.microsoft.com/office/drawing/2014/main" id="{E8A30332-ED67-4426-82BA-9C46AE3E89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1632"/>
                <a:ext cx="96" cy="96"/>
                <a:chOff x="2928" y="336"/>
                <a:chExt cx="96" cy="96"/>
              </a:xfrm>
            </p:grpSpPr>
            <p:sp>
              <p:nvSpPr>
                <p:cNvPr id="53496" name="Line 48">
                  <a:extLst>
                    <a:ext uri="{FF2B5EF4-FFF2-40B4-BE49-F238E27FC236}">
                      <a16:creationId xmlns:a16="http://schemas.microsoft.com/office/drawing/2014/main" id="{66A12F24-D026-47E2-82EA-743150058C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97" name="Line 49">
                  <a:extLst>
                    <a:ext uri="{FF2B5EF4-FFF2-40B4-BE49-F238E27FC236}">
                      <a16:creationId xmlns:a16="http://schemas.microsoft.com/office/drawing/2014/main" id="{70746B31-9A9B-4D85-B301-2D7A416DB2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460" name="Group 50">
                <a:extLst>
                  <a:ext uri="{FF2B5EF4-FFF2-40B4-BE49-F238E27FC236}">
                    <a16:creationId xmlns:a16="http://schemas.microsoft.com/office/drawing/2014/main" id="{A26599C8-287B-454F-9851-FFCA4524DB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1680"/>
                <a:ext cx="96" cy="96"/>
                <a:chOff x="2928" y="336"/>
                <a:chExt cx="96" cy="96"/>
              </a:xfrm>
            </p:grpSpPr>
            <p:sp>
              <p:nvSpPr>
                <p:cNvPr id="53494" name="Line 51">
                  <a:extLst>
                    <a:ext uri="{FF2B5EF4-FFF2-40B4-BE49-F238E27FC236}">
                      <a16:creationId xmlns:a16="http://schemas.microsoft.com/office/drawing/2014/main" id="{228F5D66-3EA2-4BDC-B0C2-524A5DA6BA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95" name="Line 52">
                  <a:extLst>
                    <a:ext uri="{FF2B5EF4-FFF2-40B4-BE49-F238E27FC236}">
                      <a16:creationId xmlns:a16="http://schemas.microsoft.com/office/drawing/2014/main" id="{F40A4BB0-F799-489C-A43D-0CD2BDEE3B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461" name="Group 53">
                <a:extLst>
                  <a:ext uri="{FF2B5EF4-FFF2-40B4-BE49-F238E27FC236}">
                    <a16:creationId xmlns:a16="http://schemas.microsoft.com/office/drawing/2014/main" id="{314E533C-165A-4D46-B8CE-EAFB9E6C56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4" y="1632"/>
                <a:ext cx="96" cy="96"/>
                <a:chOff x="2928" y="336"/>
                <a:chExt cx="96" cy="96"/>
              </a:xfrm>
            </p:grpSpPr>
            <p:sp>
              <p:nvSpPr>
                <p:cNvPr id="53492" name="Line 54">
                  <a:extLst>
                    <a:ext uri="{FF2B5EF4-FFF2-40B4-BE49-F238E27FC236}">
                      <a16:creationId xmlns:a16="http://schemas.microsoft.com/office/drawing/2014/main" id="{8AAFDB8D-0E37-4F99-B03B-E3A8687E3E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93" name="Line 55">
                  <a:extLst>
                    <a:ext uri="{FF2B5EF4-FFF2-40B4-BE49-F238E27FC236}">
                      <a16:creationId xmlns:a16="http://schemas.microsoft.com/office/drawing/2014/main" id="{0A67F374-8E3A-46C2-9798-03122B7B22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462" name="Group 56">
                <a:extLst>
                  <a:ext uri="{FF2B5EF4-FFF2-40B4-BE49-F238E27FC236}">
                    <a16:creationId xmlns:a16="http://schemas.microsoft.com/office/drawing/2014/main" id="{B61FF10E-540D-4713-9470-3F0812261C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6" y="1488"/>
                <a:ext cx="96" cy="96"/>
                <a:chOff x="2928" y="336"/>
                <a:chExt cx="96" cy="96"/>
              </a:xfrm>
            </p:grpSpPr>
            <p:sp>
              <p:nvSpPr>
                <p:cNvPr id="53490" name="Line 57">
                  <a:extLst>
                    <a:ext uri="{FF2B5EF4-FFF2-40B4-BE49-F238E27FC236}">
                      <a16:creationId xmlns:a16="http://schemas.microsoft.com/office/drawing/2014/main" id="{4FA49930-308B-452B-81C0-1A7D62C290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91" name="Line 58">
                  <a:extLst>
                    <a:ext uri="{FF2B5EF4-FFF2-40B4-BE49-F238E27FC236}">
                      <a16:creationId xmlns:a16="http://schemas.microsoft.com/office/drawing/2014/main" id="{D24F20B5-537A-4AE9-9568-4D22BC468E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463" name="Group 59">
                <a:extLst>
                  <a:ext uri="{FF2B5EF4-FFF2-40B4-BE49-F238E27FC236}">
                    <a16:creationId xmlns:a16="http://schemas.microsoft.com/office/drawing/2014/main" id="{EBE5F287-B7D2-4A63-B6D4-80A1053964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440"/>
                <a:ext cx="96" cy="96"/>
                <a:chOff x="2928" y="336"/>
                <a:chExt cx="96" cy="96"/>
              </a:xfrm>
            </p:grpSpPr>
            <p:sp>
              <p:nvSpPr>
                <p:cNvPr id="53488" name="Line 60">
                  <a:extLst>
                    <a:ext uri="{FF2B5EF4-FFF2-40B4-BE49-F238E27FC236}">
                      <a16:creationId xmlns:a16="http://schemas.microsoft.com/office/drawing/2014/main" id="{D8269788-1A4D-4546-B4F5-5A9F5C0A8C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89" name="Line 61">
                  <a:extLst>
                    <a:ext uri="{FF2B5EF4-FFF2-40B4-BE49-F238E27FC236}">
                      <a16:creationId xmlns:a16="http://schemas.microsoft.com/office/drawing/2014/main" id="{63A6C99C-B780-43C0-9324-E51CD09896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464" name="Group 62">
                <a:extLst>
                  <a:ext uri="{FF2B5EF4-FFF2-40B4-BE49-F238E27FC236}">
                    <a16:creationId xmlns:a16="http://schemas.microsoft.com/office/drawing/2014/main" id="{4CA9EB7A-3104-4AA3-B56E-AB430B264A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12" y="1488"/>
                <a:ext cx="96" cy="96"/>
                <a:chOff x="2928" y="336"/>
                <a:chExt cx="96" cy="96"/>
              </a:xfrm>
            </p:grpSpPr>
            <p:sp>
              <p:nvSpPr>
                <p:cNvPr id="53486" name="Line 63">
                  <a:extLst>
                    <a:ext uri="{FF2B5EF4-FFF2-40B4-BE49-F238E27FC236}">
                      <a16:creationId xmlns:a16="http://schemas.microsoft.com/office/drawing/2014/main" id="{C0FC8ABB-3AA5-447A-B373-59C0EBEA97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87" name="Line 64">
                  <a:extLst>
                    <a:ext uri="{FF2B5EF4-FFF2-40B4-BE49-F238E27FC236}">
                      <a16:creationId xmlns:a16="http://schemas.microsoft.com/office/drawing/2014/main" id="{B1CF62AA-890D-4974-8501-D5C7641D4E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465" name="Group 65">
                <a:extLst>
                  <a:ext uri="{FF2B5EF4-FFF2-40B4-BE49-F238E27FC236}">
                    <a16:creationId xmlns:a16="http://schemas.microsoft.com/office/drawing/2014/main" id="{35CC51D3-D52F-4ED5-AFF2-D033A4E573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1296"/>
                <a:ext cx="96" cy="96"/>
                <a:chOff x="2928" y="336"/>
                <a:chExt cx="96" cy="96"/>
              </a:xfrm>
            </p:grpSpPr>
            <p:sp>
              <p:nvSpPr>
                <p:cNvPr id="53484" name="Line 66">
                  <a:extLst>
                    <a:ext uri="{FF2B5EF4-FFF2-40B4-BE49-F238E27FC236}">
                      <a16:creationId xmlns:a16="http://schemas.microsoft.com/office/drawing/2014/main" id="{BD975916-DBF8-4413-B90F-93D623883A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85" name="Line 67">
                  <a:extLst>
                    <a:ext uri="{FF2B5EF4-FFF2-40B4-BE49-F238E27FC236}">
                      <a16:creationId xmlns:a16="http://schemas.microsoft.com/office/drawing/2014/main" id="{96649A08-4AA4-4203-BAFD-2D9A0B9C11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466" name="Group 68">
                <a:extLst>
                  <a:ext uri="{FF2B5EF4-FFF2-40B4-BE49-F238E27FC236}">
                    <a16:creationId xmlns:a16="http://schemas.microsoft.com/office/drawing/2014/main" id="{804C8544-B105-4E78-9666-32B7552DA8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1200"/>
                <a:ext cx="96" cy="96"/>
                <a:chOff x="2928" y="336"/>
                <a:chExt cx="96" cy="96"/>
              </a:xfrm>
            </p:grpSpPr>
            <p:sp>
              <p:nvSpPr>
                <p:cNvPr id="53482" name="Line 69">
                  <a:extLst>
                    <a:ext uri="{FF2B5EF4-FFF2-40B4-BE49-F238E27FC236}">
                      <a16:creationId xmlns:a16="http://schemas.microsoft.com/office/drawing/2014/main" id="{530935B8-F54B-4656-BD08-73AB3D328D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83" name="Line 70">
                  <a:extLst>
                    <a:ext uri="{FF2B5EF4-FFF2-40B4-BE49-F238E27FC236}">
                      <a16:creationId xmlns:a16="http://schemas.microsoft.com/office/drawing/2014/main" id="{5299159B-D111-47DB-AFDC-56DE991898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467" name="Group 71">
                <a:extLst>
                  <a:ext uri="{FF2B5EF4-FFF2-40B4-BE49-F238E27FC236}">
                    <a16:creationId xmlns:a16="http://schemas.microsoft.com/office/drawing/2014/main" id="{ADFB391C-7C21-419E-A005-56B2078933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0" y="1248"/>
                <a:ext cx="96" cy="96"/>
                <a:chOff x="2928" y="336"/>
                <a:chExt cx="96" cy="96"/>
              </a:xfrm>
            </p:grpSpPr>
            <p:sp>
              <p:nvSpPr>
                <p:cNvPr id="53480" name="Line 72">
                  <a:extLst>
                    <a:ext uri="{FF2B5EF4-FFF2-40B4-BE49-F238E27FC236}">
                      <a16:creationId xmlns:a16="http://schemas.microsoft.com/office/drawing/2014/main" id="{418F5567-38E2-468E-93EB-8DBE589D13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81" name="Line 73">
                  <a:extLst>
                    <a:ext uri="{FF2B5EF4-FFF2-40B4-BE49-F238E27FC236}">
                      <a16:creationId xmlns:a16="http://schemas.microsoft.com/office/drawing/2014/main" id="{DD443560-517C-44E4-BA87-DE6CF893D8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468" name="Group 74">
                <a:extLst>
                  <a:ext uri="{FF2B5EF4-FFF2-40B4-BE49-F238E27FC236}">
                    <a16:creationId xmlns:a16="http://schemas.microsoft.com/office/drawing/2014/main" id="{C57DB793-0853-4969-AC85-0E8E13C748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6" y="1152"/>
                <a:ext cx="96" cy="96"/>
                <a:chOff x="2928" y="336"/>
                <a:chExt cx="96" cy="96"/>
              </a:xfrm>
            </p:grpSpPr>
            <p:sp>
              <p:nvSpPr>
                <p:cNvPr id="53478" name="Line 75">
                  <a:extLst>
                    <a:ext uri="{FF2B5EF4-FFF2-40B4-BE49-F238E27FC236}">
                      <a16:creationId xmlns:a16="http://schemas.microsoft.com/office/drawing/2014/main" id="{39B04A65-1EF6-4B8F-8164-0D5B9E5D89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79" name="Line 76">
                  <a:extLst>
                    <a:ext uri="{FF2B5EF4-FFF2-40B4-BE49-F238E27FC236}">
                      <a16:creationId xmlns:a16="http://schemas.microsoft.com/office/drawing/2014/main" id="{3CC70032-A6CA-4F40-BCAD-069D45886E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469" name="Group 77">
                <a:extLst>
                  <a:ext uri="{FF2B5EF4-FFF2-40B4-BE49-F238E27FC236}">
                    <a16:creationId xmlns:a16="http://schemas.microsoft.com/office/drawing/2014/main" id="{9E292D0E-DCCB-4A09-A0B0-9EB471AF90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1344"/>
                <a:ext cx="96" cy="96"/>
                <a:chOff x="2928" y="336"/>
                <a:chExt cx="96" cy="96"/>
              </a:xfrm>
            </p:grpSpPr>
            <p:sp>
              <p:nvSpPr>
                <p:cNvPr id="53476" name="Line 78">
                  <a:extLst>
                    <a:ext uri="{FF2B5EF4-FFF2-40B4-BE49-F238E27FC236}">
                      <a16:creationId xmlns:a16="http://schemas.microsoft.com/office/drawing/2014/main" id="{47FDCEEC-1714-4430-BBF5-5D12A39EB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77" name="Line 79">
                  <a:extLst>
                    <a:ext uri="{FF2B5EF4-FFF2-40B4-BE49-F238E27FC236}">
                      <a16:creationId xmlns:a16="http://schemas.microsoft.com/office/drawing/2014/main" id="{1DFC9C69-7DE0-4525-8784-0414534F63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470" name="Group 80">
                <a:extLst>
                  <a:ext uri="{FF2B5EF4-FFF2-40B4-BE49-F238E27FC236}">
                    <a16:creationId xmlns:a16="http://schemas.microsoft.com/office/drawing/2014/main" id="{689C5E7C-4A1B-4DD6-9B7B-E2C2C1D4A4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6" y="1584"/>
                <a:ext cx="96" cy="96"/>
                <a:chOff x="2928" y="336"/>
                <a:chExt cx="96" cy="96"/>
              </a:xfrm>
            </p:grpSpPr>
            <p:sp>
              <p:nvSpPr>
                <p:cNvPr id="53474" name="Line 81">
                  <a:extLst>
                    <a:ext uri="{FF2B5EF4-FFF2-40B4-BE49-F238E27FC236}">
                      <a16:creationId xmlns:a16="http://schemas.microsoft.com/office/drawing/2014/main" id="{3F68B9F0-1E11-4DDC-944D-7680C8AC68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75" name="Line 82">
                  <a:extLst>
                    <a:ext uri="{FF2B5EF4-FFF2-40B4-BE49-F238E27FC236}">
                      <a16:creationId xmlns:a16="http://schemas.microsoft.com/office/drawing/2014/main" id="{94031706-2535-4BA4-9B90-0A6BA97E9D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471" name="Group 83">
                <a:extLst>
                  <a:ext uri="{FF2B5EF4-FFF2-40B4-BE49-F238E27FC236}">
                    <a16:creationId xmlns:a16="http://schemas.microsoft.com/office/drawing/2014/main" id="{1C1B356E-986F-480B-BEE0-DA6EE16D79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1728"/>
                <a:ext cx="96" cy="96"/>
                <a:chOff x="2928" y="336"/>
                <a:chExt cx="96" cy="96"/>
              </a:xfrm>
            </p:grpSpPr>
            <p:sp>
              <p:nvSpPr>
                <p:cNvPr id="53472" name="Line 84">
                  <a:extLst>
                    <a:ext uri="{FF2B5EF4-FFF2-40B4-BE49-F238E27FC236}">
                      <a16:creationId xmlns:a16="http://schemas.microsoft.com/office/drawing/2014/main" id="{EA758C67-08C9-462D-991F-6A919F67BC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73" name="Line 85">
                  <a:extLst>
                    <a:ext uri="{FF2B5EF4-FFF2-40B4-BE49-F238E27FC236}">
                      <a16:creationId xmlns:a16="http://schemas.microsoft.com/office/drawing/2014/main" id="{A2A66007-574D-4483-985D-FD98A3F660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3405" name="Group 86">
              <a:extLst>
                <a:ext uri="{FF2B5EF4-FFF2-40B4-BE49-F238E27FC236}">
                  <a16:creationId xmlns:a16="http://schemas.microsoft.com/office/drawing/2014/main" id="{A9C72161-0BF3-4A6E-A0CD-6CDBC44D63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720"/>
              <a:ext cx="1056" cy="624"/>
              <a:chOff x="4176" y="1152"/>
              <a:chExt cx="1056" cy="624"/>
            </a:xfrm>
          </p:grpSpPr>
          <p:sp>
            <p:nvSpPr>
              <p:cNvPr id="53406" name="Oval 87">
                <a:extLst>
                  <a:ext uri="{FF2B5EF4-FFF2-40B4-BE49-F238E27FC236}">
                    <a16:creationId xmlns:a16="http://schemas.microsoft.com/office/drawing/2014/main" id="{5901AC05-7DCB-4BA4-AEA7-F4336AA89E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29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07" name="Oval 88">
                <a:extLst>
                  <a:ext uri="{FF2B5EF4-FFF2-40B4-BE49-F238E27FC236}">
                    <a16:creationId xmlns:a16="http://schemas.microsoft.com/office/drawing/2014/main" id="{26FD8A90-3E08-4F5B-98D5-8B311A3DA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632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08" name="Oval 89">
                <a:extLst>
                  <a:ext uri="{FF2B5EF4-FFF2-40B4-BE49-F238E27FC236}">
                    <a16:creationId xmlns:a16="http://schemas.microsoft.com/office/drawing/2014/main" id="{BC4E5844-2378-4564-983D-3B7B53B4F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88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09" name="Oval 90">
                <a:extLst>
                  <a:ext uri="{FF2B5EF4-FFF2-40B4-BE49-F238E27FC236}">
                    <a16:creationId xmlns:a16="http://schemas.microsoft.com/office/drawing/2014/main" id="{64CD8821-5287-45C0-A9A0-16F6E998F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152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10" name="Line 91">
                <a:extLst>
                  <a:ext uri="{FF2B5EF4-FFF2-40B4-BE49-F238E27FC236}">
                    <a16:creationId xmlns:a16="http://schemas.microsoft.com/office/drawing/2014/main" id="{C8ED011D-5E93-4E6B-96E6-5E82FBAC72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200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11" name="Line 92">
                <a:extLst>
                  <a:ext uri="{FF2B5EF4-FFF2-40B4-BE49-F238E27FC236}">
                    <a16:creationId xmlns:a16="http://schemas.microsoft.com/office/drawing/2014/main" id="{42A883D3-D996-43FF-8074-2893819C89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34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12" name="Line 93">
                <a:extLst>
                  <a:ext uri="{FF2B5EF4-FFF2-40B4-BE49-F238E27FC236}">
                    <a16:creationId xmlns:a16="http://schemas.microsoft.com/office/drawing/2014/main" id="{D6926FDE-C9ED-4E65-85AC-BD4F3C5D29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536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13" name="Line 94">
                <a:extLst>
                  <a:ext uri="{FF2B5EF4-FFF2-40B4-BE49-F238E27FC236}">
                    <a16:creationId xmlns:a16="http://schemas.microsoft.com/office/drawing/2014/main" id="{83AFEB1D-D896-40DF-95D1-183CD6DEDF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680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3414" name="Group 95">
                <a:extLst>
                  <a:ext uri="{FF2B5EF4-FFF2-40B4-BE49-F238E27FC236}">
                    <a16:creationId xmlns:a16="http://schemas.microsoft.com/office/drawing/2014/main" id="{CD130152-E26E-429E-8D12-E9E4C35EC3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1200"/>
                <a:ext cx="720" cy="576"/>
                <a:chOff x="4512" y="1200"/>
                <a:chExt cx="720" cy="576"/>
              </a:xfrm>
            </p:grpSpPr>
            <p:sp>
              <p:nvSpPr>
                <p:cNvPr id="53415" name="Oval 96">
                  <a:extLst>
                    <a:ext uri="{FF2B5EF4-FFF2-40B4-BE49-F238E27FC236}">
                      <a16:creationId xmlns:a16="http://schemas.microsoft.com/office/drawing/2014/main" id="{94E719AC-4820-4A19-81D3-90BA923D08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0" y="1392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416" name="Oval 97">
                  <a:extLst>
                    <a:ext uri="{FF2B5EF4-FFF2-40B4-BE49-F238E27FC236}">
                      <a16:creationId xmlns:a16="http://schemas.microsoft.com/office/drawing/2014/main" id="{8CD1D0DB-E05A-4E10-9645-23FD8A6F2E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48" y="1536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417" name="Oval 98">
                  <a:extLst>
                    <a:ext uri="{FF2B5EF4-FFF2-40B4-BE49-F238E27FC236}">
                      <a16:creationId xmlns:a16="http://schemas.microsoft.com/office/drawing/2014/main" id="{FE3D2B8A-C49D-466E-8F3E-5F9EBC0759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52" y="1344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418" name="Oval 99">
                  <a:extLst>
                    <a:ext uri="{FF2B5EF4-FFF2-40B4-BE49-F238E27FC236}">
                      <a16:creationId xmlns:a16="http://schemas.microsoft.com/office/drawing/2014/main" id="{FBB5F9F2-792D-494A-BDBD-4CBB991AC7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1248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419" name="Oval 100">
                  <a:extLst>
                    <a:ext uri="{FF2B5EF4-FFF2-40B4-BE49-F238E27FC236}">
                      <a16:creationId xmlns:a16="http://schemas.microsoft.com/office/drawing/2014/main" id="{98621CDB-9F80-4913-814D-064169223D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420" name="Oval 101">
                  <a:extLst>
                    <a:ext uri="{FF2B5EF4-FFF2-40B4-BE49-F238E27FC236}">
                      <a16:creationId xmlns:a16="http://schemas.microsoft.com/office/drawing/2014/main" id="{BD41AB71-5D19-40F7-A525-E5E32CEFD5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6" y="1632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421" name="Oval 102">
                  <a:extLst>
                    <a:ext uri="{FF2B5EF4-FFF2-40B4-BE49-F238E27FC236}">
                      <a16:creationId xmlns:a16="http://schemas.microsoft.com/office/drawing/2014/main" id="{27416325-497A-46EC-9465-F1BA0882A9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88" y="1680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422" name="Oval 103">
                  <a:extLst>
                    <a:ext uri="{FF2B5EF4-FFF2-40B4-BE49-F238E27FC236}">
                      <a16:creationId xmlns:a16="http://schemas.microsoft.com/office/drawing/2014/main" id="{777BB74D-700B-4706-B52A-E2C2733F31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6" y="1200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423" name="Oval 104">
                  <a:extLst>
                    <a:ext uri="{FF2B5EF4-FFF2-40B4-BE49-F238E27FC236}">
                      <a16:creationId xmlns:a16="http://schemas.microsoft.com/office/drawing/2014/main" id="{6D6DCB72-7B50-4048-9537-E3E7E301E4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6" y="1488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424" name="Oval 105">
                  <a:extLst>
                    <a:ext uri="{FF2B5EF4-FFF2-40B4-BE49-F238E27FC236}">
                      <a16:creationId xmlns:a16="http://schemas.microsoft.com/office/drawing/2014/main" id="{315A685E-47B8-44D8-9670-B9CE6068D4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48" y="1680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425" name="Oval 106">
                  <a:extLst>
                    <a:ext uri="{FF2B5EF4-FFF2-40B4-BE49-F238E27FC236}">
                      <a16:creationId xmlns:a16="http://schemas.microsoft.com/office/drawing/2014/main" id="{7FE03F12-C271-4521-BE0A-CFFE14E7AE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1680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426" name="Oval 107">
                  <a:extLst>
                    <a:ext uri="{FF2B5EF4-FFF2-40B4-BE49-F238E27FC236}">
                      <a16:creationId xmlns:a16="http://schemas.microsoft.com/office/drawing/2014/main" id="{F6F73FD9-F702-4355-8CDF-7D7019F2A2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52" y="1200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427" name="Oval 108">
                  <a:extLst>
                    <a:ext uri="{FF2B5EF4-FFF2-40B4-BE49-F238E27FC236}">
                      <a16:creationId xmlns:a16="http://schemas.microsoft.com/office/drawing/2014/main" id="{7FCE8F5B-D87A-4BE8-902E-F09C9E392B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1248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428" name="Line 109">
                  <a:extLst>
                    <a:ext uri="{FF2B5EF4-FFF2-40B4-BE49-F238E27FC236}">
                      <a16:creationId xmlns:a16="http://schemas.microsoft.com/office/drawing/2014/main" id="{7CCB188E-2862-4874-B1BE-C0DB439A7E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172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29" name="Line 110">
                  <a:extLst>
                    <a:ext uri="{FF2B5EF4-FFF2-40B4-BE49-F238E27FC236}">
                      <a16:creationId xmlns:a16="http://schemas.microsoft.com/office/drawing/2014/main" id="{C6D071AA-4528-4B0C-AA57-9C17AF273D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1536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0" name="Line 111">
                  <a:extLst>
                    <a:ext uri="{FF2B5EF4-FFF2-40B4-BE49-F238E27FC236}">
                      <a16:creationId xmlns:a16="http://schemas.microsoft.com/office/drawing/2014/main" id="{29172D9E-5712-45A3-847B-3F9F014222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1296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1" name="Line 112">
                  <a:extLst>
                    <a:ext uri="{FF2B5EF4-FFF2-40B4-BE49-F238E27FC236}">
                      <a16:creationId xmlns:a16="http://schemas.microsoft.com/office/drawing/2014/main" id="{D5378D04-3744-4E8F-B8AE-E35D8182B2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2" y="124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2" name="Line 113">
                  <a:extLst>
                    <a:ext uri="{FF2B5EF4-FFF2-40B4-BE49-F238E27FC236}">
                      <a16:creationId xmlns:a16="http://schemas.microsoft.com/office/drawing/2014/main" id="{0E448E76-1725-441A-B2AC-94E6C1D08C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2" y="1392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3" name="Line 114">
                  <a:extLst>
                    <a:ext uri="{FF2B5EF4-FFF2-40B4-BE49-F238E27FC236}">
                      <a16:creationId xmlns:a16="http://schemas.microsoft.com/office/drawing/2014/main" id="{A740DE30-9E27-44B5-8C47-993B914DB5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6" y="1680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4" name="Line 115">
                  <a:extLst>
                    <a:ext uri="{FF2B5EF4-FFF2-40B4-BE49-F238E27FC236}">
                      <a16:creationId xmlns:a16="http://schemas.microsoft.com/office/drawing/2014/main" id="{7984D610-96C0-4142-9236-790FE7420A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8" y="172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5" name="Line 116">
                  <a:extLst>
                    <a:ext uri="{FF2B5EF4-FFF2-40B4-BE49-F238E27FC236}">
                      <a16:creationId xmlns:a16="http://schemas.microsoft.com/office/drawing/2014/main" id="{76139238-2BE3-4481-AFB7-66AE8EE4C4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8" y="15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6" name="Line 117">
                  <a:extLst>
                    <a:ext uri="{FF2B5EF4-FFF2-40B4-BE49-F238E27FC236}">
                      <a16:creationId xmlns:a16="http://schemas.microsoft.com/office/drawing/2014/main" id="{86387F1A-1B25-4DF9-B06D-6175CFFDE6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40" y="1440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7" name="Line 118">
                  <a:extLst>
                    <a:ext uri="{FF2B5EF4-FFF2-40B4-BE49-F238E27FC236}">
                      <a16:creationId xmlns:a16="http://schemas.microsoft.com/office/drawing/2014/main" id="{3052C4EB-C519-48AF-B075-BBEBF645C9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36" y="124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8" name="Line 119">
                  <a:extLst>
                    <a:ext uri="{FF2B5EF4-FFF2-40B4-BE49-F238E27FC236}">
                      <a16:creationId xmlns:a16="http://schemas.microsoft.com/office/drawing/2014/main" id="{8DD039B7-CD6A-494B-9875-5C604AA6B0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36" y="1536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9" name="Line 120">
                  <a:extLst>
                    <a:ext uri="{FF2B5EF4-FFF2-40B4-BE49-F238E27FC236}">
                      <a16:creationId xmlns:a16="http://schemas.microsoft.com/office/drawing/2014/main" id="{CAC96743-6588-436D-A8F4-651241BC1C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88" y="172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306" name="Group 121">
            <a:extLst>
              <a:ext uri="{FF2B5EF4-FFF2-40B4-BE49-F238E27FC236}">
                <a16:creationId xmlns:a16="http://schemas.microsoft.com/office/drawing/2014/main" id="{8101BB91-3D73-484A-BD8E-199D4AD217F7}"/>
              </a:ext>
            </a:extLst>
          </p:cNvPr>
          <p:cNvGrpSpPr>
            <a:grpSpLocks/>
          </p:cNvGrpSpPr>
          <p:nvPr/>
        </p:nvGrpSpPr>
        <p:grpSpPr bwMode="auto">
          <a:xfrm>
            <a:off x="4144963" y="4652963"/>
            <a:ext cx="3214687" cy="1681162"/>
            <a:chOff x="3175" y="2404"/>
            <a:chExt cx="2304" cy="1225"/>
          </a:xfrm>
        </p:grpSpPr>
        <p:sp>
          <p:nvSpPr>
            <p:cNvPr id="53269" name="Rectangle 122">
              <a:extLst>
                <a:ext uri="{FF2B5EF4-FFF2-40B4-BE49-F238E27FC236}">
                  <a16:creationId xmlns:a16="http://schemas.microsoft.com/office/drawing/2014/main" id="{97D43262-6C1D-41F7-B3C9-C9F65D1E1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2861"/>
              <a:ext cx="2304" cy="76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3270" name="Text Box 123">
              <a:extLst>
                <a:ext uri="{FF2B5EF4-FFF2-40B4-BE49-F238E27FC236}">
                  <a16:creationId xmlns:a16="http://schemas.microsoft.com/office/drawing/2014/main" id="{5D76D727-B115-4F82-8FD3-CB2CE34BB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1" y="2508"/>
              <a:ext cx="864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P-N</a:t>
              </a:r>
              <a:r>
                <a:rPr kumimoji="1" lang="zh-CN" altLang="zh-CN" sz="2400">
                  <a:latin typeface="Times New Roman" panose="02020603050405020304" pitchFamily="18" charset="0"/>
                </a:rPr>
                <a:t>结</a:t>
              </a: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3271" name="Line 124">
              <a:extLst>
                <a:ext uri="{FF2B5EF4-FFF2-40B4-BE49-F238E27FC236}">
                  <a16:creationId xmlns:a16="http://schemas.microsoft.com/office/drawing/2014/main" id="{D29646EE-F1B1-455D-8164-EFF788C816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9" y="2765"/>
              <a:ext cx="480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3272" name="Object 125">
              <a:extLst>
                <a:ext uri="{FF2B5EF4-FFF2-40B4-BE49-F238E27FC236}">
                  <a16:creationId xmlns:a16="http://schemas.microsoft.com/office/drawing/2014/main" id="{0C87B5BE-889B-4EEF-AAFA-0F90A11F63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1" y="2404"/>
            <a:ext cx="392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610" name="Equation" r:id="rId7" imgW="114266" imgH="133380" progId="Equation.DSMT4">
                    <p:embed/>
                  </p:oleObj>
                </mc:Choice>
                <mc:Fallback>
                  <p:oleObj name="Equation" r:id="rId7" imgW="114266" imgH="133380" progId="Equation.DSMT4">
                    <p:embed/>
                    <p:pic>
                      <p:nvPicPr>
                        <p:cNvPr id="0" name="Object 1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1" y="2404"/>
                          <a:ext cx="392" cy="4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3" name="Line 126">
              <a:extLst>
                <a:ext uri="{FF2B5EF4-FFF2-40B4-BE49-F238E27FC236}">
                  <a16:creationId xmlns:a16="http://schemas.microsoft.com/office/drawing/2014/main" id="{BD24D869-D7AF-4111-B0ED-40669F7352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" y="2573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4" name="Line 127">
              <a:extLst>
                <a:ext uri="{FF2B5EF4-FFF2-40B4-BE49-F238E27FC236}">
                  <a16:creationId xmlns:a16="http://schemas.microsoft.com/office/drawing/2014/main" id="{EBD460B9-F42F-42FC-90D9-623E5091F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9" y="2621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3275" name="Group 128">
              <a:extLst>
                <a:ext uri="{FF2B5EF4-FFF2-40B4-BE49-F238E27FC236}">
                  <a16:creationId xmlns:a16="http://schemas.microsoft.com/office/drawing/2014/main" id="{A255751C-539A-4052-B08E-57E3458B15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3" y="2909"/>
              <a:ext cx="960" cy="672"/>
              <a:chOff x="3072" y="2736"/>
              <a:chExt cx="960" cy="672"/>
            </a:xfrm>
          </p:grpSpPr>
          <p:sp>
            <p:nvSpPr>
              <p:cNvPr id="53332" name="Oval 129">
                <a:extLst>
                  <a:ext uri="{FF2B5EF4-FFF2-40B4-BE49-F238E27FC236}">
                    <a16:creationId xmlns:a16="http://schemas.microsoft.com/office/drawing/2014/main" id="{A740B07E-1D93-4140-A3AA-9BC6B3AC1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736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33" name="Oval 130">
                <a:extLst>
                  <a:ext uri="{FF2B5EF4-FFF2-40B4-BE49-F238E27FC236}">
                    <a16:creationId xmlns:a16="http://schemas.microsoft.com/office/drawing/2014/main" id="{FF81D9E0-472C-4BF7-91A0-34483F086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976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34" name="Oval 131">
                <a:extLst>
                  <a:ext uri="{FF2B5EF4-FFF2-40B4-BE49-F238E27FC236}">
                    <a16:creationId xmlns:a16="http://schemas.microsoft.com/office/drawing/2014/main" id="{1316E762-95DC-41C7-93EF-5D49EFE22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78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35" name="Oval 132">
                <a:extLst>
                  <a:ext uri="{FF2B5EF4-FFF2-40B4-BE49-F238E27FC236}">
                    <a16:creationId xmlns:a16="http://schemas.microsoft.com/office/drawing/2014/main" id="{0D9E3E00-D812-4995-A1CD-ED8DAD4AF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2976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36" name="Oval 133">
                <a:extLst>
                  <a:ext uri="{FF2B5EF4-FFF2-40B4-BE49-F238E27FC236}">
                    <a16:creationId xmlns:a16="http://schemas.microsoft.com/office/drawing/2014/main" id="{64307E3B-588C-47E7-90C7-BD4D528472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16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37" name="Oval 134">
                <a:extLst>
                  <a:ext uri="{FF2B5EF4-FFF2-40B4-BE49-F238E27FC236}">
                    <a16:creationId xmlns:a16="http://schemas.microsoft.com/office/drawing/2014/main" id="{EBFC6E10-1B2A-4949-8E35-5A02A92ED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16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38" name="Oval 135">
                <a:extLst>
                  <a:ext uri="{FF2B5EF4-FFF2-40B4-BE49-F238E27FC236}">
                    <a16:creationId xmlns:a16="http://schemas.microsoft.com/office/drawing/2014/main" id="{31DE5702-9F4C-4054-9184-1242CDDE21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331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39" name="Oval 136">
                <a:extLst>
                  <a:ext uri="{FF2B5EF4-FFF2-40B4-BE49-F238E27FC236}">
                    <a16:creationId xmlns:a16="http://schemas.microsoft.com/office/drawing/2014/main" id="{0E32D8EA-842B-4B0F-9AB1-B05248ECB7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326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40" name="Oval 137">
                <a:extLst>
                  <a:ext uri="{FF2B5EF4-FFF2-40B4-BE49-F238E27FC236}">
                    <a16:creationId xmlns:a16="http://schemas.microsoft.com/office/drawing/2014/main" id="{625204A0-EE10-4C99-86B6-17471764E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302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41" name="Oval 138">
                <a:extLst>
                  <a:ext uri="{FF2B5EF4-FFF2-40B4-BE49-F238E27FC236}">
                    <a16:creationId xmlns:a16="http://schemas.microsoft.com/office/drawing/2014/main" id="{F1AA7833-E5B7-45E3-8D5F-00B0AE4F9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78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42" name="Oval 139">
                <a:extLst>
                  <a:ext uri="{FF2B5EF4-FFF2-40B4-BE49-F238E27FC236}">
                    <a16:creationId xmlns:a16="http://schemas.microsoft.com/office/drawing/2014/main" id="{261E81CA-48FA-49F8-878D-33EBD2B95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92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43" name="Oval 140">
                <a:extLst>
                  <a:ext uri="{FF2B5EF4-FFF2-40B4-BE49-F238E27FC236}">
                    <a16:creationId xmlns:a16="http://schemas.microsoft.com/office/drawing/2014/main" id="{A1597498-176C-4EF0-9968-A40BDCA8BC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331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44" name="Oval 141">
                <a:extLst>
                  <a:ext uri="{FF2B5EF4-FFF2-40B4-BE49-F238E27FC236}">
                    <a16:creationId xmlns:a16="http://schemas.microsoft.com/office/drawing/2014/main" id="{184C2747-C29C-48FE-9C32-82AD48359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273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45" name="Oval 142">
                <a:extLst>
                  <a:ext uri="{FF2B5EF4-FFF2-40B4-BE49-F238E27FC236}">
                    <a16:creationId xmlns:a16="http://schemas.microsoft.com/office/drawing/2014/main" id="{C63A0743-CF2B-4350-87CB-DDF67FCFE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2928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46" name="Oval 143">
                <a:extLst>
                  <a:ext uri="{FF2B5EF4-FFF2-40B4-BE49-F238E27FC236}">
                    <a16:creationId xmlns:a16="http://schemas.microsoft.com/office/drawing/2014/main" id="{172A6D3F-42D5-45D8-8D6F-3FD3589B29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3120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47" name="Oval 144">
                <a:extLst>
                  <a:ext uri="{FF2B5EF4-FFF2-40B4-BE49-F238E27FC236}">
                    <a16:creationId xmlns:a16="http://schemas.microsoft.com/office/drawing/2014/main" id="{90C814E1-9353-4D47-BA6A-24F4E6DEA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3312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48" name="Line 145">
                <a:extLst>
                  <a:ext uri="{FF2B5EF4-FFF2-40B4-BE49-F238E27FC236}">
                    <a16:creationId xmlns:a16="http://schemas.microsoft.com/office/drawing/2014/main" id="{A407B8AF-7D9B-41D1-BC6E-59CCE82C33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78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49" name="Line 146">
                <a:extLst>
                  <a:ext uri="{FF2B5EF4-FFF2-40B4-BE49-F238E27FC236}">
                    <a16:creationId xmlns:a16="http://schemas.microsoft.com/office/drawing/2014/main" id="{5D8F8EDA-CB1B-4683-98CA-7F74AA9464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50" name="Line 147">
                <a:extLst>
                  <a:ext uri="{FF2B5EF4-FFF2-40B4-BE49-F238E27FC236}">
                    <a16:creationId xmlns:a16="http://schemas.microsoft.com/office/drawing/2014/main" id="{B15E21D0-A2FA-4529-8A4D-044560DD56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16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51" name="Line 148">
                <a:extLst>
                  <a:ext uri="{FF2B5EF4-FFF2-40B4-BE49-F238E27FC236}">
                    <a16:creationId xmlns:a16="http://schemas.microsoft.com/office/drawing/2014/main" id="{5DE91A0E-721A-4B57-8BA3-BE857A4BA2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360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3352" name="Group 149">
                <a:extLst>
                  <a:ext uri="{FF2B5EF4-FFF2-40B4-BE49-F238E27FC236}">
                    <a16:creationId xmlns:a16="http://schemas.microsoft.com/office/drawing/2014/main" id="{1BA45909-EC4F-418D-B419-A207EF2776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2736"/>
                <a:ext cx="96" cy="96"/>
                <a:chOff x="2928" y="336"/>
                <a:chExt cx="96" cy="96"/>
              </a:xfrm>
            </p:grpSpPr>
            <p:sp>
              <p:nvSpPr>
                <p:cNvPr id="53390" name="Line 150">
                  <a:extLst>
                    <a:ext uri="{FF2B5EF4-FFF2-40B4-BE49-F238E27FC236}">
                      <a16:creationId xmlns:a16="http://schemas.microsoft.com/office/drawing/2014/main" id="{00574B34-22D7-40D9-9176-7F43A3F0DF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1" name="Line 151">
                  <a:extLst>
                    <a:ext uri="{FF2B5EF4-FFF2-40B4-BE49-F238E27FC236}">
                      <a16:creationId xmlns:a16="http://schemas.microsoft.com/office/drawing/2014/main" id="{6ABE139C-FDB3-468A-A896-5ADAD385E6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353" name="Group 152">
                <a:extLst>
                  <a:ext uri="{FF2B5EF4-FFF2-40B4-BE49-F238E27FC236}">
                    <a16:creationId xmlns:a16="http://schemas.microsoft.com/office/drawing/2014/main" id="{F702502F-5C2A-45C6-AF37-5DBBC0F2EA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2784"/>
                <a:ext cx="96" cy="96"/>
                <a:chOff x="2928" y="336"/>
                <a:chExt cx="96" cy="96"/>
              </a:xfrm>
            </p:grpSpPr>
            <p:sp>
              <p:nvSpPr>
                <p:cNvPr id="53388" name="Line 153">
                  <a:extLst>
                    <a:ext uri="{FF2B5EF4-FFF2-40B4-BE49-F238E27FC236}">
                      <a16:creationId xmlns:a16="http://schemas.microsoft.com/office/drawing/2014/main" id="{C4E6319C-39B0-44AB-BE47-98A42F1030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9" name="Line 154">
                  <a:extLst>
                    <a:ext uri="{FF2B5EF4-FFF2-40B4-BE49-F238E27FC236}">
                      <a16:creationId xmlns:a16="http://schemas.microsoft.com/office/drawing/2014/main" id="{614C6B6C-89A8-43F1-A8AA-FF6F7FB7F6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354" name="Group 155">
                <a:extLst>
                  <a:ext uri="{FF2B5EF4-FFF2-40B4-BE49-F238E27FC236}">
                    <a16:creationId xmlns:a16="http://schemas.microsoft.com/office/drawing/2014/main" id="{650E9E57-1678-464F-AAA2-DA18C8D799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784"/>
                <a:ext cx="96" cy="96"/>
                <a:chOff x="2928" y="336"/>
                <a:chExt cx="96" cy="96"/>
              </a:xfrm>
            </p:grpSpPr>
            <p:sp>
              <p:nvSpPr>
                <p:cNvPr id="53386" name="Line 156">
                  <a:extLst>
                    <a:ext uri="{FF2B5EF4-FFF2-40B4-BE49-F238E27FC236}">
                      <a16:creationId xmlns:a16="http://schemas.microsoft.com/office/drawing/2014/main" id="{834159EF-B68F-4E7A-9096-3E4F3A86AF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7" name="Line 157">
                  <a:extLst>
                    <a:ext uri="{FF2B5EF4-FFF2-40B4-BE49-F238E27FC236}">
                      <a16:creationId xmlns:a16="http://schemas.microsoft.com/office/drawing/2014/main" id="{73227FF8-02F2-499C-9854-7897D1E8AD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355" name="Group 158">
                <a:extLst>
                  <a:ext uri="{FF2B5EF4-FFF2-40B4-BE49-F238E27FC236}">
                    <a16:creationId xmlns:a16="http://schemas.microsoft.com/office/drawing/2014/main" id="{D1C8460D-C009-4649-B007-086D9E74DE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3024"/>
                <a:ext cx="96" cy="96"/>
                <a:chOff x="2928" y="336"/>
                <a:chExt cx="96" cy="96"/>
              </a:xfrm>
            </p:grpSpPr>
            <p:sp>
              <p:nvSpPr>
                <p:cNvPr id="53384" name="Line 159">
                  <a:extLst>
                    <a:ext uri="{FF2B5EF4-FFF2-40B4-BE49-F238E27FC236}">
                      <a16:creationId xmlns:a16="http://schemas.microsoft.com/office/drawing/2014/main" id="{6AF7948F-9F82-4E5D-B3DA-D8DEEC7AD3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5" name="Line 160">
                  <a:extLst>
                    <a:ext uri="{FF2B5EF4-FFF2-40B4-BE49-F238E27FC236}">
                      <a16:creationId xmlns:a16="http://schemas.microsoft.com/office/drawing/2014/main" id="{09FB45AC-0D5E-4780-A7FF-18EF6AA2F1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356" name="Group 161">
                <a:extLst>
                  <a:ext uri="{FF2B5EF4-FFF2-40B4-BE49-F238E27FC236}">
                    <a16:creationId xmlns:a16="http://schemas.microsoft.com/office/drawing/2014/main" id="{E9243011-892D-4D70-9A02-A21BAA7240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2976"/>
                <a:ext cx="96" cy="96"/>
                <a:chOff x="2928" y="336"/>
                <a:chExt cx="96" cy="96"/>
              </a:xfrm>
            </p:grpSpPr>
            <p:sp>
              <p:nvSpPr>
                <p:cNvPr id="53382" name="Line 162">
                  <a:extLst>
                    <a:ext uri="{FF2B5EF4-FFF2-40B4-BE49-F238E27FC236}">
                      <a16:creationId xmlns:a16="http://schemas.microsoft.com/office/drawing/2014/main" id="{FE11C1CE-AD0D-413A-A0BE-D03B1044D4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3" name="Line 163">
                  <a:extLst>
                    <a:ext uri="{FF2B5EF4-FFF2-40B4-BE49-F238E27FC236}">
                      <a16:creationId xmlns:a16="http://schemas.microsoft.com/office/drawing/2014/main" id="{AD236126-0196-42DD-8426-147EF73192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357" name="Group 164">
                <a:extLst>
                  <a:ext uri="{FF2B5EF4-FFF2-40B4-BE49-F238E27FC236}">
                    <a16:creationId xmlns:a16="http://schemas.microsoft.com/office/drawing/2014/main" id="{A1AE2898-C0EB-40C9-9A3D-0DCD66ACA7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2928"/>
                <a:ext cx="96" cy="96"/>
                <a:chOff x="2928" y="336"/>
                <a:chExt cx="96" cy="96"/>
              </a:xfrm>
            </p:grpSpPr>
            <p:sp>
              <p:nvSpPr>
                <p:cNvPr id="53380" name="Line 165">
                  <a:extLst>
                    <a:ext uri="{FF2B5EF4-FFF2-40B4-BE49-F238E27FC236}">
                      <a16:creationId xmlns:a16="http://schemas.microsoft.com/office/drawing/2014/main" id="{DC38E809-2741-467D-A4D0-4130EB7625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1" name="Line 166">
                  <a:extLst>
                    <a:ext uri="{FF2B5EF4-FFF2-40B4-BE49-F238E27FC236}">
                      <a16:creationId xmlns:a16="http://schemas.microsoft.com/office/drawing/2014/main" id="{E3AEDE7A-7F8E-4DA0-91B7-DEFEE28F78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358" name="Group 167">
                <a:extLst>
                  <a:ext uri="{FF2B5EF4-FFF2-40B4-BE49-F238E27FC236}">
                    <a16:creationId xmlns:a16="http://schemas.microsoft.com/office/drawing/2014/main" id="{47D99F74-7A66-42DF-AA5E-3B375AA849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0" y="2976"/>
                <a:ext cx="96" cy="96"/>
                <a:chOff x="2928" y="336"/>
                <a:chExt cx="96" cy="96"/>
              </a:xfrm>
            </p:grpSpPr>
            <p:sp>
              <p:nvSpPr>
                <p:cNvPr id="53378" name="Line 168">
                  <a:extLst>
                    <a:ext uri="{FF2B5EF4-FFF2-40B4-BE49-F238E27FC236}">
                      <a16:creationId xmlns:a16="http://schemas.microsoft.com/office/drawing/2014/main" id="{ED67612A-26EA-4CDE-A749-6CD6D4735B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9" name="Line 169">
                  <a:extLst>
                    <a:ext uri="{FF2B5EF4-FFF2-40B4-BE49-F238E27FC236}">
                      <a16:creationId xmlns:a16="http://schemas.microsoft.com/office/drawing/2014/main" id="{36F1CA5A-805E-439C-8BAE-8F0EBDF44B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359" name="Group 170">
                <a:extLst>
                  <a:ext uri="{FF2B5EF4-FFF2-40B4-BE49-F238E27FC236}">
                    <a16:creationId xmlns:a16="http://schemas.microsoft.com/office/drawing/2014/main" id="{2CFC3100-E508-4443-9336-B1CC18C313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3168"/>
                <a:ext cx="96" cy="96"/>
                <a:chOff x="2928" y="336"/>
                <a:chExt cx="96" cy="96"/>
              </a:xfrm>
            </p:grpSpPr>
            <p:sp>
              <p:nvSpPr>
                <p:cNvPr id="53376" name="Line 171">
                  <a:extLst>
                    <a:ext uri="{FF2B5EF4-FFF2-40B4-BE49-F238E27FC236}">
                      <a16:creationId xmlns:a16="http://schemas.microsoft.com/office/drawing/2014/main" id="{01723A67-B78F-44FD-B0E9-31E4FDBD72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7" name="Line 172">
                  <a:extLst>
                    <a:ext uri="{FF2B5EF4-FFF2-40B4-BE49-F238E27FC236}">
                      <a16:creationId xmlns:a16="http://schemas.microsoft.com/office/drawing/2014/main" id="{06FDC5A9-71CD-473F-82AE-BA23A99E45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360" name="Group 173">
                <a:extLst>
                  <a:ext uri="{FF2B5EF4-FFF2-40B4-BE49-F238E27FC236}">
                    <a16:creationId xmlns:a16="http://schemas.microsoft.com/office/drawing/2014/main" id="{DD18D0B4-4A29-4D35-8EEF-ECECEAA2F3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6" y="3312"/>
                <a:ext cx="96" cy="96"/>
                <a:chOff x="2928" y="336"/>
                <a:chExt cx="96" cy="96"/>
              </a:xfrm>
            </p:grpSpPr>
            <p:sp>
              <p:nvSpPr>
                <p:cNvPr id="53374" name="Line 174">
                  <a:extLst>
                    <a:ext uri="{FF2B5EF4-FFF2-40B4-BE49-F238E27FC236}">
                      <a16:creationId xmlns:a16="http://schemas.microsoft.com/office/drawing/2014/main" id="{EFACE313-D048-4415-A972-5A9DB6CBE9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5" name="Line 175">
                  <a:extLst>
                    <a:ext uri="{FF2B5EF4-FFF2-40B4-BE49-F238E27FC236}">
                      <a16:creationId xmlns:a16="http://schemas.microsoft.com/office/drawing/2014/main" id="{D0FDC410-48AB-48FE-9BE0-3F60C5A8CD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361" name="Group 176">
                <a:extLst>
                  <a:ext uri="{FF2B5EF4-FFF2-40B4-BE49-F238E27FC236}">
                    <a16:creationId xmlns:a16="http://schemas.microsoft.com/office/drawing/2014/main" id="{061E69B0-8612-4B0A-8650-F3284F43A8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3168"/>
                <a:ext cx="96" cy="96"/>
                <a:chOff x="2928" y="336"/>
                <a:chExt cx="96" cy="96"/>
              </a:xfrm>
            </p:grpSpPr>
            <p:sp>
              <p:nvSpPr>
                <p:cNvPr id="53372" name="Line 177">
                  <a:extLst>
                    <a:ext uri="{FF2B5EF4-FFF2-40B4-BE49-F238E27FC236}">
                      <a16:creationId xmlns:a16="http://schemas.microsoft.com/office/drawing/2014/main" id="{A4AA6A84-76E5-461D-A437-544489DE11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3" name="Line 178">
                  <a:extLst>
                    <a:ext uri="{FF2B5EF4-FFF2-40B4-BE49-F238E27FC236}">
                      <a16:creationId xmlns:a16="http://schemas.microsoft.com/office/drawing/2014/main" id="{6BADE9DF-A284-4371-9C86-8B1D287877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362" name="Group 179">
                <a:extLst>
                  <a:ext uri="{FF2B5EF4-FFF2-40B4-BE49-F238E27FC236}">
                    <a16:creationId xmlns:a16="http://schemas.microsoft.com/office/drawing/2014/main" id="{D0CEE2A3-C6E5-4DF0-B8B1-029A926630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4" y="3312"/>
                <a:ext cx="96" cy="96"/>
                <a:chOff x="2928" y="336"/>
                <a:chExt cx="96" cy="96"/>
              </a:xfrm>
            </p:grpSpPr>
            <p:sp>
              <p:nvSpPr>
                <p:cNvPr id="53370" name="Line 180">
                  <a:extLst>
                    <a:ext uri="{FF2B5EF4-FFF2-40B4-BE49-F238E27FC236}">
                      <a16:creationId xmlns:a16="http://schemas.microsoft.com/office/drawing/2014/main" id="{EC644D35-4712-4EDF-9FAA-29ACA99269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1" name="Line 181">
                  <a:extLst>
                    <a:ext uri="{FF2B5EF4-FFF2-40B4-BE49-F238E27FC236}">
                      <a16:creationId xmlns:a16="http://schemas.microsoft.com/office/drawing/2014/main" id="{8051AD13-8793-4115-BDD5-ED7625D787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363" name="Group 182">
                <a:extLst>
                  <a:ext uri="{FF2B5EF4-FFF2-40B4-BE49-F238E27FC236}">
                    <a16:creationId xmlns:a16="http://schemas.microsoft.com/office/drawing/2014/main" id="{4CDD0E17-D187-43FD-B1AD-F73C0C9EE3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6" y="3264"/>
                <a:ext cx="96" cy="96"/>
                <a:chOff x="2928" y="336"/>
                <a:chExt cx="96" cy="96"/>
              </a:xfrm>
            </p:grpSpPr>
            <p:sp>
              <p:nvSpPr>
                <p:cNvPr id="53368" name="Line 183">
                  <a:extLst>
                    <a:ext uri="{FF2B5EF4-FFF2-40B4-BE49-F238E27FC236}">
                      <a16:creationId xmlns:a16="http://schemas.microsoft.com/office/drawing/2014/main" id="{AA2B0C67-703C-4AAC-957A-4D59D83610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9" name="Line 184">
                  <a:extLst>
                    <a:ext uri="{FF2B5EF4-FFF2-40B4-BE49-F238E27FC236}">
                      <a16:creationId xmlns:a16="http://schemas.microsoft.com/office/drawing/2014/main" id="{6DFD0BDB-657E-455A-B528-EC072C362A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3364" name="Line 185">
                <a:extLst>
                  <a:ext uri="{FF2B5EF4-FFF2-40B4-BE49-F238E27FC236}">
                    <a16:creationId xmlns:a16="http://schemas.microsoft.com/office/drawing/2014/main" id="{AA995562-EEA0-4C4E-A588-A20EAA94A5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78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65" name="Line 186">
                <a:extLst>
                  <a:ext uri="{FF2B5EF4-FFF2-40B4-BE49-F238E27FC236}">
                    <a16:creationId xmlns:a16="http://schemas.microsoft.com/office/drawing/2014/main" id="{F818B9C3-5C77-4300-82D6-8F913E7528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976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66" name="Line 187">
                <a:extLst>
                  <a:ext uri="{FF2B5EF4-FFF2-40B4-BE49-F238E27FC236}">
                    <a16:creationId xmlns:a16="http://schemas.microsoft.com/office/drawing/2014/main" id="{62172A2F-A83E-4E80-8332-91F67001C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168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67" name="Line 188">
                <a:extLst>
                  <a:ext uri="{FF2B5EF4-FFF2-40B4-BE49-F238E27FC236}">
                    <a16:creationId xmlns:a16="http://schemas.microsoft.com/office/drawing/2014/main" id="{819C34BD-462B-458A-BB39-E99B14B062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360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3276" name="Group 189">
              <a:extLst>
                <a:ext uri="{FF2B5EF4-FFF2-40B4-BE49-F238E27FC236}">
                  <a16:creationId xmlns:a16="http://schemas.microsoft.com/office/drawing/2014/main" id="{FCD18139-D70E-4AFB-99C3-F2D0818FFE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5" y="2909"/>
              <a:ext cx="1008" cy="672"/>
              <a:chOff x="4224" y="2736"/>
              <a:chExt cx="1008" cy="672"/>
            </a:xfrm>
          </p:grpSpPr>
          <p:sp>
            <p:nvSpPr>
              <p:cNvPr id="53277" name="Oval 190">
                <a:extLst>
                  <a:ext uri="{FF2B5EF4-FFF2-40B4-BE49-F238E27FC236}">
                    <a16:creationId xmlns:a16="http://schemas.microsoft.com/office/drawing/2014/main" id="{0753B98B-23A5-430A-B09A-5AEE10618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784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78" name="Oval 191">
                <a:extLst>
                  <a:ext uri="{FF2B5EF4-FFF2-40B4-BE49-F238E27FC236}">
                    <a16:creationId xmlns:a16="http://schemas.microsoft.com/office/drawing/2014/main" id="{1A2901DD-54DE-4E37-B918-61C81FFE5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2784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79" name="Oval 192">
                <a:extLst>
                  <a:ext uri="{FF2B5EF4-FFF2-40B4-BE49-F238E27FC236}">
                    <a16:creationId xmlns:a16="http://schemas.microsoft.com/office/drawing/2014/main" id="{70036987-3319-4712-9C12-D7C505395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2784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80" name="Oval 193">
                <a:extLst>
                  <a:ext uri="{FF2B5EF4-FFF2-40B4-BE49-F238E27FC236}">
                    <a16:creationId xmlns:a16="http://schemas.microsoft.com/office/drawing/2014/main" id="{267B1BAF-45A7-4F18-99A1-CD02F5E89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6" y="2928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81" name="Oval 194">
                <a:extLst>
                  <a:ext uri="{FF2B5EF4-FFF2-40B4-BE49-F238E27FC236}">
                    <a16:creationId xmlns:a16="http://schemas.microsoft.com/office/drawing/2014/main" id="{9A80D59F-A4C9-4460-BCAA-D13D49387B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3120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82" name="Oval 195">
                <a:extLst>
                  <a:ext uri="{FF2B5EF4-FFF2-40B4-BE49-F238E27FC236}">
                    <a16:creationId xmlns:a16="http://schemas.microsoft.com/office/drawing/2014/main" id="{4CCB669B-9AF8-4A70-9A66-58EB5E2956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3120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83" name="Oval 196">
                <a:extLst>
                  <a:ext uri="{FF2B5EF4-FFF2-40B4-BE49-F238E27FC236}">
                    <a16:creationId xmlns:a16="http://schemas.microsoft.com/office/drawing/2014/main" id="{09DC67B8-563B-4EC0-9E8E-B1B242015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6" y="321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84" name="Oval 197">
                <a:extLst>
                  <a:ext uri="{FF2B5EF4-FFF2-40B4-BE49-F238E27FC236}">
                    <a16:creationId xmlns:a16="http://schemas.microsoft.com/office/drawing/2014/main" id="{B507BE8F-3DBD-4306-920A-030D6CBD5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6" y="297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85" name="Oval 198">
                <a:extLst>
                  <a:ext uri="{FF2B5EF4-FFF2-40B4-BE49-F238E27FC236}">
                    <a16:creationId xmlns:a16="http://schemas.microsoft.com/office/drawing/2014/main" id="{4A03214E-8382-40ED-8DD5-110E1709F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3072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86" name="Oval 199">
                <a:extLst>
                  <a:ext uri="{FF2B5EF4-FFF2-40B4-BE49-F238E27FC236}">
                    <a16:creationId xmlns:a16="http://schemas.microsoft.com/office/drawing/2014/main" id="{527CFE6A-4528-4C80-89E5-ADEF46DF16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321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87" name="Oval 200">
                <a:extLst>
                  <a:ext uri="{FF2B5EF4-FFF2-40B4-BE49-F238E27FC236}">
                    <a16:creationId xmlns:a16="http://schemas.microsoft.com/office/drawing/2014/main" id="{597C6FE7-2799-4E9E-B2C9-95C5C6C21D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2928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88" name="Oval 201">
                <a:extLst>
                  <a:ext uri="{FF2B5EF4-FFF2-40B4-BE49-F238E27FC236}">
                    <a16:creationId xmlns:a16="http://schemas.microsoft.com/office/drawing/2014/main" id="{D7D68464-5DA5-4C49-B3B8-69AE775B4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3264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89" name="Oval 202">
                <a:extLst>
                  <a:ext uri="{FF2B5EF4-FFF2-40B4-BE49-F238E27FC236}">
                    <a16:creationId xmlns:a16="http://schemas.microsoft.com/office/drawing/2014/main" id="{7B3F7EE1-D823-49B7-B240-C39BDA56B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92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90" name="Oval 203">
                <a:extLst>
                  <a:ext uri="{FF2B5EF4-FFF2-40B4-BE49-F238E27FC236}">
                    <a16:creationId xmlns:a16="http://schemas.microsoft.com/office/drawing/2014/main" id="{A9ACBCDF-B351-42A2-8F4B-F60A2F31DA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3120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91" name="Oval 204">
                <a:extLst>
                  <a:ext uri="{FF2B5EF4-FFF2-40B4-BE49-F238E27FC236}">
                    <a16:creationId xmlns:a16="http://schemas.microsoft.com/office/drawing/2014/main" id="{DA6E877B-3EB8-4BE3-96EA-F1C1A9524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331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3292" name="Group 205">
                <a:extLst>
                  <a:ext uri="{FF2B5EF4-FFF2-40B4-BE49-F238E27FC236}">
                    <a16:creationId xmlns:a16="http://schemas.microsoft.com/office/drawing/2014/main" id="{2A4C8683-04FB-4735-8B4A-08B86BDAC4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736"/>
                <a:ext cx="96" cy="96"/>
                <a:chOff x="1776" y="2160"/>
                <a:chExt cx="96" cy="96"/>
              </a:xfrm>
            </p:grpSpPr>
            <p:sp>
              <p:nvSpPr>
                <p:cNvPr id="53329" name="Oval 206">
                  <a:extLst>
                    <a:ext uri="{FF2B5EF4-FFF2-40B4-BE49-F238E27FC236}">
                      <a16:creationId xmlns:a16="http://schemas.microsoft.com/office/drawing/2014/main" id="{ED0BB0BF-3455-4B00-A24E-936F05B6AE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16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330" name="Line 207">
                  <a:extLst>
                    <a:ext uri="{FF2B5EF4-FFF2-40B4-BE49-F238E27FC236}">
                      <a16:creationId xmlns:a16="http://schemas.microsoft.com/office/drawing/2014/main" id="{E57098D6-9EE4-42B0-9C4E-1877C657CE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31" name="Line 208">
                  <a:extLst>
                    <a:ext uri="{FF2B5EF4-FFF2-40B4-BE49-F238E27FC236}">
                      <a16:creationId xmlns:a16="http://schemas.microsoft.com/office/drawing/2014/main" id="{D4EA51B6-BAA5-435B-A645-E04B21C9E0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21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293" name="Group 209">
                <a:extLst>
                  <a:ext uri="{FF2B5EF4-FFF2-40B4-BE49-F238E27FC236}">
                    <a16:creationId xmlns:a16="http://schemas.microsoft.com/office/drawing/2014/main" id="{665A2B3F-05BE-422A-B31A-1F96FBBC58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928"/>
                <a:ext cx="96" cy="96"/>
                <a:chOff x="1776" y="2160"/>
                <a:chExt cx="96" cy="96"/>
              </a:xfrm>
            </p:grpSpPr>
            <p:sp>
              <p:nvSpPr>
                <p:cNvPr id="53326" name="Oval 210">
                  <a:extLst>
                    <a:ext uri="{FF2B5EF4-FFF2-40B4-BE49-F238E27FC236}">
                      <a16:creationId xmlns:a16="http://schemas.microsoft.com/office/drawing/2014/main" id="{DBBA84D8-77F2-49C6-AF7E-DA8FEDEDF3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16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327" name="Line 211">
                  <a:extLst>
                    <a:ext uri="{FF2B5EF4-FFF2-40B4-BE49-F238E27FC236}">
                      <a16:creationId xmlns:a16="http://schemas.microsoft.com/office/drawing/2014/main" id="{4601D854-F89B-4C32-9D5C-46CCF63D23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28" name="Line 212">
                  <a:extLst>
                    <a:ext uri="{FF2B5EF4-FFF2-40B4-BE49-F238E27FC236}">
                      <a16:creationId xmlns:a16="http://schemas.microsoft.com/office/drawing/2014/main" id="{A7BC016C-A60A-419C-8BEC-8AA0AB8298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21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294" name="Group 213">
                <a:extLst>
                  <a:ext uri="{FF2B5EF4-FFF2-40B4-BE49-F238E27FC236}">
                    <a16:creationId xmlns:a16="http://schemas.microsoft.com/office/drawing/2014/main" id="{B3E0806B-6F0C-4FB2-9F22-ABB7FD225A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3120"/>
                <a:ext cx="96" cy="96"/>
                <a:chOff x="1776" y="2160"/>
                <a:chExt cx="96" cy="96"/>
              </a:xfrm>
            </p:grpSpPr>
            <p:sp>
              <p:nvSpPr>
                <p:cNvPr id="53323" name="Oval 214">
                  <a:extLst>
                    <a:ext uri="{FF2B5EF4-FFF2-40B4-BE49-F238E27FC236}">
                      <a16:creationId xmlns:a16="http://schemas.microsoft.com/office/drawing/2014/main" id="{16BEF636-9696-4435-9F0E-90860E5837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16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324" name="Line 215">
                  <a:extLst>
                    <a:ext uri="{FF2B5EF4-FFF2-40B4-BE49-F238E27FC236}">
                      <a16:creationId xmlns:a16="http://schemas.microsoft.com/office/drawing/2014/main" id="{A183AD97-F3BA-41CD-BE67-8D16E41618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25" name="Line 216">
                  <a:extLst>
                    <a:ext uri="{FF2B5EF4-FFF2-40B4-BE49-F238E27FC236}">
                      <a16:creationId xmlns:a16="http://schemas.microsoft.com/office/drawing/2014/main" id="{95F62ED5-1F65-4D32-9DC1-2B6244EB61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21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295" name="Group 217">
                <a:extLst>
                  <a:ext uri="{FF2B5EF4-FFF2-40B4-BE49-F238E27FC236}">
                    <a16:creationId xmlns:a16="http://schemas.microsoft.com/office/drawing/2014/main" id="{03E0F0B2-185B-4E35-B072-CACB29D716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3312"/>
                <a:ext cx="96" cy="96"/>
                <a:chOff x="1776" y="2160"/>
                <a:chExt cx="96" cy="96"/>
              </a:xfrm>
            </p:grpSpPr>
            <p:sp>
              <p:nvSpPr>
                <p:cNvPr id="53320" name="Oval 218">
                  <a:extLst>
                    <a:ext uri="{FF2B5EF4-FFF2-40B4-BE49-F238E27FC236}">
                      <a16:creationId xmlns:a16="http://schemas.microsoft.com/office/drawing/2014/main" id="{44F01970-01CC-447C-B23D-6F7D9A195A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160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1"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321" name="Line 219">
                  <a:extLst>
                    <a:ext uri="{FF2B5EF4-FFF2-40B4-BE49-F238E27FC236}">
                      <a16:creationId xmlns:a16="http://schemas.microsoft.com/office/drawing/2014/main" id="{812113C7-7971-447B-9B68-5E7E15A9AC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22" name="Line 220">
                  <a:extLst>
                    <a:ext uri="{FF2B5EF4-FFF2-40B4-BE49-F238E27FC236}">
                      <a16:creationId xmlns:a16="http://schemas.microsoft.com/office/drawing/2014/main" id="{C3810FD3-541B-4840-B88D-CDB457D5E1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21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296" name="Group 221">
                <a:extLst>
                  <a:ext uri="{FF2B5EF4-FFF2-40B4-BE49-F238E27FC236}">
                    <a16:creationId xmlns:a16="http://schemas.microsoft.com/office/drawing/2014/main" id="{CD96B2B7-32CE-401F-ADB3-78242EA9FD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736"/>
                <a:ext cx="96" cy="96"/>
                <a:chOff x="2928" y="336"/>
                <a:chExt cx="96" cy="96"/>
              </a:xfrm>
            </p:grpSpPr>
            <p:sp>
              <p:nvSpPr>
                <p:cNvPr id="53318" name="Line 222">
                  <a:extLst>
                    <a:ext uri="{FF2B5EF4-FFF2-40B4-BE49-F238E27FC236}">
                      <a16:creationId xmlns:a16="http://schemas.microsoft.com/office/drawing/2014/main" id="{971F8EB7-D13C-4C4D-AF03-32632D5C1A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19" name="Line 223">
                  <a:extLst>
                    <a:ext uri="{FF2B5EF4-FFF2-40B4-BE49-F238E27FC236}">
                      <a16:creationId xmlns:a16="http://schemas.microsoft.com/office/drawing/2014/main" id="{11A42F42-2BE3-4F7D-9423-58DA5D0321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297" name="Group 224">
                <a:extLst>
                  <a:ext uri="{FF2B5EF4-FFF2-40B4-BE49-F238E27FC236}">
                    <a16:creationId xmlns:a16="http://schemas.microsoft.com/office/drawing/2014/main" id="{9833F7AB-94EF-48B3-9F88-367ABAD34F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928"/>
                <a:ext cx="96" cy="96"/>
                <a:chOff x="2928" y="336"/>
                <a:chExt cx="96" cy="96"/>
              </a:xfrm>
            </p:grpSpPr>
            <p:sp>
              <p:nvSpPr>
                <p:cNvPr id="53316" name="Line 225">
                  <a:extLst>
                    <a:ext uri="{FF2B5EF4-FFF2-40B4-BE49-F238E27FC236}">
                      <a16:creationId xmlns:a16="http://schemas.microsoft.com/office/drawing/2014/main" id="{35E5D036-7BF8-4A42-835F-5F9949E30C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17" name="Line 226">
                  <a:extLst>
                    <a:ext uri="{FF2B5EF4-FFF2-40B4-BE49-F238E27FC236}">
                      <a16:creationId xmlns:a16="http://schemas.microsoft.com/office/drawing/2014/main" id="{F9B784EF-561D-4764-ABB1-E836705D6C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298" name="Group 227">
                <a:extLst>
                  <a:ext uri="{FF2B5EF4-FFF2-40B4-BE49-F238E27FC236}">
                    <a16:creationId xmlns:a16="http://schemas.microsoft.com/office/drawing/2014/main" id="{1E675636-E064-4E00-8037-3F516D24AA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3120"/>
                <a:ext cx="96" cy="96"/>
                <a:chOff x="2928" y="336"/>
                <a:chExt cx="96" cy="96"/>
              </a:xfrm>
            </p:grpSpPr>
            <p:sp>
              <p:nvSpPr>
                <p:cNvPr id="53314" name="Line 228">
                  <a:extLst>
                    <a:ext uri="{FF2B5EF4-FFF2-40B4-BE49-F238E27FC236}">
                      <a16:creationId xmlns:a16="http://schemas.microsoft.com/office/drawing/2014/main" id="{1DCD2736-7279-4CC5-9129-97496DEAC3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15" name="Line 229">
                  <a:extLst>
                    <a:ext uri="{FF2B5EF4-FFF2-40B4-BE49-F238E27FC236}">
                      <a16:creationId xmlns:a16="http://schemas.microsoft.com/office/drawing/2014/main" id="{A3E557D4-C3D0-467A-93A6-2DE4A119C8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299" name="Group 230">
                <a:extLst>
                  <a:ext uri="{FF2B5EF4-FFF2-40B4-BE49-F238E27FC236}">
                    <a16:creationId xmlns:a16="http://schemas.microsoft.com/office/drawing/2014/main" id="{C6B56E5D-44CC-465B-A5CE-4D778635D7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3312"/>
                <a:ext cx="96" cy="96"/>
                <a:chOff x="2928" y="336"/>
                <a:chExt cx="96" cy="96"/>
              </a:xfrm>
            </p:grpSpPr>
            <p:sp>
              <p:nvSpPr>
                <p:cNvPr id="53312" name="Line 231">
                  <a:extLst>
                    <a:ext uri="{FF2B5EF4-FFF2-40B4-BE49-F238E27FC236}">
                      <a16:creationId xmlns:a16="http://schemas.microsoft.com/office/drawing/2014/main" id="{BFB96161-2A3B-43DD-ACAA-B8B5637874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84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13" name="Line 232">
                  <a:extLst>
                    <a:ext uri="{FF2B5EF4-FFF2-40B4-BE49-F238E27FC236}">
                      <a16:creationId xmlns:a16="http://schemas.microsoft.com/office/drawing/2014/main" id="{31E5F6F5-280F-4169-ABC8-BD25DCFAF6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36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3300" name="Line 233">
                <a:extLst>
                  <a:ext uri="{FF2B5EF4-FFF2-40B4-BE49-F238E27FC236}">
                    <a16:creationId xmlns:a16="http://schemas.microsoft.com/office/drawing/2014/main" id="{A74796F1-298B-4CC0-9636-FEB7E4378E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283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1" name="Line 234">
                <a:extLst>
                  <a:ext uri="{FF2B5EF4-FFF2-40B4-BE49-F238E27FC236}">
                    <a16:creationId xmlns:a16="http://schemas.microsoft.com/office/drawing/2014/main" id="{C1A5160F-C5C8-48A0-A28D-362CF73D52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3120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2" name="Line 235">
                <a:extLst>
                  <a:ext uri="{FF2B5EF4-FFF2-40B4-BE49-F238E27FC236}">
                    <a16:creationId xmlns:a16="http://schemas.microsoft.com/office/drawing/2014/main" id="{6D3C9E6A-3A0E-4C3D-872D-6E7E2A5353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283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3" name="Line 236">
                <a:extLst>
                  <a:ext uri="{FF2B5EF4-FFF2-40B4-BE49-F238E27FC236}">
                    <a16:creationId xmlns:a16="http://schemas.microsoft.com/office/drawing/2014/main" id="{13C31A98-006D-444D-870B-8A85B1210F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2976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4" name="Line 237">
                <a:extLst>
                  <a:ext uri="{FF2B5EF4-FFF2-40B4-BE49-F238E27FC236}">
                    <a16:creationId xmlns:a16="http://schemas.microsoft.com/office/drawing/2014/main" id="{F07CA3D2-0639-4C78-B774-3EDCB62595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326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5" name="Line 238">
                <a:extLst>
                  <a:ext uri="{FF2B5EF4-FFF2-40B4-BE49-F238E27FC236}">
                    <a16:creationId xmlns:a16="http://schemas.microsoft.com/office/drawing/2014/main" id="{4D6E7AE7-9A5F-4086-BF7B-58509FAB7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3168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6" name="Line 239">
                <a:extLst>
                  <a:ext uri="{FF2B5EF4-FFF2-40B4-BE49-F238E27FC236}">
                    <a16:creationId xmlns:a16="http://schemas.microsoft.com/office/drawing/2014/main" id="{F3456E9E-0FF9-4292-BC6B-6F1CAF4D5B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331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7" name="Line 240">
                <a:extLst>
                  <a:ext uri="{FF2B5EF4-FFF2-40B4-BE49-F238E27FC236}">
                    <a16:creationId xmlns:a16="http://schemas.microsoft.com/office/drawing/2014/main" id="{C4EFFCBE-A2FE-4E70-9363-2B3ED6D65A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326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8" name="Line 241">
                <a:extLst>
                  <a:ext uri="{FF2B5EF4-FFF2-40B4-BE49-F238E27FC236}">
                    <a16:creationId xmlns:a16="http://schemas.microsoft.com/office/drawing/2014/main" id="{ECB778F2-1E24-44AA-B5CE-1AD51B5E8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3168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9" name="Line 242">
                <a:extLst>
                  <a:ext uri="{FF2B5EF4-FFF2-40B4-BE49-F238E27FC236}">
                    <a16:creationId xmlns:a16="http://schemas.microsoft.com/office/drawing/2014/main" id="{B7914D3C-183F-437E-AC79-E3A6CF8C75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976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10" name="Line 243">
                <a:extLst>
                  <a:ext uri="{FF2B5EF4-FFF2-40B4-BE49-F238E27FC236}">
                    <a16:creationId xmlns:a16="http://schemas.microsoft.com/office/drawing/2014/main" id="{C15C236F-C49B-4E7A-B45D-1AAF9CA47E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283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11" name="Line 244">
                <a:extLst>
                  <a:ext uri="{FF2B5EF4-FFF2-40B4-BE49-F238E27FC236}">
                    <a16:creationId xmlns:a16="http://schemas.microsoft.com/office/drawing/2014/main" id="{B324E5F4-ECB9-4EEC-B9D9-5B25DAED25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302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9" name="右箭头 8">
            <a:extLst>
              <a:ext uri="{FF2B5EF4-FFF2-40B4-BE49-F238E27FC236}">
                <a16:creationId xmlns:a16="http://schemas.microsoft.com/office/drawing/2014/main" id="{BD5D0524-D312-4C24-98B7-65E6CE477192}"/>
              </a:ext>
            </a:extLst>
          </p:cNvPr>
          <p:cNvSpPr/>
          <p:nvPr/>
        </p:nvSpPr>
        <p:spPr>
          <a:xfrm>
            <a:off x="3511550" y="5616575"/>
            <a:ext cx="431800" cy="39528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0" name="矩形 429">
            <a:extLst>
              <a:ext uri="{FF2B5EF4-FFF2-40B4-BE49-F238E27FC236}">
                <a16:creationId xmlns:a16="http://schemas.microsoft.com/office/drawing/2014/main" id="{5EADC2F9-B2D4-40BD-A9D3-B041BBA45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5" y="6389688"/>
            <a:ext cx="269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pn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结的单向导电性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9" grpId="0"/>
      <p:bldP spid="107" grpId="0"/>
      <p:bldP spid="2" grpId="0"/>
      <p:bldP spid="3" grpId="0" animBg="1"/>
      <p:bldP spid="108" grpId="0"/>
      <p:bldP spid="109" grpId="0"/>
      <p:bldP spid="110" grpId="0" animBg="1"/>
      <p:bldP spid="111" grpId="0"/>
      <p:bldP spid="112" grpId="0"/>
      <p:bldP spid="192" grpId="0"/>
      <p:bldP spid="9" grpId="0" animBg="1"/>
      <p:bldP spid="43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图片 3">
            <a:extLst>
              <a:ext uri="{FF2B5EF4-FFF2-40B4-BE49-F238E27FC236}">
                <a16:creationId xmlns:a16="http://schemas.microsoft.com/office/drawing/2014/main" id="{6DA5F864-C4ED-43EB-B48D-D609B7EC8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" t="34599" r="20601" b="31799"/>
          <a:stretch>
            <a:fillRect/>
          </a:stretch>
        </p:blipFill>
        <p:spPr bwMode="auto">
          <a:xfrm>
            <a:off x="755650" y="254000"/>
            <a:ext cx="7488238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1AC4F5D-48EC-4297-AF02-30AC7E4FCBB9}"/>
              </a:ext>
            </a:extLst>
          </p:cNvPr>
          <p:cNvSpPr/>
          <p:nvPr/>
        </p:nvSpPr>
        <p:spPr>
          <a:xfrm>
            <a:off x="755650" y="1336675"/>
            <a:ext cx="5256213" cy="1368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流程图: 汇总连接 6">
            <a:extLst>
              <a:ext uri="{FF2B5EF4-FFF2-40B4-BE49-F238E27FC236}">
                <a16:creationId xmlns:a16="http://schemas.microsoft.com/office/drawing/2014/main" id="{CD4B869E-F175-4550-9860-CA292BE149DA}"/>
              </a:ext>
            </a:extLst>
          </p:cNvPr>
          <p:cNvSpPr/>
          <p:nvPr/>
        </p:nvSpPr>
        <p:spPr>
          <a:xfrm>
            <a:off x="1763713" y="1516063"/>
            <a:ext cx="1008062" cy="1008062"/>
          </a:xfrm>
          <a:prstGeom prst="flowChartSummingJunct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10D5F4-02BA-4259-AC02-3C1731D1E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2827338"/>
            <a:ext cx="8205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锑是</a:t>
            </a:r>
            <a:r>
              <a:rPr lang="en-US" altLang="zh-CN" sz="2800" b="1">
                <a:solidFill>
                  <a:srgbClr val="FF0000"/>
                </a:solidFill>
              </a:rPr>
              <a:t>5</a:t>
            </a:r>
            <a:r>
              <a:rPr lang="zh-CN" altLang="en-US" sz="2800" b="1">
                <a:solidFill>
                  <a:srgbClr val="FF0000"/>
                </a:solidFill>
              </a:rPr>
              <a:t>价</a:t>
            </a:r>
            <a:r>
              <a:rPr lang="zh-CN" altLang="en-US" sz="2800" b="1"/>
              <a:t>，锗晶体中</a:t>
            </a:r>
            <a:r>
              <a:rPr lang="zh-CN" altLang="en-US" sz="2800" b="1">
                <a:solidFill>
                  <a:srgbClr val="FF0000"/>
                </a:solidFill>
              </a:rPr>
              <a:t>掺杂锑</a:t>
            </a:r>
            <a:r>
              <a:rPr lang="zh-CN" altLang="en-US" sz="2800" b="1"/>
              <a:t>形成</a:t>
            </a:r>
            <a:r>
              <a:rPr lang="en-US" altLang="zh-CN" sz="2800" b="1">
                <a:solidFill>
                  <a:srgbClr val="FF0000"/>
                </a:solidFill>
              </a:rPr>
              <a:t>n</a:t>
            </a:r>
            <a:r>
              <a:rPr lang="zh-CN" altLang="en-US" sz="2800" b="1">
                <a:solidFill>
                  <a:srgbClr val="FF0000"/>
                </a:solidFill>
              </a:rPr>
              <a:t>型半导体</a:t>
            </a:r>
            <a:r>
              <a:rPr lang="en-US" altLang="zh-CN" sz="2800" b="1"/>
              <a:t>(</a:t>
            </a:r>
            <a:r>
              <a:rPr lang="zh-CN" altLang="en-US" sz="2800" b="1">
                <a:solidFill>
                  <a:srgbClr val="FF0000"/>
                </a:solidFill>
              </a:rPr>
              <a:t>磷</a:t>
            </a:r>
            <a:r>
              <a:rPr lang="en-US" altLang="zh-CN" sz="2800" b="1">
                <a:solidFill>
                  <a:srgbClr val="FF0000"/>
                </a:solidFill>
              </a:rPr>
              <a:t>,</a:t>
            </a:r>
            <a:r>
              <a:rPr lang="zh-CN" altLang="en-US" sz="2800" b="1">
                <a:solidFill>
                  <a:srgbClr val="FF0000"/>
                </a:solidFill>
              </a:rPr>
              <a:t>砷</a:t>
            </a:r>
            <a:r>
              <a:rPr lang="en-US" altLang="zh-CN" sz="2800" b="1">
                <a:solidFill>
                  <a:srgbClr val="FF0000"/>
                </a:solidFill>
              </a:rPr>
              <a:t>,</a:t>
            </a:r>
            <a:r>
              <a:rPr lang="zh-CN" altLang="en-US" sz="2800" b="1">
                <a:solidFill>
                  <a:srgbClr val="FF0000"/>
                </a:solidFill>
              </a:rPr>
              <a:t>锑</a:t>
            </a:r>
            <a:r>
              <a:rPr lang="en-US" altLang="zh-CN" sz="2800" b="1"/>
              <a:t>)</a:t>
            </a:r>
            <a:endParaRPr lang="zh-CN" altLang="en-US" sz="2800" b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7DD34F-D623-4B80-A2AA-8B6F84FFA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3481388"/>
            <a:ext cx="8924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铟是</a:t>
            </a:r>
            <a:r>
              <a:rPr lang="en-US" altLang="zh-CN" sz="2800" b="1">
                <a:solidFill>
                  <a:srgbClr val="FF0000"/>
                </a:solidFill>
              </a:rPr>
              <a:t>3</a:t>
            </a:r>
            <a:r>
              <a:rPr lang="zh-CN" altLang="en-US" sz="2800" b="1">
                <a:solidFill>
                  <a:srgbClr val="FF0000"/>
                </a:solidFill>
              </a:rPr>
              <a:t>价</a:t>
            </a:r>
            <a:r>
              <a:rPr lang="zh-CN" altLang="en-US" sz="2800" b="1"/>
              <a:t>，锗晶体中</a:t>
            </a:r>
            <a:r>
              <a:rPr lang="zh-CN" altLang="en-US" sz="2800" b="1">
                <a:solidFill>
                  <a:srgbClr val="FF0000"/>
                </a:solidFill>
              </a:rPr>
              <a:t>掺杂铟</a:t>
            </a:r>
            <a:r>
              <a:rPr lang="zh-CN" altLang="en-US" sz="2800" b="1"/>
              <a:t>形成</a:t>
            </a:r>
            <a:r>
              <a:rPr lang="en-US" altLang="zh-CN" sz="2800" b="1">
                <a:solidFill>
                  <a:srgbClr val="FF0000"/>
                </a:solidFill>
              </a:rPr>
              <a:t>p</a:t>
            </a:r>
            <a:r>
              <a:rPr lang="zh-CN" altLang="en-US" sz="2800" b="1">
                <a:solidFill>
                  <a:srgbClr val="FF0000"/>
                </a:solidFill>
              </a:rPr>
              <a:t>型半导体</a:t>
            </a:r>
            <a:r>
              <a:rPr lang="en-US" altLang="zh-CN" sz="2800" b="1"/>
              <a:t>(</a:t>
            </a:r>
            <a:r>
              <a:rPr lang="zh-CN" altLang="en-US" sz="2800" b="1">
                <a:solidFill>
                  <a:srgbClr val="FF0000"/>
                </a:solidFill>
              </a:rPr>
              <a:t>硼</a:t>
            </a:r>
            <a:r>
              <a:rPr lang="en-US" altLang="zh-CN" sz="2800" b="1">
                <a:solidFill>
                  <a:srgbClr val="FF0000"/>
                </a:solidFill>
              </a:rPr>
              <a:t>,</a:t>
            </a:r>
            <a:r>
              <a:rPr lang="zh-CN" altLang="en-US" sz="2800" b="1">
                <a:solidFill>
                  <a:srgbClr val="FF0000"/>
                </a:solidFill>
              </a:rPr>
              <a:t>铝</a:t>
            </a:r>
            <a:r>
              <a:rPr lang="en-US" altLang="zh-CN" sz="2800" b="1">
                <a:solidFill>
                  <a:srgbClr val="FF0000"/>
                </a:solidFill>
              </a:rPr>
              <a:t>,</a:t>
            </a:r>
            <a:r>
              <a:rPr lang="zh-CN" altLang="en-US" sz="2800" b="1">
                <a:solidFill>
                  <a:srgbClr val="FF0000"/>
                </a:solidFill>
              </a:rPr>
              <a:t>镓</a:t>
            </a:r>
            <a:r>
              <a:rPr lang="en-US" altLang="zh-CN" sz="2800" b="1">
                <a:solidFill>
                  <a:srgbClr val="FF0000"/>
                </a:solidFill>
              </a:rPr>
              <a:t>,</a:t>
            </a:r>
            <a:r>
              <a:rPr lang="zh-CN" altLang="en-US" sz="2800" b="1">
                <a:solidFill>
                  <a:srgbClr val="FF0000"/>
                </a:solidFill>
              </a:rPr>
              <a:t>铟</a:t>
            </a:r>
            <a:r>
              <a:rPr lang="en-US" altLang="zh-CN" sz="2800" b="1"/>
              <a:t>)</a:t>
            </a:r>
            <a:endParaRPr lang="zh-CN" altLang="en-US" sz="2800" b="1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DCD4CFE-F755-4B6F-9A52-64BE9B28EEC5}"/>
              </a:ext>
            </a:extLst>
          </p:cNvPr>
          <p:cNvGrpSpPr>
            <a:grpSpLocks/>
          </p:cNvGrpSpPr>
          <p:nvPr/>
        </p:nvGrpSpPr>
        <p:grpSpPr bwMode="auto">
          <a:xfrm>
            <a:off x="4962525" y="4114800"/>
            <a:ext cx="3792538" cy="2554288"/>
            <a:chOff x="4962123" y="4149080"/>
            <a:chExt cx="3792341" cy="2554691"/>
          </a:xfrm>
        </p:grpSpPr>
        <p:pic>
          <p:nvPicPr>
            <p:cNvPr id="54280" name="图片 9">
              <a:extLst>
                <a:ext uri="{FF2B5EF4-FFF2-40B4-BE49-F238E27FC236}">
                  <a16:creationId xmlns:a16="http://schemas.microsoft.com/office/drawing/2014/main" id="{5EB580EC-2765-4B4E-B3CB-EDDEFCE28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73"/>
            <a:stretch>
              <a:fillRect/>
            </a:stretch>
          </p:blipFill>
          <p:spPr bwMode="auto">
            <a:xfrm>
              <a:off x="4962123" y="4149080"/>
              <a:ext cx="3792341" cy="2554691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B263BAD-2E6D-4EB7-B348-2D19C103BF0E}"/>
                </a:ext>
              </a:extLst>
            </p:cNvPr>
            <p:cNvSpPr/>
            <p:nvPr/>
          </p:nvSpPr>
          <p:spPr>
            <a:xfrm>
              <a:off x="4962123" y="4149080"/>
              <a:ext cx="690527" cy="2554691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71A2BF9-615B-4AE4-9AC8-6359B6CC75C2}"/>
                </a:ext>
              </a:extLst>
            </p:cNvPr>
            <p:cNvSpPr/>
            <p:nvPr/>
          </p:nvSpPr>
          <p:spPr>
            <a:xfrm>
              <a:off x="6198722" y="4149080"/>
              <a:ext cx="690526" cy="2554691"/>
            </a:xfrm>
            <a:prstGeom prst="rect">
              <a:avLst/>
            </a:prstGeom>
            <a:solidFill>
              <a:srgbClr val="00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4348</TotalTime>
  <Words>2625</Words>
  <Application>Microsoft Office PowerPoint</Application>
  <PresentationFormat>全屏显示(4:3)</PresentationFormat>
  <Paragraphs>459</Paragraphs>
  <Slides>45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45</vt:i4>
      </vt:variant>
    </vt:vector>
  </HeadingPairs>
  <TitlesOfParts>
    <vt:vector size="64" baseType="lpstr">
      <vt:lpstr>Arial</vt:lpstr>
      <vt:lpstr>宋体</vt:lpstr>
      <vt:lpstr>Times New Roman</vt:lpstr>
      <vt:lpstr>隶书</vt:lpstr>
      <vt:lpstr>楷体_GB2312</vt:lpstr>
      <vt:lpstr>Symbol</vt:lpstr>
      <vt:lpstr>黑体</vt:lpstr>
      <vt:lpstr>Wingdings</vt:lpstr>
      <vt:lpstr>华文中宋</vt:lpstr>
      <vt:lpstr>Monotype Sorts</vt:lpstr>
      <vt:lpstr>默认设计模板</vt:lpstr>
      <vt:lpstr>Microsoft Word 文档</vt:lpstr>
      <vt:lpstr>MathType 6.0 Equation</vt:lpstr>
      <vt:lpstr>Equation</vt:lpstr>
      <vt:lpstr>Microsoft Equation 3.0</vt:lpstr>
      <vt:lpstr>Microsoft 公式 3.0</vt:lpstr>
      <vt:lpstr>Microsoft Clip Gallery</vt:lpstr>
      <vt:lpstr>BMP 图象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ZHANG Yanbin,Elian</dc:creator>
  <cp:lastModifiedBy>Liuwei</cp:lastModifiedBy>
  <cp:revision>244</cp:revision>
  <cp:lastPrinted>2001-12-25T10:03:38Z</cp:lastPrinted>
  <dcterms:created xsi:type="dcterms:W3CDTF">2001-12-10T07:39:02Z</dcterms:created>
  <dcterms:modified xsi:type="dcterms:W3CDTF">2024-12-17T10:16:30Z</dcterms:modified>
</cp:coreProperties>
</file>