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38" r:id="rId2"/>
    <p:sldId id="382" r:id="rId3"/>
    <p:sldId id="383" r:id="rId4"/>
    <p:sldId id="384" r:id="rId5"/>
    <p:sldId id="385" r:id="rId6"/>
    <p:sldId id="260" r:id="rId7"/>
    <p:sldId id="261" r:id="rId8"/>
    <p:sldId id="262" r:id="rId9"/>
    <p:sldId id="263" r:id="rId10"/>
    <p:sldId id="264" r:id="rId11"/>
    <p:sldId id="386" r:id="rId12"/>
    <p:sldId id="387" r:id="rId13"/>
    <p:sldId id="388" r:id="rId14"/>
    <p:sldId id="389" r:id="rId15"/>
    <p:sldId id="390" r:id="rId16"/>
    <p:sldId id="391" r:id="rId17"/>
    <p:sldId id="412" r:id="rId18"/>
    <p:sldId id="415" r:id="rId19"/>
    <p:sldId id="416" r:id="rId20"/>
    <p:sldId id="438" r:id="rId21"/>
    <p:sldId id="439" r:id="rId22"/>
    <p:sldId id="440" r:id="rId23"/>
    <p:sldId id="417" r:id="rId24"/>
    <p:sldId id="418" r:id="rId25"/>
    <p:sldId id="420" r:id="rId26"/>
    <p:sldId id="435" r:id="rId27"/>
    <p:sldId id="436" r:id="rId28"/>
    <p:sldId id="437" r:id="rId29"/>
    <p:sldId id="421" r:id="rId30"/>
    <p:sldId id="422" r:id="rId31"/>
    <p:sldId id="423" r:id="rId32"/>
    <p:sldId id="424" r:id="rId33"/>
    <p:sldId id="425" r:id="rId34"/>
    <p:sldId id="426" r:id="rId35"/>
    <p:sldId id="427" r:id="rId36"/>
    <p:sldId id="428" r:id="rId3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1600" kern="1200">
        <a:solidFill>
          <a:schemeClr val="accent2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66"/>
    <a:srgbClr val="00FFFF"/>
    <a:srgbClr val="F8F8F8"/>
    <a:srgbClr val="996600"/>
    <a:srgbClr val="FF0000"/>
    <a:srgbClr val="FFFF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7" autoAdjust="0"/>
    <p:restoredTop sz="83065" autoAdjust="0"/>
  </p:normalViewPr>
  <p:slideViewPr>
    <p:cSldViewPr snapToGrid="0">
      <p:cViewPr varScale="1">
        <p:scale>
          <a:sx n="94" d="100"/>
          <a:sy n="94" d="100"/>
        </p:scale>
        <p:origin x="137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wmf"/><Relationship Id="rId7" Type="http://schemas.openxmlformats.org/officeDocument/2006/relationships/image" Target="../media/image7.e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9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Relationship Id="rId6" Type="http://schemas.openxmlformats.org/officeDocument/2006/relationships/image" Target="../media/image15.w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13" Type="http://schemas.openxmlformats.org/officeDocument/2006/relationships/image" Target="../media/image28.wmf"/><Relationship Id="rId18" Type="http://schemas.openxmlformats.org/officeDocument/2006/relationships/image" Target="../media/image33.wmf"/><Relationship Id="rId3" Type="http://schemas.openxmlformats.org/officeDocument/2006/relationships/image" Target="../media/image18.wmf"/><Relationship Id="rId7" Type="http://schemas.openxmlformats.org/officeDocument/2006/relationships/image" Target="../media/image22.emf"/><Relationship Id="rId12" Type="http://schemas.openxmlformats.org/officeDocument/2006/relationships/image" Target="../media/image27.wmf"/><Relationship Id="rId17" Type="http://schemas.openxmlformats.org/officeDocument/2006/relationships/image" Target="../media/image32.emf"/><Relationship Id="rId2" Type="http://schemas.openxmlformats.org/officeDocument/2006/relationships/image" Target="../media/image17.wmf"/><Relationship Id="rId16" Type="http://schemas.openxmlformats.org/officeDocument/2006/relationships/image" Target="../media/image31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5" Type="http://schemas.openxmlformats.org/officeDocument/2006/relationships/image" Target="../media/image30.emf"/><Relationship Id="rId10" Type="http://schemas.openxmlformats.org/officeDocument/2006/relationships/image" Target="../media/image25.wmf"/><Relationship Id="rId19" Type="http://schemas.openxmlformats.org/officeDocument/2006/relationships/image" Target="../media/image34.wmf"/><Relationship Id="rId4" Type="http://schemas.openxmlformats.org/officeDocument/2006/relationships/image" Target="../media/image19.wmf"/><Relationship Id="rId9" Type="http://schemas.openxmlformats.org/officeDocument/2006/relationships/image" Target="../media/image24.wmf"/><Relationship Id="rId14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image" Target="../media/image47.wmf"/><Relationship Id="rId18" Type="http://schemas.openxmlformats.org/officeDocument/2006/relationships/image" Target="../media/image52.wmf"/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12" Type="http://schemas.openxmlformats.org/officeDocument/2006/relationships/image" Target="../media/image46.emf"/><Relationship Id="rId17" Type="http://schemas.openxmlformats.org/officeDocument/2006/relationships/image" Target="../media/image51.wmf"/><Relationship Id="rId2" Type="http://schemas.openxmlformats.org/officeDocument/2006/relationships/image" Target="../media/image36.wmf"/><Relationship Id="rId16" Type="http://schemas.openxmlformats.org/officeDocument/2006/relationships/image" Target="../media/image50.emf"/><Relationship Id="rId20" Type="http://schemas.openxmlformats.org/officeDocument/2006/relationships/image" Target="../media/image54.e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11" Type="http://schemas.openxmlformats.org/officeDocument/2006/relationships/image" Target="../media/image45.wmf"/><Relationship Id="rId5" Type="http://schemas.openxmlformats.org/officeDocument/2006/relationships/image" Target="../media/image39.wmf"/><Relationship Id="rId15" Type="http://schemas.openxmlformats.org/officeDocument/2006/relationships/image" Target="../media/image49.wmf"/><Relationship Id="rId10" Type="http://schemas.openxmlformats.org/officeDocument/2006/relationships/image" Target="../media/image44.emf"/><Relationship Id="rId19" Type="http://schemas.openxmlformats.org/officeDocument/2006/relationships/image" Target="../media/image53.emf"/><Relationship Id="rId4" Type="http://schemas.openxmlformats.org/officeDocument/2006/relationships/image" Target="../media/image38.wmf"/><Relationship Id="rId9" Type="http://schemas.openxmlformats.org/officeDocument/2006/relationships/image" Target="../media/image43.emf"/><Relationship Id="rId14" Type="http://schemas.openxmlformats.org/officeDocument/2006/relationships/image" Target="../media/image48.e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7.wmf"/><Relationship Id="rId3" Type="http://schemas.openxmlformats.org/officeDocument/2006/relationships/image" Target="../media/image57.emf"/><Relationship Id="rId7" Type="http://schemas.openxmlformats.org/officeDocument/2006/relationships/image" Target="../media/image61.emf"/><Relationship Id="rId12" Type="http://schemas.openxmlformats.org/officeDocument/2006/relationships/image" Target="../media/image66.e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emf"/><Relationship Id="rId11" Type="http://schemas.openxmlformats.org/officeDocument/2006/relationships/image" Target="../media/image65.emf"/><Relationship Id="rId5" Type="http://schemas.openxmlformats.org/officeDocument/2006/relationships/image" Target="../media/image59.emf"/><Relationship Id="rId10" Type="http://schemas.openxmlformats.org/officeDocument/2006/relationships/image" Target="../media/image64.wmf"/><Relationship Id="rId4" Type="http://schemas.openxmlformats.org/officeDocument/2006/relationships/image" Target="../media/image58.emf"/><Relationship Id="rId9" Type="http://schemas.openxmlformats.org/officeDocument/2006/relationships/image" Target="../media/image63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12" Type="http://schemas.openxmlformats.org/officeDocument/2006/relationships/image" Target="../media/image78.wmf"/><Relationship Id="rId2" Type="http://schemas.openxmlformats.org/officeDocument/2006/relationships/image" Target="../media/image68.emf"/><Relationship Id="rId1" Type="http://schemas.openxmlformats.org/officeDocument/2006/relationships/image" Target="../media/image64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5" Type="http://schemas.openxmlformats.org/officeDocument/2006/relationships/image" Target="../media/image97.wmf"/><Relationship Id="rId4" Type="http://schemas.openxmlformats.org/officeDocument/2006/relationships/image" Target="../media/image9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12" Type="http://schemas.openxmlformats.org/officeDocument/2006/relationships/image" Target="../media/image110.e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11" Type="http://schemas.openxmlformats.org/officeDocument/2006/relationships/image" Target="../media/image109.emf"/><Relationship Id="rId5" Type="http://schemas.openxmlformats.org/officeDocument/2006/relationships/image" Target="../media/image103.wmf"/><Relationship Id="rId10" Type="http://schemas.openxmlformats.org/officeDocument/2006/relationships/image" Target="../media/image108.emf"/><Relationship Id="rId4" Type="http://schemas.openxmlformats.org/officeDocument/2006/relationships/image" Target="../media/image102.wmf"/><Relationship Id="rId9" Type="http://schemas.openxmlformats.org/officeDocument/2006/relationships/image" Target="../media/image107.e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13" Type="http://schemas.openxmlformats.org/officeDocument/2006/relationships/image" Target="../media/image122.emf"/><Relationship Id="rId18" Type="http://schemas.openxmlformats.org/officeDocument/2006/relationships/image" Target="../media/image127.emf"/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12" Type="http://schemas.openxmlformats.org/officeDocument/2006/relationships/image" Target="../media/image121.emf"/><Relationship Id="rId17" Type="http://schemas.openxmlformats.org/officeDocument/2006/relationships/image" Target="../media/image126.emf"/><Relationship Id="rId2" Type="http://schemas.openxmlformats.org/officeDocument/2006/relationships/image" Target="../media/image111.wmf"/><Relationship Id="rId16" Type="http://schemas.openxmlformats.org/officeDocument/2006/relationships/image" Target="../media/image125.emf"/><Relationship Id="rId20" Type="http://schemas.openxmlformats.org/officeDocument/2006/relationships/image" Target="../media/image129.wmf"/><Relationship Id="rId1" Type="http://schemas.openxmlformats.org/officeDocument/2006/relationships/image" Target="../media/image105.wmf"/><Relationship Id="rId6" Type="http://schemas.openxmlformats.org/officeDocument/2006/relationships/image" Target="../media/image115.wmf"/><Relationship Id="rId11" Type="http://schemas.openxmlformats.org/officeDocument/2006/relationships/image" Target="../media/image120.emf"/><Relationship Id="rId5" Type="http://schemas.openxmlformats.org/officeDocument/2006/relationships/image" Target="../media/image114.wmf"/><Relationship Id="rId15" Type="http://schemas.openxmlformats.org/officeDocument/2006/relationships/image" Target="../media/image124.emf"/><Relationship Id="rId10" Type="http://schemas.openxmlformats.org/officeDocument/2006/relationships/image" Target="../media/image119.emf"/><Relationship Id="rId19" Type="http://schemas.openxmlformats.org/officeDocument/2006/relationships/image" Target="../media/image128.wmf"/><Relationship Id="rId4" Type="http://schemas.openxmlformats.org/officeDocument/2006/relationships/image" Target="../media/image113.wmf"/><Relationship Id="rId9" Type="http://schemas.openxmlformats.org/officeDocument/2006/relationships/image" Target="../media/image118.emf"/><Relationship Id="rId14" Type="http://schemas.openxmlformats.org/officeDocument/2006/relationships/image" Target="../media/image123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image" Target="../media/image130.wmf"/><Relationship Id="rId4" Type="http://schemas.openxmlformats.org/officeDocument/2006/relationships/image" Target="../media/image13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image" Target="../media/image147.emf"/><Relationship Id="rId18" Type="http://schemas.openxmlformats.org/officeDocument/2006/relationships/image" Target="../media/image152.emf"/><Relationship Id="rId3" Type="http://schemas.openxmlformats.org/officeDocument/2006/relationships/image" Target="../media/image137.emf"/><Relationship Id="rId7" Type="http://schemas.openxmlformats.org/officeDocument/2006/relationships/image" Target="../media/image141.wmf"/><Relationship Id="rId12" Type="http://schemas.openxmlformats.org/officeDocument/2006/relationships/image" Target="../media/image146.emf"/><Relationship Id="rId17" Type="http://schemas.openxmlformats.org/officeDocument/2006/relationships/image" Target="../media/image151.wmf"/><Relationship Id="rId2" Type="http://schemas.openxmlformats.org/officeDocument/2006/relationships/image" Target="../media/image136.wmf"/><Relationship Id="rId16" Type="http://schemas.openxmlformats.org/officeDocument/2006/relationships/image" Target="../media/image150.emf"/><Relationship Id="rId20" Type="http://schemas.openxmlformats.org/officeDocument/2006/relationships/image" Target="../media/image154.emf"/><Relationship Id="rId1" Type="http://schemas.openxmlformats.org/officeDocument/2006/relationships/image" Target="../media/image135.emf"/><Relationship Id="rId6" Type="http://schemas.openxmlformats.org/officeDocument/2006/relationships/image" Target="../media/image140.emf"/><Relationship Id="rId11" Type="http://schemas.openxmlformats.org/officeDocument/2006/relationships/image" Target="../media/image145.emf"/><Relationship Id="rId5" Type="http://schemas.openxmlformats.org/officeDocument/2006/relationships/image" Target="../media/image139.emf"/><Relationship Id="rId15" Type="http://schemas.openxmlformats.org/officeDocument/2006/relationships/image" Target="../media/image149.wmf"/><Relationship Id="rId10" Type="http://schemas.openxmlformats.org/officeDocument/2006/relationships/image" Target="../media/image144.emf"/><Relationship Id="rId19" Type="http://schemas.openxmlformats.org/officeDocument/2006/relationships/image" Target="../media/image153.emf"/><Relationship Id="rId4" Type="http://schemas.openxmlformats.org/officeDocument/2006/relationships/image" Target="../media/image138.wmf"/><Relationship Id="rId9" Type="http://schemas.openxmlformats.org/officeDocument/2006/relationships/image" Target="../media/image143.emf"/><Relationship Id="rId14" Type="http://schemas.openxmlformats.org/officeDocument/2006/relationships/image" Target="../media/image148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w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emf"/><Relationship Id="rId2" Type="http://schemas.openxmlformats.org/officeDocument/2006/relationships/image" Target="../media/image165.emf"/><Relationship Id="rId1" Type="http://schemas.openxmlformats.org/officeDocument/2006/relationships/image" Target="../media/image164.wmf"/><Relationship Id="rId4" Type="http://schemas.openxmlformats.org/officeDocument/2006/relationships/image" Target="../media/image16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image" Target="../media/image184.emf"/><Relationship Id="rId18" Type="http://schemas.openxmlformats.org/officeDocument/2006/relationships/image" Target="../media/image189.wmf"/><Relationship Id="rId3" Type="http://schemas.openxmlformats.org/officeDocument/2006/relationships/image" Target="../media/image175.wmf"/><Relationship Id="rId7" Type="http://schemas.openxmlformats.org/officeDocument/2006/relationships/image" Target="../media/image63.wmf"/><Relationship Id="rId12" Type="http://schemas.openxmlformats.org/officeDocument/2006/relationships/image" Target="../media/image183.wmf"/><Relationship Id="rId17" Type="http://schemas.openxmlformats.org/officeDocument/2006/relationships/image" Target="../media/image188.wmf"/><Relationship Id="rId2" Type="http://schemas.openxmlformats.org/officeDocument/2006/relationships/image" Target="../media/image174.wmf"/><Relationship Id="rId16" Type="http://schemas.openxmlformats.org/officeDocument/2006/relationships/image" Target="../media/image187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11" Type="http://schemas.openxmlformats.org/officeDocument/2006/relationships/image" Target="../media/image182.wmf"/><Relationship Id="rId5" Type="http://schemas.openxmlformats.org/officeDocument/2006/relationships/image" Target="../media/image177.wmf"/><Relationship Id="rId15" Type="http://schemas.openxmlformats.org/officeDocument/2006/relationships/image" Target="../media/image186.wmf"/><Relationship Id="rId10" Type="http://schemas.openxmlformats.org/officeDocument/2006/relationships/image" Target="../media/image181.wmf"/><Relationship Id="rId4" Type="http://schemas.openxmlformats.org/officeDocument/2006/relationships/image" Target="../media/image176.wmf"/><Relationship Id="rId9" Type="http://schemas.openxmlformats.org/officeDocument/2006/relationships/image" Target="../media/image180.wmf"/><Relationship Id="rId14" Type="http://schemas.openxmlformats.org/officeDocument/2006/relationships/image" Target="../media/image185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emf"/><Relationship Id="rId3" Type="http://schemas.openxmlformats.org/officeDocument/2006/relationships/image" Target="../media/image193.wmf"/><Relationship Id="rId7" Type="http://schemas.openxmlformats.org/officeDocument/2006/relationships/image" Target="../media/image197.wmf"/><Relationship Id="rId2" Type="http://schemas.openxmlformats.org/officeDocument/2006/relationships/image" Target="../media/image192.wmf"/><Relationship Id="rId1" Type="http://schemas.openxmlformats.org/officeDocument/2006/relationships/image" Target="../media/image191.wmf"/><Relationship Id="rId6" Type="http://schemas.openxmlformats.org/officeDocument/2006/relationships/image" Target="../media/image196.wmf"/><Relationship Id="rId5" Type="http://schemas.openxmlformats.org/officeDocument/2006/relationships/image" Target="../media/image195.wmf"/><Relationship Id="rId4" Type="http://schemas.openxmlformats.org/officeDocument/2006/relationships/image" Target="../media/image19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2" Type="http://schemas.openxmlformats.org/officeDocument/2006/relationships/image" Target="../media/image159.wmf"/><Relationship Id="rId1" Type="http://schemas.openxmlformats.org/officeDocument/2006/relationships/image" Target="../media/image155.wmf"/><Relationship Id="rId5" Type="http://schemas.openxmlformats.org/officeDocument/2006/relationships/image" Target="../media/image163.wmf"/><Relationship Id="rId4" Type="http://schemas.openxmlformats.org/officeDocument/2006/relationships/image" Target="../media/image16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wmf"/><Relationship Id="rId13" Type="http://schemas.openxmlformats.org/officeDocument/2006/relationships/image" Target="../media/image221.wmf"/><Relationship Id="rId18" Type="http://schemas.openxmlformats.org/officeDocument/2006/relationships/image" Target="../media/image226.wmf"/><Relationship Id="rId3" Type="http://schemas.openxmlformats.org/officeDocument/2006/relationships/image" Target="../media/image211.wmf"/><Relationship Id="rId7" Type="http://schemas.openxmlformats.org/officeDocument/2006/relationships/image" Target="../media/image215.wmf"/><Relationship Id="rId12" Type="http://schemas.openxmlformats.org/officeDocument/2006/relationships/image" Target="../media/image220.wmf"/><Relationship Id="rId17" Type="http://schemas.openxmlformats.org/officeDocument/2006/relationships/image" Target="../media/image225.emf"/><Relationship Id="rId2" Type="http://schemas.openxmlformats.org/officeDocument/2006/relationships/image" Target="../media/image210.wmf"/><Relationship Id="rId16" Type="http://schemas.openxmlformats.org/officeDocument/2006/relationships/image" Target="../media/image224.emf"/><Relationship Id="rId20" Type="http://schemas.openxmlformats.org/officeDocument/2006/relationships/image" Target="../media/image228.wmf"/><Relationship Id="rId1" Type="http://schemas.openxmlformats.org/officeDocument/2006/relationships/image" Target="../media/image209.emf"/><Relationship Id="rId6" Type="http://schemas.openxmlformats.org/officeDocument/2006/relationships/image" Target="../media/image214.wmf"/><Relationship Id="rId11" Type="http://schemas.openxmlformats.org/officeDocument/2006/relationships/image" Target="../media/image219.wmf"/><Relationship Id="rId5" Type="http://schemas.openxmlformats.org/officeDocument/2006/relationships/image" Target="../media/image213.wmf"/><Relationship Id="rId15" Type="http://schemas.openxmlformats.org/officeDocument/2006/relationships/image" Target="../media/image223.wmf"/><Relationship Id="rId10" Type="http://schemas.openxmlformats.org/officeDocument/2006/relationships/image" Target="../media/image218.wmf"/><Relationship Id="rId19" Type="http://schemas.openxmlformats.org/officeDocument/2006/relationships/image" Target="../media/image227.emf"/><Relationship Id="rId4" Type="http://schemas.openxmlformats.org/officeDocument/2006/relationships/image" Target="../media/image212.wmf"/><Relationship Id="rId9" Type="http://schemas.openxmlformats.org/officeDocument/2006/relationships/image" Target="../media/image217.wmf"/><Relationship Id="rId14" Type="http://schemas.openxmlformats.org/officeDocument/2006/relationships/image" Target="../media/image222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image" Target="../media/image180.wmf"/><Relationship Id="rId18" Type="http://schemas.openxmlformats.org/officeDocument/2006/relationships/image" Target="../media/image240.wmf"/><Relationship Id="rId3" Type="http://schemas.openxmlformats.org/officeDocument/2006/relationships/image" Target="../media/image231.wmf"/><Relationship Id="rId21" Type="http://schemas.openxmlformats.org/officeDocument/2006/relationships/image" Target="../media/image243.wmf"/><Relationship Id="rId7" Type="http://schemas.openxmlformats.org/officeDocument/2006/relationships/image" Target="../media/image219.wmf"/><Relationship Id="rId12" Type="http://schemas.openxmlformats.org/officeDocument/2006/relationships/image" Target="../media/image228.wmf"/><Relationship Id="rId17" Type="http://schemas.openxmlformats.org/officeDocument/2006/relationships/image" Target="../media/image239.wmf"/><Relationship Id="rId2" Type="http://schemas.openxmlformats.org/officeDocument/2006/relationships/image" Target="../media/image230.wmf"/><Relationship Id="rId16" Type="http://schemas.openxmlformats.org/officeDocument/2006/relationships/image" Target="../media/image238.wmf"/><Relationship Id="rId20" Type="http://schemas.openxmlformats.org/officeDocument/2006/relationships/image" Target="../media/image242.wmf"/><Relationship Id="rId1" Type="http://schemas.openxmlformats.org/officeDocument/2006/relationships/image" Target="../media/image229.wmf"/><Relationship Id="rId6" Type="http://schemas.openxmlformats.org/officeDocument/2006/relationships/image" Target="../media/image234.emf"/><Relationship Id="rId11" Type="http://schemas.openxmlformats.org/officeDocument/2006/relationships/image" Target="../media/image235.emf"/><Relationship Id="rId5" Type="http://schemas.openxmlformats.org/officeDocument/2006/relationships/image" Target="../media/image233.wmf"/><Relationship Id="rId15" Type="http://schemas.openxmlformats.org/officeDocument/2006/relationships/image" Target="../media/image237.wmf"/><Relationship Id="rId23" Type="http://schemas.openxmlformats.org/officeDocument/2006/relationships/image" Target="../media/image245.emf"/><Relationship Id="rId10" Type="http://schemas.openxmlformats.org/officeDocument/2006/relationships/image" Target="../media/image222.wmf"/><Relationship Id="rId19" Type="http://schemas.openxmlformats.org/officeDocument/2006/relationships/image" Target="../media/image241.wmf"/><Relationship Id="rId4" Type="http://schemas.openxmlformats.org/officeDocument/2006/relationships/image" Target="../media/image232.wmf"/><Relationship Id="rId9" Type="http://schemas.openxmlformats.org/officeDocument/2006/relationships/image" Target="../media/image221.wmf"/><Relationship Id="rId14" Type="http://schemas.openxmlformats.org/officeDocument/2006/relationships/image" Target="../media/image236.wmf"/><Relationship Id="rId22" Type="http://schemas.openxmlformats.org/officeDocument/2006/relationships/image" Target="../media/image24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wmf"/><Relationship Id="rId13" Type="http://schemas.openxmlformats.org/officeDocument/2006/relationships/image" Target="../media/image258.wmf"/><Relationship Id="rId3" Type="http://schemas.openxmlformats.org/officeDocument/2006/relationships/image" Target="../media/image248.wmf"/><Relationship Id="rId7" Type="http://schemas.openxmlformats.org/officeDocument/2006/relationships/image" Target="../media/image252.emf"/><Relationship Id="rId12" Type="http://schemas.openxmlformats.org/officeDocument/2006/relationships/image" Target="../media/image257.wmf"/><Relationship Id="rId17" Type="http://schemas.openxmlformats.org/officeDocument/2006/relationships/image" Target="../media/image262.emf"/><Relationship Id="rId2" Type="http://schemas.openxmlformats.org/officeDocument/2006/relationships/image" Target="../media/image247.emf"/><Relationship Id="rId16" Type="http://schemas.openxmlformats.org/officeDocument/2006/relationships/image" Target="../media/image261.emf"/><Relationship Id="rId1" Type="http://schemas.openxmlformats.org/officeDocument/2006/relationships/image" Target="../media/image246.wmf"/><Relationship Id="rId6" Type="http://schemas.openxmlformats.org/officeDocument/2006/relationships/image" Target="../media/image251.wmf"/><Relationship Id="rId11" Type="http://schemas.openxmlformats.org/officeDocument/2006/relationships/image" Target="../media/image256.wmf"/><Relationship Id="rId5" Type="http://schemas.openxmlformats.org/officeDocument/2006/relationships/image" Target="../media/image250.wmf"/><Relationship Id="rId15" Type="http://schemas.openxmlformats.org/officeDocument/2006/relationships/image" Target="../media/image260.wmf"/><Relationship Id="rId10" Type="http://schemas.openxmlformats.org/officeDocument/2006/relationships/image" Target="../media/image255.wmf"/><Relationship Id="rId4" Type="http://schemas.openxmlformats.org/officeDocument/2006/relationships/image" Target="../media/image249.wmf"/><Relationship Id="rId9" Type="http://schemas.openxmlformats.org/officeDocument/2006/relationships/image" Target="../media/image254.wmf"/><Relationship Id="rId14" Type="http://schemas.openxmlformats.org/officeDocument/2006/relationships/image" Target="../media/image25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3" Type="http://schemas.openxmlformats.org/officeDocument/2006/relationships/image" Target="../media/image264.wmf"/><Relationship Id="rId7" Type="http://schemas.openxmlformats.org/officeDocument/2006/relationships/image" Target="../media/image268.wmf"/><Relationship Id="rId2" Type="http://schemas.openxmlformats.org/officeDocument/2006/relationships/image" Target="../media/image263.emf"/><Relationship Id="rId1" Type="http://schemas.openxmlformats.org/officeDocument/2006/relationships/image" Target="../media/image183.wmf"/><Relationship Id="rId6" Type="http://schemas.openxmlformats.org/officeDocument/2006/relationships/image" Target="../media/image267.wmf"/><Relationship Id="rId5" Type="http://schemas.openxmlformats.org/officeDocument/2006/relationships/image" Target="../media/image266.wmf"/><Relationship Id="rId4" Type="http://schemas.openxmlformats.org/officeDocument/2006/relationships/image" Target="../media/image265.wmf"/><Relationship Id="rId9" Type="http://schemas.openxmlformats.org/officeDocument/2006/relationships/image" Target="../media/image27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image" Target="../media/image280.wmf"/><Relationship Id="rId3" Type="http://schemas.openxmlformats.org/officeDocument/2006/relationships/image" Target="../media/image272.wmf"/><Relationship Id="rId7" Type="http://schemas.openxmlformats.org/officeDocument/2006/relationships/image" Target="../media/image266.wmf"/><Relationship Id="rId12" Type="http://schemas.openxmlformats.org/officeDocument/2006/relationships/image" Target="../media/image279.wmf"/><Relationship Id="rId2" Type="http://schemas.openxmlformats.org/officeDocument/2006/relationships/image" Target="../media/image271.emf"/><Relationship Id="rId1" Type="http://schemas.openxmlformats.org/officeDocument/2006/relationships/image" Target="../media/image183.wmf"/><Relationship Id="rId6" Type="http://schemas.openxmlformats.org/officeDocument/2006/relationships/image" Target="../media/image275.wmf"/><Relationship Id="rId11" Type="http://schemas.openxmlformats.org/officeDocument/2006/relationships/image" Target="../media/image278.wmf"/><Relationship Id="rId5" Type="http://schemas.openxmlformats.org/officeDocument/2006/relationships/image" Target="../media/image274.wmf"/><Relationship Id="rId10" Type="http://schemas.openxmlformats.org/officeDocument/2006/relationships/image" Target="../media/image277.wmf"/><Relationship Id="rId4" Type="http://schemas.openxmlformats.org/officeDocument/2006/relationships/image" Target="../media/image273.wmf"/><Relationship Id="rId9" Type="http://schemas.openxmlformats.org/officeDocument/2006/relationships/image" Target="../media/image276.wmf"/><Relationship Id="rId14" Type="http://schemas.openxmlformats.org/officeDocument/2006/relationships/image" Target="../media/image28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3" Type="http://schemas.openxmlformats.org/officeDocument/2006/relationships/image" Target="../media/image272.wmf"/><Relationship Id="rId7" Type="http://schemas.openxmlformats.org/officeDocument/2006/relationships/image" Target="../media/image284.wmf"/><Relationship Id="rId2" Type="http://schemas.openxmlformats.org/officeDocument/2006/relationships/image" Target="../media/image282.emf"/><Relationship Id="rId1" Type="http://schemas.openxmlformats.org/officeDocument/2006/relationships/image" Target="../media/image183.wmf"/><Relationship Id="rId6" Type="http://schemas.openxmlformats.org/officeDocument/2006/relationships/image" Target="../media/image283.wmf"/><Relationship Id="rId5" Type="http://schemas.openxmlformats.org/officeDocument/2006/relationships/image" Target="../media/image274.wmf"/><Relationship Id="rId4" Type="http://schemas.openxmlformats.org/officeDocument/2006/relationships/image" Target="../media/image27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emf"/><Relationship Id="rId3" Type="http://schemas.openxmlformats.org/officeDocument/2006/relationships/image" Target="../media/image287.wmf"/><Relationship Id="rId7" Type="http://schemas.openxmlformats.org/officeDocument/2006/relationships/image" Target="../media/image226.wmf"/><Relationship Id="rId2" Type="http://schemas.openxmlformats.org/officeDocument/2006/relationships/image" Target="../media/image286.emf"/><Relationship Id="rId1" Type="http://schemas.openxmlformats.org/officeDocument/2006/relationships/image" Target="../media/image285.wmf"/><Relationship Id="rId6" Type="http://schemas.openxmlformats.org/officeDocument/2006/relationships/image" Target="../media/image178.wmf"/><Relationship Id="rId5" Type="http://schemas.openxmlformats.org/officeDocument/2006/relationships/image" Target="../media/image289.wmf"/><Relationship Id="rId4" Type="http://schemas.openxmlformats.org/officeDocument/2006/relationships/image" Target="../media/image288.wmf"/><Relationship Id="rId9" Type="http://schemas.openxmlformats.org/officeDocument/2006/relationships/image" Target="../media/image291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emf"/><Relationship Id="rId2" Type="http://schemas.openxmlformats.org/officeDocument/2006/relationships/image" Target="../media/image293.emf"/><Relationship Id="rId1" Type="http://schemas.openxmlformats.org/officeDocument/2006/relationships/image" Target="../media/image292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7.emf"/><Relationship Id="rId1" Type="http://schemas.openxmlformats.org/officeDocument/2006/relationships/image" Target="../media/image296.e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emf"/><Relationship Id="rId13" Type="http://schemas.openxmlformats.org/officeDocument/2006/relationships/image" Target="../media/image219.wmf"/><Relationship Id="rId18" Type="http://schemas.openxmlformats.org/officeDocument/2006/relationships/image" Target="../media/image314.wmf"/><Relationship Id="rId3" Type="http://schemas.openxmlformats.org/officeDocument/2006/relationships/image" Target="../media/image301.wmf"/><Relationship Id="rId21" Type="http://schemas.openxmlformats.org/officeDocument/2006/relationships/image" Target="../media/image316.emf"/><Relationship Id="rId7" Type="http://schemas.openxmlformats.org/officeDocument/2006/relationships/image" Target="../media/image305.wmf"/><Relationship Id="rId12" Type="http://schemas.openxmlformats.org/officeDocument/2006/relationships/image" Target="../media/image64.wmf"/><Relationship Id="rId17" Type="http://schemas.openxmlformats.org/officeDocument/2006/relationships/image" Target="../media/image313.wmf"/><Relationship Id="rId2" Type="http://schemas.openxmlformats.org/officeDocument/2006/relationships/image" Target="../media/image300.wmf"/><Relationship Id="rId16" Type="http://schemas.openxmlformats.org/officeDocument/2006/relationships/image" Target="../media/image312.wmf"/><Relationship Id="rId20" Type="http://schemas.openxmlformats.org/officeDocument/2006/relationships/image" Target="../media/image173.wmf"/><Relationship Id="rId1" Type="http://schemas.openxmlformats.org/officeDocument/2006/relationships/image" Target="../media/image299.wmf"/><Relationship Id="rId6" Type="http://schemas.openxmlformats.org/officeDocument/2006/relationships/image" Target="../media/image304.wmf"/><Relationship Id="rId11" Type="http://schemas.openxmlformats.org/officeDocument/2006/relationships/image" Target="../media/image309.wmf"/><Relationship Id="rId5" Type="http://schemas.openxmlformats.org/officeDocument/2006/relationships/image" Target="../media/image303.wmf"/><Relationship Id="rId15" Type="http://schemas.openxmlformats.org/officeDocument/2006/relationships/image" Target="../media/image311.wmf"/><Relationship Id="rId10" Type="http://schemas.openxmlformats.org/officeDocument/2006/relationships/image" Target="../media/image308.wmf"/><Relationship Id="rId19" Type="http://schemas.openxmlformats.org/officeDocument/2006/relationships/image" Target="../media/image315.wmf"/><Relationship Id="rId4" Type="http://schemas.openxmlformats.org/officeDocument/2006/relationships/image" Target="../media/image302.wmf"/><Relationship Id="rId9" Type="http://schemas.openxmlformats.org/officeDocument/2006/relationships/image" Target="../media/image307.wmf"/><Relationship Id="rId14" Type="http://schemas.openxmlformats.org/officeDocument/2006/relationships/image" Target="../media/image310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wmf"/><Relationship Id="rId2" Type="http://schemas.openxmlformats.org/officeDocument/2006/relationships/image" Target="../media/image319.wmf"/><Relationship Id="rId1" Type="http://schemas.openxmlformats.org/officeDocument/2006/relationships/image" Target="../media/image318.wmf"/><Relationship Id="rId6" Type="http://schemas.openxmlformats.org/officeDocument/2006/relationships/image" Target="../media/image323.wmf"/><Relationship Id="rId5" Type="http://schemas.openxmlformats.org/officeDocument/2006/relationships/image" Target="../media/image322.wmf"/><Relationship Id="rId4" Type="http://schemas.openxmlformats.org/officeDocument/2006/relationships/image" Target="../media/image321.e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emf"/><Relationship Id="rId3" Type="http://schemas.openxmlformats.org/officeDocument/2006/relationships/image" Target="../media/image326.wmf"/><Relationship Id="rId7" Type="http://schemas.openxmlformats.org/officeDocument/2006/relationships/image" Target="../media/image330.wmf"/><Relationship Id="rId2" Type="http://schemas.openxmlformats.org/officeDocument/2006/relationships/image" Target="../media/image325.png"/><Relationship Id="rId1" Type="http://schemas.openxmlformats.org/officeDocument/2006/relationships/image" Target="../media/image324.wmf"/><Relationship Id="rId6" Type="http://schemas.openxmlformats.org/officeDocument/2006/relationships/image" Target="../media/image329.emf"/><Relationship Id="rId5" Type="http://schemas.openxmlformats.org/officeDocument/2006/relationships/image" Target="../media/image328.emf"/><Relationship Id="rId10" Type="http://schemas.openxmlformats.org/officeDocument/2006/relationships/image" Target="../media/image333.wmf"/><Relationship Id="rId4" Type="http://schemas.openxmlformats.org/officeDocument/2006/relationships/image" Target="../media/image327.emf"/><Relationship Id="rId9" Type="http://schemas.openxmlformats.org/officeDocument/2006/relationships/image" Target="../media/image33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57088E7F-980C-41DC-AEB1-0B95A27307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A2C91C3A-C85A-4673-A6A1-CBF9D13C418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4" name="Rectangle 4">
            <a:extLst>
              <a:ext uri="{FF2B5EF4-FFF2-40B4-BE49-F238E27FC236}">
                <a16:creationId xmlns:a16="http://schemas.microsoft.com/office/drawing/2014/main" id="{5CA96F2C-4EEB-4EE6-BF11-34BF078DD8E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8245" name="Rectangle 5">
            <a:extLst>
              <a:ext uri="{FF2B5EF4-FFF2-40B4-BE49-F238E27FC236}">
                <a16:creationId xmlns:a16="http://schemas.microsoft.com/office/drawing/2014/main" id="{FCDADB5B-7030-4E50-B195-480BEC048AF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E8A1C88F-5004-4D25-889F-3C9F653DF7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C8F52A00-8FEF-4ED9-992C-B8E238AEA9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946C3A3B-7292-4445-B3CE-A09366A16DC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F6425B6-293B-4A48-BD52-88E30D54463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7" name="Rectangle 5">
            <a:extLst>
              <a:ext uri="{FF2B5EF4-FFF2-40B4-BE49-F238E27FC236}">
                <a16:creationId xmlns:a16="http://schemas.microsoft.com/office/drawing/2014/main" id="{E20749B4-9FAB-41A8-A30E-03D7E2800F0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1318" name="Rectangle 6">
            <a:extLst>
              <a:ext uri="{FF2B5EF4-FFF2-40B4-BE49-F238E27FC236}">
                <a16:creationId xmlns:a16="http://schemas.microsoft.com/office/drawing/2014/main" id="{8B51C6B9-CC11-4327-933F-02419D6209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1319" name="Rectangle 7">
            <a:extLst>
              <a:ext uri="{FF2B5EF4-FFF2-40B4-BE49-F238E27FC236}">
                <a16:creationId xmlns:a16="http://schemas.microsoft.com/office/drawing/2014/main" id="{35C545C8-8D36-4D4C-9CAB-75DF8AD0F7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F09215C7-BC40-46F6-B4E8-BD4F28E06F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11D224E-0149-4F9C-BD48-82F7455D45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E581044-69C9-4FF6-9589-D8B6C792E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635888F-FA40-4209-BBE8-975F4906A4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493FE66-43B7-4037-BE6E-7A9C89CC4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A1F6939-C5A2-459D-B56E-228799D556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204896C-A9BF-4B8B-B587-0C52122449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07A6A14D-B63B-4712-9518-209682AB5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B4DD61C6-C57B-457C-B9EF-97C90CA0E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27C76FB6-BF45-466D-B5F9-CE830E0B4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150325D-A153-407C-9177-E5CD492F9746}" type="slidenum">
              <a:rPr lang="en-US" altLang="zh-CN" sz="1200" smtClean="0">
                <a:solidFill>
                  <a:schemeClr val="tx1"/>
                </a:solidFill>
              </a:rPr>
              <a:pPr/>
              <a:t>6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1BE4558-AC23-4B55-A9C7-BF4E6975F9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CCE76AC-4B55-4CD6-9356-D28A7CE1F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9A86422-6729-4E7C-9F44-85E2957EBE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F04433F-4003-4A77-AC5F-B3B34F441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18147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BF52284-01EA-491A-AEE7-15F120A1F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70C44A8-8024-4E92-A014-DDD5804DA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184461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4BCD456-944A-4C00-B4F9-CEF708256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6903C695-D9E6-4F16-A08F-5EAE4D67B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478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4F5560-6F20-4E11-9FCC-19E8B58AA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D338462-ADA8-40E7-A39D-41EFF02E9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>
            <a:extLst>
              <a:ext uri="{FF2B5EF4-FFF2-40B4-BE49-F238E27FC236}">
                <a16:creationId xmlns:a16="http://schemas.microsoft.com/office/drawing/2014/main" id="{478773C5-16DB-4B7F-8971-6AC48A7A4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备注占位符 2">
            <a:extLst>
              <a:ext uri="{FF2B5EF4-FFF2-40B4-BE49-F238E27FC236}">
                <a16:creationId xmlns:a16="http://schemas.microsoft.com/office/drawing/2014/main" id="{3D660D79-5191-4ACA-880C-95BA9180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CBEF1924-B2C6-42DB-BB55-D87CC4007B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7487FA7D-4CF9-476C-B500-D90969B139D4}" type="slidenum">
              <a:rPr lang="en-US" altLang="zh-CN" sz="1200" smtClean="0">
                <a:solidFill>
                  <a:schemeClr val="tx1"/>
                </a:solidFill>
              </a:rPr>
              <a:pPr/>
              <a:t>27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7B528234-98D4-4C22-BAF0-E80C0C9364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8329718D-97E7-4670-87EA-96739E45D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C7B02888-88E9-4438-A9A2-793286FE14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C78C5E5-91CD-4C12-83F4-0F103C2426F3}" type="slidenum">
              <a:rPr lang="en-US" altLang="zh-CN" sz="1200" smtClean="0">
                <a:solidFill>
                  <a:schemeClr val="tx1"/>
                </a:solidFill>
              </a:rPr>
              <a:pPr/>
              <a:t>28</a:t>
            </a:fld>
            <a:endParaRPr lang="en-US" altLang="zh-CN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7A71E2C-4E93-46B0-97CC-E1B582390A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1A848A6-F431-4B1B-B3C3-94D6444BD7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C7818392-CBBF-4361-BF66-C68424FC0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0073D732-5192-49AE-B1C9-67BF37CB4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5C2ED0B-548A-4688-B5B7-F1D8F13D7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FFD2508-AC03-4CE2-897D-9978DCDE67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10F21B4-717D-4E64-871C-12EC27BB19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E701710-D165-48D7-85A6-032F2FCF3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09172E2-9A0F-40BE-A62E-CB9FE97F79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61222E3-4A30-48BB-8DB4-3DCD1CE9F2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A115266-2934-4B2C-A2B7-51A1EB471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898A558D-E1E5-4AF7-9C79-634858B4F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E3F75EEA-BA6F-46A5-BF58-FEE8E3D613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E80F1F3-CC82-40ED-867F-4A2A62459A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BE5C2F-6B41-41C3-9408-930435AD0C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219445-0302-46EE-9D21-830A96B1FA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97A0D2-7949-4FE0-B89C-4B269E559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11253-ABA5-413F-B52E-7707D15FDE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5354923"/>
      </p:ext>
    </p:extLst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3278BA4-F9ED-4BE7-A7F7-EE75BD8A8F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3165FD-7890-4D05-B7A6-D60A6D1B37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4DFC83-79CF-46E8-B62E-30CDE27669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9E5A0F-54FE-45C0-A474-56221B8227E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242080"/>
      </p:ext>
    </p:extLst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BB2017-6C7E-466E-B573-2C33B880F1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20D5C6-8DF4-40BC-8B11-4503B7D890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6F07DC-C69A-45C9-8C9E-8FE68B6BB8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FC953E-1619-4BEF-AA16-0CF2334502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1298749"/>
      </p:ext>
    </p:extLst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3AAD17-FA2F-4D07-9340-FE7CCB8E32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83131-2290-4627-A61D-2A2F1D667A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475D8-77DF-4CA3-A506-FDA36F5601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09DEF-5916-4F53-928E-AB4A1B5B9E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632258"/>
      </p:ext>
    </p:extLst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18B0602-CE6D-4ED1-9488-8B5872DA59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42AB312-6294-49F4-8D25-89C5E38C2C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4E82595-DFD4-404F-8209-D65C32F59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158719-34AC-4492-9EC7-13717253A8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231514"/>
      </p:ext>
    </p:extLst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9EDC9C-8D89-4823-A97D-6684458299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C42DEAE-BB22-43FA-89AF-41DC349E48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EA9EAF-4389-48E7-AE3B-C36334A26F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53E99-6DA2-4300-A64D-9279D8D300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5348584"/>
      </p:ext>
    </p:extLst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C4A704A-E5AE-4C20-9C0A-4A3A8A7F4C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D7AB44B-D788-4EC2-9A26-1155707B4E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D4F8C7-8EE3-42F3-AAA6-E282E4B11E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E24D7-8B36-4B1B-858D-0DD9B7C389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293426"/>
      </p:ext>
    </p:extLst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175EE-2CA1-4C02-AC51-DB11E4795F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AE76C3-5707-495C-B652-D46F17F6DC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6A3DA7-B862-4D52-B54D-7764FF3ADC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E38CF-F2F3-44E8-8B8D-7FAFA5D6C3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5693928"/>
      </p:ext>
    </p:extLst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2A0085-7CDE-494E-9761-3AD24DCC20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43650-E566-48F1-AA2D-064DB1196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1964FC-618F-423B-AF8B-1E8004C71F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4F286-721E-434B-8B6D-A3360CB7FC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7849136"/>
      </p:ext>
    </p:extLst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2892A4-249D-456F-859C-858B96BDE7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DE2996C-6293-4153-AF99-F751408552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2E9816-1465-4CF2-889D-95D0BDD2B3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265100-1651-4103-9FFB-D2F86F3223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6657915"/>
      </p:ext>
    </p:extLst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F7DFA2-2641-49A7-8EE9-510FE07056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CD7E2CE-CE00-4ED8-8E3F-75FA700651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E3B072B-DE3C-423E-A027-9817C0D8A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12951-597D-4DCA-AFDC-16A5193E24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7860795"/>
      </p:ext>
    </p:extLst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0A72AF-8603-427F-8F26-058F13A343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7B8A83-83D9-499D-B979-F0ECC7F7D3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E43C08B-3326-43BE-9E0D-71C3A9F22A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CF995-7130-42F3-B0EB-E2759EE1FD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495919"/>
      </p:ext>
    </p:extLst>
  </p:cSld>
  <p:clrMapOvr>
    <a:masterClrMapping/>
  </p:clrMapOvr>
  <p:transition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B79E09A-621F-4D18-97CC-F453A8CC74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51C1ABE-E8FA-4821-B45F-18CC31D616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BA8C9C0-01E8-4448-9DF7-84D494FB3F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E0CFF7-69E4-40A8-A613-5045DF92FCC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77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CC66"/>
            </a:gs>
            <a:gs pos="50000">
              <a:schemeClr val="bg1"/>
            </a:gs>
            <a:gs pos="100000">
              <a:srgbClr val="00CC6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63FB7EB-6F45-42A1-BE6E-EAD0A29C2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7D50C1-E261-4FE0-B7C7-3C219A4C2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2785ACA-A3C3-4A53-9BD8-774A360F268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748619C-2E7A-4447-B4C4-1F638BBAA0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EA5A03B-3DAC-4132-A8A9-47FD0F43D9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tx1"/>
                </a:solidFill>
                <a:latin typeface="Times New Roman" charset="0"/>
                <a:ea typeface="宋体" charset="0"/>
              </a:defRPr>
            </a:lvl1pPr>
          </a:lstStyle>
          <a:p>
            <a:pPr>
              <a:defRPr/>
            </a:pPr>
            <a:fld id="{89911A6A-8A38-425E-85EC-73900A6E64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pull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13" Type="http://schemas.openxmlformats.org/officeDocument/2006/relationships/image" Target="../media/image14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.emf"/><Relationship Id="rId12" Type="http://schemas.openxmlformats.org/officeDocument/2006/relationships/oleObject" Target="../embeddings/oleObject1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emf"/><Relationship Id="rId5" Type="http://schemas.openxmlformats.org/officeDocument/2006/relationships/image" Target="../media/image10.e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emf"/><Relationship Id="rId14" Type="http://schemas.openxmlformats.org/officeDocument/2006/relationships/oleObject" Target="../embeddings/oleObject15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wmf"/><Relationship Id="rId18" Type="http://schemas.openxmlformats.org/officeDocument/2006/relationships/oleObject" Target="../embeddings/oleObject23.bin"/><Relationship Id="rId26" Type="http://schemas.openxmlformats.org/officeDocument/2006/relationships/oleObject" Target="../embeddings/oleObject27.bin"/><Relationship Id="rId39" Type="http://schemas.openxmlformats.org/officeDocument/2006/relationships/image" Target="../media/image33.wmf"/><Relationship Id="rId21" Type="http://schemas.openxmlformats.org/officeDocument/2006/relationships/image" Target="../media/image24.wmf"/><Relationship Id="rId34" Type="http://schemas.openxmlformats.org/officeDocument/2006/relationships/oleObject" Target="../embeddings/oleObject31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4.bin"/><Relationship Id="rId29" Type="http://schemas.openxmlformats.org/officeDocument/2006/relationships/image" Target="../media/image28.wmf"/><Relationship Id="rId41" Type="http://schemas.openxmlformats.org/officeDocument/2006/relationships/image" Target="../media/image34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7.bin"/><Relationship Id="rId11" Type="http://schemas.openxmlformats.org/officeDocument/2006/relationships/image" Target="../media/image19.wmf"/><Relationship Id="rId24" Type="http://schemas.openxmlformats.org/officeDocument/2006/relationships/oleObject" Target="../embeddings/oleObject26.bin"/><Relationship Id="rId32" Type="http://schemas.openxmlformats.org/officeDocument/2006/relationships/oleObject" Target="../embeddings/oleObject30.bin"/><Relationship Id="rId37" Type="http://schemas.openxmlformats.org/officeDocument/2006/relationships/image" Target="../media/image32.emf"/><Relationship Id="rId40" Type="http://schemas.openxmlformats.org/officeDocument/2006/relationships/oleObject" Target="../embeddings/oleObject34.bin"/><Relationship Id="rId5" Type="http://schemas.openxmlformats.org/officeDocument/2006/relationships/image" Target="../media/image16.wmf"/><Relationship Id="rId15" Type="http://schemas.openxmlformats.org/officeDocument/2006/relationships/image" Target="../media/image21.wmf"/><Relationship Id="rId23" Type="http://schemas.openxmlformats.org/officeDocument/2006/relationships/image" Target="../media/image25.wmf"/><Relationship Id="rId28" Type="http://schemas.openxmlformats.org/officeDocument/2006/relationships/oleObject" Target="../embeddings/oleObject28.bin"/><Relationship Id="rId36" Type="http://schemas.openxmlformats.org/officeDocument/2006/relationships/oleObject" Target="../embeddings/oleObject32.bin"/><Relationship Id="rId10" Type="http://schemas.openxmlformats.org/officeDocument/2006/relationships/oleObject" Target="../embeddings/oleObject19.bin"/><Relationship Id="rId19" Type="http://schemas.openxmlformats.org/officeDocument/2006/relationships/image" Target="../media/image23.emf"/><Relationship Id="rId31" Type="http://schemas.openxmlformats.org/officeDocument/2006/relationships/image" Target="../media/image29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18.wmf"/><Relationship Id="rId14" Type="http://schemas.openxmlformats.org/officeDocument/2006/relationships/oleObject" Target="../embeddings/oleObject21.bin"/><Relationship Id="rId22" Type="http://schemas.openxmlformats.org/officeDocument/2006/relationships/oleObject" Target="../embeddings/oleObject25.bin"/><Relationship Id="rId27" Type="http://schemas.openxmlformats.org/officeDocument/2006/relationships/image" Target="../media/image27.wmf"/><Relationship Id="rId30" Type="http://schemas.openxmlformats.org/officeDocument/2006/relationships/oleObject" Target="../embeddings/oleObject29.bin"/><Relationship Id="rId35" Type="http://schemas.openxmlformats.org/officeDocument/2006/relationships/image" Target="../media/image31.wmf"/><Relationship Id="rId8" Type="http://schemas.openxmlformats.org/officeDocument/2006/relationships/oleObject" Target="../embeddings/oleObject18.bin"/><Relationship Id="rId3" Type="http://schemas.openxmlformats.org/officeDocument/2006/relationships/notesSlide" Target="../notesSlides/notesSlide3.xml"/><Relationship Id="rId12" Type="http://schemas.openxmlformats.org/officeDocument/2006/relationships/oleObject" Target="../embeddings/oleObject20.bin"/><Relationship Id="rId17" Type="http://schemas.openxmlformats.org/officeDocument/2006/relationships/image" Target="../media/image22.emf"/><Relationship Id="rId25" Type="http://schemas.openxmlformats.org/officeDocument/2006/relationships/image" Target="../media/image26.wmf"/><Relationship Id="rId33" Type="http://schemas.openxmlformats.org/officeDocument/2006/relationships/image" Target="../media/image30.emf"/><Relationship Id="rId38" Type="http://schemas.openxmlformats.org/officeDocument/2006/relationships/oleObject" Target="../embeddings/oleObject33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0.bin"/><Relationship Id="rId18" Type="http://schemas.openxmlformats.org/officeDocument/2006/relationships/image" Target="../media/image42.wmf"/><Relationship Id="rId26" Type="http://schemas.openxmlformats.org/officeDocument/2006/relationships/image" Target="../media/image46.emf"/><Relationship Id="rId39" Type="http://schemas.openxmlformats.org/officeDocument/2006/relationships/oleObject" Target="../embeddings/oleObject53.bin"/><Relationship Id="rId21" Type="http://schemas.openxmlformats.org/officeDocument/2006/relationships/oleObject" Target="../embeddings/oleObject44.bin"/><Relationship Id="rId34" Type="http://schemas.openxmlformats.org/officeDocument/2006/relationships/image" Target="../media/image50.emf"/><Relationship Id="rId42" Type="http://schemas.openxmlformats.org/officeDocument/2006/relationships/oleObject" Target="../embeddings/oleObject5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wmf"/><Relationship Id="rId20" Type="http://schemas.openxmlformats.org/officeDocument/2006/relationships/image" Target="../media/image43.emf"/><Relationship Id="rId29" Type="http://schemas.openxmlformats.org/officeDocument/2006/relationships/oleObject" Target="../embeddings/oleObject48.bin"/><Relationship Id="rId41" Type="http://schemas.openxmlformats.org/officeDocument/2006/relationships/oleObject" Target="../embeddings/oleObject54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39.bin"/><Relationship Id="rId24" Type="http://schemas.openxmlformats.org/officeDocument/2006/relationships/image" Target="../media/image45.wmf"/><Relationship Id="rId32" Type="http://schemas.openxmlformats.org/officeDocument/2006/relationships/image" Target="../media/image49.wmf"/><Relationship Id="rId37" Type="http://schemas.openxmlformats.org/officeDocument/2006/relationships/oleObject" Target="../embeddings/oleObject52.bin"/><Relationship Id="rId40" Type="http://schemas.openxmlformats.org/officeDocument/2006/relationships/image" Target="../media/image53.emf"/><Relationship Id="rId5" Type="http://schemas.openxmlformats.org/officeDocument/2006/relationships/oleObject" Target="../embeddings/oleObject36.bin"/><Relationship Id="rId15" Type="http://schemas.openxmlformats.org/officeDocument/2006/relationships/oleObject" Target="../embeddings/oleObject41.bin"/><Relationship Id="rId23" Type="http://schemas.openxmlformats.org/officeDocument/2006/relationships/oleObject" Target="../embeddings/oleObject45.bin"/><Relationship Id="rId28" Type="http://schemas.openxmlformats.org/officeDocument/2006/relationships/image" Target="../media/image47.wmf"/><Relationship Id="rId36" Type="http://schemas.openxmlformats.org/officeDocument/2006/relationships/image" Target="../media/image51.wmf"/><Relationship Id="rId10" Type="http://schemas.openxmlformats.org/officeDocument/2006/relationships/image" Target="../media/image38.wmf"/><Relationship Id="rId19" Type="http://schemas.openxmlformats.org/officeDocument/2006/relationships/oleObject" Target="../embeddings/oleObject43.bin"/><Relationship Id="rId31" Type="http://schemas.openxmlformats.org/officeDocument/2006/relationships/oleObject" Target="../embeddings/oleObject49.bin"/><Relationship Id="rId44" Type="http://schemas.openxmlformats.org/officeDocument/2006/relationships/oleObject" Target="../embeddings/oleObject56.bin"/><Relationship Id="rId4" Type="http://schemas.openxmlformats.org/officeDocument/2006/relationships/image" Target="../media/image35.wmf"/><Relationship Id="rId9" Type="http://schemas.openxmlformats.org/officeDocument/2006/relationships/oleObject" Target="../embeddings/oleObject38.bin"/><Relationship Id="rId14" Type="http://schemas.openxmlformats.org/officeDocument/2006/relationships/image" Target="../media/image40.wmf"/><Relationship Id="rId22" Type="http://schemas.openxmlformats.org/officeDocument/2006/relationships/image" Target="../media/image44.emf"/><Relationship Id="rId27" Type="http://schemas.openxmlformats.org/officeDocument/2006/relationships/oleObject" Target="../embeddings/oleObject47.bin"/><Relationship Id="rId30" Type="http://schemas.openxmlformats.org/officeDocument/2006/relationships/image" Target="../media/image48.emf"/><Relationship Id="rId35" Type="http://schemas.openxmlformats.org/officeDocument/2006/relationships/oleObject" Target="../embeddings/oleObject51.bin"/><Relationship Id="rId43" Type="http://schemas.openxmlformats.org/officeDocument/2006/relationships/image" Target="../media/image54.emf"/><Relationship Id="rId8" Type="http://schemas.openxmlformats.org/officeDocument/2006/relationships/image" Target="../media/image37.wmf"/><Relationship Id="rId3" Type="http://schemas.openxmlformats.org/officeDocument/2006/relationships/oleObject" Target="../embeddings/oleObject35.bin"/><Relationship Id="rId12" Type="http://schemas.openxmlformats.org/officeDocument/2006/relationships/image" Target="../media/image39.wmf"/><Relationship Id="rId17" Type="http://schemas.openxmlformats.org/officeDocument/2006/relationships/oleObject" Target="../embeddings/oleObject42.bin"/><Relationship Id="rId25" Type="http://schemas.openxmlformats.org/officeDocument/2006/relationships/oleObject" Target="../embeddings/oleObject46.bin"/><Relationship Id="rId33" Type="http://schemas.openxmlformats.org/officeDocument/2006/relationships/oleObject" Target="../embeddings/oleObject50.bin"/><Relationship Id="rId38" Type="http://schemas.openxmlformats.org/officeDocument/2006/relationships/image" Target="../media/image5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2.emf"/><Relationship Id="rId26" Type="http://schemas.openxmlformats.org/officeDocument/2006/relationships/image" Target="../media/image66.e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59.emf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1.emf"/><Relationship Id="rId20" Type="http://schemas.openxmlformats.org/officeDocument/2006/relationships/image" Target="../media/image6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1.bin"/><Relationship Id="rId24" Type="http://schemas.openxmlformats.org/officeDocument/2006/relationships/image" Target="../media/image65.emf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67.wmf"/><Relationship Id="rId10" Type="http://schemas.openxmlformats.org/officeDocument/2006/relationships/image" Target="../media/image58.e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55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0.emf"/><Relationship Id="rId22" Type="http://schemas.openxmlformats.org/officeDocument/2006/relationships/image" Target="../media/image64.wmf"/><Relationship Id="rId27" Type="http://schemas.openxmlformats.org/officeDocument/2006/relationships/oleObject" Target="../embeddings/oleObject6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3.wmf"/><Relationship Id="rId26" Type="http://schemas.openxmlformats.org/officeDocument/2006/relationships/image" Target="../media/image77.wmf"/><Relationship Id="rId3" Type="http://schemas.openxmlformats.org/officeDocument/2006/relationships/notesSlide" Target="../notesSlides/notesSlide4.xml"/><Relationship Id="rId21" Type="http://schemas.openxmlformats.org/officeDocument/2006/relationships/oleObject" Target="../embeddings/oleObject78.bin"/><Relationship Id="rId7" Type="http://schemas.openxmlformats.org/officeDocument/2006/relationships/image" Target="../media/image68.emf"/><Relationship Id="rId12" Type="http://schemas.openxmlformats.org/officeDocument/2006/relationships/image" Target="../media/image70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20" Type="http://schemas.openxmlformats.org/officeDocument/2006/relationships/image" Target="../media/image74.wmf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1.bin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76.wmf"/><Relationship Id="rId5" Type="http://schemas.openxmlformats.org/officeDocument/2006/relationships/image" Target="../media/image64.wmf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78.wmf"/><Relationship Id="rId10" Type="http://schemas.openxmlformats.org/officeDocument/2006/relationships/image" Target="../media/image79.png"/><Relationship Id="rId19" Type="http://schemas.openxmlformats.org/officeDocument/2006/relationships/oleObject" Target="../embeddings/oleObject77.bin"/><Relationship Id="rId4" Type="http://schemas.openxmlformats.org/officeDocument/2006/relationships/oleObject" Target="../embeddings/oleObject70.bin"/><Relationship Id="rId9" Type="http://schemas.openxmlformats.org/officeDocument/2006/relationships/image" Target="../media/image69.wmf"/><Relationship Id="rId14" Type="http://schemas.openxmlformats.org/officeDocument/2006/relationships/image" Target="../media/image71.wmf"/><Relationship Id="rId22" Type="http://schemas.openxmlformats.org/officeDocument/2006/relationships/image" Target="../media/image75.wmf"/><Relationship Id="rId27" Type="http://schemas.openxmlformats.org/officeDocument/2006/relationships/oleObject" Target="../embeddings/oleObject8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12" Type="http://schemas.openxmlformats.org/officeDocument/2006/relationships/image" Target="../media/image89.wmf"/><Relationship Id="rId17" Type="http://schemas.openxmlformats.org/officeDocument/2006/relationships/image" Target="../media/image9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2.bin"/><Relationship Id="rId5" Type="http://schemas.openxmlformats.org/officeDocument/2006/relationships/oleObject" Target="../embeddings/oleObject89.bin"/><Relationship Id="rId15" Type="http://schemas.openxmlformats.org/officeDocument/2006/relationships/oleObject" Target="../embeddings/oleObject94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90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image" Target="../media/image92.png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9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8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107.bin"/><Relationship Id="rId18" Type="http://schemas.openxmlformats.org/officeDocument/2006/relationships/image" Target="../media/image106.emf"/><Relationship Id="rId26" Type="http://schemas.openxmlformats.org/officeDocument/2006/relationships/image" Target="../media/image110.emf"/><Relationship Id="rId3" Type="http://schemas.openxmlformats.org/officeDocument/2006/relationships/oleObject" Target="../embeddings/oleObject102.bin"/><Relationship Id="rId21" Type="http://schemas.openxmlformats.org/officeDocument/2006/relationships/oleObject" Target="../embeddings/oleObject111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3.wmf"/><Relationship Id="rId17" Type="http://schemas.openxmlformats.org/officeDocument/2006/relationships/oleObject" Target="../embeddings/oleObject109.bin"/><Relationship Id="rId25" Type="http://schemas.openxmlformats.org/officeDocument/2006/relationships/oleObject" Target="../embeddings/oleObject11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5.wmf"/><Relationship Id="rId20" Type="http://schemas.openxmlformats.org/officeDocument/2006/relationships/image" Target="../media/image107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106.bin"/><Relationship Id="rId24" Type="http://schemas.openxmlformats.org/officeDocument/2006/relationships/image" Target="../media/image109.emf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23" Type="http://schemas.openxmlformats.org/officeDocument/2006/relationships/oleObject" Target="../embeddings/oleObject112.bin"/><Relationship Id="rId10" Type="http://schemas.openxmlformats.org/officeDocument/2006/relationships/image" Target="../media/image102.wmf"/><Relationship Id="rId19" Type="http://schemas.openxmlformats.org/officeDocument/2006/relationships/oleObject" Target="../embeddings/oleObject110.bin"/><Relationship Id="rId4" Type="http://schemas.openxmlformats.org/officeDocument/2006/relationships/image" Target="../media/image99.w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04.wmf"/><Relationship Id="rId22" Type="http://schemas.openxmlformats.org/officeDocument/2006/relationships/image" Target="../media/image108.e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17.wmf"/><Relationship Id="rId26" Type="http://schemas.openxmlformats.org/officeDocument/2006/relationships/image" Target="../media/image121.emf"/><Relationship Id="rId39" Type="http://schemas.openxmlformats.org/officeDocument/2006/relationships/oleObject" Target="../embeddings/oleObject132.bin"/><Relationship Id="rId21" Type="http://schemas.openxmlformats.org/officeDocument/2006/relationships/oleObject" Target="../embeddings/oleObject123.bin"/><Relationship Id="rId34" Type="http://schemas.openxmlformats.org/officeDocument/2006/relationships/image" Target="../media/image125.emf"/><Relationship Id="rId42" Type="http://schemas.openxmlformats.org/officeDocument/2006/relationships/image" Target="../media/image129.wmf"/><Relationship Id="rId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6.wmf"/><Relationship Id="rId20" Type="http://schemas.openxmlformats.org/officeDocument/2006/relationships/image" Target="../media/image118.emf"/><Relationship Id="rId29" Type="http://schemas.openxmlformats.org/officeDocument/2006/relationships/oleObject" Target="../embeddings/oleObject127.bin"/><Relationship Id="rId41" Type="http://schemas.openxmlformats.org/officeDocument/2006/relationships/oleObject" Target="../embeddings/oleObject133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1.wmf"/><Relationship Id="rId11" Type="http://schemas.openxmlformats.org/officeDocument/2006/relationships/oleObject" Target="../embeddings/oleObject118.bin"/><Relationship Id="rId24" Type="http://schemas.openxmlformats.org/officeDocument/2006/relationships/image" Target="../media/image120.emf"/><Relationship Id="rId32" Type="http://schemas.openxmlformats.org/officeDocument/2006/relationships/image" Target="../media/image124.emf"/><Relationship Id="rId37" Type="http://schemas.openxmlformats.org/officeDocument/2006/relationships/oleObject" Target="../embeddings/oleObject131.bin"/><Relationship Id="rId40" Type="http://schemas.openxmlformats.org/officeDocument/2006/relationships/image" Target="../media/image128.wmf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23" Type="http://schemas.openxmlformats.org/officeDocument/2006/relationships/oleObject" Target="../embeddings/oleObject124.bin"/><Relationship Id="rId28" Type="http://schemas.openxmlformats.org/officeDocument/2006/relationships/image" Target="../media/image122.emf"/><Relationship Id="rId36" Type="http://schemas.openxmlformats.org/officeDocument/2006/relationships/image" Target="../media/image126.emf"/><Relationship Id="rId10" Type="http://schemas.openxmlformats.org/officeDocument/2006/relationships/image" Target="../media/image113.wmf"/><Relationship Id="rId19" Type="http://schemas.openxmlformats.org/officeDocument/2006/relationships/oleObject" Target="../embeddings/oleObject122.bin"/><Relationship Id="rId31" Type="http://schemas.openxmlformats.org/officeDocument/2006/relationships/oleObject" Target="../embeddings/oleObject128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15.wmf"/><Relationship Id="rId22" Type="http://schemas.openxmlformats.org/officeDocument/2006/relationships/image" Target="../media/image119.emf"/><Relationship Id="rId27" Type="http://schemas.openxmlformats.org/officeDocument/2006/relationships/oleObject" Target="../embeddings/oleObject126.bin"/><Relationship Id="rId30" Type="http://schemas.openxmlformats.org/officeDocument/2006/relationships/image" Target="../media/image123.emf"/><Relationship Id="rId35" Type="http://schemas.openxmlformats.org/officeDocument/2006/relationships/oleObject" Target="../embeddings/oleObject130.bin"/><Relationship Id="rId8" Type="http://schemas.openxmlformats.org/officeDocument/2006/relationships/image" Target="../media/image112.wmf"/><Relationship Id="rId3" Type="http://schemas.openxmlformats.org/officeDocument/2006/relationships/oleObject" Target="../embeddings/oleObject114.bin"/><Relationship Id="rId12" Type="http://schemas.openxmlformats.org/officeDocument/2006/relationships/image" Target="../media/image114.wmf"/><Relationship Id="rId17" Type="http://schemas.openxmlformats.org/officeDocument/2006/relationships/oleObject" Target="../embeddings/oleObject121.bin"/><Relationship Id="rId25" Type="http://schemas.openxmlformats.org/officeDocument/2006/relationships/oleObject" Target="../embeddings/oleObject125.bin"/><Relationship Id="rId33" Type="http://schemas.openxmlformats.org/officeDocument/2006/relationships/oleObject" Target="../embeddings/oleObject129.bin"/><Relationship Id="rId38" Type="http://schemas.openxmlformats.org/officeDocument/2006/relationships/image" Target="../media/image127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3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30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32.png"/><Relationship Id="rId4" Type="http://schemas.openxmlformats.org/officeDocument/2006/relationships/image" Target="../media/image134.gif"/><Relationship Id="rId9" Type="http://schemas.openxmlformats.org/officeDocument/2006/relationships/oleObject" Target="../embeddings/oleObject136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43.bin"/><Relationship Id="rId18" Type="http://schemas.openxmlformats.org/officeDocument/2006/relationships/image" Target="../media/image142.wmf"/><Relationship Id="rId26" Type="http://schemas.openxmlformats.org/officeDocument/2006/relationships/image" Target="../media/image146.emf"/><Relationship Id="rId39" Type="http://schemas.openxmlformats.org/officeDocument/2006/relationships/oleObject" Target="../embeddings/oleObject156.bin"/><Relationship Id="rId21" Type="http://schemas.openxmlformats.org/officeDocument/2006/relationships/oleObject" Target="../embeddings/oleObject147.bin"/><Relationship Id="rId34" Type="http://schemas.openxmlformats.org/officeDocument/2006/relationships/image" Target="../media/image150.emf"/><Relationship Id="rId42" Type="http://schemas.openxmlformats.org/officeDocument/2006/relationships/image" Target="../media/image154.emf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1.wmf"/><Relationship Id="rId20" Type="http://schemas.openxmlformats.org/officeDocument/2006/relationships/image" Target="../media/image143.emf"/><Relationship Id="rId29" Type="http://schemas.openxmlformats.org/officeDocument/2006/relationships/oleObject" Target="../embeddings/oleObject151.bin"/><Relationship Id="rId41" Type="http://schemas.openxmlformats.org/officeDocument/2006/relationships/oleObject" Target="../embeddings/oleObject157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142.bin"/><Relationship Id="rId24" Type="http://schemas.openxmlformats.org/officeDocument/2006/relationships/image" Target="../media/image145.emf"/><Relationship Id="rId32" Type="http://schemas.openxmlformats.org/officeDocument/2006/relationships/image" Target="../media/image149.wmf"/><Relationship Id="rId37" Type="http://schemas.openxmlformats.org/officeDocument/2006/relationships/oleObject" Target="../embeddings/oleObject155.bin"/><Relationship Id="rId40" Type="http://schemas.openxmlformats.org/officeDocument/2006/relationships/image" Target="../media/image153.emf"/><Relationship Id="rId5" Type="http://schemas.openxmlformats.org/officeDocument/2006/relationships/oleObject" Target="../embeddings/oleObject139.bin"/><Relationship Id="rId15" Type="http://schemas.openxmlformats.org/officeDocument/2006/relationships/oleObject" Target="../embeddings/oleObject144.bin"/><Relationship Id="rId23" Type="http://schemas.openxmlformats.org/officeDocument/2006/relationships/oleObject" Target="../embeddings/oleObject148.bin"/><Relationship Id="rId28" Type="http://schemas.openxmlformats.org/officeDocument/2006/relationships/image" Target="../media/image147.emf"/><Relationship Id="rId36" Type="http://schemas.openxmlformats.org/officeDocument/2006/relationships/image" Target="../media/image151.wmf"/><Relationship Id="rId10" Type="http://schemas.openxmlformats.org/officeDocument/2006/relationships/image" Target="../media/image138.wmf"/><Relationship Id="rId19" Type="http://schemas.openxmlformats.org/officeDocument/2006/relationships/oleObject" Target="../embeddings/oleObject146.bin"/><Relationship Id="rId31" Type="http://schemas.openxmlformats.org/officeDocument/2006/relationships/oleObject" Target="../embeddings/oleObject152.bin"/><Relationship Id="rId4" Type="http://schemas.openxmlformats.org/officeDocument/2006/relationships/image" Target="../media/image135.e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40.emf"/><Relationship Id="rId22" Type="http://schemas.openxmlformats.org/officeDocument/2006/relationships/image" Target="../media/image144.emf"/><Relationship Id="rId27" Type="http://schemas.openxmlformats.org/officeDocument/2006/relationships/oleObject" Target="../embeddings/oleObject150.bin"/><Relationship Id="rId30" Type="http://schemas.openxmlformats.org/officeDocument/2006/relationships/image" Target="../media/image148.emf"/><Relationship Id="rId35" Type="http://schemas.openxmlformats.org/officeDocument/2006/relationships/oleObject" Target="../embeddings/oleObject154.bin"/><Relationship Id="rId8" Type="http://schemas.openxmlformats.org/officeDocument/2006/relationships/image" Target="../media/image137.emf"/><Relationship Id="rId3" Type="http://schemas.openxmlformats.org/officeDocument/2006/relationships/oleObject" Target="../embeddings/oleObject138.bin"/><Relationship Id="rId12" Type="http://schemas.openxmlformats.org/officeDocument/2006/relationships/image" Target="../media/image139.emf"/><Relationship Id="rId17" Type="http://schemas.openxmlformats.org/officeDocument/2006/relationships/oleObject" Target="../embeddings/oleObject145.bin"/><Relationship Id="rId25" Type="http://schemas.openxmlformats.org/officeDocument/2006/relationships/oleObject" Target="../embeddings/oleObject149.bin"/><Relationship Id="rId33" Type="http://schemas.openxmlformats.org/officeDocument/2006/relationships/oleObject" Target="../embeddings/oleObject153.bin"/><Relationship Id="rId38" Type="http://schemas.openxmlformats.org/officeDocument/2006/relationships/image" Target="../media/image152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63.bin"/><Relationship Id="rId18" Type="http://schemas.openxmlformats.org/officeDocument/2006/relationships/image" Target="../media/image162.wmf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0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1.wmf"/><Relationship Id="rId20" Type="http://schemas.openxmlformats.org/officeDocument/2006/relationships/image" Target="../media/image163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62.bin"/><Relationship Id="rId5" Type="http://schemas.openxmlformats.org/officeDocument/2006/relationships/oleObject" Target="../embeddings/oleObject159.bin"/><Relationship Id="rId15" Type="http://schemas.openxmlformats.org/officeDocument/2006/relationships/oleObject" Target="../embeddings/oleObject164.bin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166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61.bin"/><Relationship Id="rId14" Type="http://schemas.openxmlformats.org/officeDocument/2006/relationships/image" Target="../media/image160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e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65.emf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67.wmf"/><Relationship Id="rId4" Type="http://schemas.openxmlformats.org/officeDocument/2006/relationships/image" Target="../media/image164.wmf"/><Relationship Id="rId9" Type="http://schemas.openxmlformats.org/officeDocument/2006/relationships/oleObject" Target="../embeddings/oleObject17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75.bin"/><Relationship Id="rId5" Type="http://schemas.openxmlformats.org/officeDocument/2006/relationships/oleObject" Target="../embeddings/oleObject172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74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81.bin"/><Relationship Id="rId18" Type="http://schemas.openxmlformats.org/officeDocument/2006/relationships/image" Target="../media/image179.wmf"/><Relationship Id="rId26" Type="http://schemas.openxmlformats.org/officeDocument/2006/relationships/image" Target="../media/image183.wmf"/><Relationship Id="rId39" Type="http://schemas.openxmlformats.org/officeDocument/2006/relationships/image" Target="../media/image189.wmf"/><Relationship Id="rId21" Type="http://schemas.openxmlformats.org/officeDocument/2006/relationships/oleObject" Target="../embeddings/oleObject185.bin"/><Relationship Id="rId34" Type="http://schemas.openxmlformats.org/officeDocument/2006/relationships/image" Target="../media/image187.wmf"/><Relationship Id="rId7" Type="http://schemas.openxmlformats.org/officeDocument/2006/relationships/oleObject" Target="../embeddings/oleObject178.bin"/><Relationship Id="rId12" Type="http://schemas.openxmlformats.org/officeDocument/2006/relationships/image" Target="../media/image177.wmf"/><Relationship Id="rId17" Type="http://schemas.openxmlformats.org/officeDocument/2006/relationships/oleObject" Target="../embeddings/oleObject183.bin"/><Relationship Id="rId25" Type="http://schemas.openxmlformats.org/officeDocument/2006/relationships/oleObject" Target="../embeddings/oleObject187.bin"/><Relationship Id="rId33" Type="http://schemas.openxmlformats.org/officeDocument/2006/relationships/oleObject" Target="../embeddings/oleObject191.bin"/><Relationship Id="rId38" Type="http://schemas.openxmlformats.org/officeDocument/2006/relationships/oleObject" Target="../embeddings/oleObject1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.wmf"/><Relationship Id="rId20" Type="http://schemas.openxmlformats.org/officeDocument/2006/relationships/image" Target="../media/image180.wmf"/><Relationship Id="rId29" Type="http://schemas.openxmlformats.org/officeDocument/2006/relationships/oleObject" Target="../embeddings/oleObject189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180.bin"/><Relationship Id="rId24" Type="http://schemas.openxmlformats.org/officeDocument/2006/relationships/image" Target="../media/image182.wmf"/><Relationship Id="rId32" Type="http://schemas.openxmlformats.org/officeDocument/2006/relationships/image" Target="../media/image186.wmf"/><Relationship Id="rId37" Type="http://schemas.openxmlformats.org/officeDocument/2006/relationships/image" Target="../media/image190.png"/><Relationship Id="rId5" Type="http://schemas.openxmlformats.org/officeDocument/2006/relationships/oleObject" Target="../embeddings/oleObject177.bin"/><Relationship Id="rId15" Type="http://schemas.openxmlformats.org/officeDocument/2006/relationships/oleObject" Target="../embeddings/oleObject182.bin"/><Relationship Id="rId23" Type="http://schemas.openxmlformats.org/officeDocument/2006/relationships/oleObject" Target="../embeddings/oleObject186.bin"/><Relationship Id="rId28" Type="http://schemas.openxmlformats.org/officeDocument/2006/relationships/image" Target="../media/image184.emf"/><Relationship Id="rId36" Type="http://schemas.openxmlformats.org/officeDocument/2006/relationships/image" Target="../media/image188.wmf"/><Relationship Id="rId10" Type="http://schemas.openxmlformats.org/officeDocument/2006/relationships/image" Target="../media/image176.wmf"/><Relationship Id="rId19" Type="http://schemas.openxmlformats.org/officeDocument/2006/relationships/oleObject" Target="../embeddings/oleObject184.bin"/><Relationship Id="rId31" Type="http://schemas.openxmlformats.org/officeDocument/2006/relationships/oleObject" Target="../embeddings/oleObject190.bin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179.bin"/><Relationship Id="rId14" Type="http://schemas.openxmlformats.org/officeDocument/2006/relationships/image" Target="../media/image178.wmf"/><Relationship Id="rId22" Type="http://schemas.openxmlformats.org/officeDocument/2006/relationships/image" Target="../media/image181.wmf"/><Relationship Id="rId27" Type="http://schemas.openxmlformats.org/officeDocument/2006/relationships/oleObject" Target="../embeddings/oleObject188.bin"/><Relationship Id="rId30" Type="http://schemas.openxmlformats.org/officeDocument/2006/relationships/image" Target="../media/image185.emf"/><Relationship Id="rId35" Type="http://schemas.openxmlformats.org/officeDocument/2006/relationships/oleObject" Target="../embeddings/oleObject192.bin"/><Relationship Id="rId8" Type="http://schemas.openxmlformats.org/officeDocument/2006/relationships/image" Target="../media/image175.wmf"/><Relationship Id="rId3" Type="http://schemas.openxmlformats.org/officeDocument/2006/relationships/oleObject" Target="../embeddings/oleObject17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98.e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95.w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7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92.w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10" Type="http://schemas.openxmlformats.org/officeDocument/2006/relationships/image" Target="../media/image194.wmf"/><Relationship Id="rId4" Type="http://schemas.openxmlformats.org/officeDocument/2006/relationships/image" Target="../media/image191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9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7" Type="http://schemas.openxmlformats.org/officeDocument/2006/relationships/image" Target="../media/image20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image" Target="../media/image163.w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59.wmf"/><Relationship Id="rId12" Type="http://schemas.openxmlformats.org/officeDocument/2006/relationships/oleObject" Target="../embeddings/oleObject20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03.bin"/><Relationship Id="rId11" Type="http://schemas.openxmlformats.org/officeDocument/2006/relationships/image" Target="../media/image161.wmf"/><Relationship Id="rId5" Type="http://schemas.openxmlformats.org/officeDocument/2006/relationships/image" Target="../media/image155.wmf"/><Relationship Id="rId10" Type="http://schemas.openxmlformats.org/officeDocument/2006/relationships/oleObject" Target="../embeddings/oleObject205.bin"/><Relationship Id="rId4" Type="http://schemas.openxmlformats.org/officeDocument/2006/relationships/oleObject" Target="../embeddings/oleObject202.bin"/><Relationship Id="rId9" Type="http://schemas.openxmlformats.org/officeDocument/2006/relationships/image" Target="../media/image160.wmf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216.wmf"/><Relationship Id="rId26" Type="http://schemas.openxmlformats.org/officeDocument/2006/relationships/image" Target="../media/image220.wmf"/><Relationship Id="rId39" Type="http://schemas.openxmlformats.org/officeDocument/2006/relationships/oleObject" Target="../embeddings/oleObject225.bin"/><Relationship Id="rId21" Type="http://schemas.openxmlformats.org/officeDocument/2006/relationships/oleObject" Target="../embeddings/oleObject216.bin"/><Relationship Id="rId34" Type="http://schemas.openxmlformats.org/officeDocument/2006/relationships/image" Target="../media/image224.emf"/><Relationship Id="rId42" Type="http://schemas.openxmlformats.org/officeDocument/2006/relationships/image" Target="../media/image228.wmf"/><Relationship Id="rId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5.wmf"/><Relationship Id="rId20" Type="http://schemas.openxmlformats.org/officeDocument/2006/relationships/image" Target="../media/image217.wmf"/><Relationship Id="rId29" Type="http://schemas.openxmlformats.org/officeDocument/2006/relationships/oleObject" Target="../embeddings/oleObject220.bin"/><Relationship Id="rId41" Type="http://schemas.openxmlformats.org/officeDocument/2006/relationships/oleObject" Target="../embeddings/oleObject226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10.wmf"/><Relationship Id="rId11" Type="http://schemas.openxmlformats.org/officeDocument/2006/relationships/oleObject" Target="../embeddings/oleObject211.bin"/><Relationship Id="rId24" Type="http://schemas.openxmlformats.org/officeDocument/2006/relationships/image" Target="../media/image219.wmf"/><Relationship Id="rId32" Type="http://schemas.openxmlformats.org/officeDocument/2006/relationships/image" Target="../media/image223.wmf"/><Relationship Id="rId37" Type="http://schemas.openxmlformats.org/officeDocument/2006/relationships/oleObject" Target="../embeddings/oleObject224.bin"/><Relationship Id="rId40" Type="http://schemas.openxmlformats.org/officeDocument/2006/relationships/image" Target="../media/image227.emf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3.bin"/><Relationship Id="rId23" Type="http://schemas.openxmlformats.org/officeDocument/2006/relationships/oleObject" Target="../embeddings/oleObject217.bin"/><Relationship Id="rId28" Type="http://schemas.openxmlformats.org/officeDocument/2006/relationships/image" Target="../media/image221.wmf"/><Relationship Id="rId36" Type="http://schemas.openxmlformats.org/officeDocument/2006/relationships/image" Target="../media/image225.emf"/><Relationship Id="rId10" Type="http://schemas.openxmlformats.org/officeDocument/2006/relationships/image" Target="../media/image212.wmf"/><Relationship Id="rId19" Type="http://schemas.openxmlformats.org/officeDocument/2006/relationships/oleObject" Target="../embeddings/oleObject215.bin"/><Relationship Id="rId31" Type="http://schemas.openxmlformats.org/officeDocument/2006/relationships/oleObject" Target="../embeddings/oleObject221.bin"/><Relationship Id="rId4" Type="http://schemas.openxmlformats.org/officeDocument/2006/relationships/image" Target="../media/image209.emf"/><Relationship Id="rId9" Type="http://schemas.openxmlformats.org/officeDocument/2006/relationships/oleObject" Target="../embeddings/oleObject210.bin"/><Relationship Id="rId14" Type="http://schemas.openxmlformats.org/officeDocument/2006/relationships/image" Target="../media/image214.wmf"/><Relationship Id="rId22" Type="http://schemas.openxmlformats.org/officeDocument/2006/relationships/image" Target="../media/image218.wmf"/><Relationship Id="rId27" Type="http://schemas.openxmlformats.org/officeDocument/2006/relationships/oleObject" Target="../embeddings/oleObject219.bin"/><Relationship Id="rId30" Type="http://schemas.openxmlformats.org/officeDocument/2006/relationships/image" Target="../media/image222.wmf"/><Relationship Id="rId35" Type="http://schemas.openxmlformats.org/officeDocument/2006/relationships/oleObject" Target="../embeddings/oleObject223.bin"/><Relationship Id="rId8" Type="http://schemas.openxmlformats.org/officeDocument/2006/relationships/image" Target="../media/image211.wmf"/><Relationship Id="rId3" Type="http://schemas.openxmlformats.org/officeDocument/2006/relationships/oleObject" Target="../embeddings/oleObject207.bin"/><Relationship Id="rId12" Type="http://schemas.openxmlformats.org/officeDocument/2006/relationships/image" Target="../media/image213.wmf"/><Relationship Id="rId17" Type="http://schemas.openxmlformats.org/officeDocument/2006/relationships/oleObject" Target="../embeddings/oleObject214.bin"/><Relationship Id="rId25" Type="http://schemas.openxmlformats.org/officeDocument/2006/relationships/oleObject" Target="../embeddings/oleObject218.bin"/><Relationship Id="rId33" Type="http://schemas.openxmlformats.org/officeDocument/2006/relationships/oleObject" Target="../embeddings/oleObject222.bin"/><Relationship Id="rId38" Type="http://schemas.openxmlformats.org/officeDocument/2006/relationships/image" Target="../media/image226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32.bin"/><Relationship Id="rId18" Type="http://schemas.openxmlformats.org/officeDocument/2006/relationships/image" Target="../media/image220.wmf"/><Relationship Id="rId26" Type="http://schemas.openxmlformats.org/officeDocument/2006/relationships/image" Target="../media/image228.wmf"/><Relationship Id="rId39" Type="http://schemas.openxmlformats.org/officeDocument/2006/relationships/oleObject" Target="../embeddings/oleObject245.bin"/><Relationship Id="rId21" Type="http://schemas.openxmlformats.org/officeDocument/2006/relationships/oleObject" Target="../embeddings/oleObject236.bin"/><Relationship Id="rId34" Type="http://schemas.openxmlformats.org/officeDocument/2006/relationships/image" Target="../media/image238.wmf"/><Relationship Id="rId42" Type="http://schemas.openxmlformats.org/officeDocument/2006/relationships/image" Target="../media/image242.wmf"/><Relationship Id="rId47" Type="http://schemas.openxmlformats.org/officeDocument/2006/relationships/oleObject" Target="../embeddings/oleObject249.bin"/><Relationship Id="rId7" Type="http://schemas.openxmlformats.org/officeDocument/2006/relationships/oleObject" Target="../embeddings/oleObject229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219.wmf"/><Relationship Id="rId29" Type="http://schemas.openxmlformats.org/officeDocument/2006/relationships/oleObject" Target="../embeddings/oleObject240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30.wmf"/><Relationship Id="rId11" Type="http://schemas.openxmlformats.org/officeDocument/2006/relationships/oleObject" Target="../embeddings/oleObject231.bin"/><Relationship Id="rId24" Type="http://schemas.openxmlformats.org/officeDocument/2006/relationships/image" Target="../media/image235.emf"/><Relationship Id="rId32" Type="http://schemas.openxmlformats.org/officeDocument/2006/relationships/image" Target="../media/image237.wmf"/><Relationship Id="rId37" Type="http://schemas.openxmlformats.org/officeDocument/2006/relationships/oleObject" Target="../embeddings/oleObject244.bin"/><Relationship Id="rId40" Type="http://schemas.openxmlformats.org/officeDocument/2006/relationships/image" Target="../media/image241.wmf"/><Relationship Id="rId45" Type="http://schemas.openxmlformats.org/officeDocument/2006/relationships/oleObject" Target="../embeddings/oleObject248.bin"/><Relationship Id="rId5" Type="http://schemas.openxmlformats.org/officeDocument/2006/relationships/oleObject" Target="../embeddings/oleObject228.bin"/><Relationship Id="rId15" Type="http://schemas.openxmlformats.org/officeDocument/2006/relationships/oleObject" Target="../embeddings/oleObject233.bin"/><Relationship Id="rId23" Type="http://schemas.openxmlformats.org/officeDocument/2006/relationships/oleObject" Target="../embeddings/oleObject237.bin"/><Relationship Id="rId28" Type="http://schemas.openxmlformats.org/officeDocument/2006/relationships/image" Target="../media/image180.wmf"/><Relationship Id="rId36" Type="http://schemas.openxmlformats.org/officeDocument/2006/relationships/image" Target="../media/image239.wmf"/><Relationship Id="rId10" Type="http://schemas.openxmlformats.org/officeDocument/2006/relationships/image" Target="../media/image232.wmf"/><Relationship Id="rId19" Type="http://schemas.openxmlformats.org/officeDocument/2006/relationships/oleObject" Target="../embeddings/oleObject235.bin"/><Relationship Id="rId31" Type="http://schemas.openxmlformats.org/officeDocument/2006/relationships/oleObject" Target="../embeddings/oleObject241.bin"/><Relationship Id="rId44" Type="http://schemas.openxmlformats.org/officeDocument/2006/relationships/image" Target="../media/image243.wmf"/><Relationship Id="rId4" Type="http://schemas.openxmlformats.org/officeDocument/2006/relationships/image" Target="../media/image229.wmf"/><Relationship Id="rId9" Type="http://schemas.openxmlformats.org/officeDocument/2006/relationships/oleObject" Target="../embeddings/oleObject230.bin"/><Relationship Id="rId14" Type="http://schemas.openxmlformats.org/officeDocument/2006/relationships/image" Target="../media/image234.emf"/><Relationship Id="rId22" Type="http://schemas.openxmlformats.org/officeDocument/2006/relationships/image" Target="../media/image222.wmf"/><Relationship Id="rId27" Type="http://schemas.openxmlformats.org/officeDocument/2006/relationships/oleObject" Target="../embeddings/oleObject239.bin"/><Relationship Id="rId30" Type="http://schemas.openxmlformats.org/officeDocument/2006/relationships/image" Target="../media/image236.wmf"/><Relationship Id="rId35" Type="http://schemas.openxmlformats.org/officeDocument/2006/relationships/oleObject" Target="../embeddings/oleObject243.bin"/><Relationship Id="rId43" Type="http://schemas.openxmlformats.org/officeDocument/2006/relationships/oleObject" Target="../embeddings/oleObject247.bin"/><Relationship Id="rId48" Type="http://schemas.openxmlformats.org/officeDocument/2006/relationships/image" Target="../media/image245.emf"/><Relationship Id="rId8" Type="http://schemas.openxmlformats.org/officeDocument/2006/relationships/image" Target="../media/image231.wmf"/><Relationship Id="rId3" Type="http://schemas.openxmlformats.org/officeDocument/2006/relationships/oleObject" Target="../embeddings/oleObject227.bin"/><Relationship Id="rId12" Type="http://schemas.openxmlformats.org/officeDocument/2006/relationships/image" Target="../media/image233.wmf"/><Relationship Id="rId17" Type="http://schemas.openxmlformats.org/officeDocument/2006/relationships/oleObject" Target="../embeddings/oleObject234.bin"/><Relationship Id="rId25" Type="http://schemas.openxmlformats.org/officeDocument/2006/relationships/oleObject" Target="../embeddings/oleObject238.bin"/><Relationship Id="rId33" Type="http://schemas.openxmlformats.org/officeDocument/2006/relationships/oleObject" Target="../embeddings/oleObject242.bin"/><Relationship Id="rId38" Type="http://schemas.openxmlformats.org/officeDocument/2006/relationships/image" Target="../media/image240.wmf"/><Relationship Id="rId46" Type="http://schemas.openxmlformats.org/officeDocument/2006/relationships/image" Target="../media/image244.wmf"/><Relationship Id="rId20" Type="http://schemas.openxmlformats.org/officeDocument/2006/relationships/image" Target="../media/image221.wmf"/><Relationship Id="rId41" Type="http://schemas.openxmlformats.org/officeDocument/2006/relationships/oleObject" Target="../embeddings/oleObject246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0.wmf"/><Relationship Id="rId18" Type="http://schemas.openxmlformats.org/officeDocument/2006/relationships/oleObject" Target="../embeddings/oleObject257.bin"/><Relationship Id="rId26" Type="http://schemas.openxmlformats.org/officeDocument/2006/relationships/oleObject" Target="../embeddings/oleObject261.bin"/><Relationship Id="rId21" Type="http://schemas.openxmlformats.org/officeDocument/2006/relationships/image" Target="../media/image254.wmf"/><Relationship Id="rId34" Type="http://schemas.openxmlformats.org/officeDocument/2006/relationships/oleObject" Target="../embeddings/oleObject265.bin"/><Relationship Id="rId7" Type="http://schemas.openxmlformats.org/officeDocument/2006/relationships/image" Target="../media/image247.emf"/><Relationship Id="rId12" Type="http://schemas.openxmlformats.org/officeDocument/2006/relationships/oleObject" Target="../embeddings/oleObject254.bin"/><Relationship Id="rId17" Type="http://schemas.openxmlformats.org/officeDocument/2006/relationships/image" Target="../media/image252.emf"/><Relationship Id="rId25" Type="http://schemas.openxmlformats.org/officeDocument/2006/relationships/image" Target="../media/image256.wmf"/><Relationship Id="rId33" Type="http://schemas.openxmlformats.org/officeDocument/2006/relationships/image" Target="../media/image260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256.bin"/><Relationship Id="rId20" Type="http://schemas.openxmlformats.org/officeDocument/2006/relationships/oleObject" Target="../embeddings/oleObject258.bin"/><Relationship Id="rId29" Type="http://schemas.openxmlformats.org/officeDocument/2006/relationships/image" Target="../media/image258.wmf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51.bin"/><Relationship Id="rId11" Type="http://schemas.openxmlformats.org/officeDocument/2006/relationships/image" Target="../media/image249.wmf"/><Relationship Id="rId24" Type="http://schemas.openxmlformats.org/officeDocument/2006/relationships/oleObject" Target="../embeddings/oleObject260.bin"/><Relationship Id="rId32" Type="http://schemas.openxmlformats.org/officeDocument/2006/relationships/oleObject" Target="../embeddings/oleObject264.bin"/><Relationship Id="rId37" Type="http://schemas.openxmlformats.org/officeDocument/2006/relationships/image" Target="../media/image262.emf"/><Relationship Id="rId5" Type="http://schemas.openxmlformats.org/officeDocument/2006/relationships/image" Target="../media/image246.wmf"/><Relationship Id="rId15" Type="http://schemas.openxmlformats.org/officeDocument/2006/relationships/image" Target="../media/image251.wmf"/><Relationship Id="rId23" Type="http://schemas.openxmlformats.org/officeDocument/2006/relationships/image" Target="../media/image255.wmf"/><Relationship Id="rId28" Type="http://schemas.openxmlformats.org/officeDocument/2006/relationships/oleObject" Target="../embeddings/oleObject262.bin"/><Relationship Id="rId36" Type="http://schemas.openxmlformats.org/officeDocument/2006/relationships/oleObject" Target="../embeddings/oleObject266.bin"/><Relationship Id="rId10" Type="http://schemas.openxmlformats.org/officeDocument/2006/relationships/oleObject" Target="../embeddings/oleObject253.bin"/><Relationship Id="rId19" Type="http://schemas.openxmlformats.org/officeDocument/2006/relationships/image" Target="../media/image253.wmf"/><Relationship Id="rId31" Type="http://schemas.openxmlformats.org/officeDocument/2006/relationships/image" Target="../media/image259.wmf"/><Relationship Id="rId4" Type="http://schemas.openxmlformats.org/officeDocument/2006/relationships/oleObject" Target="../embeddings/oleObject250.bin"/><Relationship Id="rId9" Type="http://schemas.openxmlformats.org/officeDocument/2006/relationships/image" Target="../media/image248.wmf"/><Relationship Id="rId14" Type="http://schemas.openxmlformats.org/officeDocument/2006/relationships/oleObject" Target="../embeddings/oleObject255.bin"/><Relationship Id="rId22" Type="http://schemas.openxmlformats.org/officeDocument/2006/relationships/oleObject" Target="../embeddings/oleObject259.bin"/><Relationship Id="rId27" Type="http://schemas.openxmlformats.org/officeDocument/2006/relationships/image" Target="../media/image257.wmf"/><Relationship Id="rId30" Type="http://schemas.openxmlformats.org/officeDocument/2006/relationships/oleObject" Target="../embeddings/oleObject263.bin"/><Relationship Id="rId35" Type="http://schemas.openxmlformats.org/officeDocument/2006/relationships/image" Target="../media/image261.emf"/><Relationship Id="rId8" Type="http://schemas.openxmlformats.org/officeDocument/2006/relationships/oleObject" Target="../embeddings/oleObject252.bin"/><Relationship Id="rId3" Type="http://schemas.openxmlformats.org/officeDocument/2006/relationships/notesSlide" Target="../notesSlides/notesSlide9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13" Type="http://schemas.openxmlformats.org/officeDocument/2006/relationships/oleObject" Target="../embeddings/oleObject272.bin"/><Relationship Id="rId18" Type="http://schemas.openxmlformats.org/officeDocument/2006/relationships/image" Target="../media/image269.wmf"/><Relationship Id="rId3" Type="http://schemas.openxmlformats.org/officeDocument/2006/relationships/oleObject" Target="../embeddings/oleObject267.bin"/><Relationship Id="rId21" Type="http://schemas.openxmlformats.org/officeDocument/2006/relationships/oleObject" Target="../embeddings/oleObject277.bin"/><Relationship Id="rId7" Type="http://schemas.openxmlformats.org/officeDocument/2006/relationships/oleObject" Target="../embeddings/oleObject269.bin"/><Relationship Id="rId12" Type="http://schemas.openxmlformats.org/officeDocument/2006/relationships/image" Target="../media/image266.wmf"/><Relationship Id="rId17" Type="http://schemas.openxmlformats.org/officeDocument/2006/relationships/oleObject" Target="../embeddings/oleObject2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8.wmf"/><Relationship Id="rId20" Type="http://schemas.openxmlformats.org/officeDocument/2006/relationships/oleObject" Target="../embeddings/oleObject276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63.emf"/><Relationship Id="rId11" Type="http://schemas.openxmlformats.org/officeDocument/2006/relationships/oleObject" Target="../embeddings/oleObject271.bin"/><Relationship Id="rId5" Type="http://schemas.openxmlformats.org/officeDocument/2006/relationships/oleObject" Target="../embeddings/oleObject268.bin"/><Relationship Id="rId15" Type="http://schemas.openxmlformats.org/officeDocument/2006/relationships/oleObject" Target="../embeddings/oleObject273.bin"/><Relationship Id="rId10" Type="http://schemas.openxmlformats.org/officeDocument/2006/relationships/image" Target="../media/image265.wmf"/><Relationship Id="rId19" Type="http://schemas.openxmlformats.org/officeDocument/2006/relationships/oleObject" Target="../embeddings/oleObject275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270.bin"/><Relationship Id="rId14" Type="http://schemas.openxmlformats.org/officeDocument/2006/relationships/image" Target="../media/image267.wmf"/><Relationship Id="rId22" Type="http://schemas.openxmlformats.org/officeDocument/2006/relationships/image" Target="../media/image27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0.bin"/><Relationship Id="rId13" Type="http://schemas.openxmlformats.org/officeDocument/2006/relationships/image" Target="../media/image274.wmf"/><Relationship Id="rId18" Type="http://schemas.openxmlformats.org/officeDocument/2006/relationships/oleObject" Target="../embeddings/oleObject285.bin"/><Relationship Id="rId26" Type="http://schemas.openxmlformats.org/officeDocument/2006/relationships/oleObject" Target="../embeddings/oleObject289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276.wmf"/><Relationship Id="rId7" Type="http://schemas.openxmlformats.org/officeDocument/2006/relationships/image" Target="../media/image271.emf"/><Relationship Id="rId12" Type="http://schemas.openxmlformats.org/officeDocument/2006/relationships/oleObject" Target="../embeddings/oleObject282.bin"/><Relationship Id="rId17" Type="http://schemas.openxmlformats.org/officeDocument/2006/relationships/image" Target="../media/image266.wmf"/><Relationship Id="rId25" Type="http://schemas.openxmlformats.org/officeDocument/2006/relationships/image" Target="../media/image27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4.bin"/><Relationship Id="rId20" Type="http://schemas.openxmlformats.org/officeDocument/2006/relationships/oleObject" Target="../embeddings/oleObject286.bin"/><Relationship Id="rId29" Type="http://schemas.openxmlformats.org/officeDocument/2006/relationships/image" Target="../media/image280.wmf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79.bin"/><Relationship Id="rId11" Type="http://schemas.openxmlformats.org/officeDocument/2006/relationships/image" Target="../media/image273.wmf"/><Relationship Id="rId24" Type="http://schemas.openxmlformats.org/officeDocument/2006/relationships/oleObject" Target="../embeddings/oleObject288.bin"/><Relationship Id="rId5" Type="http://schemas.openxmlformats.org/officeDocument/2006/relationships/image" Target="../media/image183.wmf"/><Relationship Id="rId15" Type="http://schemas.openxmlformats.org/officeDocument/2006/relationships/image" Target="../media/image275.wmf"/><Relationship Id="rId23" Type="http://schemas.openxmlformats.org/officeDocument/2006/relationships/image" Target="../media/image277.wmf"/><Relationship Id="rId28" Type="http://schemas.openxmlformats.org/officeDocument/2006/relationships/oleObject" Target="../embeddings/oleObject290.bin"/><Relationship Id="rId10" Type="http://schemas.openxmlformats.org/officeDocument/2006/relationships/oleObject" Target="../embeddings/oleObject281.bin"/><Relationship Id="rId19" Type="http://schemas.openxmlformats.org/officeDocument/2006/relationships/image" Target="../media/image267.wmf"/><Relationship Id="rId31" Type="http://schemas.openxmlformats.org/officeDocument/2006/relationships/image" Target="../media/image281.wmf"/><Relationship Id="rId4" Type="http://schemas.openxmlformats.org/officeDocument/2006/relationships/oleObject" Target="../embeddings/oleObject278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283.bin"/><Relationship Id="rId22" Type="http://schemas.openxmlformats.org/officeDocument/2006/relationships/oleObject" Target="../embeddings/oleObject287.bin"/><Relationship Id="rId27" Type="http://schemas.openxmlformats.org/officeDocument/2006/relationships/image" Target="../media/image279.wmf"/><Relationship Id="rId30" Type="http://schemas.openxmlformats.org/officeDocument/2006/relationships/oleObject" Target="../embeddings/oleObject291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4.bin"/><Relationship Id="rId13" Type="http://schemas.openxmlformats.org/officeDocument/2006/relationships/image" Target="../media/image274.wmf"/><Relationship Id="rId18" Type="http://schemas.openxmlformats.org/officeDocument/2006/relationships/oleObject" Target="../embeddings/oleObject299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82.emf"/><Relationship Id="rId12" Type="http://schemas.openxmlformats.org/officeDocument/2006/relationships/oleObject" Target="../embeddings/oleObject296.bin"/><Relationship Id="rId17" Type="http://schemas.openxmlformats.org/officeDocument/2006/relationships/image" Target="../media/image28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8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93.bin"/><Relationship Id="rId11" Type="http://schemas.openxmlformats.org/officeDocument/2006/relationships/image" Target="../media/image273.wmf"/><Relationship Id="rId5" Type="http://schemas.openxmlformats.org/officeDocument/2006/relationships/image" Target="../media/image183.wmf"/><Relationship Id="rId15" Type="http://schemas.openxmlformats.org/officeDocument/2006/relationships/image" Target="../media/image283.wmf"/><Relationship Id="rId10" Type="http://schemas.openxmlformats.org/officeDocument/2006/relationships/oleObject" Target="../embeddings/oleObject295.bin"/><Relationship Id="rId19" Type="http://schemas.openxmlformats.org/officeDocument/2006/relationships/image" Target="../media/image281.wmf"/><Relationship Id="rId4" Type="http://schemas.openxmlformats.org/officeDocument/2006/relationships/oleObject" Target="../embeddings/oleObject292.bin"/><Relationship Id="rId9" Type="http://schemas.openxmlformats.org/officeDocument/2006/relationships/image" Target="../media/image272.wmf"/><Relationship Id="rId14" Type="http://schemas.openxmlformats.org/officeDocument/2006/relationships/oleObject" Target="../embeddings/oleObject29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7.wmf"/><Relationship Id="rId13" Type="http://schemas.openxmlformats.org/officeDocument/2006/relationships/oleObject" Target="../embeddings/oleObject305.bin"/><Relationship Id="rId18" Type="http://schemas.openxmlformats.org/officeDocument/2006/relationships/image" Target="../media/image290.emf"/><Relationship Id="rId3" Type="http://schemas.openxmlformats.org/officeDocument/2006/relationships/oleObject" Target="../embeddings/oleObject300.bin"/><Relationship Id="rId7" Type="http://schemas.openxmlformats.org/officeDocument/2006/relationships/oleObject" Target="../embeddings/oleObject302.bin"/><Relationship Id="rId12" Type="http://schemas.openxmlformats.org/officeDocument/2006/relationships/image" Target="../media/image289.wmf"/><Relationship Id="rId17" Type="http://schemas.openxmlformats.org/officeDocument/2006/relationships/oleObject" Target="../embeddings/oleObject30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6.wmf"/><Relationship Id="rId20" Type="http://schemas.openxmlformats.org/officeDocument/2006/relationships/image" Target="../media/image291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86.emf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306.bin"/><Relationship Id="rId10" Type="http://schemas.openxmlformats.org/officeDocument/2006/relationships/image" Target="../media/image288.wmf"/><Relationship Id="rId19" Type="http://schemas.openxmlformats.org/officeDocument/2006/relationships/oleObject" Target="../embeddings/oleObject308.bin"/><Relationship Id="rId4" Type="http://schemas.openxmlformats.org/officeDocument/2006/relationships/image" Target="../media/image285.w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17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1.bin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93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310.bin"/><Relationship Id="rId5" Type="http://schemas.openxmlformats.org/officeDocument/2006/relationships/image" Target="../media/image292.wmf"/><Relationship Id="rId10" Type="http://schemas.openxmlformats.org/officeDocument/2006/relationships/image" Target="../media/image295.png"/><Relationship Id="rId4" Type="http://schemas.openxmlformats.org/officeDocument/2006/relationships/oleObject" Target="../embeddings/oleObject309.bin"/><Relationship Id="rId9" Type="http://schemas.openxmlformats.org/officeDocument/2006/relationships/image" Target="../media/image294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8.jpe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97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313.bin"/><Relationship Id="rId5" Type="http://schemas.openxmlformats.org/officeDocument/2006/relationships/image" Target="../media/image296.emf"/><Relationship Id="rId4" Type="http://schemas.openxmlformats.org/officeDocument/2006/relationships/oleObject" Target="../embeddings/oleObject312.bin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3.wmf"/><Relationship Id="rId18" Type="http://schemas.openxmlformats.org/officeDocument/2006/relationships/oleObject" Target="../embeddings/oleObject321.bin"/><Relationship Id="rId26" Type="http://schemas.openxmlformats.org/officeDocument/2006/relationships/image" Target="../media/image317.png"/><Relationship Id="rId39" Type="http://schemas.openxmlformats.org/officeDocument/2006/relationships/oleObject" Target="../embeddings/oleObject331.bin"/><Relationship Id="rId21" Type="http://schemas.openxmlformats.org/officeDocument/2006/relationships/image" Target="../media/image307.wmf"/><Relationship Id="rId34" Type="http://schemas.openxmlformats.org/officeDocument/2006/relationships/image" Target="../media/image311.wmf"/><Relationship Id="rId42" Type="http://schemas.openxmlformats.org/officeDocument/2006/relationships/image" Target="../media/image315.wmf"/><Relationship Id="rId7" Type="http://schemas.openxmlformats.org/officeDocument/2006/relationships/image" Target="../media/image3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20.bin"/><Relationship Id="rId29" Type="http://schemas.openxmlformats.org/officeDocument/2006/relationships/oleObject" Target="../embeddings/oleObject326.bin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315.bin"/><Relationship Id="rId11" Type="http://schemas.openxmlformats.org/officeDocument/2006/relationships/image" Target="../media/image302.wmf"/><Relationship Id="rId24" Type="http://schemas.openxmlformats.org/officeDocument/2006/relationships/oleObject" Target="../embeddings/oleObject324.bin"/><Relationship Id="rId32" Type="http://schemas.openxmlformats.org/officeDocument/2006/relationships/image" Target="../media/image310.emf"/><Relationship Id="rId37" Type="http://schemas.openxmlformats.org/officeDocument/2006/relationships/oleObject" Target="../embeddings/oleObject330.bin"/><Relationship Id="rId40" Type="http://schemas.openxmlformats.org/officeDocument/2006/relationships/image" Target="../media/image314.wmf"/><Relationship Id="rId45" Type="http://schemas.openxmlformats.org/officeDocument/2006/relationships/oleObject" Target="../embeddings/oleObject334.bin"/><Relationship Id="rId5" Type="http://schemas.openxmlformats.org/officeDocument/2006/relationships/image" Target="../media/image299.wmf"/><Relationship Id="rId15" Type="http://schemas.openxmlformats.org/officeDocument/2006/relationships/image" Target="../media/image304.wmf"/><Relationship Id="rId23" Type="http://schemas.openxmlformats.org/officeDocument/2006/relationships/image" Target="../media/image308.wmf"/><Relationship Id="rId28" Type="http://schemas.openxmlformats.org/officeDocument/2006/relationships/image" Target="../media/image64.wmf"/><Relationship Id="rId36" Type="http://schemas.openxmlformats.org/officeDocument/2006/relationships/image" Target="../media/image312.wmf"/><Relationship Id="rId10" Type="http://schemas.openxmlformats.org/officeDocument/2006/relationships/oleObject" Target="../embeddings/oleObject317.bin"/><Relationship Id="rId19" Type="http://schemas.openxmlformats.org/officeDocument/2006/relationships/image" Target="../media/image306.emf"/><Relationship Id="rId31" Type="http://schemas.openxmlformats.org/officeDocument/2006/relationships/oleObject" Target="../embeddings/oleObject327.bin"/><Relationship Id="rId44" Type="http://schemas.openxmlformats.org/officeDocument/2006/relationships/image" Target="../media/image173.wmf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301.wmf"/><Relationship Id="rId14" Type="http://schemas.openxmlformats.org/officeDocument/2006/relationships/oleObject" Target="../embeddings/oleObject319.bin"/><Relationship Id="rId22" Type="http://schemas.openxmlformats.org/officeDocument/2006/relationships/oleObject" Target="../embeddings/oleObject323.bin"/><Relationship Id="rId27" Type="http://schemas.openxmlformats.org/officeDocument/2006/relationships/oleObject" Target="../embeddings/oleObject325.bin"/><Relationship Id="rId30" Type="http://schemas.openxmlformats.org/officeDocument/2006/relationships/image" Target="../media/image219.wmf"/><Relationship Id="rId35" Type="http://schemas.openxmlformats.org/officeDocument/2006/relationships/oleObject" Target="../embeddings/oleObject329.bin"/><Relationship Id="rId43" Type="http://schemas.openxmlformats.org/officeDocument/2006/relationships/oleObject" Target="../embeddings/oleObject333.bin"/><Relationship Id="rId8" Type="http://schemas.openxmlformats.org/officeDocument/2006/relationships/oleObject" Target="../embeddings/oleObject316.bin"/><Relationship Id="rId3" Type="http://schemas.openxmlformats.org/officeDocument/2006/relationships/notesSlide" Target="../notesSlides/notesSlide14.xml"/><Relationship Id="rId12" Type="http://schemas.openxmlformats.org/officeDocument/2006/relationships/oleObject" Target="../embeddings/oleObject318.bin"/><Relationship Id="rId17" Type="http://schemas.openxmlformats.org/officeDocument/2006/relationships/image" Target="../media/image305.wmf"/><Relationship Id="rId25" Type="http://schemas.openxmlformats.org/officeDocument/2006/relationships/image" Target="../media/image309.wmf"/><Relationship Id="rId33" Type="http://schemas.openxmlformats.org/officeDocument/2006/relationships/oleObject" Target="../embeddings/oleObject328.bin"/><Relationship Id="rId38" Type="http://schemas.openxmlformats.org/officeDocument/2006/relationships/image" Target="../media/image313.wmf"/><Relationship Id="rId46" Type="http://schemas.openxmlformats.org/officeDocument/2006/relationships/image" Target="../media/image316.emf"/><Relationship Id="rId20" Type="http://schemas.openxmlformats.org/officeDocument/2006/relationships/oleObject" Target="../embeddings/oleObject322.bin"/><Relationship Id="rId41" Type="http://schemas.openxmlformats.org/officeDocument/2006/relationships/oleObject" Target="../embeddings/oleObject332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7.bin"/><Relationship Id="rId13" Type="http://schemas.openxmlformats.org/officeDocument/2006/relationships/image" Target="../media/image322.wmf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19.wmf"/><Relationship Id="rId12" Type="http://schemas.openxmlformats.org/officeDocument/2006/relationships/oleObject" Target="../embeddings/oleObject3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336.bin"/><Relationship Id="rId11" Type="http://schemas.openxmlformats.org/officeDocument/2006/relationships/image" Target="../media/image321.emf"/><Relationship Id="rId5" Type="http://schemas.openxmlformats.org/officeDocument/2006/relationships/image" Target="../media/image318.wmf"/><Relationship Id="rId15" Type="http://schemas.openxmlformats.org/officeDocument/2006/relationships/image" Target="../media/image323.wmf"/><Relationship Id="rId10" Type="http://schemas.openxmlformats.org/officeDocument/2006/relationships/oleObject" Target="../embeddings/oleObject338.bin"/><Relationship Id="rId4" Type="http://schemas.openxmlformats.org/officeDocument/2006/relationships/oleObject" Target="../embeddings/oleObject335.bin"/><Relationship Id="rId9" Type="http://schemas.openxmlformats.org/officeDocument/2006/relationships/image" Target="../media/image320.wmf"/><Relationship Id="rId14" Type="http://schemas.openxmlformats.org/officeDocument/2006/relationships/oleObject" Target="../embeddings/oleObject34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3.bin"/><Relationship Id="rId13" Type="http://schemas.openxmlformats.org/officeDocument/2006/relationships/oleObject" Target="../embeddings/oleObject345.bin"/><Relationship Id="rId18" Type="http://schemas.openxmlformats.org/officeDocument/2006/relationships/image" Target="../media/image330.wmf"/><Relationship Id="rId3" Type="http://schemas.openxmlformats.org/officeDocument/2006/relationships/notesSlide" Target="../notesSlides/notesSlide16.xml"/><Relationship Id="rId21" Type="http://schemas.openxmlformats.org/officeDocument/2006/relationships/oleObject" Target="../embeddings/oleObject349.bin"/><Relationship Id="rId7" Type="http://schemas.openxmlformats.org/officeDocument/2006/relationships/image" Target="../media/image325.png"/><Relationship Id="rId12" Type="http://schemas.openxmlformats.org/officeDocument/2006/relationships/image" Target="../media/image327.emf"/><Relationship Id="rId17" Type="http://schemas.openxmlformats.org/officeDocument/2006/relationships/oleObject" Target="../embeddings/oleObject347.bin"/><Relationship Id="rId25" Type="http://schemas.openxmlformats.org/officeDocument/2006/relationships/image" Target="../media/image335.gi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9.emf"/><Relationship Id="rId20" Type="http://schemas.openxmlformats.org/officeDocument/2006/relationships/image" Target="../media/image331.emf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342.bin"/><Relationship Id="rId11" Type="http://schemas.openxmlformats.org/officeDocument/2006/relationships/oleObject" Target="../embeddings/oleObject344.bin"/><Relationship Id="rId24" Type="http://schemas.openxmlformats.org/officeDocument/2006/relationships/image" Target="../media/image333.wmf"/><Relationship Id="rId5" Type="http://schemas.openxmlformats.org/officeDocument/2006/relationships/image" Target="../media/image324.wmf"/><Relationship Id="rId15" Type="http://schemas.openxmlformats.org/officeDocument/2006/relationships/oleObject" Target="../embeddings/oleObject346.bin"/><Relationship Id="rId23" Type="http://schemas.openxmlformats.org/officeDocument/2006/relationships/oleObject" Target="../embeddings/oleObject350.bin"/><Relationship Id="rId10" Type="http://schemas.openxmlformats.org/officeDocument/2006/relationships/image" Target="../media/image334.png"/><Relationship Id="rId19" Type="http://schemas.openxmlformats.org/officeDocument/2006/relationships/oleObject" Target="../embeddings/oleObject348.bin"/><Relationship Id="rId4" Type="http://schemas.openxmlformats.org/officeDocument/2006/relationships/oleObject" Target="../embeddings/oleObject341.bin"/><Relationship Id="rId9" Type="http://schemas.openxmlformats.org/officeDocument/2006/relationships/image" Target="../media/image326.wmf"/><Relationship Id="rId14" Type="http://schemas.openxmlformats.org/officeDocument/2006/relationships/image" Target="../media/image328.emf"/><Relationship Id="rId22" Type="http://schemas.openxmlformats.org/officeDocument/2006/relationships/image" Target="../media/image33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9.jpeg"/><Relationship Id="rId4" Type="http://schemas.openxmlformats.org/officeDocument/2006/relationships/image" Target="../media/image3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84" name="Rectangle 36">
            <a:extLst>
              <a:ext uri="{FF2B5EF4-FFF2-40B4-BE49-F238E27FC236}">
                <a16:creationId xmlns:a16="http://schemas.microsoft.com/office/drawing/2014/main" id="{04EB03CF-DCE6-453F-BFA9-BD647544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608138"/>
            <a:ext cx="2282825" cy="232568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50" name="Text Box 2">
            <a:extLst>
              <a:ext uri="{FF2B5EF4-FFF2-40B4-BE49-F238E27FC236}">
                <a16:creationId xmlns:a16="http://schemas.microsoft.com/office/drawing/2014/main" id="{9881D0C3-A5ED-4901-B45B-03712BBBB3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481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二、动生电动势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8C7FB6AC-6B90-4807-8B92-4112733FB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982663"/>
            <a:ext cx="4760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/>
              <a:t>B</a:t>
            </a:r>
            <a:r>
              <a:rPr lang="zh-CN" altLang="en-US" sz="2800" b="1"/>
              <a:t>不变，导体回路运动</a:t>
            </a:r>
            <a:endParaRPr lang="zh-CN" altLang="en-US" sz="2800" i="1">
              <a:solidFill>
                <a:srgbClr val="FF0000"/>
              </a:solidFill>
            </a:endParaRPr>
          </a:p>
        </p:txBody>
      </p:sp>
      <p:sp>
        <p:nvSpPr>
          <p:cNvPr id="130052" name="Text Box 4">
            <a:extLst>
              <a:ext uri="{FF2B5EF4-FFF2-40B4-BE49-F238E27FC236}">
                <a16:creationId xmlns:a16="http://schemas.microsoft.com/office/drawing/2014/main" id="{1205E48C-8FFA-458E-96B8-C198F0725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557338"/>
            <a:ext cx="59959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产生动生电动势的机制</a:t>
            </a:r>
            <a:endParaRPr lang="zh-CN" altLang="en-US" sz="280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053" name="Text Box 5">
            <a:extLst>
              <a:ext uri="{FF2B5EF4-FFF2-40B4-BE49-F238E27FC236}">
                <a16:creationId xmlns:a16="http://schemas.microsoft.com/office/drawing/2014/main" id="{D044DA6E-65AB-421C-9C99-1DE9C78A0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141538"/>
            <a:ext cx="508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）等效非静电场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k</a:t>
            </a:r>
            <a:endParaRPr lang="en-US" altLang="zh-CN" sz="2800"/>
          </a:p>
        </p:txBody>
      </p:sp>
      <p:sp>
        <p:nvSpPr>
          <p:cNvPr id="130054" name="Text Box 6">
            <a:extLst>
              <a:ext uri="{FF2B5EF4-FFF2-40B4-BE49-F238E27FC236}">
                <a16:creationId xmlns:a16="http://schemas.microsoft.com/office/drawing/2014/main" id="{51276A3D-A35F-4A23-AC31-91F605D67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2565400"/>
            <a:ext cx="7094537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FontTx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导线 </a:t>
            </a:r>
            <a:r>
              <a:rPr lang="en-US" altLang="zh-CN" sz="2800" b="1" i="1"/>
              <a:t>L </a:t>
            </a:r>
            <a:r>
              <a:rPr lang="zh-CN" altLang="en-US" sz="2800" b="1"/>
              <a:t>在外磁场中运动时，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i="1"/>
              <a:t>  </a:t>
            </a:r>
            <a:r>
              <a:rPr lang="en-US" altLang="zh-CN" sz="2800" b="1" i="1"/>
              <a:t>L</a:t>
            </a:r>
            <a:r>
              <a:rPr lang="zh-CN" altLang="en-US" sz="2800" b="1"/>
              <a:t>内自由电子受到磁场力作用：</a:t>
            </a:r>
          </a:p>
        </p:txBody>
      </p:sp>
      <p:graphicFrame>
        <p:nvGraphicFramePr>
          <p:cNvPr id="130055" name="Object 7">
            <a:extLst>
              <a:ext uri="{FF2B5EF4-FFF2-40B4-BE49-F238E27FC236}">
                <a16:creationId xmlns:a16="http://schemas.microsoft.com/office/drawing/2014/main" id="{87047CD0-F627-4070-80F2-BE62FD4613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7713" y="3597275"/>
          <a:ext cx="22209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9" name="Equation" r:id="rId4" imgW="2234230" imgH="495085" progId="Equation.DSMT4">
                  <p:embed/>
                </p:oleObj>
              </mc:Choice>
              <mc:Fallback>
                <p:oleObj name="Equation" r:id="rId4" imgW="2234230" imgH="49508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3597275"/>
                        <a:ext cx="2220912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6" name="Text Box 8">
            <a:extLst>
              <a:ext uri="{FF2B5EF4-FFF2-40B4-BE49-F238E27FC236}">
                <a16:creationId xmlns:a16="http://schemas.microsoft.com/office/drawing/2014/main" id="{522C5E72-6E84-43FA-B1AF-81EBDFD2B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075" y="4076700"/>
            <a:ext cx="3408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非静电场：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aphicFrame>
        <p:nvGraphicFramePr>
          <p:cNvPr id="130057" name="Object 9">
            <a:extLst>
              <a:ext uri="{FF2B5EF4-FFF2-40B4-BE49-F238E27FC236}">
                <a16:creationId xmlns:a16="http://schemas.microsoft.com/office/drawing/2014/main" id="{1B4C1263-8F86-4B0E-AC52-4BB1AA17F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8138" y="4349750"/>
          <a:ext cx="135255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0" name="Equation" r:id="rId6" imgW="596900" imgH="419100" progId="Equation.DSMT4">
                  <p:embed/>
                </p:oleObj>
              </mc:Choice>
              <mc:Fallback>
                <p:oleObj name="Equation" r:id="rId6" imgW="596900" imgH="419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138" y="4349750"/>
                        <a:ext cx="1352550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8" name="Object 10">
            <a:extLst>
              <a:ext uri="{FF2B5EF4-FFF2-40B4-BE49-F238E27FC236}">
                <a16:creationId xmlns:a16="http://schemas.microsoft.com/office/drawing/2014/main" id="{D710CD6C-7093-4F87-BC16-C78086F4B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3713" y="4608513"/>
          <a:ext cx="10080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Equation" r:id="rId8" imgW="1066337" imgH="406224" progId="Equation.DSMT4">
                  <p:embed/>
                </p:oleObj>
              </mc:Choice>
              <mc:Fallback>
                <p:oleObj name="Equation" r:id="rId8" imgW="1066337" imgH="406224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3713" y="4608513"/>
                        <a:ext cx="1008062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9" name="Object 11">
            <a:extLst>
              <a:ext uri="{FF2B5EF4-FFF2-40B4-BE49-F238E27FC236}">
                <a16:creationId xmlns:a16="http://schemas.microsoft.com/office/drawing/2014/main" id="{1EDC57E7-22A0-4C0E-929A-E8D20B1B2C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40400" y="4333875"/>
          <a:ext cx="2090738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2" name="Equation" r:id="rId10" imgW="2133600" imgH="482600" progId="Equation.DSMT4">
                  <p:embed/>
                </p:oleObj>
              </mc:Choice>
              <mc:Fallback>
                <p:oleObj name="Equation" r:id="rId10" imgW="2133600" imgH="482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0400" y="4333875"/>
                        <a:ext cx="2090738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60" name="Text Box 12">
            <a:extLst>
              <a:ext uri="{FF2B5EF4-FFF2-40B4-BE49-F238E27FC236}">
                <a16:creationId xmlns:a16="http://schemas.microsoft.com/office/drawing/2014/main" id="{E389656C-D054-457E-9077-95EC6BCA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113" y="4854575"/>
            <a:ext cx="1225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方向</a:t>
            </a:r>
            <a:endParaRPr lang="zh-CN" altLang="en-US" sz="2800"/>
          </a:p>
        </p:txBody>
      </p:sp>
      <p:graphicFrame>
        <p:nvGraphicFramePr>
          <p:cNvPr id="130061" name="Object 13">
            <a:extLst>
              <a:ext uri="{FF2B5EF4-FFF2-40B4-BE49-F238E27FC236}">
                <a16:creationId xmlns:a16="http://schemas.microsoft.com/office/drawing/2014/main" id="{1C9B4671-3F12-4A25-A6F7-1346258E03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04000" y="4919663"/>
          <a:ext cx="8016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3" name="Equation" r:id="rId12" imgW="787058" imgH="406224" progId="Equation.DSMT4">
                  <p:embed/>
                </p:oleObj>
              </mc:Choice>
              <mc:Fallback>
                <p:oleObj name="Equation" r:id="rId12" imgW="787058" imgH="406224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4000" y="4919663"/>
                        <a:ext cx="8016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2EC49CBE-4550-4D19-A385-E03310FCFCD2}"/>
              </a:ext>
            </a:extLst>
          </p:cNvPr>
          <p:cNvGrpSpPr>
            <a:grpSpLocks/>
          </p:cNvGrpSpPr>
          <p:nvPr/>
        </p:nvGrpSpPr>
        <p:grpSpPr bwMode="auto">
          <a:xfrm>
            <a:off x="6313488" y="2078038"/>
            <a:ext cx="1524000" cy="1447800"/>
            <a:chOff x="720" y="1824"/>
            <a:chExt cx="912" cy="849"/>
          </a:xfrm>
        </p:grpSpPr>
        <p:sp>
          <p:nvSpPr>
            <p:cNvPr id="4126" name="Arc 15">
              <a:extLst>
                <a:ext uri="{FF2B5EF4-FFF2-40B4-BE49-F238E27FC236}">
                  <a16:creationId xmlns:a16="http://schemas.microsoft.com/office/drawing/2014/main" id="{E65FE212-325A-4E49-8054-57F4D2F0C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" y="1850"/>
              <a:ext cx="379" cy="793"/>
            </a:xfrm>
            <a:custGeom>
              <a:avLst/>
              <a:gdLst>
                <a:gd name="T0" fmla="*/ 0 w 21600"/>
                <a:gd name="T1" fmla="*/ 0 h 31947"/>
                <a:gd name="T2" fmla="*/ 0 w 21600"/>
                <a:gd name="T3" fmla="*/ 0 h 31947"/>
                <a:gd name="T4" fmla="*/ 0 w 21600"/>
                <a:gd name="T5" fmla="*/ 0 h 319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947"/>
                <a:gd name="T11" fmla="*/ 21600 w 21600"/>
                <a:gd name="T12" fmla="*/ 31947 h 319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94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</a:path>
                <a:path w="21600" h="3194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Arc 16">
              <a:extLst>
                <a:ext uri="{FF2B5EF4-FFF2-40B4-BE49-F238E27FC236}">
                  <a16:creationId xmlns:a16="http://schemas.microsoft.com/office/drawing/2014/main" id="{B21ED455-546B-4F28-94F1-DD69C61A8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" y="1874"/>
              <a:ext cx="379" cy="794"/>
            </a:xfrm>
            <a:custGeom>
              <a:avLst/>
              <a:gdLst>
                <a:gd name="T0" fmla="*/ 0 w 21600"/>
                <a:gd name="T1" fmla="*/ 0 h 31947"/>
                <a:gd name="T2" fmla="*/ 0 w 21600"/>
                <a:gd name="T3" fmla="*/ 0 h 31947"/>
                <a:gd name="T4" fmla="*/ 0 w 21600"/>
                <a:gd name="T5" fmla="*/ 0 h 31947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947"/>
                <a:gd name="T11" fmla="*/ 21600 w 21600"/>
                <a:gd name="T12" fmla="*/ 31947 h 319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947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</a:path>
                <a:path w="21600" h="31947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5215"/>
                    <a:pt x="20692" y="28773"/>
                    <a:pt x="18960" y="31946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Oval 17">
              <a:extLst>
                <a:ext uri="{FF2B5EF4-FFF2-40B4-BE49-F238E27FC236}">
                  <a16:creationId xmlns:a16="http://schemas.microsoft.com/office/drawing/2014/main" id="{07971E3A-D3CA-47F1-9B0A-1569A9FC5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" y="2631"/>
              <a:ext cx="95" cy="42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29" name="Oval 18">
              <a:extLst>
                <a:ext uri="{FF2B5EF4-FFF2-40B4-BE49-F238E27FC236}">
                  <a16:creationId xmlns:a16="http://schemas.microsoft.com/office/drawing/2014/main" id="{BD033700-0066-4DE7-A364-651EB449E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824"/>
              <a:ext cx="94" cy="43"/>
            </a:xfrm>
            <a:prstGeom prst="ellips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30" name="Line 19">
              <a:extLst>
                <a:ext uri="{FF2B5EF4-FFF2-40B4-BE49-F238E27FC236}">
                  <a16:creationId xmlns:a16="http://schemas.microsoft.com/office/drawing/2014/main" id="{B6212517-0C23-4C50-9BA3-8D991F23D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1" y="2064"/>
              <a:ext cx="299" cy="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31" name="Object 20">
              <a:extLst>
                <a:ext uri="{FF2B5EF4-FFF2-40B4-BE49-F238E27FC236}">
                  <a16:creationId xmlns:a16="http://schemas.microsoft.com/office/drawing/2014/main" id="{F65330C4-A393-4235-94CF-E4DE2684A9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6" y="1943"/>
            <a:ext cx="186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4" name="Equation" r:id="rId14" imgW="126725" imgH="177415" progId="Equation.DSMT4">
                    <p:embed/>
                  </p:oleObj>
                </mc:Choice>
                <mc:Fallback>
                  <p:oleObj name="Equation" r:id="rId14" imgW="126725" imgH="177415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6" y="1943"/>
                          <a:ext cx="186" cy="2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1">
            <a:extLst>
              <a:ext uri="{FF2B5EF4-FFF2-40B4-BE49-F238E27FC236}">
                <a16:creationId xmlns:a16="http://schemas.microsoft.com/office/drawing/2014/main" id="{A88D89D8-8215-4AA6-8933-4BA005D2B6F1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2060575"/>
            <a:ext cx="2062163" cy="1465263"/>
            <a:chOff x="384" y="1765"/>
            <a:chExt cx="1299" cy="923"/>
          </a:xfrm>
        </p:grpSpPr>
        <p:sp>
          <p:nvSpPr>
            <p:cNvPr id="4122" name="Arc 22">
              <a:extLst>
                <a:ext uri="{FF2B5EF4-FFF2-40B4-BE49-F238E27FC236}">
                  <a16:creationId xmlns:a16="http://schemas.microsoft.com/office/drawing/2014/main" id="{B5F75AFB-6893-47EF-ADD7-35883EA4F162}"/>
                </a:ext>
              </a:extLst>
            </p:cNvPr>
            <p:cNvSpPr>
              <a:spLocks/>
            </p:cNvSpPr>
            <p:nvPr/>
          </p:nvSpPr>
          <p:spPr bwMode="auto">
            <a:xfrm rot="20992408" flipV="1">
              <a:off x="431" y="1765"/>
              <a:ext cx="1042" cy="2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Arc 23">
              <a:extLst>
                <a:ext uri="{FF2B5EF4-FFF2-40B4-BE49-F238E27FC236}">
                  <a16:creationId xmlns:a16="http://schemas.microsoft.com/office/drawing/2014/main" id="{55BD0E85-EAA6-49C3-8271-AC5BF53C5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" y="2404"/>
              <a:ext cx="1105" cy="284"/>
            </a:xfrm>
            <a:custGeom>
              <a:avLst/>
              <a:gdLst>
                <a:gd name="T0" fmla="*/ 0 w 18572"/>
                <a:gd name="T1" fmla="*/ 0 h 21600"/>
                <a:gd name="T2" fmla="*/ 0 w 18572"/>
                <a:gd name="T3" fmla="*/ 0 h 21600"/>
                <a:gd name="T4" fmla="*/ 0 w 18572"/>
                <a:gd name="T5" fmla="*/ 0 h 21600"/>
                <a:gd name="T6" fmla="*/ 0 60000 65536"/>
                <a:gd name="T7" fmla="*/ 0 60000 65536"/>
                <a:gd name="T8" fmla="*/ 0 60000 65536"/>
                <a:gd name="T9" fmla="*/ 0 w 18572"/>
                <a:gd name="T10" fmla="*/ 0 h 21600"/>
                <a:gd name="T11" fmla="*/ 18572 w 1857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72" h="21600" fill="none" extrusionOk="0">
                  <a:moveTo>
                    <a:pt x="-1" y="0"/>
                  </a:moveTo>
                  <a:cubicBezTo>
                    <a:pt x="7621" y="0"/>
                    <a:pt x="14679" y="4016"/>
                    <a:pt x="18571" y="10570"/>
                  </a:cubicBezTo>
                </a:path>
                <a:path w="18572" h="21600" stroke="0" extrusionOk="0">
                  <a:moveTo>
                    <a:pt x="-1" y="0"/>
                  </a:moveTo>
                  <a:cubicBezTo>
                    <a:pt x="7621" y="0"/>
                    <a:pt x="14679" y="4016"/>
                    <a:pt x="18571" y="1057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24">
              <a:extLst>
                <a:ext uri="{FF2B5EF4-FFF2-40B4-BE49-F238E27FC236}">
                  <a16:creationId xmlns:a16="http://schemas.microsoft.com/office/drawing/2014/main" id="{DA91D72B-7790-44B4-B169-FB4E5CB1D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231"/>
              <a:ext cx="1136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25" name="Object 25">
              <a:extLst>
                <a:ext uri="{FF2B5EF4-FFF2-40B4-BE49-F238E27FC236}">
                  <a16:creationId xmlns:a16="http://schemas.microsoft.com/office/drawing/2014/main" id="{C218BF7F-583B-43E4-ADEA-8CBB135018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40" y="2279"/>
            <a:ext cx="243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65" name="Equation" r:id="rId16" imgW="50972" imgH="82621" progId="Equation.DSMT4">
                    <p:embed/>
                  </p:oleObj>
                </mc:Choice>
                <mc:Fallback>
                  <p:oleObj name="Equation" r:id="rId16" imgW="50972" imgH="82621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279"/>
                          <a:ext cx="243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ED4479EE-20E3-4CB8-B145-DE394BB39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5368925"/>
            <a:ext cx="4538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）动生电动势定义</a:t>
            </a:r>
            <a:endParaRPr lang="zh-CN" altLang="en-US" sz="2800"/>
          </a:p>
        </p:txBody>
      </p:sp>
      <p:graphicFrame>
        <p:nvGraphicFramePr>
          <p:cNvPr id="130075" name="Object 27">
            <a:extLst>
              <a:ext uri="{FF2B5EF4-FFF2-40B4-BE49-F238E27FC236}">
                <a16:creationId xmlns:a16="http://schemas.microsoft.com/office/drawing/2014/main" id="{CB41D188-477D-4D2F-9A1C-B2724E73CE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7513" y="5891213"/>
          <a:ext cx="17811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6" name="Equation" r:id="rId18" imgW="1955800" imgH="571500" progId="Equation.DSMT4">
                  <p:embed/>
                </p:oleObj>
              </mc:Choice>
              <mc:Fallback>
                <p:oleObj name="Equation" r:id="rId18" imgW="1955800" imgH="5715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5891213"/>
                        <a:ext cx="17811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76" name="Object 28">
            <a:extLst>
              <a:ext uri="{FF2B5EF4-FFF2-40B4-BE49-F238E27FC236}">
                <a16:creationId xmlns:a16="http://schemas.microsoft.com/office/drawing/2014/main" id="{96823CF9-E23C-48CC-985B-FC4C374C4A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8850" y="5913438"/>
          <a:ext cx="1819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7" name="Equation" r:id="rId20" imgW="2146300" imgH="571500" progId="Equation.DSMT4">
                  <p:embed/>
                </p:oleObj>
              </mc:Choice>
              <mc:Fallback>
                <p:oleObj name="Equation" r:id="rId20" imgW="2146300" imgH="571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5913438"/>
                        <a:ext cx="1819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77" name="AutoShape 29">
            <a:extLst>
              <a:ext uri="{FF2B5EF4-FFF2-40B4-BE49-F238E27FC236}">
                <a16:creationId xmlns:a16="http://schemas.microsoft.com/office/drawing/2014/main" id="{941BFF45-D4F1-4BB5-9AEA-66144C46E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013" y="1196975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BDE32834-7F72-4933-B5B4-651F92C60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775" y="884238"/>
            <a:ext cx="758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>
                <a:sym typeface="Symbol" panose="05050102010706020507" pitchFamily="18" charset="2"/>
              </a:rPr>
              <a:t></a:t>
            </a:r>
            <a:r>
              <a:rPr lang="en-US" altLang="zh-CN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 baseline="-25000">
                <a:sym typeface="Symbol" panose="05050102010706020507" pitchFamily="18" charset="2"/>
              </a:rPr>
              <a:t>动</a:t>
            </a:r>
            <a:endParaRPr lang="zh-CN" altLang="en-US" sz="2800" b="1" i="1"/>
          </a:p>
        </p:txBody>
      </p:sp>
      <p:sp>
        <p:nvSpPr>
          <p:cNvPr id="130079" name="Text Box 31">
            <a:extLst>
              <a:ext uri="{FF2B5EF4-FFF2-40B4-BE49-F238E27FC236}">
                <a16:creationId xmlns:a16="http://schemas.microsoft.com/office/drawing/2014/main" id="{46530B9D-AA01-4C01-A9F8-53B431B52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9513" y="2092325"/>
            <a:ext cx="401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30081" name="AutoShape 33">
            <a:extLst>
              <a:ext uri="{FF2B5EF4-FFF2-40B4-BE49-F238E27FC236}">
                <a16:creationId xmlns:a16="http://schemas.microsoft.com/office/drawing/2014/main" id="{58C27B9B-DE2C-4558-91A4-D413D95DF744}"/>
              </a:ext>
            </a:extLst>
          </p:cNvPr>
          <p:cNvSpPr>
            <a:spLocks/>
          </p:cNvSpPr>
          <p:nvPr/>
        </p:nvSpPr>
        <p:spPr bwMode="auto">
          <a:xfrm>
            <a:off x="5454650" y="4437063"/>
            <a:ext cx="215900" cy="8636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solidFill>
                <a:srgbClr val="CC0000"/>
              </a:solidFill>
            </a:endParaRPr>
          </a:p>
        </p:txBody>
      </p:sp>
      <p:sp>
        <p:nvSpPr>
          <p:cNvPr id="130083" name="Text Box 35">
            <a:extLst>
              <a:ext uri="{FF2B5EF4-FFF2-40B4-BE49-F238E27FC236}">
                <a16:creationId xmlns:a16="http://schemas.microsoft.com/office/drawing/2014/main" id="{55E85C06-3981-44E4-97AD-151717602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365125"/>
            <a:ext cx="33147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</a:rPr>
              <a:t>(motional emf</a:t>
            </a:r>
            <a:r>
              <a:rPr lang="en-US" altLang="zh-CN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>
                <a:solidFill>
                  <a:schemeClr val="bg2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121" name="Text Box 12">
            <a:extLst>
              <a:ext uri="{FF2B5EF4-FFF2-40B4-BE49-F238E27FC236}">
                <a16:creationId xmlns:a16="http://schemas.microsoft.com/office/drawing/2014/main" id="{0E3CB72C-55E8-49A6-A642-44F0FFCE9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1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30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75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4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2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75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5" dur="1000"/>
                                        <p:tgtEl>
                                          <p:spTgt spid="13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13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3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3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1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3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84" grpId="0" animBg="1"/>
      <p:bldP spid="130050" grpId="0" autoUpdateAnimBg="0"/>
      <p:bldP spid="130051" grpId="0" autoUpdateAnimBg="0"/>
      <p:bldP spid="130052" grpId="0" autoUpdateAnimBg="0"/>
      <p:bldP spid="130053" grpId="0" autoUpdateAnimBg="0"/>
      <p:bldP spid="130054" grpId="0" autoUpdateAnimBg="0"/>
      <p:bldP spid="130056" grpId="0" autoUpdateAnimBg="0"/>
      <p:bldP spid="130060" grpId="0"/>
      <p:bldP spid="130074" grpId="0" autoUpdateAnimBg="0"/>
      <p:bldP spid="130077" grpId="0" animBg="1"/>
      <p:bldP spid="130078" grpId="0" autoUpdateAnimBg="0"/>
      <p:bldP spid="130079" grpId="0" autoUpdateAnimBg="0"/>
      <p:bldP spid="130081" grpId="0" animBg="1"/>
      <p:bldP spid="13008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30B0CCDB-3E4E-4DD8-8F74-FAB6C6530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425" y="1279525"/>
            <a:ext cx="2873375" cy="6858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19" name="AutoShape 3">
            <a:extLst>
              <a:ext uri="{FF2B5EF4-FFF2-40B4-BE49-F238E27FC236}">
                <a16:creationId xmlns:a16="http://schemas.microsoft.com/office/drawing/2014/main" id="{5A632F9B-82A3-4862-805E-840DA1B8D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075" y="1117600"/>
            <a:ext cx="3519488" cy="1114425"/>
          </a:xfrm>
          <a:prstGeom prst="parallelogram">
            <a:avLst>
              <a:gd name="adj" fmla="val 70371"/>
            </a:avLst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14020" name="Object 4">
            <a:extLst>
              <a:ext uri="{FF2B5EF4-FFF2-40B4-BE49-F238E27FC236}">
                <a16:creationId xmlns:a16="http://schemas.microsoft.com/office/drawing/2014/main" id="{2F159457-1E4C-4A60-8289-7E7A583CA3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1238" y="1344613"/>
          <a:ext cx="23145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Equation" r:id="rId4" imgW="2393813" imgH="450702" progId="Equation.DSMT4">
                  <p:embed/>
                </p:oleObj>
              </mc:Choice>
              <mc:Fallback>
                <p:oleObj name="Equation" r:id="rId4" imgW="2393813" imgH="45070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1238" y="1344613"/>
                        <a:ext cx="2314575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1" name="AutoShape 5">
            <a:extLst>
              <a:ext uri="{FF2B5EF4-FFF2-40B4-BE49-F238E27FC236}">
                <a16:creationId xmlns:a16="http://schemas.microsoft.com/office/drawing/2014/main" id="{24A6DFA6-0014-496C-AB25-091CA528237B}"/>
              </a:ext>
            </a:extLst>
          </p:cNvPr>
          <p:cNvSpPr>
            <a:spLocks/>
          </p:cNvSpPr>
          <p:nvPr/>
        </p:nvSpPr>
        <p:spPr bwMode="auto">
          <a:xfrm flipH="1">
            <a:off x="4835525" y="4213225"/>
            <a:ext cx="287338" cy="682625"/>
          </a:xfrm>
          <a:prstGeom prst="leftBrace">
            <a:avLst>
              <a:gd name="adj1" fmla="val 19797"/>
              <a:gd name="adj2" fmla="val 48093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14022" name="Object 6">
            <a:extLst>
              <a:ext uri="{FF2B5EF4-FFF2-40B4-BE49-F238E27FC236}">
                <a16:creationId xmlns:a16="http://schemas.microsoft.com/office/drawing/2014/main" id="{CE069082-1459-402E-94D7-6AEEC847A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4300" y="4257675"/>
          <a:ext cx="9366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7" name="公式" r:id="rId6" imgW="298416" imgH="108150" progId="Equation.3">
                  <p:embed/>
                </p:oleObj>
              </mc:Choice>
              <mc:Fallback>
                <p:oleObj name="公式" r:id="rId6" imgW="298416" imgH="10815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300" y="4257675"/>
                        <a:ext cx="9366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4023" name="Rectangle 7">
            <a:extLst>
              <a:ext uri="{FF2B5EF4-FFF2-40B4-BE49-F238E27FC236}">
                <a16:creationId xmlns:a16="http://schemas.microsoft.com/office/drawing/2014/main" id="{D9067624-C71D-4C55-BEFA-939E9752A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58788"/>
            <a:ext cx="66246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一般情况下动生电动势的计算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C03E7369-17CA-4CCC-8D0F-FF8F41BDDAF3}"/>
              </a:ext>
            </a:extLst>
          </p:cNvPr>
          <p:cNvGrpSpPr>
            <a:grpSpLocks/>
          </p:cNvGrpSpPr>
          <p:nvPr/>
        </p:nvGrpSpPr>
        <p:grpSpPr bwMode="auto">
          <a:xfrm>
            <a:off x="2787650" y="3694113"/>
            <a:ext cx="2081213" cy="758825"/>
            <a:chOff x="1454" y="2190"/>
            <a:chExt cx="1311" cy="478"/>
          </a:xfrm>
        </p:grpSpPr>
        <p:graphicFrame>
          <p:nvGraphicFramePr>
            <p:cNvPr id="6176" name="Object 9">
              <a:extLst>
                <a:ext uri="{FF2B5EF4-FFF2-40B4-BE49-F238E27FC236}">
                  <a16:creationId xmlns:a16="http://schemas.microsoft.com/office/drawing/2014/main" id="{BB5360D9-86A9-4FCE-ACF9-9F26A3FFBB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54" y="2341"/>
            <a:ext cx="131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8" name="Equation" r:id="rId8" imgW="698311" imgH="120682" progId="Equation.DSMT4">
                    <p:embed/>
                  </p:oleObj>
                </mc:Choice>
                <mc:Fallback>
                  <p:oleObj name="Equation" r:id="rId8" imgW="698311" imgH="120682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4" y="2341"/>
                          <a:ext cx="1311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7" name="Text Box 10">
              <a:extLst>
                <a:ext uri="{FF2B5EF4-FFF2-40B4-BE49-F238E27FC236}">
                  <a16:creationId xmlns:a16="http://schemas.microsoft.com/office/drawing/2014/main" id="{6D4B0F90-89D3-4652-94B3-50708CA68D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3" y="2190"/>
              <a:ext cx="4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</a:t>
              </a:r>
            </a:p>
          </p:txBody>
        </p:sp>
      </p:grpSp>
      <p:grpSp>
        <p:nvGrpSpPr>
          <p:cNvPr id="3" name="Group 11">
            <a:extLst>
              <a:ext uri="{FF2B5EF4-FFF2-40B4-BE49-F238E27FC236}">
                <a16:creationId xmlns:a16="http://schemas.microsoft.com/office/drawing/2014/main" id="{A6167365-5A9A-4988-850B-C42105081176}"/>
              </a:ext>
            </a:extLst>
          </p:cNvPr>
          <p:cNvGrpSpPr>
            <a:grpSpLocks/>
          </p:cNvGrpSpPr>
          <p:nvPr/>
        </p:nvGrpSpPr>
        <p:grpSpPr bwMode="auto">
          <a:xfrm>
            <a:off x="2389188" y="4411663"/>
            <a:ext cx="2178050" cy="852487"/>
            <a:chOff x="1262" y="2614"/>
            <a:chExt cx="1504" cy="537"/>
          </a:xfrm>
        </p:grpSpPr>
        <p:graphicFrame>
          <p:nvGraphicFramePr>
            <p:cNvPr id="6174" name="Object 12">
              <a:extLst>
                <a:ext uri="{FF2B5EF4-FFF2-40B4-BE49-F238E27FC236}">
                  <a16:creationId xmlns:a16="http://schemas.microsoft.com/office/drawing/2014/main" id="{D9BFA0A9-7B5A-4C6A-AA75-88A4B17A470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62" y="2689"/>
            <a:ext cx="1504" cy="4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9" name="Equation" r:id="rId10" imgW="901734" imgH="234866" progId="Equation.DSMT4">
                    <p:embed/>
                  </p:oleObj>
                </mc:Choice>
                <mc:Fallback>
                  <p:oleObj name="Equation" r:id="rId10" imgW="901734" imgH="234866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2" y="2689"/>
                          <a:ext cx="1504" cy="4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75" name="Text Box 13">
              <a:extLst>
                <a:ext uri="{FF2B5EF4-FFF2-40B4-BE49-F238E27FC236}">
                  <a16:creationId xmlns:a16="http://schemas.microsoft.com/office/drawing/2014/main" id="{08BE636E-41DF-40A9-97CE-2F7E256E9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2614"/>
              <a:ext cx="2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ym typeface="Symbol" panose="05050102010706020507" pitchFamily="18" charset="2"/>
                </a:rPr>
                <a:t></a:t>
              </a:r>
            </a:p>
          </p:txBody>
        </p:sp>
      </p:grpSp>
      <p:sp>
        <p:nvSpPr>
          <p:cNvPr id="214030" name="Rectangle 14">
            <a:extLst>
              <a:ext uri="{FF2B5EF4-FFF2-40B4-BE49-F238E27FC236}">
                <a16:creationId xmlns:a16="http://schemas.microsoft.com/office/drawing/2014/main" id="{43DD6B85-68ED-492C-A483-29FC3FAB7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8675" y="3933825"/>
            <a:ext cx="1679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endParaRPr lang="zh-CN" altLang="en-US" sz="2800"/>
          </a:p>
        </p:txBody>
      </p:sp>
      <p:sp>
        <p:nvSpPr>
          <p:cNvPr id="214031" name="AutoShape 15">
            <a:extLst>
              <a:ext uri="{FF2B5EF4-FFF2-40B4-BE49-F238E27FC236}">
                <a16:creationId xmlns:a16="http://schemas.microsoft.com/office/drawing/2014/main" id="{18E3E166-4524-4816-AB46-1BB50A59D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3" y="2946400"/>
            <a:ext cx="1800225" cy="1008063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4032" name="Rectangle 16">
            <a:extLst>
              <a:ext uri="{FF2B5EF4-FFF2-40B4-BE49-F238E27FC236}">
                <a16:creationId xmlns:a16="http://schemas.microsoft.com/office/drawing/2014/main" id="{D950B88C-584A-48B4-8A4B-8DB8BCF9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1588" y="3094038"/>
            <a:ext cx="31194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注意：</a:t>
            </a:r>
            <a:endParaRPr lang="zh-CN" altLang="en-US" sz="360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637C8BC3-3693-4DA4-AFEC-689CFFDB35E3}"/>
              </a:ext>
            </a:extLst>
          </p:cNvPr>
          <p:cNvGrpSpPr>
            <a:grpSpLocks/>
          </p:cNvGrpSpPr>
          <p:nvPr/>
        </p:nvGrpSpPr>
        <p:grpSpPr bwMode="auto">
          <a:xfrm>
            <a:off x="5689600" y="1184275"/>
            <a:ext cx="2211388" cy="928688"/>
            <a:chOff x="3584" y="718"/>
            <a:chExt cx="1393" cy="585"/>
          </a:xfrm>
        </p:grpSpPr>
        <p:sp>
          <p:nvSpPr>
            <p:cNvPr id="6160" name="Line 18">
              <a:extLst>
                <a:ext uri="{FF2B5EF4-FFF2-40B4-BE49-F238E27FC236}">
                  <a16:creationId xmlns:a16="http://schemas.microsoft.com/office/drawing/2014/main" id="{1E63AF24-A47A-4FE2-BE22-D8B5BA22DD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5" y="775"/>
              <a:ext cx="288" cy="528"/>
            </a:xfrm>
            <a:prstGeom prst="line">
              <a:avLst/>
            </a:prstGeom>
            <a:noFill/>
            <a:ln w="5715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9">
              <a:extLst>
                <a:ext uri="{FF2B5EF4-FFF2-40B4-BE49-F238E27FC236}">
                  <a16:creationId xmlns:a16="http://schemas.microsoft.com/office/drawing/2014/main" id="{0DBA12DD-9C46-4FFC-A616-423FF15D01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2" y="859"/>
              <a:ext cx="768" cy="0"/>
            </a:xfrm>
            <a:prstGeom prst="line">
              <a:avLst/>
            </a:prstGeom>
            <a:noFill/>
            <a:ln w="3810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20">
              <a:extLst>
                <a:ext uri="{FF2B5EF4-FFF2-40B4-BE49-F238E27FC236}">
                  <a16:creationId xmlns:a16="http://schemas.microsoft.com/office/drawing/2014/main" id="{E526A8E9-2815-4DE7-BB11-62E757770D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1224"/>
              <a:ext cx="768" cy="0"/>
            </a:xfrm>
            <a:prstGeom prst="line">
              <a:avLst/>
            </a:prstGeom>
            <a:noFill/>
            <a:ln w="3810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Line 21">
              <a:extLst>
                <a:ext uri="{FF2B5EF4-FFF2-40B4-BE49-F238E27FC236}">
                  <a16:creationId xmlns:a16="http://schemas.microsoft.com/office/drawing/2014/main" id="{A45ED922-15B0-4CD4-8A9A-DBB4BD8BC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4" y="859"/>
              <a:ext cx="208" cy="368"/>
            </a:xfrm>
            <a:prstGeom prst="line">
              <a:avLst/>
            </a:prstGeom>
            <a:noFill/>
            <a:ln w="57150">
              <a:solidFill>
                <a:srgbClr val="99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4" name="Line 22">
              <a:extLst>
                <a:ext uri="{FF2B5EF4-FFF2-40B4-BE49-F238E27FC236}">
                  <a16:creationId xmlns:a16="http://schemas.microsoft.com/office/drawing/2014/main" id="{B54F744D-DA60-4A8E-ADD2-DC54A9143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6" y="776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Line 23">
              <a:extLst>
                <a:ext uri="{FF2B5EF4-FFF2-40B4-BE49-F238E27FC236}">
                  <a16:creationId xmlns:a16="http://schemas.microsoft.com/office/drawing/2014/main" id="{009069A0-9753-4FBD-97FE-FC4E341245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0" y="728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6" name="Line 24">
              <a:extLst>
                <a:ext uri="{FF2B5EF4-FFF2-40B4-BE49-F238E27FC236}">
                  <a16:creationId xmlns:a16="http://schemas.microsoft.com/office/drawing/2014/main" id="{D63B8D6B-39F6-4646-A369-B792B547C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2" y="825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7" name="Line 25">
              <a:extLst>
                <a:ext uri="{FF2B5EF4-FFF2-40B4-BE49-F238E27FC236}">
                  <a16:creationId xmlns:a16="http://schemas.microsoft.com/office/drawing/2014/main" id="{D11EDD06-87BF-4199-A1E4-3560EE5E3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6" y="875"/>
              <a:ext cx="0" cy="26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168" name="Object 26">
              <a:extLst>
                <a:ext uri="{FF2B5EF4-FFF2-40B4-BE49-F238E27FC236}">
                  <a16:creationId xmlns:a16="http://schemas.microsoft.com/office/drawing/2014/main" id="{87BF8B9A-7554-4DFB-9F6B-034C78C4CE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84" y="718"/>
            <a:ext cx="245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00" name="Equation" r:id="rId12" imgW="50972" imgH="82621" progId="Equation.DSMT4">
                    <p:embed/>
                  </p:oleObj>
                </mc:Choice>
                <mc:Fallback>
                  <p:oleObj name="Equation" r:id="rId12" imgW="50972" imgH="82621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4" y="718"/>
                          <a:ext cx="245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169" name="Group 27">
              <a:extLst>
                <a:ext uri="{FF2B5EF4-FFF2-40B4-BE49-F238E27FC236}">
                  <a16:creationId xmlns:a16="http://schemas.microsoft.com/office/drawing/2014/main" id="{DB5D9A4B-7658-4DA7-A8B4-03ECA9210B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93" y="871"/>
              <a:ext cx="384" cy="267"/>
              <a:chOff x="1680" y="2181"/>
              <a:chExt cx="373" cy="245"/>
            </a:xfrm>
          </p:grpSpPr>
          <p:sp>
            <p:nvSpPr>
              <p:cNvPr id="6172" name="Line 28">
                <a:extLst>
                  <a:ext uri="{FF2B5EF4-FFF2-40B4-BE49-F238E27FC236}">
                    <a16:creationId xmlns:a16="http://schemas.microsoft.com/office/drawing/2014/main" id="{45372F38-2738-40A8-8077-E33E93C03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304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173" name="Object 29">
                <a:extLst>
                  <a:ext uri="{FF2B5EF4-FFF2-40B4-BE49-F238E27FC236}">
                    <a16:creationId xmlns:a16="http://schemas.microsoft.com/office/drawing/2014/main" id="{78659B18-00B4-43E3-ADFC-4FA6148632D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865" y="2181"/>
              <a:ext cx="188" cy="2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201" name="Equation" r:id="rId14" imgW="126725" imgH="177415" progId="Equation.DSMT4">
                      <p:embed/>
                    </p:oleObj>
                  </mc:Choice>
                  <mc:Fallback>
                    <p:oleObj name="Equation" r:id="rId14" imgW="126725" imgH="177415" progId="Equation.DSMT4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65" y="2181"/>
                            <a:ext cx="188" cy="2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170" name="Line 30">
              <a:extLst>
                <a:ext uri="{FF2B5EF4-FFF2-40B4-BE49-F238E27FC236}">
                  <a16:creationId xmlns:a16="http://schemas.microsoft.com/office/drawing/2014/main" id="{07DA7FB0-FB04-4FEA-ABDE-C9858168F2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1" y="967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71" name="Text Box 31">
              <a:extLst>
                <a:ext uri="{FF2B5EF4-FFF2-40B4-BE49-F238E27FC236}">
                  <a16:creationId xmlns:a16="http://schemas.microsoft.com/office/drawing/2014/main" id="{2EDE23D7-CC0D-48B4-B8AD-9A03B3C2C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9" y="919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</a:p>
          </p:txBody>
        </p:sp>
      </p:grpSp>
      <p:sp>
        <p:nvSpPr>
          <p:cNvPr id="214048" name="Rectangle 32">
            <a:extLst>
              <a:ext uri="{FF2B5EF4-FFF2-40B4-BE49-F238E27FC236}">
                <a16:creationId xmlns:a16="http://schemas.microsoft.com/office/drawing/2014/main" id="{7D8DF775-A82E-4973-A2B0-4CC89CF13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2379663"/>
            <a:ext cx="78565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可见</a:t>
            </a:r>
            <a:r>
              <a:rPr lang="en-US" altLang="zh-CN" sz="2800" b="1"/>
              <a:t>,  </a:t>
            </a:r>
            <a:r>
              <a:rPr lang="zh-CN" altLang="en-US" sz="2800" b="1"/>
              <a:t>动生电动势只出现在运动的导体上。	</a:t>
            </a:r>
            <a:endParaRPr lang="zh-CN" altLang="en-US" sz="4400"/>
          </a:p>
        </p:txBody>
      </p:sp>
      <p:sp>
        <p:nvSpPr>
          <p:cNvPr id="6159" name="Text Box 12">
            <a:extLst>
              <a:ext uri="{FF2B5EF4-FFF2-40B4-BE49-F238E27FC236}">
                <a16:creationId xmlns:a16="http://schemas.microsoft.com/office/drawing/2014/main" id="{F0B6E096-A335-41EE-832C-1EFDAE67F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3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14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4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4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4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2140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4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14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4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018" grpId="0" animBg="1"/>
      <p:bldP spid="214019" grpId="0" animBg="1"/>
      <p:bldP spid="214021" grpId="0" animBg="1"/>
      <p:bldP spid="214023" grpId="0" autoUpdateAnimBg="0"/>
      <p:bldP spid="214030" grpId="0" autoUpdateAnimBg="0"/>
      <p:bldP spid="214031" grpId="0" animBg="1"/>
      <p:bldP spid="214032" grpId="0" autoUpdateAnimBg="0"/>
      <p:bldP spid="21404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AutoShape 2">
            <a:extLst>
              <a:ext uri="{FF2B5EF4-FFF2-40B4-BE49-F238E27FC236}">
                <a16:creationId xmlns:a16="http://schemas.microsoft.com/office/drawing/2014/main" id="{25F3DFBC-17ED-4CC9-AFAD-28CA6414E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9588" y="2747963"/>
            <a:ext cx="4545012" cy="1649412"/>
          </a:xfrm>
          <a:prstGeom prst="parallelogram">
            <a:avLst>
              <a:gd name="adj" fmla="val 61400"/>
            </a:avLst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5044" name="Text Box 4">
            <a:extLst>
              <a:ext uri="{FF2B5EF4-FFF2-40B4-BE49-F238E27FC236}">
                <a16:creationId xmlns:a16="http://schemas.microsoft.com/office/drawing/2014/main" id="{107A5AE5-D6B1-4583-9AA4-0D0D933C4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1700213"/>
            <a:ext cx="1704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解法一：</a:t>
            </a:r>
            <a:endParaRPr lang="zh-CN" altLang="en-US" sz="2800" b="1"/>
          </a:p>
        </p:txBody>
      </p:sp>
      <p:graphicFrame>
        <p:nvGraphicFramePr>
          <p:cNvPr id="215045" name="Object 5">
            <a:extLst>
              <a:ext uri="{FF2B5EF4-FFF2-40B4-BE49-F238E27FC236}">
                <a16:creationId xmlns:a16="http://schemas.microsoft.com/office/drawing/2014/main" id="{D002C14E-EE0C-419B-A00C-0EB0B3A02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4925" y="2173288"/>
          <a:ext cx="25400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2" name="Equation" r:id="rId4" imgW="2451100" imgH="647700" progId="Equation.DSMT4">
                  <p:embed/>
                </p:oleObj>
              </mc:Choice>
              <mc:Fallback>
                <p:oleObj name="Equation" r:id="rId4" imgW="2451100" imgH="647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4925" y="2173288"/>
                        <a:ext cx="25400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6" name="Object 6">
            <a:extLst>
              <a:ext uri="{FF2B5EF4-FFF2-40B4-BE49-F238E27FC236}">
                <a16:creationId xmlns:a16="http://schemas.microsoft.com/office/drawing/2014/main" id="{21A6E7CA-F295-443D-B223-64B28A0124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90713" y="3402013"/>
          <a:ext cx="1249362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3" name="Equation" r:id="rId6" imgW="1333500" imgH="673100" progId="Equation.DSMT4">
                  <p:embed/>
                </p:oleObj>
              </mc:Choice>
              <mc:Fallback>
                <p:oleObj name="Equation" r:id="rId6" imgW="1333500" imgH="673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402013"/>
                        <a:ext cx="1249362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47" name="Text Box 7">
            <a:extLst>
              <a:ext uri="{FF2B5EF4-FFF2-40B4-BE49-F238E27FC236}">
                <a16:creationId xmlns:a16="http://schemas.microsoft.com/office/drawing/2014/main" id="{44F3ED71-8914-4540-91D1-4A5CFC1AD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4005263"/>
            <a:ext cx="204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方向</a:t>
            </a:r>
          </a:p>
        </p:txBody>
      </p:sp>
      <p:graphicFrame>
        <p:nvGraphicFramePr>
          <p:cNvPr id="215048" name="Object 8">
            <a:extLst>
              <a:ext uri="{FF2B5EF4-FFF2-40B4-BE49-F238E27FC236}">
                <a16:creationId xmlns:a16="http://schemas.microsoft.com/office/drawing/2014/main" id="{992F6A0A-F5F6-4D3F-9727-5D4613B2D0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800725"/>
          <a:ext cx="14017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4" name="Equation" r:id="rId8" imgW="1384300" imgH="749300" progId="Equation.DSMT4">
                  <p:embed/>
                </p:oleObj>
              </mc:Choice>
              <mc:Fallback>
                <p:oleObj name="Equation" r:id="rId8" imgW="1384300" imgH="749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800725"/>
                        <a:ext cx="14017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49" name="Object 9">
            <a:extLst>
              <a:ext uri="{FF2B5EF4-FFF2-40B4-BE49-F238E27FC236}">
                <a16:creationId xmlns:a16="http://schemas.microsoft.com/office/drawing/2014/main" id="{F6A32E41-09C4-44DE-AA58-D89B26B62B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9725" y="5888038"/>
          <a:ext cx="1616075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5" name="Equation" r:id="rId10" imgW="1612900" imgH="673100" progId="Equation.DSMT4">
                  <p:embed/>
                </p:oleObj>
              </mc:Choice>
              <mc:Fallback>
                <p:oleObj name="Equation" r:id="rId10" imgW="1612900" imgH="673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5888038"/>
                        <a:ext cx="1616075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0" name="Object 10">
            <a:extLst>
              <a:ext uri="{FF2B5EF4-FFF2-40B4-BE49-F238E27FC236}">
                <a16:creationId xmlns:a16="http://schemas.microsoft.com/office/drawing/2014/main" id="{0602BAE1-F56B-4174-9FE7-A390E3C4C6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30738" y="5894388"/>
          <a:ext cx="13350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6" name="Equation" r:id="rId12" imgW="1371600" imgH="673100" progId="Equation.DSMT4">
                  <p:embed/>
                </p:oleObj>
              </mc:Choice>
              <mc:Fallback>
                <p:oleObj name="Equation" r:id="rId12" imgW="13716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0738" y="5894388"/>
                        <a:ext cx="1335087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1" name="Text Box 11">
            <a:extLst>
              <a:ext uri="{FF2B5EF4-FFF2-40B4-BE49-F238E27FC236}">
                <a16:creationId xmlns:a16="http://schemas.microsoft.com/office/drawing/2014/main" id="{D93754DE-590F-4B4C-84D8-7F48D614BF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38" y="4638675"/>
            <a:ext cx="3698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解法二</a:t>
            </a:r>
            <a:r>
              <a:rPr lang="en-US" altLang="zh-CN" sz="2800" b="1">
                <a:solidFill>
                  <a:srgbClr val="FF0000"/>
                </a:solidFill>
              </a:rPr>
              <a:t>:</a:t>
            </a:r>
            <a:r>
              <a:rPr lang="en-US" altLang="zh-CN" sz="2800" b="1">
                <a:solidFill>
                  <a:srgbClr val="000083"/>
                </a:solidFill>
              </a:rPr>
              <a:t> </a:t>
            </a:r>
            <a:r>
              <a:rPr lang="zh-CN" altLang="en-US" sz="2800" b="1"/>
              <a:t>用法拉第定律</a:t>
            </a:r>
          </a:p>
        </p:txBody>
      </p:sp>
      <p:graphicFrame>
        <p:nvGraphicFramePr>
          <p:cNvPr id="215052" name="Object 12">
            <a:extLst>
              <a:ext uri="{FF2B5EF4-FFF2-40B4-BE49-F238E27FC236}">
                <a16:creationId xmlns:a16="http://schemas.microsoft.com/office/drawing/2014/main" id="{4F27A32F-CF8D-46DB-BA6B-AADE8FA8FE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175" y="4175125"/>
          <a:ext cx="396875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7" name="Equation" r:id="rId14" imgW="126835" imgH="139518" progId="Equation.3">
                  <p:embed/>
                </p:oleObj>
              </mc:Choice>
              <mc:Fallback>
                <p:oleObj name="Equation" r:id="rId14" imgW="126835" imgH="139518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4175" y="4175125"/>
                        <a:ext cx="396875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3" name="Object 13">
            <a:extLst>
              <a:ext uri="{FF2B5EF4-FFF2-40B4-BE49-F238E27FC236}">
                <a16:creationId xmlns:a16="http://schemas.microsoft.com/office/drawing/2014/main" id="{569DE448-6E80-44F2-B779-E2F8C4918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4525" y="4179888"/>
          <a:ext cx="64770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8" name="Equation" r:id="rId16" imgW="88969" imgH="38061" progId="Equation.3">
                  <p:embed/>
                </p:oleObj>
              </mc:Choice>
              <mc:Fallback>
                <p:oleObj name="Equation" r:id="rId16" imgW="88969" imgH="3806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4179888"/>
                        <a:ext cx="64770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4" name="Object 14">
            <a:extLst>
              <a:ext uri="{FF2B5EF4-FFF2-40B4-BE49-F238E27FC236}">
                <a16:creationId xmlns:a16="http://schemas.microsoft.com/office/drawing/2014/main" id="{8FFFC2C0-555F-47E4-AEB6-A98FFE23A0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1863" y="6007100"/>
          <a:ext cx="50323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09" name="公式" r:id="rId18" imgW="126966" imgH="69624" progId="Equation.3">
                  <p:embed/>
                </p:oleObj>
              </mc:Choice>
              <mc:Fallback>
                <p:oleObj name="公式" r:id="rId18" imgW="126966" imgH="69624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6007100"/>
                        <a:ext cx="50323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55" name="Text Box 15">
            <a:extLst>
              <a:ext uri="{FF2B5EF4-FFF2-40B4-BE49-F238E27FC236}">
                <a16:creationId xmlns:a16="http://schemas.microsoft.com/office/drawing/2014/main" id="{59F38AA1-0B57-4CB3-BCC9-7609349FD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5949950"/>
            <a:ext cx="2020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顺时针方向</a:t>
            </a:r>
          </a:p>
        </p:txBody>
      </p:sp>
      <p:graphicFrame>
        <p:nvGraphicFramePr>
          <p:cNvPr id="215056" name="Object 16">
            <a:extLst>
              <a:ext uri="{FF2B5EF4-FFF2-40B4-BE49-F238E27FC236}">
                <a16:creationId xmlns:a16="http://schemas.microsoft.com/office/drawing/2014/main" id="{B51B5C9A-AEFF-4D94-8987-601D46F2E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9763" y="2787650"/>
          <a:ext cx="28384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0" name="Equation" r:id="rId20" imgW="2946400" imgH="647700" progId="Equation.DSMT4">
                  <p:embed/>
                </p:oleObj>
              </mc:Choice>
              <mc:Fallback>
                <p:oleObj name="Equation" r:id="rId20" imgW="2946400" imgH="6477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9763" y="2787650"/>
                        <a:ext cx="28384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7" name="Object 17">
            <a:extLst>
              <a:ext uri="{FF2B5EF4-FFF2-40B4-BE49-F238E27FC236}">
                <a16:creationId xmlns:a16="http://schemas.microsoft.com/office/drawing/2014/main" id="{EDDE3844-CF2F-46FB-A030-BEC3838A2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5388" y="4087813"/>
          <a:ext cx="3968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1" name="Equation" r:id="rId22" imgW="126725" imgH="177415" progId="Equation.3">
                  <p:embed/>
                </p:oleObj>
              </mc:Choice>
              <mc:Fallback>
                <p:oleObj name="Equation" r:id="rId22" imgW="126725" imgH="17741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5388" y="4087813"/>
                        <a:ext cx="3968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8" name="Object 18">
            <a:extLst>
              <a:ext uri="{FF2B5EF4-FFF2-40B4-BE49-F238E27FC236}">
                <a16:creationId xmlns:a16="http://schemas.microsoft.com/office/drawing/2014/main" id="{01F3A008-9D9E-46B4-BC20-F9B12B31B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251450"/>
          <a:ext cx="115411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2" name="公式" r:id="rId24" imgW="1384300" imgH="381000" progId="Equation.3">
                  <p:embed/>
                </p:oleObj>
              </mc:Choice>
              <mc:Fallback>
                <p:oleObj name="公式" r:id="rId24" imgW="1384300" imgH="381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251450"/>
                        <a:ext cx="1154112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59" name="Object 19">
            <a:extLst>
              <a:ext uri="{FF2B5EF4-FFF2-40B4-BE49-F238E27FC236}">
                <a16:creationId xmlns:a16="http://schemas.microsoft.com/office/drawing/2014/main" id="{CA4A33FF-CDCE-4A86-8138-EF3F2850F2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3650" y="5256213"/>
          <a:ext cx="18653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3" name="公式" r:id="rId26" imgW="850531" imgH="203112" progId="Equation.3">
                  <p:embed/>
                </p:oleObj>
              </mc:Choice>
              <mc:Fallback>
                <p:oleObj name="公式" r:id="rId26" imgW="850531" imgH="203112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5256213"/>
                        <a:ext cx="186531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60" name="Object 20">
            <a:extLst>
              <a:ext uri="{FF2B5EF4-FFF2-40B4-BE49-F238E27FC236}">
                <a16:creationId xmlns:a16="http://schemas.microsoft.com/office/drawing/2014/main" id="{32549B09-3865-40E4-9F64-514B6772D1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78325" y="5153025"/>
          <a:ext cx="122396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4" name="Equation" r:id="rId28" imgW="1307532" imgH="672808" progId="Equation.DSMT4">
                  <p:embed/>
                </p:oleObj>
              </mc:Choice>
              <mc:Fallback>
                <p:oleObj name="Equation" r:id="rId28" imgW="1307532" imgH="672808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25" y="5153025"/>
                        <a:ext cx="122396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61" name="Text Box 21">
            <a:extLst>
              <a:ext uri="{FF2B5EF4-FFF2-40B4-BE49-F238E27FC236}">
                <a16:creationId xmlns:a16="http://schemas.microsoft.com/office/drawing/2014/main" id="{B29A1D6C-76A8-4941-9BCB-119EFB44F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98463"/>
            <a:ext cx="83232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4.</a:t>
            </a:r>
            <a:r>
              <a:rPr lang="en-US" altLang="zh-CN" sz="2800" b="1"/>
              <a:t> </a:t>
            </a:r>
            <a:r>
              <a:rPr lang="zh-CN" altLang="en-US" sz="2800" b="1"/>
              <a:t>在均匀磁场</a:t>
            </a:r>
            <a:r>
              <a:rPr lang="en-US" altLang="zh-CN" sz="2800" b="1" i="1"/>
              <a:t>B</a:t>
            </a:r>
            <a:r>
              <a:rPr lang="zh-CN" altLang="en-US" sz="2800" b="1"/>
              <a:t>中</a:t>
            </a:r>
            <a:r>
              <a:rPr lang="en-US" altLang="zh-CN" sz="2800" b="1"/>
              <a:t>,  </a:t>
            </a:r>
            <a:r>
              <a:rPr lang="zh-CN" altLang="en-US" sz="2800" b="1"/>
              <a:t>金属杆</a:t>
            </a:r>
            <a:r>
              <a:rPr lang="en-US" altLang="zh-CN" sz="2800" b="1" i="1"/>
              <a:t>ab</a:t>
            </a:r>
            <a:r>
              <a:rPr lang="zh-CN" altLang="en-US" sz="2800" b="1"/>
              <a:t>沿导体框向右以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速度</a:t>
            </a:r>
            <a:r>
              <a:rPr lang="en-US" altLang="zh-CN" sz="2800" b="1" i="1">
                <a:latin typeface="Book Antiqua" panose="02040602050305030304" pitchFamily="18" charset="0"/>
              </a:rPr>
              <a:t>v</a:t>
            </a:r>
            <a:r>
              <a:rPr lang="en-US" altLang="zh-CN" sz="2800" b="1" i="1"/>
              <a:t> </a:t>
            </a:r>
            <a:r>
              <a:rPr lang="zh-CN" altLang="en-US" sz="2800" b="1"/>
              <a:t>运动。如图</a:t>
            </a:r>
            <a:r>
              <a:rPr lang="en-US" altLang="zh-CN" sz="2800" b="1"/>
              <a:t>, </a:t>
            </a:r>
            <a:r>
              <a:rPr lang="en-US" altLang="zh-CN" sz="2800" b="1" i="1">
                <a:sym typeface="Symbol" panose="05050102010706020507" pitchFamily="18" charset="2"/>
              </a:rPr>
              <a:t> </a:t>
            </a:r>
            <a:r>
              <a:rPr lang="en-US" altLang="zh-CN" sz="2800" b="1">
                <a:sym typeface="Symbol" panose="05050102010706020507" pitchFamily="18" charset="2"/>
              </a:rPr>
              <a:t>=60</a:t>
            </a:r>
            <a:r>
              <a:rPr lang="en-US" altLang="zh-CN" sz="2800" b="1" baseline="30000">
                <a:sym typeface="Symbol" panose="05050102010706020507" pitchFamily="18" charset="2"/>
              </a:rPr>
              <a:t>o</a:t>
            </a:r>
            <a:r>
              <a:rPr kumimoji="0" lang="en-US" altLang="zh-CN" sz="2800" b="1">
                <a:solidFill>
                  <a:srgbClr val="000000"/>
                </a:solidFill>
              </a:rPr>
              <a:t>, </a:t>
            </a:r>
            <a:r>
              <a:rPr lang="zh-CN" altLang="en-US" sz="2800" b="1"/>
              <a:t>且</a:t>
            </a:r>
            <a:r>
              <a:rPr lang="en-US" altLang="zh-CN" sz="2800"/>
              <a:t>d</a:t>
            </a:r>
            <a:r>
              <a:rPr lang="en-US" altLang="zh-CN" sz="2800" b="1" i="1"/>
              <a:t>B</a:t>
            </a:r>
            <a:r>
              <a:rPr lang="en-US" altLang="zh-CN" sz="2800" b="1"/>
              <a:t>/</a:t>
            </a:r>
            <a:r>
              <a:rPr lang="en-US" altLang="zh-CN" sz="2800"/>
              <a:t>d</a:t>
            </a:r>
            <a:r>
              <a:rPr lang="en-US" altLang="zh-CN" sz="2800" b="1" i="1"/>
              <a:t>t </a:t>
            </a:r>
            <a:r>
              <a:rPr lang="en-US" altLang="zh-CN" sz="2800" b="1"/>
              <a:t>= 0</a:t>
            </a:r>
            <a:r>
              <a:rPr lang="zh-CN" altLang="en-US" sz="2800" b="1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求其上的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 </a:t>
            </a:r>
            <a:r>
              <a:rPr lang="en-US" altLang="zh-CN" sz="2800" b="1">
                <a:sym typeface="Symbol" panose="05050102010706020507" pitchFamily="18" charset="2"/>
              </a:rPr>
              <a:t>?</a:t>
            </a:r>
            <a:r>
              <a:rPr lang="en-US" altLang="zh-CN" sz="2800" b="1"/>
              <a:t>        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7B911896-3D4A-49B9-9D46-1448F2E4E594}"/>
              </a:ext>
            </a:extLst>
          </p:cNvPr>
          <p:cNvGrpSpPr>
            <a:grpSpLocks/>
          </p:cNvGrpSpPr>
          <p:nvPr/>
        </p:nvGrpSpPr>
        <p:grpSpPr bwMode="auto">
          <a:xfrm>
            <a:off x="5170488" y="1381125"/>
            <a:ext cx="3022600" cy="762000"/>
            <a:chOff x="3504" y="48"/>
            <a:chExt cx="1904" cy="480"/>
          </a:xfrm>
        </p:grpSpPr>
        <p:graphicFrame>
          <p:nvGraphicFramePr>
            <p:cNvPr id="8243" name="Object 23">
              <a:extLst>
                <a:ext uri="{FF2B5EF4-FFF2-40B4-BE49-F238E27FC236}">
                  <a16:creationId xmlns:a16="http://schemas.microsoft.com/office/drawing/2014/main" id="{D25134F3-1825-4F89-8254-62B6E5EFA6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42" y="95"/>
            <a:ext cx="146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5" name="Equation" r:id="rId30" imgW="2349500" imgH="558800" progId="Equation.DSMT4">
                    <p:embed/>
                  </p:oleObj>
                </mc:Choice>
                <mc:Fallback>
                  <p:oleObj name="Equation" r:id="rId30" imgW="2349500" imgH="5588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2" y="95"/>
                          <a:ext cx="1466" cy="37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44" name="Object 24">
              <a:extLst>
                <a:ext uri="{FF2B5EF4-FFF2-40B4-BE49-F238E27FC236}">
                  <a16:creationId xmlns:a16="http://schemas.microsoft.com/office/drawing/2014/main" id="{76991FD0-5AAC-4281-B9D5-18C834D60D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48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6" name="剪辑" r:id="rId32" imgW="3168581" imgH="2914476" progId="MS_ClipArt_Gallery.2">
                    <p:embed/>
                  </p:oleObj>
                </mc:Choice>
                <mc:Fallback>
                  <p:oleObj name="剪辑" r:id="rId32" imgW="3168581" imgH="2914476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48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65" name="AutoShape 25">
            <a:extLst>
              <a:ext uri="{FF2B5EF4-FFF2-40B4-BE49-F238E27FC236}">
                <a16:creationId xmlns:a16="http://schemas.microsoft.com/office/drawing/2014/main" id="{DC4A2A98-0887-4347-ABEA-B79EF9581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675" y="4852988"/>
            <a:ext cx="2411413" cy="1008062"/>
          </a:xfrm>
          <a:prstGeom prst="wedgeEllipseCallout">
            <a:avLst>
              <a:gd name="adj1" fmla="val -78968"/>
              <a:gd name="adj2" fmla="val 67009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>
              <a:solidFill>
                <a:srgbClr val="000099"/>
              </a:solidFill>
            </a:endParaRPr>
          </a:p>
        </p:txBody>
      </p:sp>
      <p:sp>
        <p:nvSpPr>
          <p:cNvPr id="215066" name="Text Box 26">
            <a:extLst>
              <a:ext uri="{FF2B5EF4-FFF2-40B4-BE49-F238E27FC236}">
                <a16:creationId xmlns:a16="http://schemas.microsoft.com/office/drawing/2014/main" id="{6ADE7FA3-B43A-4282-8AF9-2FD07345E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4967288"/>
            <a:ext cx="24463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此电动势只出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现在</a:t>
            </a:r>
            <a:r>
              <a:rPr lang="en-US" altLang="zh-CN" sz="2400" b="1" i="1">
                <a:ea typeface="黑体" panose="02010609060101010101" pitchFamily="49" charset="-122"/>
              </a:rPr>
              <a:t>ab</a:t>
            </a:r>
            <a:r>
              <a:rPr lang="zh-CN" altLang="en-US" sz="2400" b="1">
                <a:ea typeface="黑体" panose="02010609060101010101" pitchFamily="49" charset="-122"/>
              </a:rPr>
              <a:t>杆上</a:t>
            </a:r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6A704226-1CAB-4688-B322-BC83554773B9}"/>
              </a:ext>
            </a:extLst>
          </p:cNvPr>
          <p:cNvGrpSpPr>
            <a:grpSpLocks/>
          </p:cNvGrpSpPr>
          <p:nvPr/>
        </p:nvGrpSpPr>
        <p:grpSpPr bwMode="auto">
          <a:xfrm>
            <a:off x="4927600" y="2076450"/>
            <a:ext cx="3316288" cy="2336800"/>
            <a:chOff x="710" y="2206"/>
            <a:chExt cx="2089" cy="1472"/>
          </a:xfrm>
        </p:grpSpPr>
        <p:sp>
          <p:nvSpPr>
            <p:cNvPr id="8223" name="Line 28">
              <a:extLst>
                <a:ext uri="{FF2B5EF4-FFF2-40B4-BE49-F238E27FC236}">
                  <a16:creationId xmlns:a16="http://schemas.microsoft.com/office/drawing/2014/main" id="{79DACB79-BBAA-4ED8-8F31-12F3D2815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96"/>
              <a:ext cx="1457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Line 29">
              <a:extLst>
                <a:ext uri="{FF2B5EF4-FFF2-40B4-BE49-F238E27FC236}">
                  <a16:creationId xmlns:a16="http://schemas.microsoft.com/office/drawing/2014/main" id="{09432EF6-910F-4914-AA71-DECDCAF772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2" y="2805"/>
              <a:ext cx="1457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30">
              <a:extLst>
                <a:ext uri="{FF2B5EF4-FFF2-40B4-BE49-F238E27FC236}">
                  <a16:creationId xmlns:a16="http://schemas.microsoft.com/office/drawing/2014/main" id="{A9116B7F-4593-4030-8106-CB8B3584C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2794"/>
              <a:ext cx="398" cy="609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31">
              <a:extLst>
                <a:ext uri="{FF2B5EF4-FFF2-40B4-BE49-F238E27FC236}">
                  <a16:creationId xmlns:a16="http://schemas.microsoft.com/office/drawing/2014/main" id="{CF198A13-FFFD-4B96-88F7-973AF4E44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87" y="2651"/>
              <a:ext cx="588" cy="933"/>
            </a:xfrm>
            <a:prstGeom prst="line">
              <a:avLst/>
            </a:prstGeom>
            <a:noFill/>
            <a:ln w="762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32">
              <a:extLst>
                <a:ext uri="{FF2B5EF4-FFF2-40B4-BE49-F238E27FC236}">
                  <a16:creationId xmlns:a16="http://schemas.microsoft.com/office/drawing/2014/main" id="{7E0A83A1-154D-44FE-95B7-BEA57FA1F0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2318"/>
              <a:ext cx="0" cy="85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33">
              <a:extLst>
                <a:ext uri="{FF2B5EF4-FFF2-40B4-BE49-F238E27FC236}">
                  <a16:creationId xmlns:a16="http://schemas.microsoft.com/office/drawing/2014/main" id="{0054DF32-AC0A-4AD9-901A-BE28476582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7" y="2523"/>
              <a:ext cx="358" cy="649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29" name="Object 36">
              <a:extLst>
                <a:ext uri="{FF2B5EF4-FFF2-40B4-BE49-F238E27FC236}">
                  <a16:creationId xmlns:a16="http://schemas.microsoft.com/office/drawing/2014/main" id="{DDF17A04-5794-417E-81A8-23C249F9CA9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3" y="2206"/>
            <a:ext cx="15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7" name="Equation" r:id="rId34" imgW="241195" imgH="330057" progId="Equation.DSMT4">
                    <p:embed/>
                  </p:oleObj>
                </mc:Choice>
                <mc:Fallback>
                  <p:oleObj name="Equation" r:id="rId34" imgW="241195" imgH="330057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3" y="2206"/>
                          <a:ext cx="15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0" name="Object 37">
              <a:extLst>
                <a:ext uri="{FF2B5EF4-FFF2-40B4-BE49-F238E27FC236}">
                  <a16:creationId xmlns:a16="http://schemas.microsoft.com/office/drawing/2014/main" id="{74138488-B9B9-4E54-A901-B58E807B96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90" y="2363"/>
            <a:ext cx="18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8" name="Equation" r:id="rId36" imgW="190449" imgH="279426" progId="Equation.DSMT4">
                    <p:embed/>
                  </p:oleObj>
                </mc:Choice>
                <mc:Fallback>
                  <p:oleObj name="Equation" r:id="rId36" imgW="190449" imgH="279426" progId="Equation.DSMT4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0" y="2363"/>
                          <a:ext cx="184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31" name="Object 38">
              <a:extLst>
                <a:ext uri="{FF2B5EF4-FFF2-40B4-BE49-F238E27FC236}">
                  <a16:creationId xmlns:a16="http://schemas.microsoft.com/office/drawing/2014/main" id="{87E87CAE-DAD6-474D-955F-E58708D270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5" y="2838"/>
            <a:ext cx="127" cy="1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19" name="Equation" r:id="rId38" imgW="241091" imgH="317225" progId="Equation.DSMT4">
                    <p:embed/>
                  </p:oleObj>
                </mc:Choice>
                <mc:Fallback>
                  <p:oleObj name="Equation" r:id="rId38" imgW="241091" imgH="317225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5" y="2838"/>
                          <a:ext cx="127" cy="1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2" name="Text Box 39">
              <a:extLst>
                <a:ext uri="{FF2B5EF4-FFF2-40B4-BE49-F238E27FC236}">
                  <a16:creationId xmlns:a16="http://schemas.microsoft.com/office/drawing/2014/main" id="{E73CD80E-ACE3-4427-99EC-A3B35880F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0" y="246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a</a:t>
              </a:r>
            </a:p>
          </p:txBody>
        </p:sp>
        <p:sp>
          <p:nvSpPr>
            <p:cNvPr id="8233" name="Text Box 40">
              <a:extLst>
                <a:ext uri="{FF2B5EF4-FFF2-40B4-BE49-F238E27FC236}">
                  <a16:creationId xmlns:a16="http://schemas.microsoft.com/office/drawing/2014/main" id="{1B980756-52EB-495A-AC87-F000EC513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" y="335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b</a:t>
              </a:r>
            </a:p>
          </p:txBody>
        </p:sp>
        <p:sp>
          <p:nvSpPr>
            <p:cNvPr id="8234" name="Text Box 41">
              <a:extLst>
                <a:ext uri="{FF2B5EF4-FFF2-40B4-BE49-F238E27FC236}">
                  <a16:creationId xmlns:a16="http://schemas.microsoft.com/office/drawing/2014/main" id="{0ABE45F6-A9A4-48BA-815E-4BC4FB932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" y="3254"/>
              <a:ext cx="21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c</a:t>
              </a:r>
            </a:p>
          </p:txBody>
        </p:sp>
        <p:sp>
          <p:nvSpPr>
            <p:cNvPr id="8235" name="Line 42">
              <a:extLst>
                <a:ext uri="{FF2B5EF4-FFF2-40B4-BE49-F238E27FC236}">
                  <a16:creationId xmlns:a16="http://schemas.microsoft.com/office/drawing/2014/main" id="{60B04227-0E33-4875-AC1B-F736D5DCAE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7" y="3382"/>
              <a:ext cx="113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Line 43">
              <a:extLst>
                <a:ext uri="{FF2B5EF4-FFF2-40B4-BE49-F238E27FC236}">
                  <a16:creationId xmlns:a16="http://schemas.microsoft.com/office/drawing/2014/main" id="{3C85BE63-933C-4EA7-94C9-337675AA0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6" y="3502"/>
              <a:ext cx="4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Line 44">
              <a:extLst>
                <a:ext uri="{FF2B5EF4-FFF2-40B4-BE49-F238E27FC236}">
                  <a16:creationId xmlns:a16="http://schemas.microsoft.com/office/drawing/2014/main" id="{00D7CC04-E107-4261-8CFA-9D3BB26BE5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7" y="3502"/>
              <a:ext cx="4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Text Box 45">
              <a:extLst>
                <a:ext uri="{FF2B5EF4-FFF2-40B4-BE49-F238E27FC236}">
                  <a16:creationId xmlns:a16="http://schemas.microsoft.com/office/drawing/2014/main" id="{4E1E180A-48EC-4963-8C65-8AD7EF5D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2" y="3314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x</a:t>
              </a:r>
            </a:p>
          </p:txBody>
        </p:sp>
        <p:sp>
          <p:nvSpPr>
            <p:cNvPr id="8239" name="Text Box 46">
              <a:extLst>
                <a:ext uri="{FF2B5EF4-FFF2-40B4-BE49-F238E27FC236}">
                  <a16:creationId xmlns:a16="http://schemas.microsoft.com/office/drawing/2014/main" id="{9DC9B294-68F2-41EF-9E4F-CCA356C0D8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7" y="253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d</a:t>
              </a:r>
            </a:p>
          </p:txBody>
        </p:sp>
        <p:sp>
          <p:nvSpPr>
            <p:cNvPr id="8240" name="Text Box 47">
              <a:extLst>
                <a:ext uri="{FF2B5EF4-FFF2-40B4-BE49-F238E27FC236}">
                  <a16:creationId xmlns:a16="http://schemas.microsoft.com/office/drawing/2014/main" id="{7C99E514-EE15-47DA-98D3-6CCFD3750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879"/>
              <a:ext cx="31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ea typeface="楷体_GB2312" pitchFamily="49" charset="-122"/>
                </a:rPr>
                <a:t>l</a:t>
              </a:r>
            </a:p>
          </p:txBody>
        </p:sp>
        <p:sp>
          <p:nvSpPr>
            <p:cNvPr id="8241" name="Line 48">
              <a:extLst>
                <a:ext uri="{FF2B5EF4-FFF2-40B4-BE49-F238E27FC236}">
                  <a16:creationId xmlns:a16="http://schemas.microsoft.com/office/drawing/2014/main" id="{3EE75B23-EA28-403D-8183-640025BA8B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" y="3125"/>
              <a:ext cx="27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8242" name="Object 49">
              <a:extLst>
                <a:ext uri="{FF2B5EF4-FFF2-40B4-BE49-F238E27FC236}">
                  <a16:creationId xmlns:a16="http://schemas.microsoft.com/office/drawing/2014/main" id="{34368F17-3737-48E6-A602-04A604DA6E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6" y="3019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0" name="Equation" r:id="rId40" imgW="228600" imgH="330200" progId="Equation.DSMT4">
                    <p:embed/>
                  </p:oleObj>
                </mc:Choice>
                <mc:Fallback>
                  <p:oleObj name="Equation" r:id="rId40" imgW="228600" imgH="330200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6" y="3019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5090" name="Line 50">
            <a:extLst>
              <a:ext uri="{FF2B5EF4-FFF2-40B4-BE49-F238E27FC236}">
                <a16:creationId xmlns:a16="http://schemas.microsoft.com/office/drawing/2014/main" id="{7FAAB0EA-B9E1-43E4-A56D-CB103124D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4250" y="981075"/>
            <a:ext cx="157163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8" name="Text Box 12">
            <a:extLst>
              <a:ext uri="{FF2B5EF4-FFF2-40B4-BE49-F238E27FC236}">
                <a16:creationId xmlns:a16="http://schemas.microsoft.com/office/drawing/2014/main" id="{D65AFFA1-8C80-4177-BD38-633099F25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8FE934-5340-4F83-A7DA-0C6A4F0C2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3" y="2320925"/>
            <a:ext cx="11128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由定义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92DFFDC-8056-47A7-A1E9-4FA5E11E6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0088" y="1758950"/>
            <a:ext cx="3278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/>
              <a:t>假设环路绕行方向如图</a:t>
            </a:r>
          </a:p>
        </p:txBody>
      </p:sp>
      <p:sp>
        <p:nvSpPr>
          <p:cNvPr id="53" name="Line 34">
            <a:extLst>
              <a:ext uri="{FF2B5EF4-FFF2-40B4-BE49-F238E27FC236}">
                <a16:creationId xmlns:a16="http://schemas.microsoft.com/office/drawing/2014/main" id="{5C477408-3E9D-488C-83E9-C90910D867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07050" y="3179763"/>
            <a:ext cx="379413" cy="57943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Line 35">
            <a:extLst>
              <a:ext uri="{FF2B5EF4-FFF2-40B4-BE49-F238E27FC236}">
                <a16:creationId xmlns:a16="http://schemas.microsoft.com/office/drawing/2014/main" id="{B7CC7568-1C95-4C7B-BC50-F4BF98B05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8638" y="3756025"/>
            <a:ext cx="3889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75"/>
                                        <p:tgtEl>
                                          <p:spTgt spid="21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1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21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500"/>
                                        <p:tgtEl>
                                          <p:spTgt spid="21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5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15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15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75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15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15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21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15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215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1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5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5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75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" fill="hold"/>
                                        <p:tgtEl>
                                          <p:spTgt spid="215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150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1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42" grpId="0" animBg="1"/>
      <p:bldP spid="215044" grpId="0" autoUpdateAnimBg="0"/>
      <p:bldP spid="215047" grpId="0" autoUpdateAnimBg="0"/>
      <p:bldP spid="215051" grpId="0" autoUpdateAnimBg="0"/>
      <p:bldP spid="215055" grpId="0" autoUpdateAnimBg="0"/>
      <p:bldP spid="215061" grpId="0" autoUpdateAnimBg="0"/>
      <p:bldP spid="215065" grpId="0" animBg="1"/>
      <p:bldP spid="215066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98E54FB9-D208-4D7F-ABBA-BFDC54320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1808163"/>
            <a:ext cx="2986088" cy="2900362"/>
          </a:xfrm>
          <a:prstGeom prst="rect">
            <a:avLst/>
          </a:prstGeom>
          <a:solidFill>
            <a:srgbClr val="F8F4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067" name="Text Box 3">
            <a:extLst>
              <a:ext uri="{FF2B5EF4-FFF2-40B4-BE49-F238E27FC236}">
                <a16:creationId xmlns:a16="http://schemas.microsoft.com/office/drawing/2014/main" id="{35AAE1B8-C811-49D4-90DF-02543A6D6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475" y="395288"/>
            <a:ext cx="8277225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5.</a:t>
            </a:r>
            <a:r>
              <a:rPr lang="en-US" altLang="zh-CN" sz="2800"/>
              <a:t> </a:t>
            </a:r>
            <a:r>
              <a:rPr lang="zh-CN" altLang="en-US" sz="2800" b="1">
                <a:solidFill>
                  <a:srgbClr val="000000"/>
                </a:solidFill>
              </a:rPr>
              <a:t>金属杆</a:t>
            </a:r>
            <a:r>
              <a:rPr lang="en-US" altLang="zh-CN" sz="2800" b="1">
                <a:solidFill>
                  <a:srgbClr val="000000"/>
                </a:solidFill>
              </a:rPr>
              <a:t>o</a:t>
            </a:r>
            <a:r>
              <a:rPr lang="en-US" altLang="zh-CN" sz="2800" b="1" i="1">
                <a:solidFill>
                  <a:srgbClr val="000000"/>
                </a:solidFill>
              </a:rPr>
              <a:t>a</a:t>
            </a:r>
            <a:r>
              <a:rPr lang="zh-CN" altLang="en-US" sz="2800" b="1">
                <a:solidFill>
                  <a:srgbClr val="000000"/>
                </a:solidFill>
              </a:rPr>
              <a:t>长</a:t>
            </a:r>
            <a:r>
              <a:rPr lang="en-US" altLang="zh-CN" sz="2800" b="1" i="1">
                <a:solidFill>
                  <a:srgbClr val="000000"/>
                </a:solidFill>
              </a:rPr>
              <a:t>L</a:t>
            </a:r>
            <a:r>
              <a:rPr lang="zh-CN" altLang="en-US" sz="2800" b="1">
                <a:solidFill>
                  <a:srgbClr val="000000"/>
                </a:solidFill>
              </a:rPr>
              <a:t>，在匀强磁场   中以角速度</a:t>
            </a:r>
            <a:r>
              <a:rPr lang="zh-CN" altLang="en-US" sz="2800" b="1" i="1">
                <a:solidFill>
                  <a:srgbClr val="000000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2800" b="1">
                <a:solidFill>
                  <a:srgbClr val="000000"/>
                </a:solidFill>
              </a:rPr>
              <a:t>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        时针绕</a:t>
            </a:r>
            <a:r>
              <a:rPr lang="en-US" altLang="zh-CN" sz="2800" b="1">
                <a:solidFill>
                  <a:srgbClr val="000000"/>
                </a:solidFill>
              </a:rPr>
              <a:t>o</a:t>
            </a:r>
            <a:r>
              <a:rPr lang="zh-CN" altLang="en-US" sz="2800" b="1">
                <a:solidFill>
                  <a:srgbClr val="000000"/>
                </a:solidFill>
              </a:rPr>
              <a:t>点转动。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  求</a:t>
            </a:r>
            <a:r>
              <a:rPr lang="zh-CN" altLang="en-US" sz="2800" b="1">
                <a:solidFill>
                  <a:srgbClr val="000000"/>
                </a:solidFill>
              </a:rPr>
              <a:t>杆中感应电动势的大小、方向</a:t>
            </a:r>
            <a:r>
              <a:rPr lang="zh-CN" altLang="en-US" sz="2400">
                <a:solidFill>
                  <a:srgbClr val="000000"/>
                </a:solidFill>
              </a:rPr>
              <a:t>。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9D53CDA-A31C-4420-9495-17C5733F4D91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2093913"/>
            <a:ext cx="2438400" cy="2209800"/>
            <a:chOff x="3936" y="2688"/>
            <a:chExt cx="1536" cy="1392"/>
          </a:xfrm>
        </p:grpSpPr>
        <p:sp>
          <p:nvSpPr>
            <p:cNvPr id="10297" name="Line 5">
              <a:extLst>
                <a:ext uri="{FF2B5EF4-FFF2-40B4-BE49-F238E27FC236}">
                  <a16:creationId xmlns:a16="http://schemas.microsoft.com/office/drawing/2014/main" id="{F9B022F4-DC0C-4F44-9C4B-186A822D3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8" name="Line 6">
              <a:extLst>
                <a:ext uri="{FF2B5EF4-FFF2-40B4-BE49-F238E27FC236}">
                  <a16:creationId xmlns:a16="http://schemas.microsoft.com/office/drawing/2014/main" id="{CA669AAD-01A9-4C70-8284-89CF2DD71D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9" name="Line 7">
              <a:extLst>
                <a:ext uri="{FF2B5EF4-FFF2-40B4-BE49-F238E27FC236}">
                  <a16:creationId xmlns:a16="http://schemas.microsoft.com/office/drawing/2014/main" id="{AF15C3D4-7EE3-4FD1-9114-E24406DB85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0" name="Line 8">
              <a:extLst>
                <a:ext uri="{FF2B5EF4-FFF2-40B4-BE49-F238E27FC236}">
                  <a16:creationId xmlns:a16="http://schemas.microsoft.com/office/drawing/2014/main" id="{9BED5B35-5688-4CE7-9131-BFAF37E7E5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1" name="Line 9">
              <a:extLst>
                <a:ext uri="{FF2B5EF4-FFF2-40B4-BE49-F238E27FC236}">
                  <a16:creationId xmlns:a16="http://schemas.microsoft.com/office/drawing/2014/main" id="{66C1D04F-F9E9-4A02-A19C-8B0D70504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2" name="Line 10">
              <a:extLst>
                <a:ext uri="{FF2B5EF4-FFF2-40B4-BE49-F238E27FC236}">
                  <a16:creationId xmlns:a16="http://schemas.microsoft.com/office/drawing/2014/main" id="{D5A89837-62F9-43A1-A769-DB11B2A97C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3" name="Line 11">
              <a:extLst>
                <a:ext uri="{FF2B5EF4-FFF2-40B4-BE49-F238E27FC236}">
                  <a16:creationId xmlns:a16="http://schemas.microsoft.com/office/drawing/2014/main" id="{16E832CF-C38D-445F-B8D6-BF2998463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4" name="Line 12">
              <a:extLst>
                <a:ext uri="{FF2B5EF4-FFF2-40B4-BE49-F238E27FC236}">
                  <a16:creationId xmlns:a16="http://schemas.microsoft.com/office/drawing/2014/main" id="{367629CA-0271-4CAE-B198-7109CEFF5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5" name="Line 13">
              <a:extLst>
                <a:ext uri="{FF2B5EF4-FFF2-40B4-BE49-F238E27FC236}">
                  <a16:creationId xmlns:a16="http://schemas.microsoft.com/office/drawing/2014/main" id="{B4CBC291-957D-4D76-B0F3-39666103A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6" name="Line 14">
              <a:extLst>
                <a:ext uri="{FF2B5EF4-FFF2-40B4-BE49-F238E27FC236}">
                  <a16:creationId xmlns:a16="http://schemas.microsoft.com/office/drawing/2014/main" id="{DBBCC319-E47C-463F-B766-5F4D420929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7" name="Line 15">
              <a:extLst>
                <a:ext uri="{FF2B5EF4-FFF2-40B4-BE49-F238E27FC236}">
                  <a16:creationId xmlns:a16="http://schemas.microsoft.com/office/drawing/2014/main" id="{DE7935B6-6E9E-4BA5-AE7F-171854204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8" name="Line 16">
              <a:extLst>
                <a:ext uri="{FF2B5EF4-FFF2-40B4-BE49-F238E27FC236}">
                  <a16:creationId xmlns:a16="http://schemas.microsoft.com/office/drawing/2014/main" id="{B83C1764-5AC9-4712-A242-D151F35F40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09" name="Line 17">
              <a:extLst>
                <a:ext uri="{FF2B5EF4-FFF2-40B4-BE49-F238E27FC236}">
                  <a16:creationId xmlns:a16="http://schemas.microsoft.com/office/drawing/2014/main" id="{611AF3ED-3A4B-4B66-BCA6-77CADA02FC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0" name="Line 18">
              <a:extLst>
                <a:ext uri="{FF2B5EF4-FFF2-40B4-BE49-F238E27FC236}">
                  <a16:creationId xmlns:a16="http://schemas.microsoft.com/office/drawing/2014/main" id="{2B6989F3-DA59-4F31-8608-1A6BAAD574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1" name="Line 19">
              <a:extLst>
                <a:ext uri="{FF2B5EF4-FFF2-40B4-BE49-F238E27FC236}">
                  <a16:creationId xmlns:a16="http://schemas.microsoft.com/office/drawing/2014/main" id="{ACF335A4-330F-46D3-BF5C-D2347D2E1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2" name="Line 20">
              <a:extLst>
                <a:ext uri="{FF2B5EF4-FFF2-40B4-BE49-F238E27FC236}">
                  <a16:creationId xmlns:a16="http://schemas.microsoft.com/office/drawing/2014/main" id="{A17249BA-60ED-47D7-8900-201F5AFD3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3" name="Line 21">
              <a:extLst>
                <a:ext uri="{FF2B5EF4-FFF2-40B4-BE49-F238E27FC236}">
                  <a16:creationId xmlns:a16="http://schemas.microsoft.com/office/drawing/2014/main" id="{CDD3EC41-6808-4417-BFCB-A40A75F8A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4" name="Line 22">
              <a:extLst>
                <a:ext uri="{FF2B5EF4-FFF2-40B4-BE49-F238E27FC236}">
                  <a16:creationId xmlns:a16="http://schemas.microsoft.com/office/drawing/2014/main" id="{3165ACC9-054A-496D-973A-349AA9F35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5" name="Line 23">
              <a:extLst>
                <a:ext uri="{FF2B5EF4-FFF2-40B4-BE49-F238E27FC236}">
                  <a16:creationId xmlns:a16="http://schemas.microsoft.com/office/drawing/2014/main" id="{F36709CB-1A43-47ED-B750-40A955E72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6" name="Line 24">
              <a:extLst>
                <a:ext uri="{FF2B5EF4-FFF2-40B4-BE49-F238E27FC236}">
                  <a16:creationId xmlns:a16="http://schemas.microsoft.com/office/drawing/2014/main" id="{0C169DF5-8B3C-4FF1-B341-B636BBA057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7" name="Line 25">
              <a:extLst>
                <a:ext uri="{FF2B5EF4-FFF2-40B4-BE49-F238E27FC236}">
                  <a16:creationId xmlns:a16="http://schemas.microsoft.com/office/drawing/2014/main" id="{B3D07E78-25F8-4A21-9D35-46075F5737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8" name="Line 26">
              <a:extLst>
                <a:ext uri="{FF2B5EF4-FFF2-40B4-BE49-F238E27FC236}">
                  <a16:creationId xmlns:a16="http://schemas.microsoft.com/office/drawing/2014/main" id="{55A15DAC-A1F7-4A9A-8746-B7811ADA63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19" name="Line 27">
              <a:extLst>
                <a:ext uri="{FF2B5EF4-FFF2-40B4-BE49-F238E27FC236}">
                  <a16:creationId xmlns:a16="http://schemas.microsoft.com/office/drawing/2014/main" id="{601496E7-61B9-4BA4-8D42-9AEF11586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0" name="Line 28">
              <a:extLst>
                <a:ext uri="{FF2B5EF4-FFF2-40B4-BE49-F238E27FC236}">
                  <a16:creationId xmlns:a16="http://schemas.microsoft.com/office/drawing/2014/main" id="{00F451CD-8CD0-4197-A461-109D03F399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1" name="Line 29">
              <a:extLst>
                <a:ext uri="{FF2B5EF4-FFF2-40B4-BE49-F238E27FC236}">
                  <a16:creationId xmlns:a16="http://schemas.microsoft.com/office/drawing/2014/main" id="{FBD4FC04-9AAD-44FB-87D1-BC097C4EE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2" name="Line 30">
              <a:extLst>
                <a:ext uri="{FF2B5EF4-FFF2-40B4-BE49-F238E27FC236}">
                  <a16:creationId xmlns:a16="http://schemas.microsoft.com/office/drawing/2014/main" id="{96A1532E-20BA-4D1B-AD31-E80AFC580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3" name="Line 31">
              <a:extLst>
                <a:ext uri="{FF2B5EF4-FFF2-40B4-BE49-F238E27FC236}">
                  <a16:creationId xmlns:a16="http://schemas.microsoft.com/office/drawing/2014/main" id="{8420F4F0-813C-4538-BA7F-7285FC982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4" name="Line 32">
              <a:extLst>
                <a:ext uri="{FF2B5EF4-FFF2-40B4-BE49-F238E27FC236}">
                  <a16:creationId xmlns:a16="http://schemas.microsoft.com/office/drawing/2014/main" id="{0B7C56D9-AA92-4AEB-B1B1-40620E2FD9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36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5" name="Line 33">
              <a:extLst>
                <a:ext uri="{FF2B5EF4-FFF2-40B4-BE49-F238E27FC236}">
                  <a16:creationId xmlns:a16="http://schemas.microsoft.com/office/drawing/2014/main" id="{1272AC8F-6A30-46C6-B7C3-0FE460BBC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6" name="Line 34">
              <a:extLst>
                <a:ext uri="{FF2B5EF4-FFF2-40B4-BE49-F238E27FC236}">
                  <a16:creationId xmlns:a16="http://schemas.microsoft.com/office/drawing/2014/main" id="{277F6C6B-A923-4583-9164-085DD4D38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7" name="Line 35">
              <a:extLst>
                <a:ext uri="{FF2B5EF4-FFF2-40B4-BE49-F238E27FC236}">
                  <a16:creationId xmlns:a16="http://schemas.microsoft.com/office/drawing/2014/main" id="{C993DE51-1980-4165-9518-F9F518671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8" name="Line 36">
              <a:extLst>
                <a:ext uri="{FF2B5EF4-FFF2-40B4-BE49-F238E27FC236}">
                  <a16:creationId xmlns:a16="http://schemas.microsoft.com/office/drawing/2014/main" id="{8D30D0A7-1E94-4048-96EF-119C24EE4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12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29" name="Line 37">
              <a:extLst>
                <a:ext uri="{FF2B5EF4-FFF2-40B4-BE49-F238E27FC236}">
                  <a16:creationId xmlns:a16="http://schemas.microsoft.com/office/drawing/2014/main" id="{229C7081-97CE-42E1-A504-8E05C32D5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0" name="Line 38">
              <a:extLst>
                <a:ext uri="{FF2B5EF4-FFF2-40B4-BE49-F238E27FC236}">
                  <a16:creationId xmlns:a16="http://schemas.microsoft.com/office/drawing/2014/main" id="{2A81A698-BB91-4912-BDF5-E3A22A665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1" name="Line 39">
              <a:extLst>
                <a:ext uri="{FF2B5EF4-FFF2-40B4-BE49-F238E27FC236}">
                  <a16:creationId xmlns:a16="http://schemas.microsoft.com/office/drawing/2014/main" id="{1D8E14FA-7593-439A-8CEA-E342DD156F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2" name="Line 40">
              <a:extLst>
                <a:ext uri="{FF2B5EF4-FFF2-40B4-BE49-F238E27FC236}">
                  <a16:creationId xmlns:a16="http://schemas.microsoft.com/office/drawing/2014/main" id="{43E1F02E-57F1-4F52-AFA5-0EB4F8E91D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3" name="Line 41">
              <a:extLst>
                <a:ext uri="{FF2B5EF4-FFF2-40B4-BE49-F238E27FC236}">
                  <a16:creationId xmlns:a16="http://schemas.microsoft.com/office/drawing/2014/main" id="{E781C8BC-09D3-4387-80A3-833358E58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4" name="Line 42">
              <a:extLst>
                <a:ext uri="{FF2B5EF4-FFF2-40B4-BE49-F238E27FC236}">
                  <a16:creationId xmlns:a16="http://schemas.microsoft.com/office/drawing/2014/main" id="{9B86B539-CBCB-42E9-B498-17F075CC8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5" name="Line 43">
              <a:extLst>
                <a:ext uri="{FF2B5EF4-FFF2-40B4-BE49-F238E27FC236}">
                  <a16:creationId xmlns:a16="http://schemas.microsoft.com/office/drawing/2014/main" id="{1E615974-66D4-44BD-ADB0-C169791316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6" name="Line 44">
              <a:extLst>
                <a:ext uri="{FF2B5EF4-FFF2-40B4-BE49-F238E27FC236}">
                  <a16:creationId xmlns:a16="http://schemas.microsoft.com/office/drawing/2014/main" id="{55326A7D-3BD4-44ED-8E29-61E52D39E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0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7" name="Line 45">
              <a:extLst>
                <a:ext uri="{FF2B5EF4-FFF2-40B4-BE49-F238E27FC236}">
                  <a16:creationId xmlns:a16="http://schemas.microsoft.com/office/drawing/2014/main" id="{BF99C5C8-3BF8-448D-B3E5-CF03ECE68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8" name="Line 46">
              <a:extLst>
                <a:ext uri="{FF2B5EF4-FFF2-40B4-BE49-F238E27FC236}">
                  <a16:creationId xmlns:a16="http://schemas.microsoft.com/office/drawing/2014/main" id="{DB0D3B26-A84A-4A7A-8FA3-2E67AFD76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88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9" name="Line 47">
              <a:extLst>
                <a:ext uri="{FF2B5EF4-FFF2-40B4-BE49-F238E27FC236}">
                  <a16:creationId xmlns:a16="http://schemas.microsoft.com/office/drawing/2014/main" id="{A426FEF5-A75E-4718-87CC-914078B76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0" name="Line 48">
              <a:extLst>
                <a:ext uri="{FF2B5EF4-FFF2-40B4-BE49-F238E27FC236}">
                  <a16:creationId xmlns:a16="http://schemas.microsoft.com/office/drawing/2014/main" id="{0D2AF6DD-3DD0-4210-B00F-2AC3DCE08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7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1" name="Line 49">
              <a:extLst>
                <a:ext uri="{FF2B5EF4-FFF2-40B4-BE49-F238E27FC236}">
                  <a16:creationId xmlns:a16="http://schemas.microsoft.com/office/drawing/2014/main" id="{1B558782-31EE-4725-8A9D-3F354FEBB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2" name="Line 50">
              <a:extLst>
                <a:ext uri="{FF2B5EF4-FFF2-40B4-BE49-F238E27FC236}">
                  <a16:creationId xmlns:a16="http://schemas.microsoft.com/office/drawing/2014/main" id="{B4DC35F1-2F72-46B4-93F3-A8785B7B02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268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3" name="Line 51">
              <a:extLst>
                <a:ext uri="{FF2B5EF4-FFF2-40B4-BE49-F238E27FC236}">
                  <a16:creationId xmlns:a16="http://schemas.microsoft.com/office/drawing/2014/main" id="{CF345B05-F3E5-4102-9EC1-78697A9D7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4" name="Line 52">
              <a:extLst>
                <a:ext uri="{FF2B5EF4-FFF2-40B4-BE49-F238E27FC236}">
                  <a16:creationId xmlns:a16="http://schemas.microsoft.com/office/drawing/2014/main" id="{3C0DB9EC-3DFD-4A97-B063-E2FFB07614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02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5" name="Line 53">
              <a:extLst>
                <a:ext uri="{FF2B5EF4-FFF2-40B4-BE49-F238E27FC236}">
                  <a16:creationId xmlns:a16="http://schemas.microsoft.com/office/drawing/2014/main" id="{AB9630C1-289F-403F-BC73-9641A47A3B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6" name="Line 54">
              <a:extLst>
                <a:ext uri="{FF2B5EF4-FFF2-40B4-BE49-F238E27FC236}">
                  <a16:creationId xmlns:a16="http://schemas.microsoft.com/office/drawing/2014/main" id="{0476C5D5-A01F-4358-9DC4-FE4385A43A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6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7" name="Line 55">
              <a:extLst>
                <a:ext uri="{FF2B5EF4-FFF2-40B4-BE49-F238E27FC236}">
                  <a16:creationId xmlns:a16="http://schemas.microsoft.com/office/drawing/2014/main" id="{86285844-DAB6-4F05-9813-EE19096E26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8" name="Line 56">
              <a:extLst>
                <a:ext uri="{FF2B5EF4-FFF2-40B4-BE49-F238E27FC236}">
                  <a16:creationId xmlns:a16="http://schemas.microsoft.com/office/drawing/2014/main" id="{5AA627F7-0E6D-4A90-8F8B-E590A6E51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39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6121" name="Text Box 57">
            <a:extLst>
              <a:ext uri="{FF2B5EF4-FFF2-40B4-BE49-F238E27FC236}">
                <a16:creationId xmlns:a16="http://schemas.microsoft.com/office/drawing/2014/main" id="{1A702ECC-3EFD-4333-9B1E-63696981F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50" y="1843088"/>
            <a:ext cx="2878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解法一</a:t>
            </a:r>
            <a:r>
              <a:rPr lang="en-US" altLang="zh-CN" sz="2800" b="1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216122" name="Object 58">
            <a:extLst>
              <a:ext uri="{FF2B5EF4-FFF2-40B4-BE49-F238E27FC236}">
                <a16:creationId xmlns:a16="http://schemas.microsoft.com/office/drawing/2014/main" id="{6C149479-F2CF-4FF9-AC84-068E2DAE7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6275" y="2708275"/>
          <a:ext cx="22320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Equation" r:id="rId3" imgW="2400300" imgH="482600" progId="Equation.DSMT4">
                  <p:embed/>
                </p:oleObj>
              </mc:Choice>
              <mc:Fallback>
                <p:oleObj name="Equation" r:id="rId3" imgW="2400300" imgH="48260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2708275"/>
                        <a:ext cx="22320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23" name="Object 59">
            <a:extLst>
              <a:ext uri="{FF2B5EF4-FFF2-40B4-BE49-F238E27FC236}">
                <a16:creationId xmlns:a16="http://schemas.microsoft.com/office/drawing/2014/main" id="{93D18159-0A36-4DE8-979E-116F0E5EA2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3638" y="3284538"/>
          <a:ext cx="139541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6" name="Equation" r:id="rId5" imgW="1435100" imgH="393700" progId="Equation.DSMT4">
                  <p:embed/>
                </p:oleObj>
              </mc:Choice>
              <mc:Fallback>
                <p:oleObj name="Equation" r:id="rId5" imgW="1435100" imgH="3937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3638" y="3284538"/>
                        <a:ext cx="139541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24" name="Object 60">
            <a:extLst>
              <a:ext uri="{FF2B5EF4-FFF2-40B4-BE49-F238E27FC236}">
                <a16:creationId xmlns:a16="http://schemas.microsoft.com/office/drawing/2014/main" id="{498D8A77-73CE-479E-B770-4B4B7B6D99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8513" y="3676650"/>
          <a:ext cx="207645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Equation" r:id="rId7" imgW="2108200" imgH="647700" progId="Equation.DSMT4">
                  <p:embed/>
                </p:oleObj>
              </mc:Choice>
              <mc:Fallback>
                <p:oleObj name="Equation" r:id="rId7" imgW="2108200" imgH="64770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676650"/>
                        <a:ext cx="207645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25" name="Text Box 61">
            <a:extLst>
              <a:ext uri="{FF2B5EF4-FFF2-40B4-BE49-F238E27FC236}">
                <a16:creationId xmlns:a16="http://schemas.microsoft.com/office/drawing/2014/main" id="{A8BA1335-EE02-4C78-96EC-5A8C35EA7B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588" y="4365625"/>
            <a:ext cx="1963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方向</a:t>
            </a:r>
            <a:r>
              <a:rPr lang="en-US" altLang="zh-CN" sz="2800" b="1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216126" name="Object 62">
            <a:extLst>
              <a:ext uri="{FF2B5EF4-FFF2-40B4-BE49-F238E27FC236}">
                <a16:creationId xmlns:a16="http://schemas.microsoft.com/office/drawing/2014/main" id="{FD8755BF-5F1C-4A77-98D3-0BD61FA6E1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4460875"/>
          <a:ext cx="3984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Equation" r:id="rId9" imgW="126835" imgH="139518" progId="Equation.3">
                  <p:embed/>
                </p:oleObj>
              </mc:Choice>
              <mc:Fallback>
                <p:oleObj name="Equation" r:id="rId9" imgW="126835" imgH="139518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4460875"/>
                        <a:ext cx="398462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27" name="Text Box 63">
            <a:extLst>
              <a:ext uri="{FF2B5EF4-FFF2-40B4-BE49-F238E27FC236}">
                <a16:creationId xmlns:a16="http://schemas.microsoft.com/office/drawing/2014/main" id="{75F235A9-9B93-4764-B4F7-E3EBB4916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638" y="4873625"/>
            <a:ext cx="67468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假设一扇形闭合回路，根据法拉第定律</a:t>
            </a:r>
          </a:p>
        </p:txBody>
      </p:sp>
      <p:sp>
        <p:nvSpPr>
          <p:cNvPr id="216128" name="Text Box 64">
            <a:extLst>
              <a:ext uri="{FF2B5EF4-FFF2-40B4-BE49-F238E27FC236}">
                <a16:creationId xmlns:a16="http://schemas.microsoft.com/office/drawing/2014/main" id="{E52A54BF-4EBB-4F26-B27B-195465279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800" y="4852988"/>
            <a:ext cx="2246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解法二：</a:t>
            </a:r>
          </a:p>
        </p:txBody>
      </p:sp>
      <p:sp>
        <p:nvSpPr>
          <p:cNvPr id="216129" name="Text Box 65">
            <a:extLst>
              <a:ext uri="{FF2B5EF4-FFF2-40B4-BE49-F238E27FC236}">
                <a16:creationId xmlns:a16="http://schemas.microsoft.com/office/drawing/2014/main" id="{6ED04767-F983-48DD-94C6-460B41A6F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5357813"/>
            <a:ext cx="6513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任意时刻通过扇形截面的磁通量</a:t>
            </a:r>
            <a:endParaRPr lang="zh-CN" altLang="en-US" sz="2400"/>
          </a:p>
        </p:txBody>
      </p:sp>
      <p:graphicFrame>
        <p:nvGraphicFramePr>
          <p:cNvPr id="216130" name="Object 66">
            <a:extLst>
              <a:ext uri="{FF2B5EF4-FFF2-40B4-BE49-F238E27FC236}">
                <a16:creationId xmlns:a16="http://schemas.microsoft.com/office/drawing/2014/main" id="{52EE7975-44CE-4D4E-860C-B56F1AC766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6413" y="5907088"/>
          <a:ext cx="1230312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9" name="Equation" r:id="rId11" imgW="1383699" imgH="406224" progId="Equation.DSMT4">
                  <p:embed/>
                </p:oleObj>
              </mc:Choice>
              <mc:Fallback>
                <p:oleObj name="Equation" r:id="rId11" imgW="1383699" imgH="406224" progId="Equation.DSMT4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6413" y="5907088"/>
                        <a:ext cx="1230312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1" name="Object 67">
            <a:extLst>
              <a:ext uri="{FF2B5EF4-FFF2-40B4-BE49-F238E27FC236}">
                <a16:creationId xmlns:a16="http://schemas.microsoft.com/office/drawing/2014/main" id="{88B50908-2F5A-424B-A239-8C2DC4FDF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8950" y="5805488"/>
          <a:ext cx="1700213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0" name="Equation" r:id="rId13" imgW="1663700" imgH="711200" progId="Equation.DSMT4">
                  <p:embed/>
                </p:oleObj>
              </mc:Choice>
              <mc:Fallback>
                <p:oleObj name="Equation" r:id="rId13" imgW="1663700" imgH="7112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5805488"/>
                        <a:ext cx="1700213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2" name="Object 68">
            <a:extLst>
              <a:ext uri="{FF2B5EF4-FFF2-40B4-BE49-F238E27FC236}">
                <a16:creationId xmlns:a16="http://schemas.microsoft.com/office/drawing/2014/main" id="{6365AAE7-1EA0-448E-BC3A-F98ECBCB4B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0427363"/>
              </p:ext>
            </p:extLst>
          </p:nvPr>
        </p:nvGraphicFramePr>
        <p:xfrm>
          <a:off x="5033963" y="5780088"/>
          <a:ext cx="2714625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1" name="Equation" r:id="rId15" imgW="2933640" imgH="723600" progId="Equation.DSMT4">
                  <p:embed/>
                </p:oleObj>
              </mc:Choice>
              <mc:Fallback>
                <p:oleObj name="Equation" r:id="rId15" imgW="2933640" imgH="723600" progId="Equation.DSMT4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3963" y="5780088"/>
                        <a:ext cx="2714625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33" name="Object 69">
            <a:extLst>
              <a:ext uri="{FF2B5EF4-FFF2-40B4-BE49-F238E27FC236}">
                <a16:creationId xmlns:a16="http://schemas.microsoft.com/office/drawing/2014/main" id="{8FFCACD8-ABB5-4252-8101-0812826A5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4963" y="3709988"/>
          <a:ext cx="1608137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2" name="Equation" r:id="rId17" imgW="1638300" imgH="711200" progId="Equation.DSMT4">
                  <p:embed/>
                </p:oleObj>
              </mc:Choice>
              <mc:Fallback>
                <p:oleObj name="Equation" r:id="rId17" imgW="1638300" imgH="711200" progId="Equation.DSMT4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4963" y="3709988"/>
                        <a:ext cx="1608137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70">
            <a:extLst>
              <a:ext uri="{FF2B5EF4-FFF2-40B4-BE49-F238E27FC236}">
                <a16:creationId xmlns:a16="http://schemas.microsoft.com/office/drawing/2014/main" id="{52CF79AF-ABD7-47B9-A7EC-435739ACDFFC}"/>
              </a:ext>
            </a:extLst>
          </p:cNvPr>
          <p:cNvGrpSpPr>
            <a:grpSpLocks/>
          </p:cNvGrpSpPr>
          <p:nvPr/>
        </p:nvGrpSpPr>
        <p:grpSpPr bwMode="auto">
          <a:xfrm>
            <a:off x="2106613" y="1790700"/>
            <a:ext cx="3978275" cy="946150"/>
            <a:chOff x="1142" y="652"/>
            <a:chExt cx="2506" cy="596"/>
          </a:xfrm>
        </p:grpSpPr>
        <p:sp>
          <p:nvSpPr>
            <p:cNvPr id="10295" name="Text Box 71">
              <a:extLst>
                <a:ext uri="{FF2B5EF4-FFF2-40B4-BE49-F238E27FC236}">
                  <a16:creationId xmlns:a16="http://schemas.microsoft.com/office/drawing/2014/main" id="{BB9706F6-C9ED-4D6A-8AF9-58C7733E0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2" y="652"/>
              <a:ext cx="2506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根据动生电动势定义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取微分元</a:t>
              </a:r>
            </a:p>
          </p:txBody>
        </p:sp>
        <p:graphicFrame>
          <p:nvGraphicFramePr>
            <p:cNvPr id="10296" name="Object 72">
              <a:extLst>
                <a:ext uri="{FF2B5EF4-FFF2-40B4-BE49-F238E27FC236}">
                  <a16:creationId xmlns:a16="http://schemas.microsoft.com/office/drawing/2014/main" id="{0994286A-113E-4CA0-8EA8-4CD7203697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56" y="952"/>
            <a:ext cx="24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3" name="Equation" r:id="rId19" imgW="272930" imgH="291958" progId="Equation.DSMT4">
                    <p:embed/>
                  </p:oleObj>
                </mc:Choice>
                <mc:Fallback>
                  <p:oleObj name="Equation" r:id="rId19" imgW="272930" imgH="291958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" y="952"/>
                          <a:ext cx="248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6137" name="Text Box 73">
            <a:extLst>
              <a:ext uri="{FF2B5EF4-FFF2-40B4-BE49-F238E27FC236}">
                <a16:creationId xmlns:a16="http://schemas.microsoft.com/office/drawing/2014/main" id="{7803CFBB-F0E2-4CE5-925F-048C4E1C9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8838" y="2959100"/>
            <a:ext cx="381000" cy="519113"/>
          </a:xfrm>
          <a:prstGeom prst="rect">
            <a:avLst/>
          </a:prstGeom>
          <a:solidFill>
            <a:srgbClr val="F8F4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o</a:t>
            </a:r>
          </a:p>
        </p:txBody>
      </p:sp>
      <p:sp>
        <p:nvSpPr>
          <p:cNvPr id="216138" name="Arc 74">
            <a:extLst>
              <a:ext uri="{FF2B5EF4-FFF2-40B4-BE49-F238E27FC236}">
                <a16:creationId xmlns:a16="http://schemas.microsoft.com/office/drawing/2014/main" id="{08728605-AA4A-4D55-BFD7-E0EBECBC7C38}"/>
              </a:ext>
            </a:extLst>
          </p:cNvPr>
          <p:cNvSpPr>
            <a:spLocks/>
          </p:cNvSpPr>
          <p:nvPr/>
        </p:nvSpPr>
        <p:spPr bwMode="auto">
          <a:xfrm>
            <a:off x="7604125" y="3541713"/>
            <a:ext cx="762000" cy="609600"/>
          </a:xfrm>
          <a:custGeom>
            <a:avLst/>
            <a:gdLst>
              <a:gd name="T0" fmla="*/ 2147483646 w 21600"/>
              <a:gd name="T1" fmla="*/ 0 h 20661"/>
              <a:gd name="T2" fmla="*/ 2147483646 w 21600"/>
              <a:gd name="T3" fmla="*/ 2147483646 h 20661"/>
              <a:gd name="T4" fmla="*/ 0 w 21600"/>
              <a:gd name="T5" fmla="*/ 2147483646 h 20661"/>
              <a:gd name="T6" fmla="*/ 0 60000 65536"/>
              <a:gd name="T7" fmla="*/ 0 60000 65536"/>
              <a:gd name="T8" fmla="*/ 0 60000 65536"/>
              <a:gd name="T9" fmla="*/ 0 w 21600"/>
              <a:gd name="T10" fmla="*/ 0 h 20661"/>
              <a:gd name="T11" fmla="*/ 21600 w 21600"/>
              <a:gd name="T12" fmla="*/ 20661 h 206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0661" fill="none" extrusionOk="0">
                <a:moveTo>
                  <a:pt x="20409" y="-1"/>
                </a:moveTo>
                <a:cubicBezTo>
                  <a:pt x="21197" y="2274"/>
                  <a:pt x="21600" y="4665"/>
                  <a:pt x="21600" y="7073"/>
                </a:cubicBezTo>
                <a:cubicBezTo>
                  <a:pt x="21600" y="12019"/>
                  <a:pt x="19902" y="16815"/>
                  <a:pt x="16790" y="20660"/>
                </a:cubicBezTo>
              </a:path>
              <a:path w="21600" h="20661" stroke="0" extrusionOk="0">
                <a:moveTo>
                  <a:pt x="20409" y="-1"/>
                </a:moveTo>
                <a:cubicBezTo>
                  <a:pt x="21197" y="2274"/>
                  <a:pt x="21600" y="4665"/>
                  <a:pt x="21600" y="7073"/>
                </a:cubicBezTo>
                <a:cubicBezTo>
                  <a:pt x="21600" y="12019"/>
                  <a:pt x="19902" y="16815"/>
                  <a:pt x="16790" y="20660"/>
                </a:cubicBezTo>
                <a:lnTo>
                  <a:pt x="0" y="7073"/>
                </a:lnTo>
                <a:lnTo>
                  <a:pt x="20409" y="-1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6139" name="Object 75">
            <a:extLst>
              <a:ext uri="{FF2B5EF4-FFF2-40B4-BE49-F238E27FC236}">
                <a16:creationId xmlns:a16="http://schemas.microsoft.com/office/drawing/2014/main" id="{6191C9BE-89F5-4A6B-94B6-EB6BFD1573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1975" y="4057650"/>
          <a:ext cx="393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4" name="Equation" r:id="rId21" imgW="272930" imgH="291958" progId="Equation.DSMT4">
                  <p:embed/>
                </p:oleObj>
              </mc:Choice>
              <mc:Fallback>
                <p:oleObj name="Equation" r:id="rId21" imgW="272930" imgH="291958" progId="Equation.DSMT4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4057650"/>
                        <a:ext cx="393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40" name="Object 76">
            <a:extLst>
              <a:ext uri="{FF2B5EF4-FFF2-40B4-BE49-F238E27FC236}">
                <a16:creationId xmlns:a16="http://schemas.microsoft.com/office/drawing/2014/main" id="{BB1081D9-A63D-48B2-B84C-26E29E90BD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66125" y="3757613"/>
          <a:ext cx="292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5" name="Equation" r:id="rId23" imgW="291973" imgH="241195" progId="Equation.3">
                  <p:embed/>
                </p:oleObj>
              </mc:Choice>
              <mc:Fallback>
                <p:oleObj name="Equation" r:id="rId23" imgW="291973" imgH="241195" progId="Equation.3">
                  <p:embed/>
                  <p:pic>
                    <p:nvPicPr>
                      <p:cNvPr id="0" name="Object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25" y="3757613"/>
                        <a:ext cx="2921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41" name="Rectangle 77">
            <a:extLst>
              <a:ext uri="{FF2B5EF4-FFF2-40B4-BE49-F238E27FC236}">
                <a16:creationId xmlns:a16="http://schemas.microsoft.com/office/drawing/2014/main" id="{DC092740-20E7-4E56-82C2-E41215BEF0DD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6156325" y="3756025"/>
            <a:ext cx="1905000" cy="76200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rgbClr val="7647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2" name="Arc 78">
            <a:extLst>
              <a:ext uri="{FF2B5EF4-FFF2-40B4-BE49-F238E27FC236}">
                <a16:creationId xmlns:a16="http://schemas.microsoft.com/office/drawing/2014/main" id="{13B06028-781F-4079-B6F0-84AAC09335DF}"/>
              </a:ext>
            </a:extLst>
          </p:cNvPr>
          <p:cNvSpPr>
            <a:spLocks/>
          </p:cNvSpPr>
          <p:nvPr/>
        </p:nvSpPr>
        <p:spPr bwMode="auto">
          <a:xfrm>
            <a:off x="6384925" y="2247900"/>
            <a:ext cx="1830388" cy="2051050"/>
          </a:xfrm>
          <a:custGeom>
            <a:avLst/>
            <a:gdLst>
              <a:gd name="T0" fmla="*/ 2147483646 w 21600"/>
              <a:gd name="T1" fmla="*/ 0 h 24230"/>
              <a:gd name="T2" fmla="*/ 2147483646 w 21600"/>
              <a:gd name="T3" fmla="*/ 2147483646 h 24230"/>
              <a:gd name="T4" fmla="*/ 0 w 21600"/>
              <a:gd name="T5" fmla="*/ 2147483646 h 24230"/>
              <a:gd name="T6" fmla="*/ 0 60000 65536"/>
              <a:gd name="T7" fmla="*/ 0 60000 65536"/>
              <a:gd name="T8" fmla="*/ 0 60000 65536"/>
              <a:gd name="T9" fmla="*/ 0 w 21600"/>
              <a:gd name="T10" fmla="*/ 0 h 24230"/>
              <a:gd name="T11" fmla="*/ 21600 w 21600"/>
              <a:gd name="T12" fmla="*/ 24230 h 2423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230" fill="none" extrusionOk="0">
                <a:moveTo>
                  <a:pt x="18067" y="-1"/>
                </a:moveTo>
                <a:cubicBezTo>
                  <a:pt x="20372" y="3517"/>
                  <a:pt x="21600" y="7631"/>
                  <a:pt x="21600" y="11837"/>
                </a:cubicBezTo>
                <a:cubicBezTo>
                  <a:pt x="21600" y="16271"/>
                  <a:pt x="20235" y="20598"/>
                  <a:pt x="17691" y="24230"/>
                </a:cubicBezTo>
              </a:path>
              <a:path w="21600" h="24230" stroke="0" extrusionOk="0">
                <a:moveTo>
                  <a:pt x="18067" y="-1"/>
                </a:moveTo>
                <a:cubicBezTo>
                  <a:pt x="20372" y="3517"/>
                  <a:pt x="21600" y="7631"/>
                  <a:pt x="21600" y="11837"/>
                </a:cubicBezTo>
                <a:cubicBezTo>
                  <a:pt x="21600" y="16271"/>
                  <a:pt x="20235" y="20598"/>
                  <a:pt x="17691" y="24230"/>
                </a:cubicBezTo>
                <a:lnTo>
                  <a:pt x="0" y="11837"/>
                </a:lnTo>
                <a:lnTo>
                  <a:pt x="18067" y="-1"/>
                </a:lnTo>
                <a:close/>
              </a:path>
            </a:pathLst>
          </a:custGeom>
          <a:solidFill>
            <a:srgbClr val="FFFF66"/>
          </a:soli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6143" name="Rectangle 79">
            <a:extLst>
              <a:ext uri="{FF2B5EF4-FFF2-40B4-BE49-F238E27FC236}">
                <a16:creationId xmlns:a16="http://schemas.microsoft.com/office/drawing/2014/main" id="{5764B856-7A9A-47ED-A1C5-9D73D9DFA6F6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7146925" y="3832225"/>
            <a:ext cx="174625" cy="87313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4" name="Line 80">
            <a:extLst>
              <a:ext uri="{FF2B5EF4-FFF2-40B4-BE49-F238E27FC236}">
                <a16:creationId xmlns:a16="http://schemas.microsoft.com/office/drawing/2014/main" id="{D9354267-EA2A-443D-A2E0-19ECD31B21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9325" y="3451225"/>
            <a:ext cx="304800" cy="381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6145" name="Object 81">
            <a:extLst>
              <a:ext uri="{FF2B5EF4-FFF2-40B4-BE49-F238E27FC236}">
                <a16:creationId xmlns:a16="http://schemas.microsoft.com/office/drawing/2014/main" id="{9BFFB326-3485-46D3-8756-B5DF675AB5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27925" y="3133725"/>
          <a:ext cx="228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6" name="Equation" r:id="rId25" imgW="114454" imgH="209337" progId="Equation.DSMT4">
                  <p:embed/>
                </p:oleObj>
              </mc:Choice>
              <mc:Fallback>
                <p:oleObj name="Equation" r:id="rId25" imgW="114454" imgH="209337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7925" y="3133725"/>
                        <a:ext cx="228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46" name="Rectangle 82">
            <a:extLst>
              <a:ext uri="{FF2B5EF4-FFF2-40B4-BE49-F238E27FC236}">
                <a16:creationId xmlns:a16="http://schemas.microsoft.com/office/drawing/2014/main" id="{85ABBF93-325E-4A99-943F-19BF35083C6E}"/>
              </a:ext>
            </a:extLst>
          </p:cNvPr>
          <p:cNvSpPr>
            <a:spLocks noChangeArrowheads="1"/>
          </p:cNvSpPr>
          <p:nvPr/>
        </p:nvSpPr>
        <p:spPr bwMode="auto">
          <a:xfrm rot="2093876">
            <a:off x="6183313" y="3683000"/>
            <a:ext cx="1905000" cy="76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6147" name="Text Box 83">
            <a:extLst>
              <a:ext uri="{FF2B5EF4-FFF2-40B4-BE49-F238E27FC236}">
                <a16:creationId xmlns:a16="http://schemas.microsoft.com/office/drawing/2014/main" id="{0DC4E845-112C-45EA-B342-8FC7D08A4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42799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a</a:t>
            </a:r>
          </a:p>
        </p:txBody>
      </p:sp>
      <p:sp>
        <p:nvSpPr>
          <p:cNvPr id="216148" name="Text Box 84">
            <a:extLst>
              <a:ext uri="{FF2B5EF4-FFF2-40B4-BE49-F238E27FC236}">
                <a16:creationId xmlns:a16="http://schemas.microsoft.com/office/drawing/2014/main" id="{EC487728-2EB0-450D-8198-923E1C45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25" y="1712913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a</a:t>
            </a:r>
            <a:r>
              <a:rPr lang="en-US" altLang="zh-CN" sz="2800" b="1" i="1">
                <a:sym typeface="Symbol" panose="05050102010706020507" pitchFamily="18" charset="2"/>
              </a:rPr>
              <a:t></a:t>
            </a:r>
            <a:endParaRPr lang="en-US" altLang="zh-CN" sz="2800" b="1"/>
          </a:p>
        </p:txBody>
      </p:sp>
      <p:grpSp>
        <p:nvGrpSpPr>
          <p:cNvPr id="4" name="Group 85">
            <a:extLst>
              <a:ext uri="{FF2B5EF4-FFF2-40B4-BE49-F238E27FC236}">
                <a16:creationId xmlns:a16="http://schemas.microsoft.com/office/drawing/2014/main" id="{89F221C3-CFF1-4721-8E6C-92218157501E}"/>
              </a:ext>
            </a:extLst>
          </p:cNvPr>
          <p:cNvGrpSpPr>
            <a:grpSpLocks/>
          </p:cNvGrpSpPr>
          <p:nvPr/>
        </p:nvGrpSpPr>
        <p:grpSpPr bwMode="auto">
          <a:xfrm>
            <a:off x="6080125" y="3070225"/>
            <a:ext cx="927100" cy="317500"/>
            <a:chOff x="3888" y="1623"/>
            <a:chExt cx="584" cy="200"/>
          </a:xfrm>
        </p:grpSpPr>
        <p:graphicFrame>
          <p:nvGraphicFramePr>
            <p:cNvPr id="10293" name="Object 86">
              <a:extLst>
                <a:ext uri="{FF2B5EF4-FFF2-40B4-BE49-F238E27FC236}">
                  <a16:creationId xmlns:a16="http://schemas.microsoft.com/office/drawing/2014/main" id="{89E24A1C-BD31-461C-A39B-95A84A2E63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0" y="1623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27" name="Equation" r:id="rId27" imgW="241091" imgH="317225" progId="Equation.3">
                    <p:embed/>
                  </p:oleObj>
                </mc:Choice>
                <mc:Fallback>
                  <p:oleObj name="Equation" r:id="rId27" imgW="241091" imgH="317225" progId="Equation.3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623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4" name="Arc 87">
              <a:extLst>
                <a:ext uri="{FF2B5EF4-FFF2-40B4-BE49-F238E27FC236}">
                  <a16:creationId xmlns:a16="http://schemas.microsoft.com/office/drawing/2014/main" id="{3DD36597-8049-46FE-8C82-3130CDEF34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623"/>
              <a:ext cx="384" cy="192"/>
            </a:xfrm>
            <a:custGeom>
              <a:avLst/>
              <a:gdLst>
                <a:gd name="T0" fmla="*/ 0 w 21600"/>
                <a:gd name="T1" fmla="*/ 0 h 27581"/>
                <a:gd name="T2" fmla="*/ 0 w 21600"/>
                <a:gd name="T3" fmla="*/ 0 h 27581"/>
                <a:gd name="T4" fmla="*/ 0 w 21600"/>
                <a:gd name="T5" fmla="*/ 0 h 27581"/>
                <a:gd name="T6" fmla="*/ 0 60000 65536"/>
                <a:gd name="T7" fmla="*/ 0 60000 65536"/>
                <a:gd name="T8" fmla="*/ 0 60000 65536"/>
                <a:gd name="T9" fmla="*/ 0 w 21600"/>
                <a:gd name="T10" fmla="*/ 0 h 27581"/>
                <a:gd name="T11" fmla="*/ 21600 w 21600"/>
                <a:gd name="T12" fmla="*/ 27581 h 275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7581" fill="none" extrusionOk="0">
                  <a:moveTo>
                    <a:pt x="17319" y="0"/>
                  </a:moveTo>
                  <a:cubicBezTo>
                    <a:pt x="20098" y="3729"/>
                    <a:pt x="21600" y="8256"/>
                    <a:pt x="21600" y="12907"/>
                  </a:cubicBezTo>
                  <a:cubicBezTo>
                    <a:pt x="21600" y="18347"/>
                    <a:pt x="19546" y="23588"/>
                    <a:pt x="15850" y="27581"/>
                  </a:cubicBezTo>
                </a:path>
                <a:path w="21600" h="27581" stroke="0" extrusionOk="0">
                  <a:moveTo>
                    <a:pt x="17319" y="0"/>
                  </a:moveTo>
                  <a:cubicBezTo>
                    <a:pt x="20098" y="3729"/>
                    <a:pt x="21600" y="8256"/>
                    <a:pt x="21600" y="12907"/>
                  </a:cubicBezTo>
                  <a:cubicBezTo>
                    <a:pt x="21600" y="18347"/>
                    <a:pt x="19546" y="23588"/>
                    <a:pt x="15850" y="27581"/>
                  </a:cubicBezTo>
                  <a:lnTo>
                    <a:pt x="0" y="12907"/>
                  </a:lnTo>
                  <a:lnTo>
                    <a:pt x="17319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6152" name="Line 88">
            <a:extLst>
              <a:ext uri="{FF2B5EF4-FFF2-40B4-BE49-F238E27FC236}">
                <a16:creationId xmlns:a16="http://schemas.microsoft.com/office/drawing/2014/main" id="{2A3A1B50-21BA-4494-8BB3-DF66E7D7DB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0725" y="3890963"/>
            <a:ext cx="304800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6154" name="Object 90">
            <a:extLst>
              <a:ext uri="{FF2B5EF4-FFF2-40B4-BE49-F238E27FC236}">
                <a16:creationId xmlns:a16="http://schemas.microsoft.com/office/drawing/2014/main" id="{63F90E4C-0493-47E4-A2A2-595A5F388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9988" y="4421188"/>
          <a:ext cx="6350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8" name="Equation" r:id="rId29" imgW="88969" imgH="38061" progId="Equation.3">
                  <p:embed/>
                </p:oleObj>
              </mc:Choice>
              <mc:Fallback>
                <p:oleObj name="Equation" r:id="rId29" imgW="88969" imgH="38061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988" y="4421188"/>
                        <a:ext cx="6350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5" name="Object 91">
            <a:extLst>
              <a:ext uri="{FF2B5EF4-FFF2-40B4-BE49-F238E27FC236}">
                <a16:creationId xmlns:a16="http://schemas.microsoft.com/office/drawing/2014/main" id="{60212D6B-4232-4205-9A43-F9AC114091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3388" y="4479925"/>
          <a:ext cx="3667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9" name="Equation" r:id="rId31" imgW="126835" imgH="139518" progId="Equation.3">
                  <p:embed/>
                </p:oleObj>
              </mc:Choice>
              <mc:Fallback>
                <p:oleObj name="Equation" r:id="rId31" imgW="126835" imgH="139518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388" y="4479925"/>
                        <a:ext cx="366712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6" name="Object 92">
            <a:extLst>
              <a:ext uri="{FF2B5EF4-FFF2-40B4-BE49-F238E27FC236}">
                <a16:creationId xmlns:a16="http://schemas.microsoft.com/office/drawing/2014/main" id="{F2858351-D58F-41E7-91DE-DD93E4D598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9538" y="1933575"/>
          <a:ext cx="2936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0" name="Equation" r:id="rId33" imgW="190449" imgH="279426" progId="Equation.DSMT4">
                  <p:embed/>
                </p:oleObj>
              </mc:Choice>
              <mc:Fallback>
                <p:oleObj name="Equation" r:id="rId33" imgW="190449" imgH="279426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9538" y="1933575"/>
                        <a:ext cx="2936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157" name="Object 93">
            <a:extLst>
              <a:ext uri="{FF2B5EF4-FFF2-40B4-BE49-F238E27FC236}">
                <a16:creationId xmlns:a16="http://schemas.microsoft.com/office/drawing/2014/main" id="{57DB2062-AB51-4FD3-AA10-999E9A550C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8313" y="433388"/>
          <a:ext cx="271462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1" name="Equation" r:id="rId35" imgW="291973" imgH="393529" progId="Equation.DSMT4">
                  <p:embed/>
                </p:oleObj>
              </mc:Choice>
              <mc:Fallback>
                <p:oleObj name="Equation" r:id="rId35" imgW="291973" imgH="393529" progId="Equation.DSMT4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433388"/>
                        <a:ext cx="271462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6158" name="Rectangle 94">
            <a:extLst>
              <a:ext uri="{FF2B5EF4-FFF2-40B4-BE49-F238E27FC236}">
                <a16:creationId xmlns:a16="http://schemas.microsoft.com/office/drawing/2014/main" id="{6398029F-874F-4EA8-9033-29165DA84E22}"/>
              </a:ext>
            </a:extLst>
          </p:cNvPr>
          <p:cNvSpPr>
            <a:spLocks noChangeArrowheads="1"/>
          </p:cNvSpPr>
          <p:nvPr/>
        </p:nvSpPr>
        <p:spPr bwMode="auto">
          <a:xfrm rot="19660952" flipV="1">
            <a:off x="6156325" y="2689225"/>
            <a:ext cx="1905000" cy="76200"/>
          </a:xfrm>
          <a:prstGeom prst="rect">
            <a:avLst/>
          </a:prstGeom>
          <a:gradFill rotWithShape="0">
            <a:gsLst>
              <a:gs pos="0">
                <a:srgbClr val="764700"/>
              </a:gs>
              <a:gs pos="100000">
                <a:srgbClr val="FF99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5" name="Group 96">
            <a:extLst>
              <a:ext uri="{FF2B5EF4-FFF2-40B4-BE49-F238E27FC236}">
                <a16:creationId xmlns:a16="http://schemas.microsoft.com/office/drawing/2014/main" id="{AFBB92AB-D76D-4BDB-A2E2-FC907174658B}"/>
              </a:ext>
            </a:extLst>
          </p:cNvPr>
          <p:cNvGrpSpPr>
            <a:grpSpLocks/>
          </p:cNvGrpSpPr>
          <p:nvPr/>
        </p:nvGrpSpPr>
        <p:grpSpPr bwMode="auto">
          <a:xfrm>
            <a:off x="5681663" y="950913"/>
            <a:ext cx="3105150" cy="762000"/>
            <a:chOff x="3504" y="48"/>
            <a:chExt cx="1956" cy="480"/>
          </a:xfrm>
        </p:grpSpPr>
        <p:graphicFrame>
          <p:nvGraphicFramePr>
            <p:cNvPr id="10291" name="Object 97">
              <a:extLst>
                <a:ext uri="{FF2B5EF4-FFF2-40B4-BE49-F238E27FC236}">
                  <a16:creationId xmlns:a16="http://schemas.microsoft.com/office/drawing/2014/main" id="{806774B5-3F26-4F82-9478-967A307F48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4" y="90"/>
            <a:ext cx="1466" cy="3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2" name="Equation" r:id="rId37" imgW="2349500" imgH="558800" progId="Equation.DSMT4">
                    <p:embed/>
                  </p:oleObj>
                </mc:Choice>
                <mc:Fallback>
                  <p:oleObj name="Equation" r:id="rId37" imgW="2349500" imgH="55880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4" y="90"/>
                          <a:ext cx="1466" cy="37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2" name="Object 98">
              <a:extLst>
                <a:ext uri="{FF2B5EF4-FFF2-40B4-BE49-F238E27FC236}">
                  <a16:creationId xmlns:a16="http://schemas.microsoft.com/office/drawing/2014/main" id="{6E64A020-A76A-4441-B658-69E968DC6A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04" y="48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3" name="剪辑" r:id="rId39" imgW="3168581" imgH="2914476" progId="MS_ClipArt_Gallery.2">
                    <p:embed/>
                  </p:oleObj>
                </mc:Choice>
                <mc:Fallback>
                  <p:oleObj name="剪辑" r:id="rId39" imgW="3168581" imgH="2914476" progId="MS_ClipArt_Gallery.2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48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99">
            <a:extLst>
              <a:ext uri="{FF2B5EF4-FFF2-40B4-BE49-F238E27FC236}">
                <a16:creationId xmlns:a16="http://schemas.microsoft.com/office/drawing/2014/main" id="{E312A94E-8710-4466-A637-1F05EE3178C9}"/>
              </a:ext>
            </a:extLst>
          </p:cNvPr>
          <p:cNvGrpSpPr>
            <a:grpSpLocks/>
          </p:cNvGrpSpPr>
          <p:nvPr/>
        </p:nvGrpSpPr>
        <p:grpSpPr bwMode="auto">
          <a:xfrm>
            <a:off x="7050088" y="4167188"/>
            <a:ext cx="144462" cy="142875"/>
            <a:chOff x="4422" y="2614"/>
            <a:chExt cx="91" cy="90"/>
          </a:xfrm>
        </p:grpSpPr>
        <p:sp>
          <p:nvSpPr>
            <p:cNvPr id="10289" name="Line 100">
              <a:extLst>
                <a:ext uri="{FF2B5EF4-FFF2-40B4-BE49-F238E27FC236}">
                  <a16:creationId xmlns:a16="http://schemas.microsoft.com/office/drawing/2014/main" id="{6662F996-7039-4074-89E4-9AA49CC6C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3" y="2614"/>
              <a:ext cx="90" cy="9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0" name="Line 101">
              <a:extLst>
                <a:ext uri="{FF2B5EF4-FFF2-40B4-BE49-F238E27FC236}">
                  <a16:creationId xmlns:a16="http://schemas.microsoft.com/office/drawing/2014/main" id="{D754ED01-A4A2-4148-A4FF-D6679F1BF3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22" y="2614"/>
              <a:ext cx="90" cy="9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80" name="Text Box 12">
            <a:extLst>
              <a:ext uri="{FF2B5EF4-FFF2-40B4-BE49-F238E27FC236}">
                <a16:creationId xmlns:a16="http://schemas.microsoft.com/office/drawing/2014/main" id="{F49D7371-EC41-4F5E-A72F-080326244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5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30AE175-B716-46FA-8D0B-B83D80F2D6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53163" y="3367088"/>
            <a:ext cx="787400" cy="503237"/>
          </a:xfrm>
          <a:prstGeom prst="straightConnector1">
            <a:avLst/>
          </a:prstGeom>
          <a:noFill/>
          <a:ln w="31750" algn="ctr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3500E4C-D8CB-4334-A290-C8E3671920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7288" y="3532188"/>
            <a:ext cx="269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i="1"/>
              <a:t>l</a:t>
            </a:r>
            <a:endParaRPr lang="en-US" altLang="zh-CN" sz="1600" b="1" i="1"/>
          </a:p>
        </p:txBody>
      </p:sp>
      <p:sp>
        <p:nvSpPr>
          <p:cNvPr id="104" name="Text Box 61">
            <a:extLst>
              <a:ext uri="{FF2B5EF4-FFF2-40B4-BE49-F238E27FC236}">
                <a16:creationId xmlns:a16="http://schemas.microsoft.com/office/drawing/2014/main" id="{8E3E5567-0FF4-4CE9-BF97-9685675BE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4146550"/>
            <a:ext cx="687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&lt;0</a:t>
            </a:r>
          </a:p>
        </p:txBody>
      </p:sp>
      <p:sp>
        <p:nvSpPr>
          <p:cNvPr id="105" name="Text Box 61">
            <a:extLst>
              <a:ext uri="{FF2B5EF4-FFF2-40B4-BE49-F238E27FC236}">
                <a16:creationId xmlns:a16="http://schemas.microsoft.com/office/drawing/2014/main" id="{A0C811BD-0751-471D-B5C6-47C06E141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0" y="5913438"/>
            <a:ext cx="688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&gt;0</a:t>
            </a:r>
          </a:p>
        </p:txBody>
      </p:sp>
      <p:sp>
        <p:nvSpPr>
          <p:cNvPr id="106" name="Text Box 61">
            <a:extLst>
              <a:ext uri="{FF2B5EF4-FFF2-40B4-BE49-F238E27FC236}">
                <a16:creationId xmlns:a16="http://schemas.microsoft.com/office/drawing/2014/main" id="{1942F541-36BB-43D8-9671-5E47537DED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575" y="6381750"/>
            <a:ext cx="1963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</a:rPr>
              <a:t>方向</a:t>
            </a:r>
            <a:r>
              <a:rPr lang="en-US" altLang="zh-CN" sz="2800" b="1">
                <a:solidFill>
                  <a:srgbClr val="000000"/>
                </a:solidFill>
              </a:rPr>
              <a:t>:</a:t>
            </a:r>
          </a:p>
        </p:txBody>
      </p:sp>
      <p:graphicFrame>
        <p:nvGraphicFramePr>
          <p:cNvPr id="107" name="Object 62">
            <a:extLst>
              <a:ext uri="{FF2B5EF4-FFF2-40B4-BE49-F238E27FC236}">
                <a16:creationId xmlns:a16="http://schemas.microsoft.com/office/drawing/2014/main" id="{3E6BBCF5-68A4-4C86-A65A-EBEC32E2D3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42175" y="6477000"/>
          <a:ext cx="3984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4" name="Equation" r:id="rId41" imgW="126835" imgH="139518" progId="Equation.3">
                  <p:embed/>
                </p:oleObj>
              </mc:Choice>
              <mc:Fallback>
                <p:oleObj name="Equation" r:id="rId41" imgW="126835" imgH="139518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2175" y="6477000"/>
                        <a:ext cx="398463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ct 90">
            <a:extLst>
              <a:ext uri="{FF2B5EF4-FFF2-40B4-BE49-F238E27FC236}">
                <a16:creationId xmlns:a16="http://schemas.microsoft.com/office/drawing/2014/main" id="{297F91AF-5FC1-4EB1-973E-579F550EC6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46975" y="6437313"/>
          <a:ext cx="635000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5" name="Equation" r:id="rId42" imgW="88969" imgH="38061" progId="Equation.3">
                  <p:embed/>
                </p:oleObj>
              </mc:Choice>
              <mc:Fallback>
                <p:oleObj name="Equation" r:id="rId42" imgW="88969" imgH="38061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6975" y="6437313"/>
                        <a:ext cx="635000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91">
            <a:extLst>
              <a:ext uri="{FF2B5EF4-FFF2-40B4-BE49-F238E27FC236}">
                <a16:creationId xmlns:a16="http://schemas.microsoft.com/office/drawing/2014/main" id="{A61CD9DD-3207-480C-B3AC-4C0BCFCC28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80375" y="6496050"/>
          <a:ext cx="36671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6" name="Equation" r:id="rId44" imgW="126835" imgH="139518" progId="Equation.3">
                  <p:embed/>
                </p:oleObj>
              </mc:Choice>
              <mc:Fallback>
                <p:oleObj name="Equation" r:id="rId44" imgW="126835" imgH="139518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0375" y="6496050"/>
                        <a:ext cx="36671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16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1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6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21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16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1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21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21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16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16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16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6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6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16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75" fill="hold"/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" fill="hold"/>
                                        <p:tgtEl>
                                          <p:spTgt spid="216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6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2" dur="300"/>
                                        <p:tgtEl>
                                          <p:spTgt spid="21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0" dur="500"/>
                                        <p:tgtEl>
                                          <p:spTgt spid="216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75" fill="hold"/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" fill="hold"/>
                                        <p:tgtEl>
                                          <p:spTgt spid="216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1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1" dur="500"/>
                                        <p:tgtEl>
                                          <p:spTgt spid="21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16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16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6" grpId="0" animBg="1"/>
      <p:bldP spid="216067" grpId="0" autoUpdateAnimBg="0"/>
      <p:bldP spid="216121" grpId="0" autoUpdateAnimBg="0"/>
      <p:bldP spid="216125" grpId="0" autoUpdateAnimBg="0"/>
      <p:bldP spid="216127" grpId="0" autoUpdateAnimBg="0"/>
      <p:bldP spid="216128" grpId="0" autoUpdateAnimBg="0"/>
      <p:bldP spid="216129" grpId="0" autoUpdateAnimBg="0"/>
      <p:bldP spid="216137" grpId="0" animBg="1" autoUpdateAnimBg="0"/>
      <p:bldP spid="216141" grpId="0" animBg="1"/>
      <p:bldP spid="216143" grpId="0" animBg="1"/>
      <p:bldP spid="216146" grpId="0" animBg="1"/>
      <p:bldP spid="216147" grpId="0" autoUpdateAnimBg="0"/>
      <p:bldP spid="216148" grpId="0" autoUpdateAnimBg="0"/>
      <p:bldP spid="216158" grpId="0" animBg="1"/>
      <p:bldP spid="9" grpId="0"/>
      <p:bldP spid="104" grpId="0"/>
      <p:bldP spid="105" grpId="0"/>
      <p:bldP spid="10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>
            <a:extLst>
              <a:ext uri="{FF2B5EF4-FFF2-40B4-BE49-F238E27FC236}">
                <a16:creationId xmlns:a16="http://schemas.microsoft.com/office/drawing/2014/main" id="{7C08D244-7957-4E62-9CF4-2A37954D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61938"/>
            <a:ext cx="2376488" cy="719137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50000">
                <a:schemeClr val="bg1"/>
              </a:gs>
              <a:gs pos="100000">
                <a:srgbClr val="FF99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717E181C-4D03-492C-8B34-3EF4CAEBD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2330450"/>
            <a:ext cx="3427412" cy="436245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7092" name="Rectangle 4">
            <a:extLst>
              <a:ext uri="{FF2B5EF4-FFF2-40B4-BE49-F238E27FC236}">
                <a16:creationId xmlns:a16="http://schemas.microsoft.com/office/drawing/2014/main" id="{65747105-20BE-46D6-A8EC-2751E5F37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788" y="2343150"/>
            <a:ext cx="3227387" cy="4321175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7093" name="Text Box 5">
            <a:extLst>
              <a:ext uri="{FF2B5EF4-FFF2-40B4-BE49-F238E27FC236}">
                <a16:creationId xmlns:a16="http://schemas.microsoft.com/office/drawing/2014/main" id="{592FF85C-F489-47D1-B23C-2BA749A38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296863"/>
            <a:ext cx="3194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b="1">
                <a:latin typeface="黑体" panose="02010609060101010101" pitchFamily="49" charset="-122"/>
                <a:ea typeface="黑体" panose="02010609060101010101" pitchFamily="49" charset="-122"/>
              </a:rPr>
              <a:t>举一反三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B142DC01-7B53-409F-8FC6-BD63D4E4FE01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981075"/>
            <a:ext cx="6278563" cy="946150"/>
            <a:chOff x="240" y="624"/>
            <a:chExt cx="3312" cy="596"/>
          </a:xfrm>
        </p:grpSpPr>
        <p:sp>
          <p:nvSpPr>
            <p:cNvPr id="11398" name="Text Box 7">
              <a:extLst>
                <a:ext uri="{FF2B5EF4-FFF2-40B4-BE49-F238E27FC236}">
                  <a16:creationId xmlns:a16="http://schemas.microsoft.com/office/drawing/2014/main" id="{6E003DA9-501F-46FA-9270-5EF43F565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624"/>
              <a:ext cx="3312" cy="5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（</a:t>
              </a:r>
              <a:r>
                <a:rPr kumimoji="0" lang="en-US" altLang="zh-CN" sz="2800" b="1">
                  <a:solidFill>
                    <a:srgbClr val="000000"/>
                  </a:solidFill>
                </a:rPr>
                <a:t>1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）半径为</a:t>
              </a:r>
              <a:r>
                <a:rPr kumimoji="0" lang="en-US" altLang="zh-CN" sz="2800" b="1" i="1">
                  <a:solidFill>
                    <a:srgbClr val="000000"/>
                  </a:solidFill>
                </a:rPr>
                <a:t>R 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的金属圆盘以</a:t>
              </a:r>
              <a:r>
                <a:rPr lang="zh-CN" altLang="en-US" sz="2800" b="1" i="1">
                  <a:solidFill>
                    <a:srgbClr val="000000"/>
                  </a:solidFill>
                  <a:sym typeface="Symbol" panose="05050102010706020507" pitchFamily="18" charset="2"/>
                </a:rPr>
                <a:t> 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转动，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         求中心与边沿的</a:t>
              </a:r>
            </a:p>
          </p:txBody>
        </p:sp>
        <p:graphicFrame>
          <p:nvGraphicFramePr>
            <p:cNvPr id="11399" name="Object 8">
              <a:extLst>
                <a:ext uri="{FF2B5EF4-FFF2-40B4-BE49-F238E27FC236}">
                  <a16:creationId xmlns:a16="http://schemas.microsoft.com/office/drawing/2014/main" id="{C34A4C5A-FCB0-48FE-A173-3166C97E60F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1" y="912"/>
            <a:ext cx="50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39" name="Equation" r:id="rId3" imgW="748975" imgH="431613" progId="Equation.DSMT4">
                    <p:embed/>
                  </p:oleObj>
                </mc:Choice>
                <mc:Fallback>
                  <p:oleObj name="Equation" r:id="rId3" imgW="748975" imgH="431613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1" y="912"/>
                          <a:ext cx="509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7C0A8CAE-FCA3-4FA1-A84F-5C699CF31A6D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882775"/>
            <a:ext cx="4724400" cy="519113"/>
            <a:chOff x="240" y="1353"/>
            <a:chExt cx="2976" cy="327"/>
          </a:xfrm>
        </p:grpSpPr>
        <p:sp>
          <p:nvSpPr>
            <p:cNvPr id="11396" name="Text Box 10">
              <a:extLst>
                <a:ext uri="{FF2B5EF4-FFF2-40B4-BE49-F238E27FC236}">
                  <a16:creationId xmlns:a16="http://schemas.microsoft.com/office/drawing/2014/main" id="{A2624B39-1F37-48CF-8630-E4BA4DCEF1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353"/>
              <a:ext cx="297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zh-CN" altLang="en-US" sz="2800" b="1">
                  <a:solidFill>
                    <a:srgbClr val="000000"/>
                  </a:solidFill>
                </a:rPr>
                <a:t>（</a:t>
              </a:r>
              <a:r>
                <a:rPr kumimoji="0" lang="en-US" altLang="zh-CN" sz="2800" b="1">
                  <a:solidFill>
                    <a:srgbClr val="000000"/>
                  </a:solidFill>
                </a:rPr>
                <a:t>2</a:t>
              </a:r>
              <a:r>
                <a:rPr kumimoji="0" lang="zh-CN" altLang="en-US" sz="2800" b="1">
                  <a:solidFill>
                    <a:srgbClr val="000000"/>
                  </a:solidFill>
                </a:rPr>
                <a:t>）以下各种情况中</a:t>
              </a:r>
            </a:p>
          </p:txBody>
        </p:sp>
        <p:graphicFrame>
          <p:nvGraphicFramePr>
            <p:cNvPr id="11397" name="Object 11">
              <a:extLst>
                <a:ext uri="{FF2B5EF4-FFF2-40B4-BE49-F238E27FC236}">
                  <a16:creationId xmlns:a16="http://schemas.microsoft.com/office/drawing/2014/main" id="{71E16F18-FF1C-4853-846F-F395B81F97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2" y="1386"/>
            <a:ext cx="580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0" name="Equation" r:id="rId5" imgW="850531" imgH="431613" progId="Equation.3">
                    <p:embed/>
                  </p:oleObj>
                </mc:Choice>
                <mc:Fallback>
                  <p:oleObj name="Equation" r:id="rId5" imgW="850531" imgH="431613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2" y="1386"/>
                          <a:ext cx="580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276CDFF-EE09-4236-9CF7-041D1866870B}"/>
              </a:ext>
            </a:extLst>
          </p:cNvPr>
          <p:cNvGrpSpPr>
            <a:grpSpLocks/>
          </p:cNvGrpSpPr>
          <p:nvPr/>
        </p:nvGrpSpPr>
        <p:grpSpPr bwMode="auto">
          <a:xfrm>
            <a:off x="6307138" y="188913"/>
            <a:ext cx="1828800" cy="2043112"/>
            <a:chOff x="3552" y="57"/>
            <a:chExt cx="1152" cy="1287"/>
          </a:xfrm>
        </p:grpSpPr>
        <p:grpSp>
          <p:nvGrpSpPr>
            <p:cNvPr id="11375" name="Group 13">
              <a:extLst>
                <a:ext uri="{FF2B5EF4-FFF2-40B4-BE49-F238E27FC236}">
                  <a16:creationId xmlns:a16="http://schemas.microsoft.com/office/drawing/2014/main" id="{24C3D031-8331-448D-94A5-6C2B3E6AD8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576"/>
              <a:ext cx="1152" cy="480"/>
              <a:chOff x="4224" y="816"/>
              <a:chExt cx="1152" cy="480"/>
            </a:xfrm>
          </p:grpSpPr>
          <p:sp>
            <p:nvSpPr>
              <p:cNvPr id="11392" name="Oval 14">
                <a:extLst>
                  <a:ext uri="{FF2B5EF4-FFF2-40B4-BE49-F238E27FC236}">
                    <a16:creationId xmlns:a16="http://schemas.microsoft.com/office/drawing/2014/main" id="{DA711FEE-AB95-420F-AFB0-E019A080C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912"/>
                <a:ext cx="1152" cy="384"/>
              </a:xfrm>
              <a:prstGeom prst="ellipse">
                <a:avLst/>
              </a:prstGeom>
              <a:gradFill rotWithShape="0">
                <a:gsLst>
                  <a:gs pos="0">
                    <a:srgbClr val="44361B"/>
                  </a:gs>
                  <a:gs pos="50000">
                    <a:srgbClr val="FFCC66"/>
                  </a:gs>
                  <a:gs pos="100000">
                    <a:srgbClr val="44361B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93" name="Oval 15">
                <a:extLst>
                  <a:ext uri="{FF2B5EF4-FFF2-40B4-BE49-F238E27FC236}">
                    <a16:creationId xmlns:a16="http://schemas.microsoft.com/office/drawing/2014/main" id="{D602ECFB-F39D-4C0F-8280-11F638A67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816"/>
                <a:ext cx="1152" cy="384"/>
              </a:xfrm>
              <a:prstGeom prst="ellipse">
                <a:avLst/>
              </a:prstGeom>
              <a:gradFill rotWithShape="1">
                <a:gsLst>
                  <a:gs pos="0">
                    <a:srgbClr val="765E2F"/>
                  </a:gs>
                  <a:gs pos="50000">
                    <a:srgbClr val="FFCC66"/>
                  </a:gs>
                  <a:gs pos="100000">
                    <a:srgbClr val="765E2F"/>
                  </a:gs>
                </a:gsLst>
                <a:lin ang="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94" name="Line 16">
                <a:extLst>
                  <a:ext uri="{FF2B5EF4-FFF2-40B4-BE49-F238E27FC236}">
                    <a16:creationId xmlns:a16="http://schemas.microsoft.com/office/drawing/2014/main" id="{EF0E4F85-3EEE-447D-9F86-D892A39DE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0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5" name="Line 17">
                <a:extLst>
                  <a:ext uri="{FF2B5EF4-FFF2-40B4-BE49-F238E27FC236}">
                    <a16:creationId xmlns:a16="http://schemas.microsoft.com/office/drawing/2014/main" id="{2C042B4F-4067-4864-AE2E-3E1F56CBE8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100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76" name="Line 18">
              <a:extLst>
                <a:ext uri="{FF2B5EF4-FFF2-40B4-BE49-F238E27FC236}">
                  <a16:creationId xmlns:a16="http://schemas.microsoft.com/office/drawing/2014/main" id="{5988E5C3-0DAF-433B-8DEB-526EFBF412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240"/>
              <a:ext cx="0" cy="5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7" name="Line 19">
              <a:extLst>
                <a:ext uri="{FF2B5EF4-FFF2-40B4-BE49-F238E27FC236}">
                  <a16:creationId xmlns:a16="http://schemas.microsoft.com/office/drawing/2014/main" id="{3EC95ACB-F538-4CAE-9239-B527A1381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2" y="432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8" name="Line 20">
              <a:extLst>
                <a:ext uri="{FF2B5EF4-FFF2-40B4-BE49-F238E27FC236}">
                  <a16:creationId xmlns:a16="http://schemas.microsoft.com/office/drawing/2014/main" id="{D74F29C2-8187-47A8-BC86-9496B5F59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288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9" name="Line 21">
              <a:extLst>
                <a:ext uri="{FF2B5EF4-FFF2-40B4-BE49-F238E27FC236}">
                  <a16:creationId xmlns:a16="http://schemas.microsoft.com/office/drawing/2014/main" id="{CC8E12D5-3037-4F0C-94AD-E59F9D0AFC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288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0" name="Line 22">
              <a:extLst>
                <a:ext uri="{FF2B5EF4-FFF2-40B4-BE49-F238E27FC236}">
                  <a16:creationId xmlns:a16="http://schemas.microsoft.com/office/drawing/2014/main" id="{84BCE0A6-61E5-43FF-888F-1FF1A7D3B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432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1" name="Line 23">
              <a:extLst>
                <a:ext uri="{FF2B5EF4-FFF2-40B4-BE49-F238E27FC236}">
                  <a16:creationId xmlns:a16="http://schemas.microsoft.com/office/drawing/2014/main" id="{E8F12650-570B-4F48-A5AC-EDA96295B2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384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2" name="Line 24">
              <a:extLst>
                <a:ext uri="{FF2B5EF4-FFF2-40B4-BE49-F238E27FC236}">
                  <a16:creationId xmlns:a16="http://schemas.microsoft.com/office/drawing/2014/main" id="{81CC16A1-5673-4945-992E-D17FE4CDE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384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3" name="Line 25">
              <a:extLst>
                <a:ext uri="{FF2B5EF4-FFF2-40B4-BE49-F238E27FC236}">
                  <a16:creationId xmlns:a16="http://schemas.microsoft.com/office/drawing/2014/main" id="{7F35F06E-B686-4D30-AE83-2D7B579E8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28" y="1056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4" name="Line 26">
              <a:extLst>
                <a:ext uri="{FF2B5EF4-FFF2-40B4-BE49-F238E27FC236}">
                  <a16:creationId xmlns:a16="http://schemas.microsoft.com/office/drawing/2014/main" id="{2D53ECD9-45C4-42E2-A10B-77EAA9527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008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5" name="Line 27">
              <a:extLst>
                <a:ext uri="{FF2B5EF4-FFF2-40B4-BE49-F238E27FC236}">
                  <a16:creationId xmlns:a16="http://schemas.microsoft.com/office/drawing/2014/main" id="{B807B277-C12C-4526-B209-91F762B42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0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6" name="Line 28">
              <a:extLst>
                <a:ext uri="{FF2B5EF4-FFF2-40B4-BE49-F238E27FC236}">
                  <a16:creationId xmlns:a16="http://schemas.microsoft.com/office/drawing/2014/main" id="{A60C67DE-9826-43CF-AFBF-A0842F5DB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1056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7" name="Line 29">
              <a:extLst>
                <a:ext uri="{FF2B5EF4-FFF2-40B4-BE49-F238E27FC236}">
                  <a16:creationId xmlns:a16="http://schemas.microsoft.com/office/drawing/2014/main" id="{B9A779E4-EAFE-4088-9842-286C527783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008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8" name="Line 30">
              <a:extLst>
                <a:ext uri="{FF2B5EF4-FFF2-40B4-BE49-F238E27FC236}">
                  <a16:creationId xmlns:a16="http://schemas.microsoft.com/office/drawing/2014/main" id="{AD87239A-534D-45A9-AE2A-3AD204E71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6" y="1056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89" name="Line 31">
              <a:extLst>
                <a:ext uri="{FF2B5EF4-FFF2-40B4-BE49-F238E27FC236}">
                  <a16:creationId xmlns:a16="http://schemas.microsoft.com/office/drawing/2014/main" id="{F70374EC-A953-4E16-9092-7299845789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16" y="1056"/>
              <a:ext cx="0" cy="1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90" name="AutoShape 32">
              <a:extLst>
                <a:ext uri="{FF2B5EF4-FFF2-40B4-BE49-F238E27FC236}">
                  <a16:creationId xmlns:a16="http://schemas.microsoft.com/office/drawing/2014/main" id="{3C812DA4-802B-41FF-BFEA-72F23981B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4"/>
              <a:ext cx="192" cy="240"/>
            </a:xfrm>
            <a:prstGeom prst="curvedRightArrow">
              <a:avLst>
                <a:gd name="adj1" fmla="val 25000"/>
                <a:gd name="adj2" fmla="val 50000"/>
                <a:gd name="adj3" fmla="val 58333"/>
              </a:avLst>
            </a:prstGeom>
            <a:solidFill>
              <a:srgbClr val="FF0066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91" name="Text Box 33">
              <a:extLst>
                <a:ext uri="{FF2B5EF4-FFF2-40B4-BE49-F238E27FC236}">
                  <a16:creationId xmlns:a16="http://schemas.microsoft.com/office/drawing/2014/main" id="{ACB2CA27-116A-4A6B-96D9-DBAE46871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57"/>
              <a:ext cx="39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000000"/>
                  </a:solidFill>
                  <a:sym typeface="Symbol" panose="05050102010706020507" pitchFamily="18" charset="2"/>
                </a:rPr>
                <a:t></a:t>
              </a:r>
            </a:p>
          </p:txBody>
        </p:sp>
      </p:grpSp>
      <p:grpSp>
        <p:nvGrpSpPr>
          <p:cNvPr id="6" name="Group 34">
            <a:extLst>
              <a:ext uri="{FF2B5EF4-FFF2-40B4-BE49-F238E27FC236}">
                <a16:creationId xmlns:a16="http://schemas.microsoft.com/office/drawing/2014/main" id="{9C418780-005D-44E1-822F-9E8163D0C8A9}"/>
              </a:ext>
            </a:extLst>
          </p:cNvPr>
          <p:cNvGrpSpPr>
            <a:grpSpLocks/>
          </p:cNvGrpSpPr>
          <p:nvPr/>
        </p:nvGrpSpPr>
        <p:grpSpPr bwMode="auto">
          <a:xfrm>
            <a:off x="1425575" y="4387850"/>
            <a:ext cx="2362200" cy="2209800"/>
            <a:chOff x="720" y="1824"/>
            <a:chExt cx="1488" cy="1392"/>
          </a:xfrm>
        </p:grpSpPr>
        <p:sp>
          <p:nvSpPr>
            <p:cNvPr id="11365" name="Line 35">
              <a:extLst>
                <a:ext uri="{FF2B5EF4-FFF2-40B4-BE49-F238E27FC236}">
                  <a16:creationId xmlns:a16="http://schemas.microsoft.com/office/drawing/2014/main" id="{4AEA8A76-3BEC-4A01-8C0D-7042C4B26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112"/>
              <a:ext cx="0" cy="81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6" name="Line 36">
              <a:extLst>
                <a:ext uri="{FF2B5EF4-FFF2-40B4-BE49-F238E27FC236}">
                  <a16:creationId xmlns:a16="http://schemas.microsoft.com/office/drawing/2014/main" id="{2B7817D7-DBCD-4390-9B13-53C043CAC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824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7" name="Line 37">
              <a:extLst>
                <a:ext uri="{FF2B5EF4-FFF2-40B4-BE49-F238E27FC236}">
                  <a16:creationId xmlns:a16="http://schemas.microsoft.com/office/drawing/2014/main" id="{BCA8F469-BF31-481F-92AF-F575F25627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968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8" name="Line 38">
              <a:extLst>
                <a:ext uri="{FF2B5EF4-FFF2-40B4-BE49-F238E27FC236}">
                  <a16:creationId xmlns:a16="http://schemas.microsoft.com/office/drawing/2014/main" id="{644943D7-1E3D-4AFE-8480-EF7610F097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976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9" name="Line 39">
              <a:extLst>
                <a:ext uri="{FF2B5EF4-FFF2-40B4-BE49-F238E27FC236}">
                  <a16:creationId xmlns:a16="http://schemas.microsoft.com/office/drawing/2014/main" id="{784E4875-6560-41EA-B6FD-B46421276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20"/>
              <a:ext cx="0" cy="96"/>
            </a:xfrm>
            <a:prstGeom prst="line">
              <a:avLst/>
            </a:prstGeom>
            <a:noFill/>
            <a:ln w="76200">
              <a:solidFill>
                <a:srgbClr val="666633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0" name="Line 40">
              <a:extLst>
                <a:ext uri="{FF2B5EF4-FFF2-40B4-BE49-F238E27FC236}">
                  <a16:creationId xmlns:a16="http://schemas.microsoft.com/office/drawing/2014/main" id="{FEE3FBFB-15BC-40AC-A43A-BE70753C66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151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71" name="Text Box 41">
              <a:extLst>
                <a:ext uri="{FF2B5EF4-FFF2-40B4-BE49-F238E27FC236}">
                  <a16:creationId xmlns:a16="http://schemas.microsoft.com/office/drawing/2014/main" id="{45622CC1-7360-4E74-A3B0-15F8FF2F1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112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I</a:t>
              </a:r>
            </a:p>
          </p:txBody>
        </p:sp>
        <p:sp>
          <p:nvSpPr>
            <p:cNvPr id="11372" name="Rectangle 42">
              <a:extLst>
                <a:ext uri="{FF2B5EF4-FFF2-40B4-BE49-F238E27FC236}">
                  <a16:creationId xmlns:a16="http://schemas.microsoft.com/office/drawing/2014/main" id="{D322D380-1FE7-429D-AF15-2C5880534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208"/>
              <a:ext cx="912" cy="672"/>
            </a:xfrm>
            <a:prstGeom prst="rect">
              <a:avLst/>
            </a:prstGeom>
            <a:noFill/>
            <a:ln w="57150">
              <a:solidFill>
                <a:srgbClr val="CC66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73" name="Line 43">
              <a:extLst>
                <a:ext uri="{FF2B5EF4-FFF2-40B4-BE49-F238E27FC236}">
                  <a16:creationId xmlns:a16="http://schemas.microsoft.com/office/drawing/2014/main" id="{5CE02EEF-93E1-4C94-94AF-6DA9088BF1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182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74" name="Object 44">
              <a:extLst>
                <a:ext uri="{FF2B5EF4-FFF2-40B4-BE49-F238E27FC236}">
                  <a16:creationId xmlns:a16="http://schemas.microsoft.com/office/drawing/2014/main" id="{5C913C82-4192-4281-9E7A-ADCFEF58C0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4" y="1912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1" name="Equation" r:id="rId7" imgW="114454" imgH="209337" progId="Equation.DSMT4">
                    <p:embed/>
                  </p:oleObj>
                </mc:Choice>
                <mc:Fallback>
                  <p:oleObj name="Equation" r:id="rId7" imgW="114454" imgH="209337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1912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46">
            <a:extLst>
              <a:ext uri="{FF2B5EF4-FFF2-40B4-BE49-F238E27FC236}">
                <a16:creationId xmlns:a16="http://schemas.microsoft.com/office/drawing/2014/main" id="{7ACA3419-C737-49EE-A344-6FBC17049C42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2501900"/>
            <a:ext cx="2200275" cy="1898650"/>
            <a:chOff x="666" y="1771"/>
            <a:chExt cx="1386" cy="1196"/>
          </a:xfrm>
        </p:grpSpPr>
        <p:sp>
          <p:nvSpPr>
            <p:cNvPr id="11327" name="Line 47">
              <a:extLst>
                <a:ext uri="{FF2B5EF4-FFF2-40B4-BE49-F238E27FC236}">
                  <a16:creationId xmlns:a16="http://schemas.microsoft.com/office/drawing/2014/main" id="{4A2A90EB-573B-413E-8ADB-F0509FA7B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8" name="Line 48">
              <a:extLst>
                <a:ext uri="{FF2B5EF4-FFF2-40B4-BE49-F238E27FC236}">
                  <a16:creationId xmlns:a16="http://schemas.microsoft.com/office/drawing/2014/main" id="{FE1FF573-FD48-498C-AF05-C529E5EF30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9" name="Line 49">
              <a:extLst>
                <a:ext uri="{FF2B5EF4-FFF2-40B4-BE49-F238E27FC236}">
                  <a16:creationId xmlns:a16="http://schemas.microsoft.com/office/drawing/2014/main" id="{FB8ABF74-631B-4F96-A084-C5D8279BD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0" name="Line 50">
              <a:extLst>
                <a:ext uri="{FF2B5EF4-FFF2-40B4-BE49-F238E27FC236}">
                  <a16:creationId xmlns:a16="http://schemas.microsoft.com/office/drawing/2014/main" id="{E028CD4E-8AA5-4026-A6B4-5E9163F2CF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1" name="Line 51">
              <a:extLst>
                <a:ext uri="{FF2B5EF4-FFF2-40B4-BE49-F238E27FC236}">
                  <a16:creationId xmlns:a16="http://schemas.microsoft.com/office/drawing/2014/main" id="{4B2FE000-4EDF-485B-BCFF-0956C4575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2" name="Line 52">
              <a:extLst>
                <a:ext uri="{FF2B5EF4-FFF2-40B4-BE49-F238E27FC236}">
                  <a16:creationId xmlns:a16="http://schemas.microsoft.com/office/drawing/2014/main" id="{26C82F9D-0A14-4E48-B1B3-AAA75FFDB7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3" name="Line 53">
              <a:extLst>
                <a:ext uri="{FF2B5EF4-FFF2-40B4-BE49-F238E27FC236}">
                  <a16:creationId xmlns:a16="http://schemas.microsoft.com/office/drawing/2014/main" id="{9C20B235-B919-4F6B-AFB2-7FB2558F2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4" name="Line 54">
              <a:extLst>
                <a:ext uri="{FF2B5EF4-FFF2-40B4-BE49-F238E27FC236}">
                  <a16:creationId xmlns:a16="http://schemas.microsoft.com/office/drawing/2014/main" id="{6275A0E3-EF83-4AAC-9A13-825EE6659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5" name="Line 55">
              <a:extLst>
                <a:ext uri="{FF2B5EF4-FFF2-40B4-BE49-F238E27FC236}">
                  <a16:creationId xmlns:a16="http://schemas.microsoft.com/office/drawing/2014/main" id="{08EC5EC9-0B92-41D1-8FCB-43EA7B648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6" name="Line 56">
              <a:extLst>
                <a:ext uri="{FF2B5EF4-FFF2-40B4-BE49-F238E27FC236}">
                  <a16:creationId xmlns:a16="http://schemas.microsoft.com/office/drawing/2014/main" id="{B7D99390-4760-409A-9E04-87DE15234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7" name="Line 57">
              <a:extLst>
                <a:ext uri="{FF2B5EF4-FFF2-40B4-BE49-F238E27FC236}">
                  <a16:creationId xmlns:a16="http://schemas.microsoft.com/office/drawing/2014/main" id="{08FAE608-ABFB-4826-B162-699D5772C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8" name="Line 58">
              <a:extLst>
                <a:ext uri="{FF2B5EF4-FFF2-40B4-BE49-F238E27FC236}">
                  <a16:creationId xmlns:a16="http://schemas.microsoft.com/office/drawing/2014/main" id="{F1F4DA89-27F4-44D2-8CB9-4475DA643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39" name="Line 59">
              <a:extLst>
                <a:ext uri="{FF2B5EF4-FFF2-40B4-BE49-F238E27FC236}">
                  <a16:creationId xmlns:a16="http://schemas.microsoft.com/office/drawing/2014/main" id="{BD0FEF41-2F3D-46FB-953C-5CD32AD5B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0" name="Line 60">
              <a:extLst>
                <a:ext uri="{FF2B5EF4-FFF2-40B4-BE49-F238E27FC236}">
                  <a16:creationId xmlns:a16="http://schemas.microsoft.com/office/drawing/2014/main" id="{6D8DF1A1-62E5-47F6-845E-56873704FC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208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1" name="Line 61">
              <a:extLst>
                <a:ext uri="{FF2B5EF4-FFF2-40B4-BE49-F238E27FC236}">
                  <a16:creationId xmlns:a16="http://schemas.microsoft.com/office/drawing/2014/main" id="{94675BF1-17A6-471F-B2EE-06328468B5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2" name="Line 62">
              <a:extLst>
                <a:ext uri="{FF2B5EF4-FFF2-40B4-BE49-F238E27FC236}">
                  <a16:creationId xmlns:a16="http://schemas.microsoft.com/office/drawing/2014/main" id="{0F75970F-FFEB-41EB-8549-1647912470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3" name="Line 63">
              <a:extLst>
                <a:ext uri="{FF2B5EF4-FFF2-40B4-BE49-F238E27FC236}">
                  <a16:creationId xmlns:a16="http://schemas.microsoft.com/office/drawing/2014/main" id="{CE170164-DFA9-4078-853B-4BE8720DED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4" name="Line 64">
              <a:extLst>
                <a:ext uri="{FF2B5EF4-FFF2-40B4-BE49-F238E27FC236}">
                  <a16:creationId xmlns:a16="http://schemas.microsoft.com/office/drawing/2014/main" id="{BDA27C14-D359-42E9-B7F0-43E41EA202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5" name="Line 65">
              <a:extLst>
                <a:ext uri="{FF2B5EF4-FFF2-40B4-BE49-F238E27FC236}">
                  <a16:creationId xmlns:a16="http://schemas.microsoft.com/office/drawing/2014/main" id="{84BD6C18-ABB0-47E3-89C2-CD2F3B7DB3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6" name="Line 66">
              <a:extLst>
                <a:ext uri="{FF2B5EF4-FFF2-40B4-BE49-F238E27FC236}">
                  <a16:creationId xmlns:a16="http://schemas.microsoft.com/office/drawing/2014/main" id="{5F85C33D-285F-44EB-AAEA-7D756650E5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49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7" name="Line 67">
              <a:extLst>
                <a:ext uri="{FF2B5EF4-FFF2-40B4-BE49-F238E27FC236}">
                  <a16:creationId xmlns:a16="http://schemas.microsoft.com/office/drawing/2014/main" id="{3AC0D0DD-6A3B-4065-A1E8-253347FCD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8" name="Line 68">
              <a:extLst>
                <a:ext uri="{FF2B5EF4-FFF2-40B4-BE49-F238E27FC236}">
                  <a16:creationId xmlns:a16="http://schemas.microsoft.com/office/drawing/2014/main" id="{5293717F-0CB0-47EE-8214-EC5520DD9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49" name="Line 69">
              <a:extLst>
                <a:ext uri="{FF2B5EF4-FFF2-40B4-BE49-F238E27FC236}">
                  <a16:creationId xmlns:a16="http://schemas.microsoft.com/office/drawing/2014/main" id="{C30738E5-0C10-46A0-BC7B-F7AFF0349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0" name="Line 70">
              <a:extLst>
                <a:ext uri="{FF2B5EF4-FFF2-40B4-BE49-F238E27FC236}">
                  <a16:creationId xmlns:a16="http://schemas.microsoft.com/office/drawing/2014/main" id="{531A8F58-29C4-4C3E-825B-44D3F0A193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1" name="Line 71">
              <a:extLst>
                <a:ext uri="{FF2B5EF4-FFF2-40B4-BE49-F238E27FC236}">
                  <a16:creationId xmlns:a16="http://schemas.microsoft.com/office/drawing/2014/main" id="{B46C0AB8-4710-4E77-B3AE-DC8E620BD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2" name="Line 72">
              <a:extLst>
                <a:ext uri="{FF2B5EF4-FFF2-40B4-BE49-F238E27FC236}">
                  <a16:creationId xmlns:a16="http://schemas.microsoft.com/office/drawing/2014/main" id="{B87DEEC3-6E20-45A1-BFFF-96FB2D66F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3" name="Line 73">
              <a:extLst>
                <a:ext uri="{FF2B5EF4-FFF2-40B4-BE49-F238E27FC236}">
                  <a16:creationId xmlns:a16="http://schemas.microsoft.com/office/drawing/2014/main" id="{303C4C1D-0908-4385-B2D9-E2136D34A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54" name="Line 74">
              <a:extLst>
                <a:ext uri="{FF2B5EF4-FFF2-40B4-BE49-F238E27FC236}">
                  <a16:creationId xmlns:a16="http://schemas.microsoft.com/office/drawing/2014/main" id="{CBEF5375-6C38-4EA3-B51A-9365E0A5F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78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55" name="Group 75">
              <a:extLst>
                <a:ext uri="{FF2B5EF4-FFF2-40B4-BE49-F238E27FC236}">
                  <a16:creationId xmlns:a16="http://schemas.microsoft.com/office/drawing/2014/main" id="{5BF7B2A5-7385-4E6B-A982-1D7FA93D8D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064"/>
              <a:ext cx="1104" cy="432"/>
              <a:chOff x="2064" y="1920"/>
              <a:chExt cx="1104" cy="432"/>
            </a:xfrm>
          </p:grpSpPr>
          <p:sp>
            <p:nvSpPr>
              <p:cNvPr id="11363" name="Rectangle 76">
                <a:extLst>
                  <a:ext uri="{FF2B5EF4-FFF2-40B4-BE49-F238E27FC236}">
                    <a16:creationId xmlns:a16="http://schemas.microsoft.com/office/drawing/2014/main" id="{9080ED66-3ECD-4E80-8F8C-289BD3F7A3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319323">
                <a:off x="2064" y="2304"/>
                <a:ext cx="1104" cy="48"/>
              </a:xfrm>
              <a:prstGeom prst="rect">
                <a:avLst/>
              </a:prstGeom>
              <a:gradFill rotWithShape="0">
                <a:gsLst>
                  <a:gs pos="0">
                    <a:srgbClr val="FF9900"/>
                  </a:gs>
                  <a:gs pos="100000">
                    <a:srgbClr val="764700"/>
                  </a:gs>
                </a:gsLst>
                <a:lin ang="5400000" scaled="1"/>
              </a:gradFill>
              <a:ln w="9525">
                <a:solidFill>
                  <a:schemeClr val="accent2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1364" name="Line 77">
                <a:extLst>
                  <a:ext uri="{FF2B5EF4-FFF2-40B4-BE49-F238E27FC236}">
                    <a16:creationId xmlns:a16="http://schemas.microsoft.com/office/drawing/2014/main" id="{4C526D52-6B52-4FF6-B6E2-85229A2E7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1920"/>
                <a:ext cx="0" cy="384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56" name="Text Box 78">
              <a:extLst>
                <a:ext uri="{FF2B5EF4-FFF2-40B4-BE49-F238E27FC236}">
                  <a16:creationId xmlns:a16="http://schemas.microsoft.com/office/drawing/2014/main" id="{303F6F57-884A-4C75-A768-DCB879849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264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11357" name="Text Box 79">
              <a:extLst>
                <a:ext uri="{FF2B5EF4-FFF2-40B4-BE49-F238E27FC236}">
                  <a16:creationId xmlns:a16="http://schemas.microsoft.com/office/drawing/2014/main" id="{FA203495-AF5A-4374-B550-0E43E7243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11358" name="Text Box 80">
              <a:extLst>
                <a:ext uri="{FF2B5EF4-FFF2-40B4-BE49-F238E27FC236}">
                  <a16:creationId xmlns:a16="http://schemas.microsoft.com/office/drawing/2014/main" id="{58A6FB4D-20E9-4368-AC12-51485E3E0B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265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L</a:t>
              </a:r>
            </a:p>
          </p:txBody>
        </p:sp>
        <p:sp>
          <p:nvSpPr>
            <p:cNvPr id="11359" name="Text Box 81">
              <a:extLst>
                <a:ext uri="{FF2B5EF4-FFF2-40B4-BE49-F238E27FC236}">
                  <a16:creationId xmlns:a16="http://schemas.microsoft.com/office/drawing/2014/main" id="{FA62E367-DA6D-4060-9465-43BC656233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027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  <a:endParaRPr lang="en-US" altLang="zh-CN" sz="2800" b="1">
                <a:latin typeface="Book Antiqua" panose="02040602050305030304" pitchFamily="18" charset="0"/>
              </a:endParaRPr>
            </a:p>
          </p:txBody>
        </p:sp>
        <p:sp>
          <p:nvSpPr>
            <p:cNvPr id="11360" name="Line 82">
              <a:extLst>
                <a:ext uri="{FF2B5EF4-FFF2-40B4-BE49-F238E27FC236}">
                  <a16:creationId xmlns:a16="http://schemas.microsoft.com/office/drawing/2014/main" id="{DD560AA9-A52E-42E6-A20E-6362A04D96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688"/>
              <a:ext cx="115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61" name="Text Box 83">
              <a:extLst>
                <a:ext uri="{FF2B5EF4-FFF2-40B4-BE49-F238E27FC236}">
                  <a16:creationId xmlns:a16="http://schemas.microsoft.com/office/drawing/2014/main" id="{3B77BF4E-0CE0-49B7-9FE4-1D0B96717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2448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  <a:sym typeface="Symbol" panose="05050102010706020507" pitchFamily="18" charset="2"/>
                </a:rPr>
                <a:t></a:t>
              </a:r>
              <a:endParaRPr lang="en-US" altLang="zh-CN" sz="2400" b="1" i="1">
                <a:solidFill>
                  <a:srgbClr val="FF0000"/>
                </a:solidFill>
              </a:endParaRPr>
            </a:p>
          </p:txBody>
        </p:sp>
        <p:sp>
          <p:nvSpPr>
            <p:cNvPr id="11362" name="Text Box 84">
              <a:extLst>
                <a:ext uri="{FF2B5EF4-FFF2-40B4-BE49-F238E27FC236}">
                  <a16:creationId xmlns:a16="http://schemas.microsoft.com/office/drawing/2014/main" id="{DB4E22BC-92C8-4809-A462-A067FAE96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" y="1771"/>
              <a:ext cx="1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>
                <a:solidFill>
                  <a:srgbClr val="0033CC"/>
                </a:solidFill>
              </a:endParaRPr>
            </a:p>
          </p:txBody>
        </p:sp>
      </p:grpSp>
      <p:grpSp>
        <p:nvGrpSpPr>
          <p:cNvPr id="9" name="Group 85">
            <a:extLst>
              <a:ext uri="{FF2B5EF4-FFF2-40B4-BE49-F238E27FC236}">
                <a16:creationId xmlns:a16="http://schemas.microsoft.com/office/drawing/2014/main" id="{B71614D8-D2A2-4A50-AF3E-A0EDFFE0F941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362200"/>
            <a:ext cx="2706688" cy="2168525"/>
            <a:chOff x="2016" y="1488"/>
            <a:chExt cx="1705" cy="1392"/>
          </a:xfrm>
        </p:grpSpPr>
        <p:grpSp>
          <p:nvGrpSpPr>
            <p:cNvPr id="11308" name="Group 86">
              <a:extLst>
                <a:ext uri="{FF2B5EF4-FFF2-40B4-BE49-F238E27FC236}">
                  <a16:creationId xmlns:a16="http://schemas.microsoft.com/office/drawing/2014/main" id="{9B735D06-A737-43E0-AC07-FE17D365A6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1488"/>
              <a:ext cx="240" cy="1392"/>
              <a:chOff x="2208" y="1680"/>
              <a:chExt cx="240" cy="1392"/>
            </a:xfrm>
          </p:grpSpPr>
          <p:sp>
            <p:nvSpPr>
              <p:cNvPr id="11320" name="Line 87">
                <a:extLst>
                  <a:ext uri="{FF2B5EF4-FFF2-40B4-BE49-F238E27FC236}">
                    <a16:creationId xmlns:a16="http://schemas.microsoft.com/office/drawing/2014/main" id="{520755ED-55E0-4DD7-8E6E-3BE5FD506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09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1" name="Line 88">
                <a:extLst>
                  <a:ext uri="{FF2B5EF4-FFF2-40B4-BE49-F238E27FC236}">
                    <a16:creationId xmlns:a16="http://schemas.microsoft.com/office/drawing/2014/main" id="{C1611CB6-AC76-4073-BB33-B8A90C2D54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2" name="Line 89">
                <a:extLst>
                  <a:ext uri="{FF2B5EF4-FFF2-40B4-BE49-F238E27FC236}">
                    <a16:creationId xmlns:a16="http://schemas.microsoft.com/office/drawing/2014/main" id="{40D32E31-53BD-4469-8F67-68940EE2D5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7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3" name="Line 90">
                <a:extLst>
                  <a:ext uri="{FF2B5EF4-FFF2-40B4-BE49-F238E27FC236}">
                    <a16:creationId xmlns:a16="http://schemas.microsoft.com/office/drawing/2014/main" id="{BE07F275-5F8C-492B-A462-7FC65763D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103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4" name="Line 91">
                <a:extLst>
                  <a:ext uri="{FF2B5EF4-FFF2-40B4-BE49-F238E27FC236}">
                    <a16:creationId xmlns:a16="http://schemas.microsoft.com/office/drawing/2014/main" id="{8E84A589-0CC4-4464-8287-809EEEEBC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bg2">
                    <a:alpha val="50000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5" name="Line 92">
                <a:extLst>
                  <a:ext uri="{FF2B5EF4-FFF2-40B4-BE49-F238E27FC236}">
                    <a16:creationId xmlns:a16="http://schemas.microsoft.com/office/drawing/2014/main" id="{6178DF29-13FC-4278-9B58-E5613B974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6" name="Text Box 93">
                <a:extLst>
                  <a:ext uri="{FF2B5EF4-FFF2-40B4-BE49-F238E27FC236}">
                    <a16:creationId xmlns:a16="http://schemas.microsoft.com/office/drawing/2014/main" id="{9EFDA201-A74E-45A9-9068-46EE7C2F2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</a:rPr>
                  <a:t>I</a:t>
                </a:r>
              </a:p>
            </p:txBody>
          </p:sp>
        </p:grpSp>
        <p:sp>
          <p:nvSpPr>
            <p:cNvPr id="11309" name="Rectangle 94">
              <a:extLst>
                <a:ext uri="{FF2B5EF4-FFF2-40B4-BE49-F238E27FC236}">
                  <a16:creationId xmlns:a16="http://schemas.microsoft.com/office/drawing/2014/main" id="{7C1638C2-2268-4A22-B115-9C853B4BE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112"/>
              <a:ext cx="960" cy="48"/>
            </a:xfrm>
            <a:prstGeom prst="rect">
              <a:avLst/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1310" name="Line 95">
              <a:extLst>
                <a:ext uri="{FF2B5EF4-FFF2-40B4-BE49-F238E27FC236}">
                  <a16:creationId xmlns:a16="http://schemas.microsoft.com/office/drawing/2014/main" id="{0E75D21E-625A-4550-9E95-65DB2585D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96">
              <a:extLst>
                <a:ext uri="{FF2B5EF4-FFF2-40B4-BE49-F238E27FC236}">
                  <a16:creationId xmlns:a16="http://schemas.microsoft.com/office/drawing/2014/main" id="{E627F037-8F86-49A6-8818-4E2DC695D4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216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97">
              <a:extLst>
                <a:ext uri="{FF2B5EF4-FFF2-40B4-BE49-F238E27FC236}">
                  <a16:creationId xmlns:a16="http://schemas.microsoft.com/office/drawing/2014/main" id="{2A586939-AA8D-46CF-BDC9-B8D30AECE9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256"/>
              <a:ext cx="9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Line 98">
              <a:extLst>
                <a:ext uri="{FF2B5EF4-FFF2-40B4-BE49-F238E27FC236}">
                  <a16:creationId xmlns:a16="http://schemas.microsoft.com/office/drawing/2014/main" id="{1C2AEED7-D2D1-4535-857B-732270F60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208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Text Box 99">
              <a:extLst>
                <a:ext uri="{FF2B5EF4-FFF2-40B4-BE49-F238E27FC236}">
                  <a16:creationId xmlns:a16="http://schemas.microsoft.com/office/drawing/2014/main" id="{43F3F660-C69E-43BA-9D3B-4FE5C7A0C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8" y="2121"/>
              <a:ext cx="22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11315" name="Text Box 100">
              <a:extLst>
                <a:ext uri="{FF2B5EF4-FFF2-40B4-BE49-F238E27FC236}">
                  <a16:creationId xmlns:a16="http://schemas.microsoft.com/office/drawing/2014/main" id="{4C9048BC-FF63-4F94-BA6D-CE1C7431B2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208"/>
              <a:ext cx="253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L</a:t>
              </a:r>
            </a:p>
          </p:txBody>
        </p:sp>
        <p:sp>
          <p:nvSpPr>
            <p:cNvPr id="11316" name="Line 101">
              <a:extLst>
                <a:ext uri="{FF2B5EF4-FFF2-40B4-BE49-F238E27FC236}">
                  <a16:creationId xmlns:a16="http://schemas.microsoft.com/office/drawing/2014/main" id="{B14AF6A5-4042-4376-B17E-9CEC4B136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18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7" name="Text Box 102">
              <a:extLst>
                <a:ext uri="{FF2B5EF4-FFF2-40B4-BE49-F238E27FC236}">
                  <a16:creationId xmlns:a16="http://schemas.microsoft.com/office/drawing/2014/main" id="{B9F39B62-4E06-4639-B201-2F31D0B43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9" y="1686"/>
              <a:ext cx="241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11318" name="Text Box 105">
              <a:extLst>
                <a:ext uri="{FF2B5EF4-FFF2-40B4-BE49-F238E27FC236}">
                  <a16:creationId xmlns:a16="http://schemas.microsoft.com/office/drawing/2014/main" id="{99BCEC7B-0656-4880-8759-044B1FDFB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824"/>
              <a:ext cx="2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E</a:t>
              </a:r>
            </a:p>
          </p:txBody>
        </p:sp>
        <p:sp>
          <p:nvSpPr>
            <p:cNvPr id="11319" name="Text Box 106">
              <a:extLst>
                <a:ext uri="{FF2B5EF4-FFF2-40B4-BE49-F238E27FC236}">
                  <a16:creationId xmlns:a16="http://schemas.microsoft.com/office/drawing/2014/main" id="{2F75FAF6-36FB-4AAF-9508-D411D2A44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1824"/>
              <a:ext cx="265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chemeClr val="tx2"/>
                  </a:solidFill>
                </a:rPr>
                <a:t>F</a:t>
              </a:r>
            </a:p>
          </p:txBody>
        </p:sp>
      </p:grpSp>
      <p:sp>
        <p:nvSpPr>
          <p:cNvPr id="217195" name="Text Box 107">
            <a:extLst>
              <a:ext uri="{FF2B5EF4-FFF2-40B4-BE49-F238E27FC236}">
                <a16:creationId xmlns:a16="http://schemas.microsoft.com/office/drawing/2014/main" id="{C481FAB7-2CAB-4809-8915-B9DE9F963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3136900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a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6" name="Text Box 108">
            <a:extLst>
              <a:ext uri="{FF2B5EF4-FFF2-40B4-BE49-F238E27FC236}">
                <a16:creationId xmlns:a16="http://schemas.microsoft.com/office/drawing/2014/main" id="{A2BBD114-48C5-4F66-BE17-DF878798A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3224213"/>
            <a:ext cx="738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b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7" name="Text Box 109">
            <a:extLst>
              <a:ext uri="{FF2B5EF4-FFF2-40B4-BE49-F238E27FC236}">
                <a16:creationId xmlns:a16="http://schemas.microsoft.com/office/drawing/2014/main" id="{39524C51-BCC6-4D06-AADC-2F476B36E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5137150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c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217198" name="Text Box 110">
            <a:extLst>
              <a:ext uri="{FF2B5EF4-FFF2-40B4-BE49-F238E27FC236}">
                <a16:creationId xmlns:a16="http://schemas.microsoft.com/office/drawing/2014/main" id="{7477967A-D1D8-4E7B-8EBD-5A7E00F69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5146675"/>
            <a:ext cx="73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d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graphicFrame>
        <p:nvGraphicFramePr>
          <p:cNvPr id="217199" name="Object 111">
            <a:extLst>
              <a:ext uri="{FF2B5EF4-FFF2-40B4-BE49-F238E27FC236}">
                <a16:creationId xmlns:a16="http://schemas.microsoft.com/office/drawing/2014/main" id="{4CD3DEB1-4CFC-4C63-BE53-03C77270DA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07150" y="339725"/>
          <a:ext cx="2936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2" name="Equation" r:id="rId9" imgW="190449" imgH="279426" progId="Equation.DSMT4">
                  <p:embed/>
                </p:oleObj>
              </mc:Choice>
              <mc:Fallback>
                <p:oleObj name="Equation" r:id="rId9" imgW="190449" imgH="279426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339725"/>
                        <a:ext cx="2936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0" name="Object 112">
            <a:extLst>
              <a:ext uri="{FF2B5EF4-FFF2-40B4-BE49-F238E27FC236}">
                <a16:creationId xmlns:a16="http://schemas.microsoft.com/office/drawing/2014/main" id="{25B1B34F-9174-4A5C-8F81-A0A07AD7D2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7838" y="2574925"/>
          <a:ext cx="29368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3" name="Equation" r:id="rId11" imgW="190449" imgH="279426" progId="Equation.DSMT4">
                  <p:embed/>
                </p:oleObj>
              </mc:Choice>
              <mc:Fallback>
                <p:oleObj name="Equation" r:id="rId11" imgW="190449" imgH="279426" progId="Equation.DSMT4">
                  <p:embed/>
                  <p:pic>
                    <p:nvPicPr>
                      <p:cNvPr id="0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838" y="2574925"/>
                        <a:ext cx="29368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7201" name="Line 113">
            <a:extLst>
              <a:ext uri="{FF2B5EF4-FFF2-40B4-BE49-F238E27FC236}">
                <a16:creationId xmlns:a16="http://schemas.microsoft.com/office/drawing/2014/main" id="{C7113082-FC4A-413F-B7AB-E12EB7C06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4475" y="3036888"/>
            <a:ext cx="1460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7202" name="Line 114">
            <a:extLst>
              <a:ext uri="{FF2B5EF4-FFF2-40B4-BE49-F238E27FC236}">
                <a16:creationId xmlns:a16="http://schemas.microsoft.com/office/drawing/2014/main" id="{C61AA4E0-BB96-4184-8506-AA1403631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2588" y="2816225"/>
            <a:ext cx="14605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7204" name="Object 116">
            <a:extLst>
              <a:ext uri="{FF2B5EF4-FFF2-40B4-BE49-F238E27FC236}">
                <a16:creationId xmlns:a16="http://schemas.microsoft.com/office/drawing/2014/main" id="{A9DA9006-2ABF-4DB4-93ED-7CDD9AE44C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5373688"/>
          <a:ext cx="7572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4" name="Equation" r:id="rId13" imgW="749283" imgH="317487" progId="Equation.3">
                  <p:embed/>
                </p:oleObj>
              </mc:Choice>
              <mc:Fallback>
                <p:oleObj name="Equation" r:id="rId13" imgW="749283" imgH="317487" progId="Equation.3">
                  <p:embed/>
                  <p:pic>
                    <p:nvPicPr>
                      <p:cNvPr id="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73688"/>
                        <a:ext cx="7572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5" name="Object 117">
            <a:extLst>
              <a:ext uri="{FF2B5EF4-FFF2-40B4-BE49-F238E27FC236}">
                <a16:creationId xmlns:a16="http://schemas.microsoft.com/office/drawing/2014/main" id="{4A4DE4EE-48F4-471B-925C-7D870404F2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2913" y="2122488"/>
          <a:ext cx="214947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5" name="Equation" r:id="rId15" imgW="2279822" imgH="660503" progId="Equation.DSMT4">
                  <p:embed/>
                </p:oleObj>
              </mc:Choice>
              <mc:Fallback>
                <p:oleObj name="Equation" r:id="rId15" imgW="2279822" imgH="660503" progId="Equation.DSMT4">
                  <p:embed/>
                  <p:pic>
                    <p:nvPicPr>
                      <p:cNvPr id="0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2913" y="2122488"/>
                        <a:ext cx="214947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206" name="Object 118">
            <a:extLst>
              <a:ext uri="{FF2B5EF4-FFF2-40B4-BE49-F238E27FC236}">
                <a16:creationId xmlns:a16="http://schemas.microsoft.com/office/drawing/2014/main" id="{CA9D1BC1-2E50-439B-AF62-F7CE3E0B6A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0" y="2320925"/>
          <a:ext cx="1797050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46" name="Equation" r:id="rId17" imgW="812766" imgH="108150" progId="Equation.DSMT4">
                  <p:embed/>
                </p:oleObj>
              </mc:Choice>
              <mc:Fallback>
                <p:oleObj name="Equation" r:id="rId17" imgW="812766" imgH="108150" progId="Equation.DSMT4">
                  <p:embed/>
                  <p:pic>
                    <p:nvPicPr>
                      <p:cNvPr id="0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2320925"/>
                        <a:ext cx="1797050" cy="474663"/>
                      </a:xfrm>
                      <a:prstGeom prst="rect">
                        <a:avLst/>
                      </a:prstGeom>
                      <a:solidFill>
                        <a:srgbClr val="F8F8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19">
            <a:extLst>
              <a:ext uri="{FF2B5EF4-FFF2-40B4-BE49-F238E27FC236}">
                <a16:creationId xmlns:a16="http://schemas.microsoft.com/office/drawing/2014/main" id="{F3E656AB-0A65-4C30-98A5-A1ECFB69CCFB}"/>
              </a:ext>
            </a:extLst>
          </p:cNvPr>
          <p:cNvGrpSpPr>
            <a:grpSpLocks/>
          </p:cNvGrpSpPr>
          <p:nvPr/>
        </p:nvGrpSpPr>
        <p:grpSpPr bwMode="auto">
          <a:xfrm>
            <a:off x="4895850" y="4503738"/>
            <a:ext cx="2232025" cy="2209800"/>
            <a:chOff x="3084" y="2837"/>
            <a:chExt cx="1406" cy="1392"/>
          </a:xfrm>
        </p:grpSpPr>
        <p:sp>
          <p:nvSpPr>
            <p:cNvPr id="11291" name="Line 120">
              <a:extLst>
                <a:ext uri="{FF2B5EF4-FFF2-40B4-BE49-F238E27FC236}">
                  <a16:creationId xmlns:a16="http://schemas.microsoft.com/office/drawing/2014/main" id="{CA67EFD3-4806-4B41-A760-6766C9306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57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Arc 121">
              <a:extLst>
                <a:ext uri="{FF2B5EF4-FFF2-40B4-BE49-F238E27FC236}">
                  <a16:creationId xmlns:a16="http://schemas.microsoft.com/office/drawing/2014/main" id="{89AB36F7-C5DC-4708-9141-285D45371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166"/>
              <a:ext cx="528" cy="91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Line 122">
              <a:extLst>
                <a:ext uri="{FF2B5EF4-FFF2-40B4-BE49-F238E27FC236}">
                  <a16:creationId xmlns:a16="http://schemas.microsoft.com/office/drawing/2014/main" id="{B57CE5C6-6560-4639-880D-19FB36D5E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637"/>
              <a:ext cx="52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prstDash val="dash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123">
              <a:extLst>
                <a:ext uri="{FF2B5EF4-FFF2-40B4-BE49-F238E27FC236}">
                  <a16:creationId xmlns:a16="http://schemas.microsoft.com/office/drawing/2014/main" id="{2F1F07FF-A9AB-4E5A-9101-E36867822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363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Line 124">
              <a:extLst>
                <a:ext uri="{FF2B5EF4-FFF2-40B4-BE49-F238E27FC236}">
                  <a16:creationId xmlns:a16="http://schemas.microsoft.com/office/drawing/2014/main" id="{274E0772-9367-4748-B09B-25232E5E3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0" y="3281"/>
              <a:ext cx="336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Line 125">
              <a:extLst>
                <a:ext uri="{FF2B5EF4-FFF2-40B4-BE49-F238E27FC236}">
                  <a16:creationId xmlns:a16="http://schemas.microsoft.com/office/drawing/2014/main" id="{DEB4499B-2B1D-4D3E-AC98-A1274EFEE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382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97" name="Object 126">
              <a:extLst>
                <a:ext uri="{FF2B5EF4-FFF2-40B4-BE49-F238E27FC236}">
                  <a16:creationId xmlns:a16="http://schemas.microsoft.com/office/drawing/2014/main" id="{C916F131-F39F-489B-BE51-A0541508F7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01" y="3194"/>
            <a:ext cx="24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7" name="公式" r:id="rId19" imgW="164885" imgH="164885" progId="Equation.3">
                    <p:embed/>
                  </p:oleObj>
                </mc:Choice>
                <mc:Fallback>
                  <p:oleObj name="公式" r:id="rId19" imgW="164885" imgH="164885" progId="Equation.3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1" y="3194"/>
                          <a:ext cx="24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8" name="Object 127">
              <a:extLst>
                <a:ext uri="{FF2B5EF4-FFF2-40B4-BE49-F238E27FC236}">
                  <a16:creationId xmlns:a16="http://schemas.microsoft.com/office/drawing/2014/main" id="{38539D3C-B287-42AA-87F9-17B725AED6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0" y="3648"/>
            <a:ext cx="169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8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3648"/>
                          <a:ext cx="169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99" name="Object 128">
              <a:extLst>
                <a:ext uri="{FF2B5EF4-FFF2-40B4-BE49-F238E27FC236}">
                  <a16:creationId xmlns:a16="http://schemas.microsoft.com/office/drawing/2014/main" id="{5C166342-D635-40FC-8923-75433E16D2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5" y="3665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49" name="Equation" r:id="rId23" imgW="12511" imgH="38061" progId="Equation.DSMT4">
                    <p:embed/>
                  </p:oleObj>
                </mc:Choice>
                <mc:Fallback>
                  <p:oleObj name="Equation" r:id="rId23" imgW="12511" imgH="38061" progId="Equation.DSMT4">
                    <p:embed/>
                    <p:pic>
                      <p:nvPicPr>
                        <p:cNvPr id="0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3665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300" name="Group 129">
              <a:extLst>
                <a:ext uri="{FF2B5EF4-FFF2-40B4-BE49-F238E27FC236}">
                  <a16:creationId xmlns:a16="http://schemas.microsoft.com/office/drawing/2014/main" id="{41623DB6-FD87-416C-8690-22F5A02F74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837"/>
              <a:ext cx="240" cy="1392"/>
              <a:chOff x="2208" y="1680"/>
              <a:chExt cx="240" cy="1392"/>
            </a:xfrm>
          </p:grpSpPr>
          <p:sp>
            <p:nvSpPr>
              <p:cNvPr id="11301" name="Line 130">
                <a:extLst>
                  <a:ext uri="{FF2B5EF4-FFF2-40B4-BE49-F238E27FC236}">
                    <a16:creationId xmlns:a16="http://schemas.microsoft.com/office/drawing/2014/main" id="{064737B9-E872-4A56-9DD0-E3173D50F3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2" name="Line 131">
                <a:extLst>
                  <a:ext uri="{FF2B5EF4-FFF2-40B4-BE49-F238E27FC236}">
                    <a16:creationId xmlns:a16="http://schemas.microsoft.com/office/drawing/2014/main" id="{21B098F3-C039-48CA-87A0-42F82C6F0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3" name="Line 132">
                <a:extLst>
                  <a:ext uri="{FF2B5EF4-FFF2-40B4-BE49-F238E27FC236}">
                    <a16:creationId xmlns:a16="http://schemas.microsoft.com/office/drawing/2014/main" id="{84F7918F-F28C-4FF5-8486-617F977396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Line 133">
                <a:extLst>
                  <a:ext uri="{FF2B5EF4-FFF2-40B4-BE49-F238E27FC236}">
                    <a16:creationId xmlns:a16="http://schemas.microsoft.com/office/drawing/2014/main" id="{874911AD-2D45-4C86-9F7C-D66F02191E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5" name="Line 134">
                <a:extLst>
                  <a:ext uri="{FF2B5EF4-FFF2-40B4-BE49-F238E27FC236}">
                    <a16:creationId xmlns:a16="http://schemas.microsoft.com/office/drawing/2014/main" id="{436BC2A4-E986-4833-AC5F-AA2EE4A84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Line 135">
                <a:extLst>
                  <a:ext uri="{FF2B5EF4-FFF2-40B4-BE49-F238E27FC236}">
                    <a16:creationId xmlns:a16="http://schemas.microsoft.com/office/drawing/2014/main" id="{907DCA09-844F-4B91-B088-674B96A853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7" name="Text Box 136">
                <a:extLst>
                  <a:ext uri="{FF2B5EF4-FFF2-40B4-BE49-F238E27FC236}">
                    <a16:creationId xmlns:a16="http://schemas.microsoft.com/office/drawing/2014/main" id="{3EE8F717-E8D7-4333-A289-0616855BCB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solidFill>
                      <a:srgbClr val="FF0000"/>
                    </a:solidFill>
                  </a:rPr>
                  <a:t>I</a:t>
                </a:r>
              </a:p>
            </p:txBody>
          </p:sp>
        </p:grpSp>
      </p:grpSp>
      <p:graphicFrame>
        <p:nvGraphicFramePr>
          <p:cNvPr id="217225" name="Object 137">
            <a:extLst>
              <a:ext uri="{FF2B5EF4-FFF2-40B4-BE49-F238E27FC236}">
                <a16:creationId xmlns:a16="http://schemas.microsoft.com/office/drawing/2014/main" id="{69ABA93C-F694-469E-9B26-18F03F9E8D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73675" y="4292600"/>
          <a:ext cx="378142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0" name="Equation" r:id="rId25" imgW="4883081" imgH="977990" progId="Equation.DSMT4">
                  <p:embed/>
                </p:oleObj>
              </mc:Choice>
              <mc:Fallback>
                <p:oleObj name="Equation" r:id="rId25" imgW="4883081" imgH="977990" progId="Equation.DSMT4">
                  <p:embed/>
                  <p:pic>
                    <p:nvPicPr>
                      <p:cNvPr id="0" name="Object 1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3675" y="4292600"/>
                        <a:ext cx="378142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0" name="Text Box 12">
            <a:extLst>
              <a:ext uri="{FF2B5EF4-FFF2-40B4-BE49-F238E27FC236}">
                <a16:creationId xmlns:a16="http://schemas.microsoft.com/office/drawing/2014/main" id="{34A45E33-C000-450D-B193-0F4E73E6D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6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2FE96EF-1B1B-43F0-B0E0-FA24071723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84244"/>
              </p:ext>
            </p:extLst>
          </p:nvPr>
        </p:nvGraphicFramePr>
        <p:xfrm>
          <a:off x="5036344" y="1347708"/>
          <a:ext cx="11303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51" name="Equation" r:id="rId27" imgW="1130040" imgH="672840" progId="Equation.DSMT4">
                  <p:embed/>
                </p:oleObj>
              </mc:Choice>
              <mc:Fallback>
                <p:oleObj name="Equation" r:id="rId27" imgW="113004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036344" y="1347708"/>
                        <a:ext cx="11303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17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0" dur="500"/>
                                        <p:tgtEl>
                                          <p:spTgt spid="21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17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21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1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1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2" dur="500"/>
                                        <p:tgtEl>
                                          <p:spTgt spid="217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21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1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1000"/>
                                        <p:tgtEl>
                                          <p:spTgt spid="21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7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217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animBg="1"/>
      <p:bldP spid="217092" grpId="0" animBg="1"/>
      <p:bldP spid="217093" grpId="0" autoUpdateAnimBg="0"/>
      <p:bldP spid="217195" grpId="0"/>
      <p:bldP spid="217196" grpId="0"/>
      <p:bldP spid="217197" grpId="0"/>
      <p:bldP spid="2171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A8023AC-FF4C-4A7C-B534-68A86364CFB7}"/>
              </a:ext>
            </a:extLst>
          </p:cNvPr>
          <p:cNvCxnSpPr/>
          <p:nvPr/>
        </p:nvCxnSpPr>
        <p:spPr>
          <a:xfrm flipV="1">
            <a:off x="7170738" y="1498600"/>
            <a:ext cx="1208087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8D59693-BB7F-4C6E-86A3-60CED16B3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925" y="409575"/>
            <a:ext cx="6521450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/>
              <a:t>载流直导线在右侧平面产生的磁场垂直于纸面向里，大小</a:t>
            </a:r>
            <a:endParaRPr lang="en-US" altLang="zh-CN" sz="2800"/>
          </a:p>
        </p:txBody>
      </p:sp>
      <p:sp>
        <p:nvSpPr>
          <p:cNvPr id="12292" name="文本框 1">
            <a:extLst>
              <a:ext uri="{FF2B5EF4-FFF2-40B4-BE49-F238E27FC236}">
                <a16:creationId xmlns:a16="http://schemas.microsoft.com/office/drawing/2014/main" id="{4BAC4FF1-74F2-4113-B715-7DAE4686B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8" y="409575"/>
            <a:ext cx="9112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/>
              <a:t>解：</a:t>
            </a:r>
          </a:p>
        </p:txBody>
      </p:sp>
      <p:grpSp>
        <p:nvGrpSpPr>
          <p:cNvPr id="12293" name="Group 119">
            <a:extLst>
              <a:ext uri="{FF2B5EF4-FFF2-40B4-BE49-F238E27FC236}">
                <a16:creationId xmlns:a16="http://schemas.microsoft.com/office/drawing/2014/main" id="{B297543B-3F66-445D-A0AC-6117FF7A3440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509588"/>
            <a:ext cx="2232025" cy="2209800"/>
            <a:chOff x="3084" y="2837"/>
            <a:chExt cx="1406" cy="1392"/>
          </a:xfrm>
        </p:grpSpPr>
        <p:sp>
          <p:nvSpPr>
            <p:cNvPr id="12324" name="Line 120">
              <a:extLst>
                <a:ext uri="{FF2B5EF4-FFF2-40B4-BE49-F238E27FC236}">
                  <a16:creationId xmlns:a16="http://schemas.microsoft.com/office/drawing/2014/main" id="{AD1F81C4-D2D2-4A9D-8EA6-A9E77E986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157"/>
              <a:ext cx="0" cy="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5" name="Arc 121">
              <a:extLst>
                <a:ext uri="{FF2B5EF4-FFF2-40B4-BE49-F238E27FC236}">
                  <a16:creationId xmlns:a16="http://schemas.microsoft.com/office/drawing/2014/main" id="{2FF1CB67-FE53-49ED-842A-0B269BBDA9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166"/>
              <a:ext cx="479" cy="91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7"/>
                    <a:pt x="11979" y="43154"/>
                    <a:pt x="8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CC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6" name="Line 122">
              <a:extLst>
                <a:ext uri="{FF2B5EF4-FFF2-40B4-BE49-F238E27FC236}">
                  <a16:creationId xmlns:a16="http://schemas.microsoft.com/office/drawing/2014/main" id="{3851E241-7A8A-4C9E-8430-3724D2FCF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637"/>
              <a:ext cx="52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prstDash val="dash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7" name="Line 123">
              <a:extLst>
                <a:ext uri="{FF2B5EF4-FFF2-40B4-BE49-F238E27FC236}">
                  <a16:creationId xmlns:a16="http://schemas.microsoft.com/office/drawing/2014/main" id="{61D0F489-6397-456D-A997-ED2B986B59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2" y="363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Line 124">
              <a:extLst>
                <a:ext uri="{FF2B5EF4-FFF2-40B4-BE49-F238E27FC236}">
                  <a16:creationId xmlns:a16="http://schemas.microsoft.com/office/drawing/2014/main" id="{9897E96E-A17C-401A-9837-26EA38637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60" y="3461"/>
              <a:ext cx="452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9" name="Line 125">
              <a:extLst>
                <a:ext uri="{FF2B5EF4-FFF2-40B4-BE49-F238E27FC236}">
                  <a16:creationId xmlns:a16="http://schemas.microsoft.com/office/drawing/2014/main" id="{5A3A50E5-874F-4DFA-863B-2004E3354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4" y="382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30" name="Object 127">
              <a:extLst>
                <a:ext uri="{FF2B5EF4-FFF2-40B4-BE49-F238E27FC236}">
                  <a16:creationId xmlns:a16="http://schemas.microsoft.com/office/drawing/2014/main" id="{79706EC2-F568-4C9D-AF03-82E8DB243CA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30" y="3648"/>
            <a:ext cx="169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6" name="公式" r:id="rId4" imgW="114102" imgH="126780" progId="Equation.3">
                    <p:embed/>
                  </p:oleObj>
                </mc:Choice>
                <mc:Fallback>
                  <p:oleObj name="公式" r:id="rId4" imgW="114102" imgH="126780" progId="Equation.3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3648"/>
                          <a:ext cx="169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1" name="Object 128">
              <a:extLst>
                <a:ext uri="{FF2B5EF4-FFF2-40B4-BE49-F238E27FC236}">
                  <a16:creationId xmlns:a16="http://schemas.microsoft.com/office/drawing/2014/main" id="{55805406-8E8B-4A2E-9511-41E9D8C602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75" y="3665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77" name="Equation" r:id="rId6" imgW="25560" imgH="63360" progId="Equation.DSMT4">
                    <p:embed/>
                  </p:oleObj>
                </mc:Choice>
                <mc:Fallback>
                  <p:oleObj name="Equation" r:id="rId6" imgW="25560" imgH="63360" progId="Equation.DSMT4">
                    <p:embed/>
                    <p:pic>
                      <p:nvPicPr>
                        <p:cNvPr id="0" name="Object 1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75" y="3665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32" name="Group 129">
              <a:extLst>
                <a:ext uri="{FF2B5EF4-FFF2-40B4-BE49-F238E27FC236}">
                  <a16:creationId xmlns:a16="http://schemas.microsoft.com/office/drawing/2014/main" id="{2203B4F7-59DF-4657-B523-3D1D81FE26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837"/>
              <a:ext cx="240" cy="1392"/>
              <a:chOff x="2208" y="1680"/>
              <a:chExt cx="240" cy="1392"/>
            </a:xfrm>
          </p:grpSpPr>
          <p:sp>
            <p:nvSpPr>
              <p:cNvPr id="12333" name="Line 130">
                <a:extLst>
                  <a:ext uri="{FF2B5EF4-FFF2-40B4-BE49-F238E27FC236}">
                    <a16:creationId xmlns:a16="http://schemas.microsoft.com/office/drawing/2014/main" id="{430613A4-74CB-45DD-A76F-6BFD7338B4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968"/>
                <a:ext cx="0" cy="81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4" name="Line 131">
                <a:extLst>
                  <a:ext uri="{FF2B5EF4-FFF2-40B4-BE49-F238E27FC236}">
                    <a16:creationId xmlns:a16="http://schemas.microsoft.com/office/drawing/2014/main" id="{196C499C-BC06-49CD-8BD4-05D1FB7860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680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5" name="Line 132">
                <a:extLst>
                  <a:ext uri="{FF2B5EF4-FFF2-40B4-BE49-F238E27FC236}">
                    <a16:creationId xmlns:a16="http://schemas.microsoft.com/office/drawing/2014/main" id="{59B05E71-2D55-407B-94D5-CC4166CA4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6" name="Line 133">
                <a:extLst>
                  <a:ext uri="{FF2B5EF4-FFF2-40B4-BE49-F238E27FC236}">
                    <a16:creationId xmlns:a16="http://schemas.microsoft.com/office/drawing/2014/main" id="{B64C1C76-4674-4319-AB1A-D85EC60499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832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7" name="Line 134">
                <a:extLst>
                  <a:ext uri="{FF2B5EF4-FFF2-40B4-BE49-F238E27FC236}">
                    <a16:creationId xmlns:a16="http://schemas.microsoft.com/office/drawing/2014/main" id="{2513C176-4A60-4372-A758-B86F18D5C7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0" cy="96"/>
              </a:xfrm>
              <a:prstGeom prst="line">
                <a:avLst/>
              </a:prstGeom>
              <a:noFill/>
              <a:ln w="76200">
                <a:solidFill>
                  <a:srgbClr val="66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8" name="Line 135">
                <a:extLst>
                  <a:ext uri="{FF2B5EF4-FFF2-40B4-BE49-F238E27FC236}">
                    <a16:creationId xmlns:a16="http://schemas.microsoft.com/office/drawing/2014/main" id="{1FAE78D7-48E4-4781-B31C-FBBB9099B5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2007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39" name="Text Box 136">
                <a:extLst>
                  <a:ext uri="{FF2B5EF4-FFF2-40B4-BE49-F238E27FC236}">
                    <a16:creationId xmlns:a16="http://schemas.microsoft.com/office/drawing/2014/main" id="{D6236A65-57C7-4755-B4E5-194F3D606F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8" y="1968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I</a:t>
                </a:r>
              </a:p>
            </p:txBody>
          </p:sp>
        </p:grpSp>
      </p:grpSp>
      <p:graphicFrame>
        <p:nvGraphicFramePr>
          <p:cNvPr id="136" name="Object 92">
            <a:extLst>
              <a:ext uri="{FF2B5EF4-FFF2-40B4-BE49-F238E27FC236}">
                <a16:creationId xmlns:a16="http://schemas.microsoft.com/office/drawing/2014/main" id="{5C7D98D4-B047-4273-8B4E-B02F0F688B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1039813"/>
          <a:ext cx="13335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Equation" r:id="rId8" imgW="1333440" imgH="774360" progId="Equation.DSMT4">
                  <p:embed/>
                </p:oleObj>
              </mc:Choice>
              <mc:Fallback>
                <p:oleObj name="Equation" r:id="rId8" imgW="1333440" imgH="774360" progId="Equation.DSMT4">
                  <p:embed/>
                  <p:pic>
                    <p:nvPicPr>
                      <p:cNvPr id="0" name="Object 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039813"/>
                        <a:ext cx="13335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流程图: 汇总连接 4">
            <a:extLst>
              <a:ext uri="{FF2B5EF4-FFF2-40B4-BE49-F238E27FC236}">
                <a16:creationId xmlns:a16="http://schemas.microsoft.com/office/drawing/2014/main" id="{9781E86F-F8D6-4106-8812-6F9CBCBDB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25" y="492125"/>
            <a:ext cx="360363" cy="366713"/>
          </a:xfrm>
          <a:prstGeom prst="flowChartSummingJunction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zh-CN"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8FB3993-86C4-4E1A-80C7-2EC4F48ACD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313" y="392113"/>
            <a:ext cx="4000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7" name="文本框 9">
            <a:extLst>
              <a:ext uri="{FF2B5EF4-FFF2-40B4-BE49-F238E27FC236}">
                <a16:creationId xmlns:a16="http://schemas.microsoft.com/office/drawing/2014/main" id="{43EEC991-2100-4FCB-B1FE-88508ECEE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850" y="1547813"/>
            <a:ext cx="371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i="1">
                <a:cs typeface="Times New Roman" panose="02020603050405020304" pitchFamily="18" charset="0"/>
              </a:rPr>
              <a:t>R</a:t>
            </a:r>
          </a:p>
        </p:txBody>
      </p:sp>
      <p:cxnSp>
        <p:nvCxnSpPr>
          <p:cNvPr id="12298" name="直接连接符 14">
            <a:extLst>
              <a:ext uri="{FF2B5EF4-FFF2-40B4-BE49-F238E27FC236}">
                <a16:creationId xmlns:a16="http://schemas.microsoft.com/office/drawing/2014/main" id="{EB47E60A-3AE8-4841-AB7F-B3AE24695BE9}"/>
              </a:ext>
            </a:extLst>
          </p:cNvPr>
          <p:cNvCxnSpPr>
            <a:cxnSpLocks noChangeShapeType="1"/>
            <a:endCxn id="12326" idx="1"/>
          </p:cNvCxnSpPr>
          <p:nvPr/>
        </p:nvCxnSpPr>
        <p:spPr bwMode="auto">
          <a:xfrm>
            <a:off x="7624763" y="1755775"/>
            <a:ext cx="860425" cy="23813"/>
          </a:xfrm>
          <a:prstGeom prst="line">
            <a:avLst/>
          </a:prstGeom>
          <a:noFill/>
          <a:ln w="15875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916A7CB8-621B-4936-8F8F-8C19E060F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7050" y="1484313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 sz="2000" b="1" i="1">
                <a:cs typeface="Times New Roman" panose="02020603050405020304" pitchFamily="18" charset="0"/>
              </a:rPr>
              <a:t>θ</a:t>
            </a:r>
            <a:endParaRPr lang="en-US" altLang="zh-CN" sz="2000" b="1" i="1">
              <a:cs typeface="Times New Roman" panose="02020603050405020304" pitchFamily="18" charset="0"/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2EEF13B7-F4F8-42CA-8121-94FE34D07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38" y="1139825"/>
            <a:ext cx="441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chemeClr val="accent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400" b="1" i="1">
                <a:solidFill>
                  <a:schemeClr val="accent1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46" name="Line 124">
            <a:extLst>
              <a:ext uri="{FF2B5EF4-FFF2-40B4-BE49-F238E27FC236}">
                <a16:creationId xmlns:a16="http://schemas.microsoft.com/office/drawing/2014/main" id="{F0972AB7-EE9F-4FA2-9998-C978B65F33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5875" y="1308100"/>
            <a:ext cx="635000" cy="458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9FCE51FE-372B-4A42-ADE0-FC8597C12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1308100"/>
            <a:ext cx="433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b="1">
                <a:cs typeface="Times New Roman" panose="02020603050405020304" pitchFamily="18" charset="0"/>
              </a:rPr>
              <a:t>d</a:t>
            </a:r>
            <a:r>
              <a:rPr lang="el-GR" altLang="zh-CN" sz="1800" b="1" i="1">
                <a:cs typeface="Times New Roman" panose="02020603050405020304" pitchFamily="18" charset="0"/>
              </a:rPr>
              <a:t>θ</a:t>
            </a:r>
            <a:endParaRPr lang="en-US" altLang="zh-CN" sz="1800" b="1" i="1"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AD9172F-AB00-4A94-95FB-D0C0FCAA16E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364538" y="1090613"/>
            <a:ext cx="0" cy="4254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7D07693-3FFB-4C53-BA54-5E2AAA8A7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2150" y="709613"/>
          <a:ext cx="774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9" name="Equation" r:id="rId11" imgW="774360" imgH="406080" progId="Equation.DSMT4">
                  <p:embed/>
                </p:oleObj>
              </mc:Choice>
              <mc:Fallback>
                <p:oleObj name="Equation" r:id="rId11" imgW="774360" imgH="40608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2150" y="709613"/>
                        <a:ext cx="7747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05" name="直接连接符 23">
            <a:extLst>
              <a:ext uri="{FF2B5EF4-FFF2-40B4-BE49-F238E27FC236}">
                <a16:creationId xmlns:a16="http://schemas.microsoft.com/office/drawing/2014/main" id="{C84FDABB-5702-4110-B177-309BC41F61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062913" y="1027113"/>
            <a:ext cx="201612" cy="365125"/>
          </a:xfrm>
          <a:prstGeom prst="line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/>
            <a:tailEnd/>
          </a:ln>
        </p:spPr>
      </p:cxnSp>
      <p:sp>
        <p:nvSpPr>
          <p:cNvPr id="169" name="文本框 168">
            <a:extLst>
              <a:ext uri="{FF2B5EF4-FFF2-40B4-BE49-F238E27FC236}">
                <a16:creationId xmlns:a16="http://schemas.microsoft.com/office/drawing/2014/main" id="{EFCFCE54-6D08-498D-B091-A8E8E39B8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325" y="901700"/>
            <a:ext cx="317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l-GR" altLang="zh-CN" sz="2000" b="1" i="1">
                <a:cs typeface="Times New Roman" panose="02020603050405020304" pitchFamily="18" charset="0"/>
              </a:rPr>
              <a:t>θ</a:t>
            </a:r>
            <a:endParaRPr lang="en-US" altLang="zh-CN" sz="2000" b="1" i="1">
              <a:cs typeface="Times New Roman" panose="02020603050405020304" pitchFamily="18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8BEB64D-EC07-4CD4-963D-B25FC20F8AD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8267700" y="1282700"/>
            <a:ext cx="82550" cy="258763"/>
          </a:xfrm>
          <a:prstGeom prst="line">
            <a:avLst/>
          </a:prstGeom>
          <a:noFill/>
          <a:ln w="44450" algn="ctr">
            <a:solidFill>
              <a:schemeClr val="accent1"/>
            </a:solidFill>
            <a:round/>
            <a:headEnd/>
            <a:tailEnd type="stealth" w="med" len="med"/>
          </a:ln>
        </p:spPr>
      </p:cxn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65ACE78-29F4-45A0-B309-64998E6025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41550" y="2405063"/>
          <a:ext cx="2349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" name="Equation" r:id="rId13" imgW="2349360" imgH="558720" progId="Equation.DSMT4">
                  <p:embed/>
                </p:oleObj>
              </mc:Choice>
              <mc:Fallback>
                <p:oleObj name="Equation" r:id="rId13" imgW="2349360" imgH="558720" progId="Equation.DSMT4">
                  <p:embed/>
                  <p:pic>
                    <p:nvPicPr>
                      <p:cNvPr id="0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405063"/>
                        <a:ext cx="23495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AAD950B3-CFE7-4069-880B-5C02EAD6DC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93950" y="3125788"/>
          <a:ext cx="396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1" name="Equation" r:id="rId15" imgW="3962160" imgH="838080" progId="Equation.DSMT4">
                  <p:embed/>
                </p:oleObj>
              </mc:Choice>
              <mc:Fallback>
                <p:oleObj name="Equation" r:id="rId15" imgW="3962160" imgH="838080" progId="Equation.DSMT4">
                  <p:embed/>
                  <p:pic>
                    <p:nvPicPr>
                      <p:cNvPr id="0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3125788"/>
                        <a:ext cx="3962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FAEAD75D-3F60-45C2-A664-9DE5AC5055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3951288"/>
          <a:ext cx="3251200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2" name="Equation" r:id="rId17" imgW="3251160" imgH="1320480" progId="Equation.DSMT4">
                  <p:embed/>
                </p:oleObj>
              </mc:Choice>
              <mc:Fallback>
                <p:oleObj name="Equation" r:id="rId17" imgW="3251160" imgH="132048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3951288"/>
                        <a:ext cx="3251200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F80948E3-D379-4C00-B3DA-E77E757EF4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2063" y="4010025"/>
          <a:ext cx="40005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3" name="Equation" r:id="rId19" imgW="4000320" imgH="1282680" progId="Equation.DSMT4">
                  <p:embed/>
                </p:oleObj>
              </mc:Choice>
              <mc:Fallback>
                <p:oleObj name="Equation" r:id="rId19" imgW="4000320" imgH="1282680" progId="Equation.DSMT4">
                  <p:embed/>
                  <p:pic>
                    <p:nvPicPr>
                      <p:cNvPr id="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4010025"/>
                        <a:ext cx="40005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2567941E-5328-431D-B519-89C1C275FC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1275" y="5207000"/>
          <a:ext cx="41529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4" name="Equation" r:id="rId21" imgW="4152600" imgH="1282680" progId="Equation.DSMT4">
                  <p:embed/>
                </p:oleObj>
              </mc:Choice>
              <mc:Fallback>
                <p:oleObj name="Equation" r:id="rId21" imgW="4152600" imgH="1282680" progId="Equation.DSMT4">
                  <p:embed/>
                  <p:pic>
                    <p:nvPicPr>
                      <p:cNvPr id="0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5207000"/>
                        <a:ext cx="41529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8956E4F-C745-49D1-85B8-D2F9B66DD81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15013" y="6589713"/>
            <a:ext cx="2230437" cy="0"/>
          </a:xfrm>
          <a:prstGeom prst="line">
            <a:avLst/>
          </a:prstGeom>
          <a:noFill/>
          <a:ln w="38100" algn="ctr">
            <a:solidFill>
              <a:srgbClr val="FF0000">
                <a:alpha val="98038"/>
              </a:srgbClr>
            </a:solidFill>
            <a:round/>
            <a:headEnd/>
            <a:tailEnd/>
          </a:ln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7859BD0-F381-4A01-B111-50064EF63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1739900"/>
            <a:ext cx="6985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设逆时针为环路绕行方向，取一小段</a:t>
            </a:r>
            <a:r>
              <a:rPr lang="en-US" altLang="zh-CN" sz="2800" b="1">
                <a:cs typeface="Times New Roman" panose="02020603050405020304" pitchFamily="18" charset="0"/>
              </a:rPr>
              <a:t>d</a:t>
            </a:r>
            <a:r>
              <a:rPr lang="en-US" altLang="zh-CN" sz="2800" b="1" i="1">
                <a:cs typeface="Times New Roman" panose="02020603050405020304" pitchFamily="18" charset="0"/>
              </a:rPr>
              <a:t>l</a:t>
            </a:r>
            <a:r>
              <a:rPr lang="zh-CN" altLang="en-US" sz="2800" b="1"/>
              <a:t>分析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971260B-1829-4FE9-BA15-4585E9F98A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050" y="3319463"/>
          <a:ext cx="2247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5" name="Equation" r:id="rId23" imgW="2247840" imgH="545760" progId="Equation.DSMT4">
                  <p:embed/>
                </p:oleObj>
              </mc:Choice>
              <mc:Fallback>
                <p:oleObj name="Equation" r:id="rId23" imgW="2247840" imgH="54576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" y="3319463"/>
                        <a:ext cx="2247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816A7009-A210-4045-9F6E-1714720B03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70688" y="3000375"/>
          <a:ext cx="226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6" name="Equation" r:id="rId25" imgW="2260440" imgH="393480" progId="Equation.DSMT4">
                  <p:embed/>
                </p:oleObj>
              </mc:Choice>
              <mc:Fallback>
                <p:oleObj name="Equation" r:id="rId25" imgW="2260440" imgH="393480" progId="Equation.DSMT4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0688" y="3000375"/>
                        <a:ext cx="226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9400C07A-CDB3-4FAC-B2CC-FB2C6E3E3D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3075" y="3498850"/>
          <a:ext cx="156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7" name="Equation" r:id="rId27" imgW="1562040" imgH="393480" progId="Equation.DSMT4">
                  <p:embed/>
                </p:oleObj>
              </mc:Choice>
              <mc:Fallback>
                <p:oleObj name="Equation" r:id="rId27" imgW="1562040" imgH="393480" progId="Equation.DSMT4">
                  <p:embed/>
                  <p:pic>
                    <p:nvPicPr>
                      <p:cNvPr id="0" name="对象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3075" y="3498850"/>
                        <a:ext cx="156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文本框 51">
            <a:extLst>
              <a:ext uri="{FF2B5EF4-FFF2-40B4-BE49-F238E27FC236}">
                <a16:creationId xmlns:a16="http://schemas.microsoft.com/office/drawing/2014/main" id="{90DB6060-5BCD-4FDB-81F5-493086B4A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2443163"/>
            <a:ext cx="1987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动生电动势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70795E-30FB-4B45-A465-C2D2E8420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3388" y="5616575"/>
            <a:ext cx="1236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……(1) </a:t>
            </a:r>
          </a:p>
        </p:txBody>
      </p:sp>
      <p:sp>
        <p:nvSpPr>
          <p:cNvPr id="20" name="弧形 19">
            <a:extLst>
              <a:ext uri="{FF2B5EF4-FFF2-40B4-BE49-F238E27FC236}">
                <a16:creationId xmlns:a16="http://schemas.microsoft.com/office/drawing/2014/main" id="{AA457AD7-32CB-4295-BB34-9CF38D3E8CAE}"/>
              </a:ext>
            </a:extLst>
          </p:cNvPr>
          <p:cNvSpPr/>
          <p:nvPr/>
        </p:nvSpPr>
        <p:spPr>
          <a:xfrm rot="1204835">
            <a:off x="7443788" y="1487488"/>
            <a:ext cx="923925" cy="1138237"/>
          </a:xfrm>
          <a:prstGeom prst="arc">
            <a:avLst>
              <a:gd name="adj1" fmla="val 21310289"/>
              <a:gd name="adj2" fmla="val 2781944"/>
            </a:avLst>
          </a:prstGeom>
          <a:ln w="22225">
            <a:solidFill>
              <a:srgbClr val="FF00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B80842-C1AF-4483-8ED7-ECCB2F369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5313" y="2270125"/>
            <a:ext cx="26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64CF05D-D203-4A10-AAA8-A2A4EA145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6463" y="1089025"/>
            <a:ext cx="3730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i="1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12323" name="文本框 50">
            <a:extLst>
              <a:ext uri="{FF2B5EF4-FFF2-40B4-BE49-F238E27FC236}">
                <a16:creationId xmlns:a16="http://schemas.microsoft.com/office/drawing/2014/main" id="{52CDAF2E-5423-488A-9E95-D60B8D7FB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8" y="-120650"/>
            <a:ext cx="4130675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附：</a:t>
            </a:r>
            <a:r>
              <a:rPr lang="en-US" altLang="zh-CN" sz="2800" b="1">
                <a:solidFill>
                  <a:srgbClr val="FF0000"/>
                </a:solidFill>
              </a:rPr>
              <a:t>(d)</a:t>
            </a:r>
            <a:r>
              <a:rPr lang="zh-CN" altLang="en-US" sz="2800" b="1">
                <a:solidFill>
                  <a:srgbClr val="FF0000"/>
                </a:solidFill>
              </a:rPr>
              <a:t>的求解过程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16" grpId="0"/>
      <p:bldP spid="145" grpId="0"/>
      <p:bldP spid="147" grpId="0"/>
      <p:bldP spid="169" grpId="0"/>
      <p:bldP spid="3" grpId="0"/>
      <p:bldP spid="52" grpId="0"/>
      <p:bldP spid="4" grpId="0"/>
      <p:bldP spid="22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对象 1">
            <a:extLst>
              <a:ext uri="{FF2B5EF4-FFF2-40B4-BE49-F238E27FC236}">
                <a16:creationId xmlns:a16="http://schemas.microsoft.com/office/drawing/2014/main" id="{BFAF27AD-6BA0-473D-97DE-D1850F0BB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6750" y="203200"/>
          <a:ext cx="5040313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Equation" r:id="rId3" imgW="5663880" imgH="1282680" progId="Equation.DSMT4">
                  <p:embed/>
                </p:oleObj>
              </mc:Choice>
              <mc:Fallback>
                <p:oleObj name="Equation" r:id="rId3" imgW="566388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203200"/>
                        <a:ext cx="5040313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对象 2">
            <a:extLst>
              <a:ext uri="{FF2B5EF4-FFF2-40B4-BE49-F238E27FC236}">
                <a16:creationId xmlns:a16="http://schemas.microsoft.com/office/drawing/2014/main" id="{66690B88-48A6-425D-8D8D-170A7482AD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2508250"/>
          <a:ext cx="3559175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Equation" r:id="rId5" imgW="4152600" imgH="1320480" progId="Equation.DSMT4">
                  <p:embed/>
                </p:oleObj>
              </mc:Choice>
              <mc:Fallback>
                <p:oleObj name="Equation" r:id="rId5" imgW="4152600" imgH="13204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2508250"/>
                        <a:ext cx="3559175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FE0C331-C8D9-4CAD-8016-69726A7EAA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3822700"/>
          <a:ext cx="44354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7" imgW="4863960" imgH="1104840" progId="Equation.DSMT4">
                  <p:embed/>
                </p:oleObj>
              </mc:Choice>
              <mc:Fallback>
                <p:oleObj name="Equation" r:id="rId7" imgW="4863960" imgH="11048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3822700"/>
                        <a:ext cx="44354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4018893-DB4E-4FFB-9753-8ABD9CA9BD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5011738"/>
          <a:ext cx="409416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Equation" r:id="rId9" imgW="4775040" imgH="1739880" progId="Equation.DSMT4">
                  <p:embed/>
                </p:oleObj>
              </mc:Choice>
              <mc:Fallback>
                <p:oleObj name="Equation" r:id="rId9" imgW="4775040" imgH="17398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5011738"/>
                        <a:ext cx="409416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3464384B-FC45-4FB5-9C13-9FFFCF661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338" y="5437188"/>
            <a:ext cx="12350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……(2) </a:t>
            </a:r>
          </a:p>
        </p:txBody>
      </p:sp>
      <p:graphicFrame>
        <p:nvGraphicFramePr>
          <p:cNvPr id="14343" name="对象 16">
            <a:extLst>
              <a:ext uri="{FF2B5EF4-FFF2-40B4-BE49-F238E27FC236}">
                <a16:creationId xmlns:a16="http://schemas.microsoft.com/office/drawing/2014/main" id="{9A39ADE3-42E7-49E8-994E-DDCE3D6FD9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1222375"/>
          <a:ext cx="473075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Equation" r:id="rId11" imgW="4940280" imgH="1282680" progId="Equation.DSMT4">
                  <p:embed/>
                </p:oleObj>
              </mc:Choice>
              <mc:Fallback>
                <p:oleObj name="Equation" r:id="rId11" imgW="4940280" imgH="128268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1222375"/>
                        <a:ext cx="4730750" cy="1228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38A57741-4D50-48A8-8F34-15CF184F0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0650" y="5011738"/>
          <a:ext cx="4094163" cy="1490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Equation" r:id="rId13" imgW="4775040" imgH="1739880" progId="Equation.DSMT4">
                  <p:embed/>
                </p:oleObj>
              </mc:Choice>
              <mc:Fallback>
                <p:oleObj name="Equation" r:id="rId13" imgW="4775040" imgH="173988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650" y="5011738"/>
                        <a:ext cx="4094163" cy="1490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98B6E6C-5EDC-491C-B4C1-4DFCB434B4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225" y="2919413"/>
          <a:ext cx="4572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5" name="Equation" r:id="rId3" imgW="4572000" imgH="1282680" progId="Equation.DSMT4">
                  <p:embed/>
                </p:oleObj>
              </mc:Choice>
              <mc:Fallback>
                <p:oleObj name="Equation" r:id="rId3" imgW="457200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" y="2919413"/>
                        <a:ext cx="45720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E9B0F0F-86E8-40D0-9E3D-6C0A3AFA77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7900" y="4157663"/>
          <a:ext cx="527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6" name="Equation" r:id="rId5" imgW="5270400" imgH="838080" progId="Equation.DSMT4">
                  <p:embed/>
                </p:oleObj>
              </mc:Choice>
              <mc:Fallback>
                <p:oleObj name="Equation" r:id="rId5" imgW="5270400" imgH="8380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4157663"/>
                        <a:ext cx="5270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EEE115B-2DD7-4F66-8F39-F966FCCAB2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51325" y="5962650"/>
          <a:ext cx="377190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7" name="Equation" r:id="rId7" imgW="3771866" imgH="895320" progId="Equation.DSMT4">
                  <p:embed/>
                </p:oleObj>
              </mc:Choice>
              <mc:Fallback>
                <p:oleObj name="Equation" r:id="rId7" imgW="3771866" imgH="89532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1325" y="5962650"/>
                        <a:ext cx="377190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DA1AA3C-587D-41C9-9042-EAC74DA0B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3775" y="5091113"/>
          <a:ext cx="5143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8" name="Equation" r:id="rId9" imgW="5143320" imgH="838080" progId="Equation.DSMT4">
                  <p:embed/>
                </p:oleObj>
              </mc:Choice>
              <mc:Fallback>
                <p:oleObj name="Equation" r:id="rId9" imgW="5143320" imgH="8380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75" y="5091113"/>
                        <a:ext cx="5143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64A198F-480C-454C-B09A-724FA785D1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" y="25400"/>
          <a:ext cx="4622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" name="Equation" r:id="rId11" imgW="5232240" imgH="876240" progId="Equation.DSMT4">
                  <p:embed/>
                </p:oleObj>
              </mc:Choice>
              <mc:Fallback>
                <p:oleObj name="Equation" r:id="rId11" imgW="5232240" imgH="87624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25400"/>
                        <a:ext cx="4622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4D80D81-32AE-4949-9C05-1A589D4EAA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13" y="869950"/>
          <a:ext cx="3932237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0" name="Equation" r:id="rId13" imgW="4838400" imgH="1371600" progId="Equation.DSMT4">
                  <p:embed/>
                </p:oleObj>
              </mc:Choice>
              <mc:Fallback>
                <p:oleObj name="Equation" r:id="rId13" imgW="4838400" imgH="1371600" progId="Equation.DSMT4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869950"/>
                        <a:ext cx="3932237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380EB05-66B6-452B-AAD7-84B197D7AA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9175" y="2068513"/>
          <a:ext cx="346075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1" name="Equation" r:id="rId15" imgW="3555720" imgH="787320" progId="Equation.DSMT4">
                  <p:embed/>
                </p:oleObj>
              </mc:Choice>
              <mc:Fallback>
                <p:oleObj name="Equation" r:id="rId15" imgW="3555720" imgH="78732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9175" y="2068513"/>
                        <a:ext cx="346075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3C9C29D-D758-4983-A9D9-B6B5E7863ABE}"/>
              </a:ext>
            </a:extLst>
          </p:cNvPr>
          <p:cNvCxnSpPr/>
          <p:nvPr/>
        </p:nvCxnSpPr>
        <p:spPr>
          <a:xfrm flipH="1">
            <a:off x="5002213" y="915988"/>
            <a:ext cx="17462" cy="9826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364ED3C9-A84A-4C62-85AE-3F052E777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213" y="168592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14FC90-D36A-41E7-A072-04C671B7C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0150" y="781050"/>
            <a:ext cx="339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62FFD0-6582-4249-9DA4-4AB3B59F7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" y="1166813"/>
            <a:ext cx="544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(2)</a:t>
            </a:r>
            <a:endParaRPr lang="en-US" altLang="zh-CN" sz="2400"/>
          </a:p>
        </p:txBody>
      </p:sp>
      <p:pic>
        <p:nvPicPr>
          <p:cNvPr id="15373" name="图片 18">
            <a:extLst>
              <a:ext uri="{FF2B5EF4-FFF2-40B4-BE49-F238E27FC236}">
                <a16:creationId xmlns:a16="http://schemas.microsoft.com/office/drawing/2014/main" id="{AB35D824-C7A8-4607-8374-F074EADBD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625" y="25400"/>
            <a:ext cx="3508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46115673-7991-4DEF-801E-E2CAC5F7E8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163" y="341313"/>
          <a:ext cx="1155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Equation" r:id="rId3" imgW="1155600" imgH="393480" progId="Equation.DSMT4">
                  <p:embed/>
                </p:oleObj>
              </mc:Choice>
              <mc:Fallback>
                <p:oleObj name="Equation" r:id="rId3" imgW="1155600" imgH="3934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341313"/>
                        <a:ext cx="1155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D2A5BB0-2D76-4190-A8C8-A7A5C4214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7150" y="700088"/>
          <a:ext cx="4775200" cy="173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9" name="Equation" r:id="rId5" imgW="4775040" imgH="1739880" progId="Equation.DSMT4">
                  <p:embed/>
                </p:oleObj>
              </mc:Choice>
              <mc:Fallback>
                <p:oleObj name="Equation" r:id="rId5" imgW="4775040" imgH="17398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700088"/>
                        <a:ext cx="4775200" cy="173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EA8AA8F-E5AB-40C1-99C7-CF4F0579D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876300"/>
            <a:ext cx="54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6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solidFill>
                  <a:srgbClr val="FF0000"/>
                </a:solidFill>
                <a:cs typeface="Times New Roman" panose="02020603050405020304" pitchFamily="18" charset="0"/>
              </a:rPr>
              <a:t>(2)</a:t>
            </a:r>
            <a:endParaRPr lang="en-US" altLang="zh-CN" sz="240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751AA29-B3A5-44D3-BB4F-10D38FA76A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2376488"/>
          <a:ext cx="47371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0" name="Equation" r:id="rId7" imgW="4736880" imgH="1104840" progId="Equation.DSMT4">
                  <p:embed/>
                </p:oleObj>
              </mc:Choice>
              <mc:Fallback>
                <p:oleObj name="Equation" r:id="rId7" imgW="4736880" imgH="11048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376488"/>
                        <a:ext cx="47371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6F2EC74-1A12-4438-8E51-E4CE28F680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7150" y="3367088"/>
          <a:ext cx="74168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1" name="Equation" r:id="rId9" imgW="7416720" imgH="1498320" progId="Equation.DSMT4">
                  <p:embed/>
                </p:oleObj>
              </mc:Choice>
              <mc:Fallback>
                <p:oleObj name="Equation" r:id="rId9" imgW="7416720" imgH="149832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150" y="3367088"/>
                        <a:ext cx="74168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8B3EC4-7955-469D-A1E4-2B8DF029D2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4979988"/>
          <a:ext cx="52197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2" name="Equation" r:id="rId11" imgW="5219640" imgH="1143000" progId="Equation.DSMT4">
                  <p:embed/>
                </p:oleObj>
              </mc:Choice>
              <mc:Fallback>
                <p:oleObj name="Equation" r:id="rId11" imgW="5219640" imgH="114300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4979988"/>
                        <a:ext cx="52197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2" name="图片 9">
            <a:extLst>
              <a:ext uri="{FF2B5EF4-FFF2-40B4-BE49-F238E27FC236}">
                <a16:creationId xmlns:a16="http://schemas.microsoft.com/office/drawing/2014/main" id="{D90DE7C7-23F3-484B-BA9B-62CB4BCB2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675" y="22225"/>
            <a:ext cx="3108325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5EAE061-1630-4BA2-9271-6863CB352B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763" y="92075"/>
          <a:ext cx="45720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3" imgW="4572000" imgH="1282680" progId="Equation.DSMT4">
                  <p:embed/>
                </p:oleObj>
              </mc:Choice>
              <mc:Fallback>
                <p:oleObj name="Equation" r:id="rId3" imgW="4572000" imgH="128268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3" y="92075"/>
                        <a:ext cx="4572000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E921693D-C9FF-4E03-8C83-9070CD4698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225" y="1520825"/>
          <a:ext cx="68961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5" imgW="6895800" imgH="1498320" progId="Equation.DSMT4">
                  <p:embed/>
                </p:oleObj>
              </mc:Choice>
              <mc:Fallback>
                <p:oleObj name="Equation" r:id="rId5" imgW="6895800" imgH="149832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1520825"/>
                        <a:ext cx="68961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>
            <a:extLst>
              <a:ext uri="{FF2B5EF4-FFF2-40B4-BE49-F238E27FC236}">
                <a16:creationId xmlns:a16="http://schemas.microsoft.com/office/drawing/2014/main" id="{E98F7243-F66B-4EB5-9F4B-D459CF711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3897313"/>
            <a:ext cx="3097213" cy="2519362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8115" name="Text Box 3">
            <a:extLst>
              <a:ext uri="{FF2B5EF4-FFF2-40B4-BE49-F238E27FC236}">
                <a16:creationId xmlns:a16="http://schemas.microsoft.com/office/drawing/2014/main" id="{3C6FDBBE-9C75-4DE1-B242-F58DF7E4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914400"/>
            <a:ext cx="6048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动生</a:t>
            </a: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电动势的非静电场</a:t>
            </a:r>
          </a:p>
        </p:txBody>
      </p:sp>
      <p:sp>
        <p:nvSpPr>
          <p:cNvPr id="218116" name="Text Box 4">
            <a:extLst>
              <a:ext uri="{FF2B5EF4-FFF2-40B4-BE49-F238E27FC236}">
                <a16:creationId xmlns:a16="http://schemas.microsoft.com/office/drawing/2014/main" id="{9DD62E2C-E86D-4A97-AEA8-0C8C1F687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5550" y="2235200"/>
            <a:ext cx="2330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但是</a:t>
            </a:r>
            <a:endParaRPr lang="zh-CN" altLang="en-US" sz="2800" baseline="-25000">
              <a:ea typeface="黑体" panose="02010609060101010101" pitchFamily="49" charset="-122"/>
            </a:endParaRP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B0BDF285-FEDE-4946-84FA-06A14D5D4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4488" y="1760538"/>
            <a:ext cx="22875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2"/>
                </a:solidFill>
                <a:ea typeface="黑体" panose="02010609060101010101" pitchFamily="49" charset="-122"/>
              </a:rPr>
              <a:t>矛盾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？</a:t>
            </a:r>
            <a:endParaRPr lang="zh-CN" altLang="en-US" sz="2800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218118" name="Text Box 6">
            <a:extLst>
              <a:ext uri="{FF2B5EF4-FFF2-40B4-BE49-F238E27FC236}">
                <a16:creationId xmlns:a16="http://schemas.microsoft.com/office/drawing/2014/main" id="{9464D1ED-9704-4E0C-BFD0-B97792B78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335438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什么力为</a:t>
            </a:r>
            <a:r>
              <a:rPr lang="zh-CN" altLang="en-US" sz="2800" b="1" i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baseline="-250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动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的出现提供能量呢？</a:t>
            </a:r>
          </a:p>
        </p:txBody>
      </p:sp>
      <p:sp>
        <p:nvSpPr>
          <p:cNvPr id="218119" name="AutoShape 7">
            <a:extLst>
              <a:ext uri="{FF2B5EF4-FFF2-40B4-BE49-F238E27FC236}">
                <a16:creationId xmlns:a16="http://schemas.microsoft.com/office/drawing/2014/main" id="{1E275694-9F8D-4CDC-8B69-CD84DB93D717}"/>
              </a:ext>
            </a:extLst>
          </p:cNvPr>
          <p:cNvSpPr>
            <a:spLocks/>
          </p:cNvSpPr>
          <p:nvPr/>
        </p:nvSpPr>
        <p:spPr bwMode="auto">
          <a:xfrm>
            <a:off x="5183188" y="1590675"/>
            <a:ext cx="280987" cy="1014413"/>
          </a:xfrm>
          <a:prstGeom prst="rightBrace">
            <a:avLst>
              <a:gd name="adj1" fmla="val 3008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18120" name="Object 8">
            <a:extLst>
              <a:ext uri="{FF2B5EF4-FFF2-40B4-BE49-F238E27FC236}">
                <a16:creationId xmlns:a16="http://schemas.microsoft.com/office/drawing/2014/main" id="{ED71BD40-4CED-446A-B0DD-5FAA53FE60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692150"/>
          <a:ext cx="2208212" cy="302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3" name="剪辑" r:id="rId3" imgW="3850277" imgH="5483134" progId="MS_ClipArt_Gallery.2">
                  <p:embed/>
                </p:oleObj>
              </mc:Choice>
              <mc:Fallback>
                <p:oleObj name="剪辑" r:id="rId3" imgW="3850277" imgH="5483134" progId="MS_ClipArt_Gallery.2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692150"/>
                        <a:ext cx="2208212" cy="302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121" name="Text Box 9">
            <a:extLst>
              <a:ext uri="{FF2B5EF4-FFF2-40B4-BE49-F238E27FC236}">
                <a16:creationId xmlns:a16="http://schemas.microsoft.com/office/drawing/2014/main" id="{EE6A47F6-2AE6-4522-907C-8C4CF42AE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625" y="388938"/>
            <a:ext cx="8318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在有动生电动势的回路中谁为回路提供电能？</a:t>
            </a:r>
          </a:p>
        </p:txBody>
      </p:sp>
      <p:graphicFrame>
        <p:nvGraphicFramePr>
          <p:cNvPr id="218122" name="Object 10">
            <a:extLst>
              <a:ext uri="{FF2B5EF4-FFF2-40B4-BE49-F238E27FC236}">
                <a16:creationId xmlns:a16="http://schemas.microsoft.com/office/drawing/2014/main" id="{53E3C880-C2FC-4463-9E6D-A28A4DE0DD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7100" y="1319213"/>
          <a:ext cx="13589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4" name="Equation" r:id="rId5" imgW="1307532" imgH="863225" progId="Equation.DSMT4">
                  <p:embed/>
                </p:oleObj>
              </mc:Choice>
              <mc:Fallback>
                <p:oleObj name="Equation" r:id="rId5" imgW="1307532" imgH="86322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1319213"/>
                        <a:ext cx="13589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3" name="Object 11">
            <a:extLst>
              <a:ext uri="{FF2B5EF4-FFF2-40B4-BE49-F238E27FC236}">
                <a16:creationId xmlns:a16="http://schemas.microsoft.com/office/drawing/2014/main" id="{600F38E1-62AC-4328-B6B7-1045078B3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1900" y="1543050"/>
          <a:ext cx="11525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5" name="Equation" r:id="rId7" imgW="1066337" imgH="406224" progId="Equation.DSMT4">
                  <p:embed/>
                </p:oleObj>
              </mc:Choice>
              <mc:Fallback>
                <p:oleObj name="Equation" r:id="rId7" imgW="1066337" imgH="406224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900" y="1543050"/>
                        <a:ext cx="11525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25" name="Object 13">
            <a:extLst>
              <a:ext uri="{FF2B5EF4-FFF2-40B4-BE49-F238E27FC236}">
                <a16:creationId xmlns:a16="http://schemas.microsoft.com/office/drawing/2014/main" id="{EDF935B1-7A59-4BF6-B6B2-535A0A74E6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1213" y="2233613"/>
          <a:ext cx="2922587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6" name="Equation" r:id="rId9" imgW="2552700" imgH="533400" progId="Equation.DSMT4">
                  <p:embed/>
                </p:oleObj>
              </mc:Choice>
              <mc:Fallback>
                <p:oleObj name="Equation" r:id="rId9" imgW="2552700" imgH="533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2233613"/>
                        <a:ext cx="2922587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4">
            <a:extLst>
              <a:ext uri="{FF2B5EF4-FFF2-40B4-BE49-F238E27FC236}">
                <a16:creationId xmlns:a16="http://schemas.microsoft.com/office/drawing/2014/main" id="{95F52F5B-266C-4A6C-AC97-6D4DF772DA44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2781300"/>
            <a:ext cx="3862388" cy="519113"/>
            <a:chOff x="2030" y="1752"/>
            <a:chExt cx="2433" cy="327"/>
          </a:xfrm>
        </p:grpSpPr>
        <p:sp>
          <p:nvSpPr>
            <p:cNvPr id="18515" name="Text Box 15">
              <a:extLst>
                <a:ext uri="{FF2B5EF4-FFF2-40B4-BE49-F238E27FC236}">
                  <a16:creationId xmlns:a16="http://schemas.microsoft.com/office/drawing/2014/main" id="{3E9EB9E2-3255-4061-BE36-FB3A91901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" y="1752"/>
              <a:ext cx="243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ym typeface="Symbol" panose="05050102010706020507" pitchFamily="18" charset="2"/>
                </a:rPr>
                <a:t> </a:t>
              </a:r>
              <a:r>
                <a:rPr lang="en-US" altLang="zh-CN" sz="2800" b="1" i="1"/>
                <a:t>f</a:t>
              </a:r>
              <a:r>
                <a:rPr lang="zh-CN" altLang="en-US" sz="2800" b="1" baseline="-25000"/>
                <a:t>洛</a:t>
              </a:r>
              <a:r>
                <a:rPr lang="zh-CN" altLang="en-US" sz="2800" b="1"/>
                <a:t>不做功</a:t>
              </a:r>
              <a:r>
                <a:rPr lang="en-US" altLang="zh-CN" sz="2800" b="1"/>
                <a:t>!</a:t>
              </a:r>
            </a:p>
          </p:txBody>
        </p:sp>
        <p:sp>
          <p:nvSpPr>
            <p:cNvPr id="18516" name="Line 16">
              <a:extLst>
                <a:ext uri="{FF2B5EF4-FFF2-40B4-BE49-F238E27FC236}">
                  <a16:creationId xmlns:a16="http://schemas.microsoft.com/office/drawing/2014/main" id="{87314E9F-3BB5-4704-9D3D-1B5D2445A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5" y="1806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8129" name="Text Box 17">
            <a:extLst>
              <a:ext uri="{FF2B5EF4-FFF2-40B4-BE49-F238E27FC236}">
                <a16:creationId xmlns:a16="http://schemas.microsoft.com/office/drawing/2014/main" id="{98F51A83-01C2-4168-AEA6-09E828D0B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813" y="3989388"/>
            <a:ext cx="5854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运动导体内的电子的运动：</a:t>
            </a:r>
          </a:p>
        </p:txBody>
      </p:sp>
      <p:grpSp>
        <p:nvGrpSpPr>
          <p:cNvPr id="3" name="Group 18">
            <a:extLst>
              <a:ext uri="{FF2B5EF4-FFF2-40B4-BE49-F238E27FC236}">
                <a16:creationId xmlns:a16="http://schemas.microsoft.com/office/drawing/2014/main" id="{322DD020-04B6-4498-8493-B056C6660489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4581525"/>
            <a:ext cx="4079875" cy="519113"/>
            <a:chOff x="913" y="1584"/>
            <a:chExt cx="2185" cy="327"/>
          </a:xfrm>
        </p:grpSpPr>
        <p:graphicFrame>
          <p:nvGraphicFramePr>
            <p:cNvPr id="18513" name="Object 19">
              <a:extLst>
                <a:ext uri="{FF2B5EF4-FFF2-40B4-BE49-F238E27FC236}">
                  <a16:creationId xmlns:a16="http://schemas.microsoft.com/office/drawing/2014/main" id="{2887421C-8653-4D25-A8C4-8D086CCCE9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3" y="1632"/>
            <a:ext cx="188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57" name="Equation" r:id="rId11" imgW="126725" imgH="177415" progId="Equation.DSMT4">
                    <p:embed/>
                  </p:oleObj>
                </mc:Choice>
                <mc:Fallback>
                  <p:oleObj name="Equation" r:id="rId11" imgW="126725" imgH="177415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3" y="1632"/>
                          <a:ext cx="188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4" name="Text Box 20">
              <a:extLst>
                <a:ext uri="{FF2B5EF4-FFF2-40B4-BE49-F238E27FC236}">
                  <a16:creationId xmlns:a16="http://schemas.microsoft.com/office/drawing/2014/main" id="{C8B858A0-CDA4-4538-8E3D-ADE7A4708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84"/>
              <a:ext cx="20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方向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随导体运动</a:t>
              </a:r>
              <a:endParaRPr lang="zh-CN" altLang="en-US" sz="2800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68C6568A-41C2-4451-ACF4-74E3D4234FF6}"/>
              </a:ext>
            </a:extLst>
          </p:cNvPr>
          <p:cNvGrpSpPr>
            <a:grpSpLocks/>
          </p:cNvGrpSpPr>
          <p:nvPr/>
        </p:nvGrpSpPr>
        <p:grpSpPr bwMode="auto">
          <a:xfrm>
            <a:off x="1270000" y="5140325"/>
            <a:ext cx="5562600" cy="519113"/>
            <a:chOff x="48" y="1920"/>
            <a:chExt cx="3504" cy="327"/>
          </a:xfrm>
        </p:grpSpPr>
        <p:graphicFrame>
          <p:nvGraphicFramePr>
            <p:cNvPr id="18511" name="Object 22">
              <a:extLst>
                <a:ext uri="{FF2B5EF4-FFF2-40B4-BE49-F238E27FC236}">
                  <a16:creationId xmlns:a16="http://schemas.microsoft.com/office/drawing/2014/main" id="{297EB011-3304-42D2-96AF-F2A23E28E9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" y="1968"/>
            <a:ext cx="211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58" name="Equation" r:id="rId13" imgW="139579" imgH="177646" progId="Equation.DSMT4">
                    <p:embed/>
                  </p:oleObj>
                </mc:Choice>
                <mc:Fallback>
                  <p:oleObj name="Equation" r:id="rId13" imgW="139579" imgH="177646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" y="1968"/>
                          <a:ext cx="211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512" name="Text Box 23">
              <a:extLst>
                <a:ext uri="{FF2B5EF4-FFF2-40B4-BE49-F238E27FC236}">
                  <a16:creationId xmlns:a16="http://schemas.microsoft.com/office/drawing/2014/main" id="{A62B020E-95D6-4A6A-BED3-16817A3F4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920"/>
              <a:ext cx="3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b="1"/>
                <a:t> </a:t>
              </a:r>
              <a:r>
                <a:rPr lang="zh-CN" altLang="en-US" sz="2800" b="1"/>
                <a:t>方向</a:t>
              </a:r>
              <a:r>
                <a:rPr lang="en-US" altLang="zh-CN" sz="2800" b="1"/>
                <a:t>, </a:t>
              </a:r>
              <a:r>
                <a:rPr lang="zh-CN" altLang="en-US" sz="2800" b="1"/>
                <a:t>电子漂移形成电流</a:t>
              </a:r>
              <a:endParaRPr lang="zh-CN" altLang="en-US" sz="2800"/>
            </a:p>
          </p:txBody>
        </p:sp>
      </p:grpSp>
      <p:sp>
        <p:nvSpPr>
          <p:cNvPr id="218136" name="Text Box 24">
            <a:extLst>
              <a:ext uri="{FF2B5EF4-FFF2-40B4-BE49-F238E27FC236}">
                <a16:creationId xmlns:a16="http://schemas.microsoft.com/office/drawing/2014/main" id="{3A03FF84-0413-4C52-AAC5-0AE1E1C15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5786438"/>
            <a:ext cx="3260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总洛仑兹力</a:t>
            </a:r>
            <a:endParaRPr lang="zh-CN" altLang="en-US" sz="2800"/>
          </a:p>
        </p:txBody>
      </p:sp>
      <p:graphicFrame>
        <p:nvGraphicFramePr>
          <p:cNvPr id="218137" name="Object 25">
            <a:extLst>
              <a:ext uri="{FF2B5EF4-FFF2-40B4-BE49-F238E27FC236}">
                <a16:creationId xmlns:a16="http://schemas.microsoft.com/office/drawing/2014/main" id="{7C4A1627-652D-40EA-80E6-81075F357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5768975"/>
          <a:ext cx="174148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9" name="Equation" r:id="rId15" imgW="736600" imgH="241300" progId="Equation.DSMT4">
                  <p:embed/>
                </p:oleObj>
              </mc:Choice>
              <mc:Fallback>
                <p:oleObj name="Equation" r:id="rId15" imgW="736600" imgH="2413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768975"/>
                        <a:ext cx="174148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6">
            <a:extLst>
              <a:ext uri="{FF2B5EF4-FFF2-40B4-BE49-F238E27FC236}">
                <a16:creationId xmlns:a16="http://schemas.microsoft.com/office/drawing/2014/main" id="{B241CF76-45B3-454B-BB9C-2EF8A554906F}"/>
              </a:ext>
            </a:extLst>
          </p:cNvPr>
          <p:cNvGrpSpPr>
            <a:grpSpLocks/>
          </p:cNvGrpSpPr>
          <p:nvPr/>
        </p:nvGrpSpPr>
        <p:grpSpPr bwMode="auto">
          <a:xfrm>
            <a:off x="5805488" y="4154488"/>
            <a:ext cx="2479675" cy="2119312"/>
            <a:chOff x="3840" y="960"/>
            <a:chExt cx="1562" cy="1335"/>
          </a:xfrm>
        </p:grpSpPr>
        <p:sp>
          <p:nvSpPr>
            <p:cNvPr id="18466" name="Line 27">
              <a:extLst>
                <a:ext uri="{FF2B5EF4-FFF2-40B4-BE49-F238E27FC236}">
                  <a16:creationId xmlns:a16="http://schemas.microsoft.com/office/drawing/2014/main" id="{4D7E156C-938C-4019-88D7-790285854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28">
              <a:extLst>
                <a:ext uri="{FF2B5EF4-FFF2-40B4-BE49-F238E27FC236}">
                  <a16:creationId xmlns:a16="http://schemas.microsoft.com/office/drawing/2014/main" id="{FBD7AD72-4781-4EF6-96B2-34500AE66F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29">
              <a:extLst>
                <a:ext uri="{FF2B5EF4-FFF2-40B4-BE49-F238E27FC236}">
                  <a16:creationId xmlns:a16="http://schemas.microsoft.com/office/drawing/2014/main" id="{B67F491C-9B93-48F9-A367-91249ED578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9" name="Line 30">
              <a:extLst>
                <a:ext uri="{FF2B5EF4-FFF2-40B4-BE49-F238E27FC236}">
                  <a16:creationId xmlns:a16="http://schemas.microsoft.com/office/drawing/2014/main" id="{B575CD88-F9FF-466F-B58B-AF5B20B5B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Line 31">
              <a:extLst>
                <a:ext uri="{FF2B5EF4-FFF2-40B4-BE49-F238E27FC236}">
                  <a16:creationId xmlns:a16="http://schemas.microsoft.com/office/drawing/2014/main" id="{048E145D-B3EC-4FA1-9E0B-CC9F0800B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32">
              <a:extLst>
                <a:ext uri="{FF2B5EF4-FFF2-40B4-BE49-F238E27FC236}">
                  <a16:creationId xmlns:a16="http://schemas.microsoft.com/office/drawing/2014/main" id="{A698FBB2-8271-4DD6-8DD4-F0B4DFBFC1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Line 33">
              <a:extLst>
                <a:ext uri="{FF2B5EF4-FFF2-40B4-BE49-F238E27FC236}">
                  <a16:creationId xmlns:a16="http://schemas.microsoft.com/office/drawing/2014/main" id="{5A585B5B-3DE4-4912-8295-FF41E9D61E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3" name="Line 34">
              <a:extLst>
                <a:ext uri="{FF2B5EF4-FFF2-40B4-BE49-F238E27FC236}">
                  <a16:creationId xmlns:a16="http://schemas.microsoft.com/office/drawing/2014/main" id="{E48D5B3F-0A5A-4091-82E8-5CA21DD386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4" name="Line 35">
              <a:extLst>
                <a:ext uri="{FF2B5EF4-FFF2-40B4-BE49-F238E27FC236}">
                  <a16:creationId xmlns:a16="http://schemas.microsoft.com/office/drawing/2014/main" id="{1569C60E-F0D0-4475-9956-B2656F125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5" name="Line 36">
              <a:extLst>
                <a:ext uri="{FF2B5EF4-FFF2-40B4-BE49-F238E27FC236}">
                  <a16:creationId xmlns:a16="http://schemas.microsoft.com/office/drawing/2014/main" id="{D098915F-A016-4D2E-9786-036B356CC4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056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Line 37">
              <a:extLst>
                <a:ext uri="{FF2B5EF4-FFF2-40B4-BE49-F238E27FC236}">
                  <a16:creationId xmlns:a16="http://schemas.microsoft.com/office/drawing/2014/main" id="{C50F8749-3B31-4AA8-94EE-50372C12C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7" name="Line 38">
              <a:extLst>
                <a:ext uri="{FF2B5EF4-FFF2-40B4-BE49-F238E27FC236}">
                  <a16:creationId xmlns:a16="http://schemas.microsoft.com/office/drawing/2014/main" id="{538392D2-D129-4948-8B9C-0B12825293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8" name="Line 39">
              <a:extLst>
                <a:ext uri="{FF2B5EF4-FFF2-40B4-BE49-F238E27FC236}">
                  <a16:creationId xmlns:a16="http://schemas.microsoft.com/office/drawing/2014/main" id="{4BA90D84-1D9E-4803-9570-EDA9A96A76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9" name="Line 40">
              <a:extLst>
                <a:ext uri="{FF2B5EF4-FFF2-40B4-BE49-F238E27FC236}">
                  <a16:creationId xmlns:a16="http://schemas.microsoft.com/office/drawing/2014/main" id="{06EA5349-DEC2-4DA0-8479-35D7D40E6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0" name="Line 41">
              <a:extLst>
                <a:ext uri="{FF2B5EF4-FFF2-40B4-BE49-F238E27FC236}">
                  <a16:creationId xmlns:a16="http://schemas.microsoft.com/office/drawing/2014/main" id="{A7CB84B1-20D7-4F98-8FC3-E7CA3AD112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1" name="Line 42">
              <a:extLst>
                <a:ext uri="{FF2B5EF4-FFF2-40B4-BE49-F238E27FC236}">
                  <a16:creationId xmlns:a16="http://schemas.microsoft.com/office/drawing/2014/main" id="{3B74C558-1C8D-40E7-9F6E-E1218FFC8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2" name="Line 43">
              <a:extLst>
                <a:ext uri="{FF2B5EF4-FFF2-40B4-BE49-F238E27FC236}">
                  <a16:creationId xmlns:a16="http://schemas.microsoft.com/office/drawing/2014/main" id="{420B8480-09B0-4321-85D7-FF1E3327F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3" name="Line 44">
              <a:extLst>
                <a:ext uri="{FF2B5EF4-FFF2-40B4-BE49-F238E27FC236}">
                  <a16:creationId xmlns:a16="http://schemas.microsoft.com/office/drawing/2014/main" id="{A69B81F4-C8C3-4333-9AFD-2F1FDE59D3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344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Line 45">
              <a:extLst>
                <a:ext uri="{FF2B5EF4-FFF2-40B4-BE49-F238E27FC236}">
                  <a16:creationId xmlns:a16="http://schemas.microsoft.com/office/drawing/2014/main" id="{0ACF83A4-DAD1-4EB9-9C90-700A0E697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5" name="Line 46">
              <a:extLst>
                <a:ext uri="{FF2B5EF4-FFF2-40B4-BE49-F238E27FC236}">
                  <a16:creationId xmlns:a16="http://schemas.microsoft.com/office/drawing/2014/main" id="{9B3C47F4-DA9F-458F-A7FE-CAB3FC0A96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6" name="Line 47">
              <a:extLst>
                <a:ext uri="{FF2B5EF4-FFF2-40B4-BE49-F238E27FC236}">
                  <a16:creationId xmlns:a16="http://schemas.microsoft.com/office/drawing/2014/main" id="{A2CE4B3B-576F-419C-B1D6-C7BDEF069E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7" name="Line 48">
              <a:extLst>
                <a:ext uri="{FF2B5EF4-FFF2-40B4-BE49-F238E27FC236}">
                  <a16:creationId xmlns:a16="http://schemas.microsoft.com/office/drawing/2014/main" id="{FB17E604-84E8-4149-9D01-3362E2F7F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8" name="Line 49">
              <a:extLst>
                <a:ext uri="{FF2B5EF4-FFF2-40B4-BE49-F238E27FC236}">
                  <a16:creationId xmlns:a16="http://schemas.microsoft.com/office/drawing/2014/main" id="{96AAF5E0-1B66-4FD0-AF3E-F64D6A536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Line 50">
              <a:extLst>
                <a:ext uri="{FF2B5EF4-FFF2-40B4-BE49-F238E27FC236}">
                  <a16:creationId xmlns:a16="http://schemas.microsoft.com/office/drawing/2014/main" id="{21988E5C-70B5-4FB9-951C-E272A8FE81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0" name="Line 51">
              <a:extLst>
                <a:ext uri="{FF2B5EF4-FFF2-40B4-BE49-F238E27FC236}">
                  <a16:creationId xmlns:a16="http://schemas.microsoft.com/office/drawing/2014/main" id="{33D98D67-7B37-4C6C-8A53-97B3D5DCF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1" name="Line 52">
              <a:extLst>
                <a:ext uri="{FF2B5EF4-FFF2-40B4-BE49-F238E27FC236}">
                  <a16:creationId xmlns:a16="http://schemas.microsoft.com/office/drawing/2014/main" id="{A5600F54-6243-470A-A0DF-5069F34CB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2" name="Line 53">
              <a:extLst>
                <a:ext uri="{FF2B5EF4-FFF2-40B4-BE49-F238E27FC236}">
                  <a16:creationId xmlns:a16="http://schemas.microsoft.com/office/drawing/2014/main" id="{8ED4CC6A-6197-4208-8219-3763D8B87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3" name="Line 54">
              <a:extLst>
                <a:ext uri="{FF2B5EF4-FFF2-40B4-BE49-F238E27FC236}">
                  <a16:creationId xmlns:a16="http://schemas.microsoft.com/office/drawing/2014/main" id="{AF1BE712-B395-41B6-973F-4F0081B44D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632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4" name="Line 55">
              <a:extLst>
                <a:ext uri="{FF2B5EF4-FFF2-40B4-BE49-F238E27FC236}">
                  <a16:creationId xmlns:a16="http://schemas.microsoft.com/office/drawing/2014/main" id="{2E08D01A-1BB9-4C0D-8DB1-CA3F035E74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5" name="Line 56">
              <a:extLst>
                <a:ext uri="{FF2B5EF4-FFF2-40B4-BE49-F238E27FC236}">
                  <a16:creationId xmlns:a16="http://schemas.microsoft.com/office/drawing/2014/main" id="{9C27B7D7-5BEC-4686-852F-2311962A50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6" name="Line 57">
              <a:extLst>
                <a:ext uri="{FF2B5EF4-FFF2-40B4-BE49-F238E27FC236}">
                  <a16:creationId xmlns:a16="http://schemas.microsoft.com/office/drawing/2014/main" id="{39871AD8-7C4F-45CB-9E4B-A0DD687A53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Line 58">
              <a:extLst>
                <a:ext uri="{FF2B5EF4-FFF2-40B4-BE49-F238E27FC236}">
                  <a16:creationId xmlns:a16="http://schemas.microsoft.com/office/drawing/2014/main" id="{D3813F81-616C-4B9B-A827-EEBA41CD76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8" name="Line 59">
              <a:extLst>
                <a:ext uri="{FF2B5EF4-FFF2-40B4-BE49-F238E27FC236}">
                  <a16:creationId xmlns:a16="http://schemas.microsoft.com/office/drawing/2014/main" id="{216E08FC-6F01-49D3-B4A2-A0B640508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9" name="Line 60">
              <a:extLst>
                <a:ext uri="{FF2B5EF4-FFF2-40B4-BE49-F238E27FC236}">
                  <a16:creationId xmlns:a16="http://schemas.microsoft.com/office/drawing/2014/main" id="{2097AFDC-211F-476B-927C-78BA181971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0" name="Line 61">
              <a:extLst>
                <a:ext uri="{FF2B5EF4-FFF2-40B4-BE49-F238E27FC236}">
                  <a16:creationId xmlns:a16="http://schemas.microsoft.com/office/drawing/2014/main" id="{B8E6683B-71FD-4992-8FAF-BE553A376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1" name="Line 62">
              <a:extLst>
                <a:ext uri="{FF2B5EF4-FFF2-40B4-BE49-F238E27FC236}">
                  <a16:creationId xmlns:a16="http://schemas.microsoft.com/office/drawing/2014/main" id="{9D051205-F492-4CEE-9398-5FCD2FCA7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04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2" name="Line 63">
              <a:extLst>
                <a:ext uri="{FF2B5EF4-FFF2-40B4-BE49-F238E27FC236}">
                  <a16:creationId xmlns:a16="http://schemas.microsoft.com/office/drawing/2014/main" id="{C2E2E140-F1CB-480D-ABB2-815A24ECD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3" name="Line 64">
              <a:extLst>
                <a:ext uri="{FF2B5EF4-FFF2-40B4-BE49-F238E27FC236}">
                  <a16:creationId xmlns:a16="http://schemas.microsoft.com/office/drawing/2014/main" id="{83BB27E7-9435-446A-8F07-63E6826CA1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92" y="1920"/>
              <a:ext cx="9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4" name="Line 65">
              <a:extLst>
                <a:ext uri="{FF2B5EF4-FFF2-40B4-BE49-F238E27FC236}">
                  <a16:creationId xmlns:a16="http://schemas.microsoft.com/office/drawing/2014/main" id="{62235CF5-403D-43E2-A791-4FAFA27B1C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52"/>
              <a:ext cx="1056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5" name="Line 66">
              <a:extLst>
                <a:ext uri="{FF2B5EF4-FFF2-40B4-BE49-F238E27FC236}">
                  <a16:creationId xmlns:a16="http://schemas.microsoft.com/office/drawing/2014/main" id="{BE7B6A4E-CDCD-4592-8434-E5DEBFD86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920"/>
              <a:ext cx="1056" cy="0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6" name="Line 67">
              <a:extLst>
                <a:ext uri="{FF2B5EF4-FFF2-40B4-BE49-F238E27FC236}">
                  <a16:creationId xmlns:a16="http://schemas.microsoft.com/office/drawing/2014/main" id="{748740B6-DF6F-4526-923E-24B09D207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152"/>
              <a:ext cx="0" cy="768"/>
            </a:xfrm>
            <a:prstGeom prst="line">
              <a:avLst/>
            </a:prstGeom>
            <a:noFill/>
            <a:ln w="76200">
              <a:solidFill>
                <a:srgbClr val="CC6600"/>
              </a:solidFill>
              <a:round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7" name="Rectangle 68">
              <a:extLst>
                <a:ext uri="{FF2B5EF4-FFF2-40B4-BE49-F238E27FC236}">
                  <a16:creationId xmlns:a16="http://schemas.microsoft.com/office/drawing/2014/main" id="{2EDA29ED-36F0-405C-998E-28566D0D3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960"/>
              <a:ext cx="96" cy="1104"/>
            </a:xfrm>
            <a:prstGeom prst="rect">
              <a:avLst/>
            </a:prstGeom>
            <a:gradFill rotWithShape="1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12700">
              <a:solidFill>
                <a:srgbClr val="996600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8508" name="Line 69">
              <a:extLst>
                <a:ext uri="{FF2B5EF4-FFF2-40B4-BE49-F238E27FC236}">
                  <a16:creationId xmlns:a16="http://schemas.microsoft.com/office/drawing/2014/main" id="{3704108A-6DB8-4B8F-BB67-3D520184F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1431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Text Box 70">
              <a:extLst>
                <a:ext uri="{FF2B5EF4-FFF2-40B4-BE49-F238E27FC236}">
                  <a16:creationId xmlns:a16="http://schemas.microsoft.com/office/drawing/2014/main" id="{F46FCD5F-F2B2-4404-BAC8-F93FACC00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1" y="1259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latin typeface="Book Antiqua" panose="02040602050305030304" pitchFamily="18" charset="0"/>
                </a:rPr>
                <a:t>v</a:t>
              </a:r>
            </a:p>
          </p:txBody>
        </p:sp>
        <p:sp>
          <p:nvSpPr>
            <p:cNvPr id="18510" name="Text Box 71">
              <a:extLst>
                <a:ext uri="{FF2B5EF4-FFF2-40B4-BE49-F238E27FC236}">
                  <a16:creationId xmlns:a16="http://schemas.microsoft.com/office/drawing/2014/main" id="{4B9E487D-5F10-477F-A0F1-6A6E53281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8" y="196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a</a:t>
              </a:r>
            </a:p>
          </p:txBody>
        </p:sp>
      </p:grpSp>
      <p:sp>
        <p:nvSpPr>
          <p:cNvPr id="218184" name="Text Box 72">
            <a:extLst>
              <a:ext uri="{FF2B5EF4-FFF2-40B4-BE49-F238E27FC236}">
                <a16:creationId xmlns:a16="http://schemas.microsoft.com/office/drawing/2014/main" id="{25771858-105F-401F-9267-6A001F1D6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2338" y="39258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18185" name="Line 73">
            <a:extLst>
              <a:ext uri="{FF2B5EF4-FFF2-40B4-BE49-F238E27FC236}">
                <a16:creationId xmlns:a16="http://schemas.microsoft.com/office/drawing/2014/main" id="{101EE072-0BAC-44C9-A136-50D96F8127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18300" y="4902200"/>
            <a:ext cx="457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6" name="Line 74">
            <a:extLst>
              <a:ext uri="{FF2B5EF4-FFF2-40B4-BE49-F238E27FC236}">
                <a16:creationId xmlns:a16="http://schemas.microsoft.com/office/drawing/2014/main" id="{9BB8F295-291B-43C3-B796-E2EA500C07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1700" y="4902200"/>
            <a:ext cx="0" cy="685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7" name="Oval 75">
            <a:extLst>
              <a:ext uri="{FF2B5EF4-FFF2-40B4-BE49-F238E27FC236}">
                <a16:creationId xmlns:a16="http://schemas.microsoft.com/office/drawing/2014/main" id="{1B028625-3D7C-46B3-AD79-282BBFADF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3288" y="4845050"/>
            <a:ext cx="76200" cy="762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8188" name="Line 76">
            <a:extLst>
              <a:ext uri="{FF2B5EF4-FFF2-40B4-BE49-F238E27FC236}">
                <a16:creationId xmlns:a16="http://schemas.microsoft.com/office/drawing/2014/main" id="{C06007A4-5B93-4282-9B82-A64CB2BD5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87045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89" name="Line 77">
            <a:extLst>
              <a:ext uri="{FF2B5EF4-FFF2-40B4-BE49-F238E27FC236}">
                <a16:creationId xmlns:a16="http://schemas.microsoft.com/office/drawing/2014/main" id="{B5AB1C9E-339B-4B5A-8C77-68840BA6C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81863" y="4870450"/>
            <a:ext cx="623887" cy="717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90" name="Line 78">
            <a:extLst>
              <a:ext uri="{FF2B5EF4-FFF2-40B4-BE49-F238E27FC236}">
                <a16:creationId xmlns:a16="http://schemas.microsoft.com/office/drawing/2014/main" id="{177F1370-2616-4EA2-9EB2-B106A7675E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86550" y="4876800"/>
            <a:ext cx="576263" cy="6350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8191" name="Line 79">
            <a:extLst>
              <a:ext uri="{FF2B5EF4-FFF2-40B4-BE49-F238E27FC236}">
                <a16:creationId xmlns:a16="http://schemas.microsoft.com/office/drawing/2014/main" id="{F28418B5-2EF0-4B7B-9652-E8A041BAC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875" y="4778375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8192" name="Object 80">
            <a:extLst>
              <a:ext uri="{FF2B5EF4-FFF2-40B4-BE49-F238E27FC236}">
                <a16:creationId xmlns:a16="http://schemas.microsoft.com/office/drawing/2014/main" id="{A88AAE24-96AF-440F-A896-F6E03570E1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9838" y="5140325"/>
          <a:ext cx="3302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0" name="Equation" r:id="rId17" imgW="190449" imgH="279426" progId="Equation.DSMT4">
                  <p:embed/>
                </p:oleObj>
              </mc:Choice>
              <mc:Fallback>
                <p:oleObj name="Equation" r:id="rId17" imgW="190449" imgH="279426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9838" y="5140325"/>
                        <a:ext cx="3302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3" name="Object 81">
            <a:extLst>
              <a:ext uri="{FF2B5EF4-FFF2-40B4-BE49-F238E27FC236}">
                <a16:creationId xmlns:a16="http://schemas.microsoft.com/office/drawing/2014/main" id="{483BB2D5-545A-437A-951B-3273A4EB3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0000" y="4635500"/>
          <a:ext cx="319088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1" name="Equation" r:id="rId19" imgW="222422" imgH="381077" progId="Equation.DSMT4">
                  <p:embed/>
                </p:oleObj>
              </mc:Choice>
              <mc:Fallback>
                <p:oleObj name="Equation" r:id="rId19" imgW="222422" imgH="381077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0000" y="4635500"/>
                        <a:ext cx="319088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4" name="Object 82">
            <a:extLst>
              <a:ext uri="{FF2B5EF4-FFF2-40B4-BE49-F238E27FC236}">
                <a16:creationId xmlns:a16="http://schemas.microsoft.com/office/drawing/2014/main" id="{E4EB1C18-3279-4622-9365-C6E86F58D2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9175" y="5251450"/>
          <a:ext cx="29527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2" name="Equation" r:id="rId21" imgW="190449" imgH="381077" progId="Equation.DSMT4">
                  <p:embed/>
                </p:oleObj>
              </mc:Choice>
              <mc:Fallback>
                <p:oleObj name="Equation" r:id="rId21" imgW="190449" imgH="381077" progId="Equation.DSMT4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9175" y="5251450"/>
                        <a:ext cx="295275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5" name="Object 83">
            <a:extLst>
              <a:ext uri="{FF2B5EF4-FFF2-40B4-BE49-F238E27FC236}">
                <a16:creationId xmlns:a16="http://schemas.microsoft.com/office/drawing/2014/main" id="{8E284271-DDAA-48AB-B0E5-6BC72034AD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4488" y="5321300"/>
          <a:ext cx="284162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" name="Equation" r:id="rId23" imgW="190449" imgH="279426" progId="Equation.DSMT4">
                  <p:embed/>
                </p:oleObj>
              </mc:Choice>
              <mc:Fallback>
                <p:oleObj name="Equation" r:id="rId23" imgW="190449" imgH="279426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4488" y="5321300"/>
                        <a:ext cx="284162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196" name="Object 84">
            <a:extLst>
              <a:ext uri="{FF2B5EF4-FFF2-40B4-BE49-F238E27FC236}">
                <a16:creationId xmlns:a16="http://schemas.microsoft.com/office/drawing/2014/main" id="{ACF17493-F101-4785-8223-B5CDA7645A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8325" y="5273675"/>
          <a:ext cx="223838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4" name="Equation" r:id="rId25" imgW="126966" imgH="209337" progId="Equation.DSMT4">
                  <p:embed/>
                </p:oleObj>
              </mc:Choice>
              <mc:Fallback>
                <p:oleObj name="Equation" r:id="rId25" imgW="126966" imgH="209337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8325" y="5273675"/>
                        <a:ext cx="223838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5" name="Text Box 12">
            <a:extLst>
              <a:ext uri="{FF2B5EF4-FFF2-40B4-BE49-F238E27FC236}">
                <a16:creationId xmlns:a16="http://schemas.microsoft.com/office/drawing/2014/main" id="{8B3C5599-BF48-4D4F-B0E5-8BDF0D5EF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7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18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75"/>
                                        <p:tgtEl>
                                          <p:spTgt spid="218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8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8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8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5" dur="500"/>
                                        <p:tgtEl>
                                          <p:spTgt spid="218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5" dur="500"/>
                                        <p:tgtEl>
                                          <p:spTgt spid="218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218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75"/>
                                        <p:tgtEl>
                                          <p:spTgt spid="218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18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7" dur="300"/>
                                        <p:tgtEl>
                                          <p:spTgt spid="218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8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18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1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1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18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18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18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218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18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218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18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75"/>
                                        <p:tgtEl>
                                          <p:spTgt spid="21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15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18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4" grpId="0" animBg="1"/>
      <p:bldP spid="218115" grpId="0" autoUpdateAnimBg="0"/>
      <p:bldP spid="218116" grpId="0" autoUpdateAnimBg="0"/>
      <p:bldP spid="218117" grpId="0" autoUpdateAnimBg="0"/>
      <p:bldP spid="218118" grpId="0" autoUpdateAnimBg="0"/>
      <p:bldP spid="218119" grpId="0" animBg="1"/>
      <p:bldP spid="218121" grpId="0" autoUpdateAnimBg="0"/>
      <p:bldP spid="218129" grpId="0" autoUpdateAnimBg="0"/>
      <p:bldP spid="218136" grpId="0" autoUpdateAnimBg="0"/>
      <p:bldP spid="218184" grpId="0" autoUpdateAnimBg="0"/>
      <p:bldP spid="21818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>
            <a:extLst>
              <a:ext uri="{FF2B5EF4-FFF2-40B4-BE49-F238E27FC236}">
                <a16:creationId xmlns:a16="http://schemas.microsoft.com/office/drawing/2014/main" id="{F7955F06-9B2C-4770-8394-76A900890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33488"/>
            <a:ext cx="2881312" cy="22685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9139" name="Text Box 3">
            <a:extLst>
              <a:ext uri="{FF2B5EF4-FFF2-40B4-BE49-F238E27FC236}">
                <a16:creationId xmlns:a16="http://schemas.microsoft.com/office/drawing/2014/main" id="{91BA91F5-425F-4DF6-AC65-848F22C13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657225"/>
            <a:ext cx="107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b="1"/>
              <a:t>总</a:t>
            </a:r>
            <a:endParaRPr lang="zh-CN" altLang="en-US" sz="2000"/>
          </a:p>
        </p:txBody>
      </p:sp>
      <p:graphicFrame>
        <p:nvGraphicFramePr>
          <p:cNvPr id="219140" name="Object 4">
            <a:extLst>
              <a:ext uri="{FF2B5EF4-FFF2-40B4-BE49-F238E27FC236}">
                <a16:creationId xmlns:a16="http://schemas.microsoft.com/office/drawing/2014/main" id="{79B6123A-0797-4F3B-B613-547DDD958F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67288" y="404813"/>
          <a:ext cx="17414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1" name="Equation" r:id="rId3" imgW="736600" imgH="241300" progId="Equation.DSMT4">
                  <p:embed/>
                </p:oleObj>
              </mc:Choice>
              <mc:Fallback>
                <p:oleObj name="Equation" r:id="rId3" imgW="7366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7288" y="404813"/>
                        <a:ext cx="17414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1" name="Object 5">
            <a:extLst>
              <a:ext uri="{FF2B5EF4-FFF2-40B4-BE49-F238E27FC236}">
                <a16:creationId xmlns:a16="http://schemas.microsoft.com/office/drawing/2014/main" id="{A12619A7-FAB8-4854-B5DD-8669382AE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6438" y="482600"/>
          <a:ext cx="936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2" name="Equation" r:id="rId5" imgW="990170" imgH="393529" progId="Equation.DSMT4">
                  <p:embed/>
                </p:oleObj>
              </mc:Choice>
              <mc:Fallback>
                <p:oleObj name="Equation" r:id="rId5" imgW="990170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6438" y="482600"/>
                        <a:ext cx="936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2" name="Object 6">
            <a:extLst>
              <a:ext uri="{FF2B5EF4-FFF2-40B4-BE49-F238E27FC236}">
                <a16:creationId xmlns:a16="http://schemas.microsoft.com/office/drawing/2014/main" id="{5008C5E7-9C0A-464E-BB18-30D1115734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62425" y="1665288"/>
          <a:ext cx="442118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3" name="Equation" r:id="rId7" imgW="1943100" imgH="241300" progId="Equation.DSMT4">
                  <p:embed/>
                </p:oleObj>
              </mc:Choice>
              <mc:Fallback>
                <p:oleObj name="Equation" r:id="rId7" imgW="1943100" imgH="2413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2425" y="1665288"/>
                        <a:ext cx="442118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3" name="Text Box 7">
            <a:extLst>
              <a:ext uri="{FF2B5EF4-FFF2-40B4-BE49-F238E27FC236}">
                <a16:creationId xmlns:a16="http://schemas.microsoft.com/office/drawing/2014/main" id="{65D3D028-4E6C-4874-83BF-DC68EDB33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975" y="1073150"/>
            <a:ext cx="1893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楷体_GB2312" pitchFamily="49" charset="-122"/>
              </a:rPr>
              <a:t> 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不做功</a:t>
            </a:r>
          </a:p>
        </p:txBody>
      </p:sp>
      <p:sp>
        <p:nvSpPr>
          <p:cNvPr id="219144" name="Text Box 8">
            <a:extLst>
              <a:ext uri="{FF2B5EF4-FFF2-40B4-BE49-F238E27FC236}">
                <a16:creationId xmlns:a16="http://schemas.microsoft.com/office/drawing/2014/main" id="{8C39D050-E011-4074-8C56-F26FF7B07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2825" y="1724025"/>
            <a:ext cx="1655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sp>
        <p:nvSpPr>
          <p:cNvPr id="219145" name="Text Box 9">
            <a:extLst>
              <a:ext uri="{FF2B5EF4-FFF2-40B4-BE49-F238E27FC236}">
                <a16:creationId xmlns:a16="http://schemas.microsoft.com/office/drawing/2014/main" id="{305981A0-6AC9-4F35-B86D-36F492E90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7425" y="2333625"/>
            <a:ext cx="2146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显然</a:t>
            </a:r>
            <a:endParaRPr lang="zh-CN" altLang="en-US" sz="2800"/>
          </a:p>
        </p:txBody>
      </p:sp>
      <p:graphicFrame>
        <p:nvGraphicFramePr>
          <p:cNvPr id="219146" name="Object 10">
            <a:extLst>
              <a:ext uri="{FF2B5EF4-FFF2-40B4-BE49-F238E27FC236}">
                <a16:creationId xmlns:a16="http://schemas.microsoft.com/office/drawing/2014/main" id="{C020F971-92F8-43CC-B350-925986DEF5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2384425"/>
          <a:ext cx="2528887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4" name="Equation" r:id="rId9" imgW="2159000" imgH="495300" progId="Equation.DSMT4">
                  <p:embed/>
                </p:oleObj>
              </mc:Choice>
              <mc:Fallback>
                <p:oleObj name="Equation" r:id="rId9" imgW="2159000" imgH="495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2384425"/>
                        <a:ext cx="2528887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47" name="Object 11">
            <a:extLst>
              <a:ext uri="{FF2B5EF4-FFF2-40B4-BE49-F238E27FC236}">
                <a16:creationId xmlns:a16="http://schemas.microsoft.com/office/drawing/2014/main" id="{B95A9759-3A98-4077-9E65-82CDAE2B52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468688"/>
          <a:ext cx="3221038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5" name="Equation" r:id="rId11" imgW="1459866" imgH="241195" progId="Equation.DSMT4">
                  <p:embed/>
                </p:oleObj>
              </mc:Choice>
              <mc:Fallback>
                <p:oleObj name="Equation" r:id="rId11" imgW="1459866" imgH="241195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468688"/>
                        <a:ext cx="3221038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48" name="Text Box 12">
            <a:extLst>
              <a:ext uri="{FF2B5EF4-FFF2-40B4-BE49-F238E27FC236}">
                <a16:creationId xmlns:a16="http://schemas.microsoft.com/office/drawing/2014/main" id="{C598B2AD-E1A3-43D2-8644-0413BD23D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263" y="4097338"/>
            <a:ext cx="7632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要使棒 </a:t>
            </a:r>
            <a:r>
              <a:rPr lang="en-US" altLang="zh-CN" sz="2800" b="1" i="1">
                <a:ea typeface="黑体" panose="02010609060101010101" pitchFamily="49" charset="-122"/>
              </a:rPr>
              <a:t>ab </a:t>
            </a:r>
            <a:r>
              <a:rPr lang="zh-CN" altLang="en-US" sz="2800" b="1">
                <a:ea typeface="黑体" panose="02010609060101010101" pitchFamily="49" charset="-122"/>
              </a:rPr>
              <a:t>保持</a:t>
            </a:r>
            <a:r>
              <a:rPr lang="en-US" altLang="zh-CN" sz="2800" b="1" i="1">
                <a:latin typeface="Book Antiqua" panose="02040602050305030304" pitchFamily="18" charset="0"/>
                <a:ea typeface="黑体" panose="02010609060101010101" pitchFamily="49" charset="-122"/>
              </a:rPr>
              <a:t>v</a:t>
            </a:r>
            <a:r>
              <a:rPr lang="en-US" altLang="zh-CN" sz="2800" b="1" i="1">
                <a:ea typeface="黑体" panose="02010609060101010101" pitchFamily="49" charset="-122"/>
              </a:rPr>
              <a:t> </a:t>
            </a:r>
            <a:r>
              <a:rPr lang="zh-CN" altLang="en-US" sz="2800" b="1">
                <a:ea typeface="黑体" panose="02010609060101010101" pitchFamily="49" charset="-122"/>
              </a:rPr>
              <a:t>运动，则必有外力做功： </a:t>
            </a:r>
          </a:p>
        </p:txBody>
      </p:sp>
      <p:graphicFrame>
        <p:nvGraphicFramePr>
          <p:cNvPr id="219149" name="Object 13">
            <a:extLst>
              <a:ext uri="{FF2B5EF4-FFF2-40B4-BE49-F238E27FC236}">
                <a16:creationId xmlns:a16="http://schemas.microsoft.com/office/drawing/2014/main" id="{9C7E3908-BD99-45F4-8337-EB30C91374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8288" y="4556125"/>
          <a:ext cx="1477962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6" name="Equation" r:id="rId13" imgW="622030" imgH="253890" progId="Equation.DSMT4">
                  <p:embed/>
                </p:oleObj>
              </mc:Choice>
              <mc:Fallback>
                <p:oleObj name="Equation" r:id="rId13" imgW="622030" imgH="25389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4556125"/>
                        <a:ext cx="1477962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50" name="Text Box 14">
            <a:extLst>
              <a:ext uri="{FF2B5EF4-FFF2-40B4-BE49-F238E27FC236}">
                <a16:creationId xmlns:a16="http://schemas.microsoft.com/office/drawing/2014/main" id="{367F510E-8389-4A32-9DB3-CD0B0376B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0913" y="46132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graphicFrame>
        <p:nvGraphicFramePr>
          <p:cNvPr id="219151" name="Object 15">
            <a:extLst>
              <a:ext uri="{FF2B5EF4-FFF2-40B4-BE49-F238E27FC236}">
                <a16:creationId xmlns:a16="http://schemas.microsoft.com/office/drawing/2014/main" id="{2A2E5CFD-0F36-48FA-8C60-661E859A2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3038" y="4565650"/>
          <a:ext cx="2289175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7" name="Equation" r:id="rId15" imgW="965200" imgH="254000" progId="Equation.DSMT4">
                  <p:embed/>
                </p:oleObj>
              </mc:Choice>
              <mc:Fallback>
                <p:oleObj name="Equation" r:id="rId15" imgW="965200" imgH="254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3038" y="4565650"/>
                        <a:ext cx="2289175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153" name="Object 17">
            <a:extLst>
              <a:ext uri="{FF2B5EF4-FFF2-40B4-BE49-F238E27FC236}">
                <a16:creationId xmlns:a16="http://schemas.microsoft.com/office/drawing/2014/main" id="{80C4C2BB-CFB1-403C-9E38-121FCBAB44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5850" y="1125538"/>
          <a:ext cx="12128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8" name="Equation" r:id="rId17" imgW="1218671" imgH="482391" progId="Equation.DSMT4">
                  <p:embed/>
                </p:oleObj>
              </mc:Choice>
              <mc:Fallback>
                <p:oleObj name="Equation" r:id="rId17" imgW="1218671" imgH="4823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1125538"/>
                        <a:ext cx="12128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>
            <a:extLst>
              <a:ext uri="{FF2B5EF4-FFF2-40B4-BE49-F238E27FC236}">
                <a16:creationId xmlns:a16="http://schemas.microsoft.com/office/drawing/2014/main" id="{7F262BDB-9D40-4914-8340-C2929195D514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404813"/>
            <a:ext cx="6696075" cy="792162"/>
            <a:chOff x="467" y="157"/>
            <a:chExt cx="4218" cy="499"/>
          </a:xfrm>
        </p:grpSpPr>
        <p:sp>
          <p:nvSpPr>
            <p:cNvPr id="19558" name="Rectangle 19">
              <a:extLst>
                <a:ext uri="{FF2B5EF4-FFF2-40B4-BE49-F238E27FC236}">
                  <a16:creationId xmlns:a16="http://schemas.microsoft.com/office/drawing/2014/main" id="{7E91FDE5-A06B-4755-864C-19E821A39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" y="157"/>
              <a:ext cx="2141" cy="40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9559" name="Text Box 20">
              <a:extLst>
                <a:ext uri="{FF2B5EF4-FFF2-40B4-BE49-F238E27FC236}">
                  <a16:creationId xmlns:a16="http://schemas.microsoft.com/office/drawing/2014/main" id="{D99539AD-06A3-455A-A120-CCD78CB19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5" y="192"/>
              <a:ext cx="372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rPr>
                <a:t>是什么力做功呢？</a:t>
              </a:r>
              <a:endParaRPr lang="zh-CN" altLang="en-US" sz="28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19560" name="Object 21">
              <a:extLst>
                <a:ext uri="{FF2B5EF4-FFF2-40B4-BE49-F238E27FC236}">
                  <a16:creationId xmlns:a16="http://schemas.microsoft.com/office/drawing/2014/main" id="{FF06B369-5E7A-4600-A189-0722AEF1BA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7" y="157"/>
            <a:ext cx="448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29" name="剪辑" r:id="rId19" imgW="3168581" imgH="2914476" progId="MS_ClipArt_Gallery.2">
                    <p:embed/>
                  </p:oleObj>
                </mc:Choice>
                <mc:Fallback>
                  <p:oleObj name="剪辑" r:id="rId19" imgW="3168581" imgH="2914476" progId="MS_ClipArt_Gallery.2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" y="157"/>
                          <a:ext cx="448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C05F598F-128B-4683-A483-CA3C2735ED72}"/>
              </a:ext>
            </a:extLst>
          </p:cNvPr>
          <p:cNvGrpSpPr>
            <a:grpSpLocks/>
          </p:cNvGrpSpPr>
          <p:nvPr/>
        </p:nvGrpSpPr>
        <p:grpSpPr bwMode="auto">
          <a:xfrm>
            <a:off x="7002463" y="3494088"/>
            <a:ext cx="2141537" cy="519112"/>
            <a:chOff x="4411" y="2201"/>
            <a:chExt cx="1349" cy="327"/>
          </a:xfrm>
        </p:grpSpPr>
        <p:sp>
          <p:nvSpPr>
            <p:cNvPr id="19556" name="Text Box 23">
              <a:extLst>
                <a:ext uri="{FF2B5EF4-FFF2-40B4-BE49-F238E27FC236}">
                  <a16:creationId xmlns:a16="http://schemas.microsoft.com/office/drawing/2014/main" id="{9261409F-90AD-4FD2-8CC3-ECD04CA9C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201"/>
              <a:ext cx="13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/>
                <a:t> 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f</a:t>
              </a:r>
              <a:r>
                <a:rPr lang="en-US" altLang="zh-CN" sz="2800" b="1" baseline="-25000">
                  <a:solidFill>
                    <a:srgbClr val="FF0000"/>
                  </a:solidFill>
                </a:rPr>
                <a:t>2</a:t>
              </a: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做负功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9557" name="Line 24">
              <a:extLst>
                <a:ext uri="{FF2B5EF4-FFF2-40B4-BE49-F238E27FC236}">
                  <a16:creationId xmlns:a16="http://schemas.microsoft.com/office/drawing/2014/main" id="{BFBA5858-1163-4326-ABC4-12980E7FC8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249"/>
              <a:ext cx="89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9161" name="Text Box 25">
            <a:extLst>
              <a:ext uri="{FF2B5EF4-FFF2-40B4-BE49-F238E27FC236}">
                <a16:creationId xmlns:a16="http://schemas.microsoft.com/office/drawing/2014/main" id="{B3271B75-9305-4FA0-9FE5-DA5E1F6FD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1738" y="5121275"/>
            <a:ext cx="7799387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      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 F</a:t>
            </a:r>
            <a:r>
              <a:rPr lang="zh-CN" altLang="en-US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的作用不提供能量</a:t>
            </a: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只是传递能量。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即外力克服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的一个分力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baseline="-2500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所做的功</a:t>
            </a:r>
            <a:r>
              <a:rPr lang="en-US" altLang="zh-CN" sz="2800" b="1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通过另一个分力 </a:t>
            </a:r>
            <a:r>
              <a:rPr lang="en-US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>
                <a:solidFill>
                  <a:schemeClr val="tx2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>
                <a:solidFill>
                  <a:schemeClr val="tx2"/>
                </a:solidFill>
                <a:ea typeface="黑体" panose="02010609060101010101" pitchFamily="49" charset="-122"/>
              </a:rPr>
              <a:t>转换为动生电流的能量。</a:t>
            </a:r>
          </a:p>
        </p:txBody>
      </p:sp>
      <p:graphicFrame>
        <p:nvGraphicFramePr>
          <p:cNvPr id="219162" name="Object 26">
            <a:extLst>
              <a:ext uri="{FF2B5EF4-FFF2-40B4-BE49-F238E27FC236}">
                <a16:creationId xmlns:a16="http://schemas.microsoft.com/office/drawing/2014/main" id="{95DAE9C8-C9EC-4FF0-AB49-38718ABADC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94475" y="1100138"/>
          <a:ext cx="315913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0" name="Equation" r:id="rId21" imgW="190449" imgH="279426" progId="Equation.DSMT4">
                  <p:embed/>
                </p:oleObj>
              </mc:Choice>
              <mc:Fallback>
                <p:oleObj name="Equation" r:id="rId21" imgW="190449" imgH="279426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475" y="1100138"/>
                        <a:ext cx="315913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9163" name="Line 27">
            <a:extLst>
              <a:ext uri="{FF2B5EF4-FFF2-40B4-BE49-F238E27FC236}">
                <a16:creationId xmlns:a16="http://schemas.microsoft.com/office/drawing/2014/main" id="{B3F22306-6814-4DF2-B4ED-92239A5D5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54350" y="4241800"/>
            <a:ext cx="1492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8">
            <a:extLst>
              <a:ext uri="{FF2B5EF4-FFF2-40B4-BE49-F238E27FC236}">
                <a16:creationId xmlns:a16="http://schemas.microsoft.com/office/drawing/2014/main" id="{5B9CD8AB-E0D0-419F-9223-6AF1CF41B43E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1223963"/>
            <a:ext cx="2479675" cy="2347912"/>
            <a:chOff x="3749" y="2860"/>
            <a:chExt cx="1562" cy="1479"/>
          </a:xfrm>
        </p:grpSpPr>
        <p:grpSp>
          <p:nvGrpSpPr>
            <p:cNvPr id="19497" name="Group 29">
              <a:extLst>
                <a:ext uri="{FF2B5EF4-FFF2-40B4-BE49-F238E27FC236}">
                  <a16:creationId xmlns:a16="http://schemas.microsoft.com/office/drawing/2014/main" id="{F28379E9-759C-4A02-B82B-0DB34EB9F0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9" y="3004"/>
              <a:ext cx="1562" cy="1335"/>
              <a:chOff x="3840" y="960"/>
              <a:chExt cx="1562" cy="1335"/>
            </a:xfrm>
          </p:grpSpPr>
          <p:sp>
            <p:nvSpPr>
              <p:cNvPr id="19511" name="Line 30">
                <a:extLst>
                  <a:ext uri="{FF2B5EF4-FFF2-40B4-BE49-F238E27FC236}">
                    <a16:creationId xmlns:a16="http://schemas.microsoft.com/office/drawing/2014/main" id="{FAF6D5EF-56FA-4895-8DB6-8F9437550A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2" name="Line 31">
                <a:extLst>
                  <a:ext uri="{FF2B5EF4-FFF2-40B4-BE49-F238E27FC236}">
                    <a16:creationId xmlns:a16="http://schemas.microsoft.com/office/drawing/2014/main" id="{2B80A218-8CCF-43FD-9D4B-21B681C97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3" name="Line 32">
                <a:extLst>
                  <a:ext uri="{FF2B5EF4-FFF2-40B4-BE49-F238E27FC236}">
                    <a16:creationId xmlns:a16="http://schemas.microsoft.com/office/drawing/2014/main" id="{F9CBF8C5-B668-4756-B41C-70F9416362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4" name="Line 33">
                <a:extLst>
                  <a:ext uri="{FF2B5EF4-FFF2-40B4-BE49-F238E27FC236}">
                    <a16:creationId xmlns:a16="http://schemas.microsoft.com/office/drawing/2014/main" id="{B6E58B64-1CC0-4BE3-822B-484F9814C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5" name="Line 34">
                <a:extLst>
                  <a:ext uri="{FF2B5EF4-FFF2-40B4-BE49-F238E27FC236}">
                    <a16:creationId xmlns:a16="http://schemas.microsoft.com/office/drawing/2014/main" id="{6A93CA1C-68FC-456F-848C-D9CBAB7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6" name="Line 35">
                <a:extLst>
                  <a:ext uri="{FF2B5EF4-FFF2-40B4-BE49-F238E27FC236}">
                    <a16:creationId xmlns:a16="http://schemas.microsoft.com/office/drawing/2014/main" id="{B29D983C-1607-44CD-936E-458867E043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7" name="Line 36">
                <a:extLst>
                  <a:ext uri="{FF2B5EF4-FFF2-40B4-BE49-F238E27FC236}">
                    <a16:creationId xmlns:a16="http://schemas.microsoft.com/office/drawing/2014/main" id="{626F9CF9-F579-4BD8-93D2-31FC56CA29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8" name="Line 37">
                <a:extLst>
                  <a:ext uri="{FF2B5EF4-FFF2-40B4-BE49-F238E27FC236}">
                    <a16:creationId xmlns:a16="http://schemas.microsoft.com/office/drawing/2014/main" id="{AF77136B-6788-4C47-AC87-E6A06E70F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19" name="Line 38">
                <a:extLst>
                  <a:ext uri="{FF2B5EF4-FFF2-40B4-BE49-F238E27FC236}">
                    <a16:creationId xmlns:a16="http://schemas.microsoft.com/office/drawing/2014/main" id="{C02B236D-FCA3-45E3-BE70-777FC273BA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0" name="Line 39">
                <a:extLst>
                  <a:ext uri="{FF2B5EF4-FFF2-40B4-BE49-F238E27FC236}">
                    <a16:creationId xmlns:a16="http://schemas.microsoft.com/office/drawing/2014/main" id="{59774234-ADD9-4CF4-86BE-26A4F1E38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056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1" name="Line 40">
                <a:extLst>
                  <a:ext uri="{FF2B5EF4-FFF2-40B4-BE49-F238E27FC236}">
                    <a16:creationId xmlns:a16="http://schemas.microsoft.com/office/drawing/2014/main" id="{15EAF778-094A-4FAF-BE8B-236E692C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2" name="Line 41">
                <a:extLst>
                  <a:ext uri="{FF2B5EF4-FFF2-40B4-BE49-F238E27FC236}">
                    <a16:creationId xmlns:a16="http://schemas.microsoft.com/office/drawing/2014/main" id="{AE79D9CF-5E42-407F-98AC-52A72E8A70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3" name="Line 42">
                <a:extLst>
                  <a:ext uri="{FF2B5EF4-FFF2-40B4-BE49-F238E27FC236}">
                    <a16:creationId xmlns:a16="http://schemas.microsoft.com/office/drawing/2014/main" id="{D80D5A7D-57A8-4B97-9CBB-02C5102A7F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4" name="Line 43">
                <a:extLst>
                  <a:ext uri="{FF2B5EF4-FFF2-40B4-BE49-F238E27FC236}">
                    <a16:creationId xmlns:a16="http://schemas.microsoft.com/office/drawing/2014/main" id="{2B890410-5B8A-4AA6-9074-6CDAA43F9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5" name="Line 44">
                <a:extLst>
                  <a:ext uri="{FF2B5EF4-FFF2-40B4-BE49-F238E27FC236}">
                    <a16:creationId xmlns:a16="http://schemas.microsoft.com/office/drawing/2014/main" id="{75616964-24A9-42C1-A58B-77E81E23B8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6" name="Line 45">
                <a:extLst>
                  <a:ext uri="{FF2B5EF4-FFF2-40B4-BE49-F238E27FC236}">
                    <a16:creationId xmlns:a16="http://schemas.microsoft.com/office/drawing/2014/main" id="{BC363567-705C-4741-BE8D-E57018468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7" name="Line 46">
                <a:extLst>
                  <a:ext uri="{FF2B5EF4-FFF2-40B4-BE49-F238E27FC236}">
                    <a16:creationId xmlns:a16="http://schemas.microsoft.com/office/drawing/2014/main" id="{49F05810-A417-4A8C-9C9B-A7F3FD26E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8" name="Line 47">
                <a:extLst>
                  <a:ext uri="{FF2B5EF4-FFF2-40B4-BE49-F238E27FC236}">
                    <a16:creationId xmlns:a16="http://schemas.microsoft.com/office/drawing/2014/main" id="{33A54BDA-0C10-4421-84C1-CE9BD87B6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344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9" name="Line 48">
                <a:extLst>
                  <a:ext uri="{FF2B5EF4-FFF2-40B4-BE49-F238E27FC236}">
                    <a16:creationId xmlns:a16="http://schemas.microsoft.com/office/drawing/2014/main" id="{63E2682B-CCB8-4DA5-A4F2-783773B3E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0" name="Line 49">
                <a:extLst>
                  <a:ext uri="{FF2B5EF4-FFF2-40B4-BE49-F238E27FC236}">
                    <a16:creationId xmlns:a16="http://schemas.microsoft.com/office/drawing/2014/main" id="{8DA4607B-CC1F-4614-A441-3D893FC302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1" name="Line 50">
                <a:extLst>
                  <a:ext uri="{FF2B5EF4-FFF2-40B4-BE49-F238E27FC236}">
                    <a16:creationId xmlns:a16="http://schemas.microsoft.com/office/drawing/2014/main" id="{EC84F595-186E-4A8C-90A5-B73B6026F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2" name="Line 51">
                <a:extLst>
                  <a:ext uri="{FF2B5EF4-FFF2-40B4-BE49-F238E27FC236}">
                    <a16:creationId xmlns:a16="http://schemas.microsoft.com/office/drawing/2014/main" id="{E168317A-0AA8-44F0-AC04-BC7C773403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3" name="Line 52">
                <a:extLst>
                  <a:ext uri="{FF2B5EF4-FFF2-40B4-BE49-F238E27FC236}">
                    <a16:creationId xmlns:a16="http://schemas.microsoft.com/office/drawing/2014/main" id="{46604F1B-8BE7-4718-9F65-D3FEF04DF8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4" name="Line 53">
                <a:extLst>
                  <a:ext uri="{FF2B5EF4-FFF2-40B4-BE49-F238E27FC236}">
                    <a16:creationId xmlns:a16="http://schemas.microsoft.com/office/drawing/2014/main" id="{5511DE83-85BE-495E-8B2A-7217C1BCB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5" name="Line 54">
                <a:extLst>
                  <a:ext uri="{FF2B5EF4-FFF2-40B4-BE49-F238E27FC236}">
                    <a16:creationId xmlns:a16="http://schemas.microsoft.com/office/drawing/2014/main" id="{C91B966E-2B01-48DB-800C-43F8B7AD7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6" name="Line 55">
                <a:extLst>
                  <a:ext uri="{FF2B5EF4-FFF2-40B4-BE49-F238E27FC236}">
                    <a16:creationId xmlns:a16="http://schemas.microsoft.com/office/drawing/2014/main" id="{471A632E-4AB5-437E-89BC-AF5E87DFF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7" name="Line 56">
                <a:extLst>
                  <a:ext uri="{FF2B5EF4-FFF2-40B4-BE49-F238E27FC236}">
                    <a16:creationId xmlns:a16="http://schemas.microsoft.com/office/drawing/2014/main" id="{7822BE52-3509-4DBC-B507-34F5A90138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8" name="Line 57">
                <a:extLst>
                  <a:ext uri="{FF2B5EF4-FFF2-40B4-BE49-F238E27FC236}">
                    <a16:creationId xmlns:a16="http://schemas.microsoft.com/office/drawing/2014/main" id="{3611E10F-3BFE-40FA-AFD6-1BA9457B2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632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9" name="Line 58">
                <a:extLst>
                  <a:ext uri="{FF2B5EF4-FFF2-40B4-BE49-F238E27FC236}">
                    <a16:creationId xmlns:a16="http://schemas.microsoft.com/office/drawing/2014/main" id="{BF371EE0-9101-4E55-A0AC-AB2FDEA2B2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0" name="Line 59">
                <a:extLst>
                  <a:ext uri="{FF2B5EF4-FFF2-40B4-BE49-F238E27FC236}">
                    <a16:creationId xmlns:a16="http://schemas.microsoft.com/office/drawing/2014/main" id="{E8E23083-3113-49BF-A761-D41DE2758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0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1" name="Line 60">
                <a:extLst>
                  <a:ext uri="{FF2B5EF4-FFF2-40B4-BE49-F238E27FC236}">
                    <a16:creationId xmlns:a16="http://schemas.microsoft.com/office/drawing/2014/main" id="{6A6A26AB-DDE0-46B5-865C-54845B73F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2" name="Line 61">
                <a:extLst>
                  <a:ext uri="{FF2B5EF4-FFF2-40B4-BE49-F238E27FC236}">
                    <a16:creationId xmlns:a16="http://schemas.microsoft.com/office/drawing/2014/main" id="{C18A09D4-1A9B-4320-A76C-4AF1DE4BA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3" name="Line 62">
                <a:extLst>
                  <a:ext uri="{FF2B5EF4-FFF2-40B4-BE49-F238E27FC236}">
                    <a16:creationId xmlns:a16="http://schemas.microsoft.com/office/drawing/2014/main" id="{FC150D9D-E349-4409-9752-A0467CF56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4" name="Line 63">
                <a:extLst>
                  <a:ext uri="{FF2B5EF4-FFF2-40B4-BE49-F238E27FC236}">
                    <a16:creationId xmlns:a16="http://schemas.microsoft.com/office/drawing/2014/main" id="{C7A5D423-B29B-46D0-8E2E-13FD91296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6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5" name="Line 64">
                <a:extLst>
                  <a:ext uri="{FF2B5EF4-FFF2-40B4-BE49-F238E27FC236}">
                    <a16:creationId xmlns:a16="http://schemas.microsoft.com/office/drawing/2014/main" id="{8B358547-A83C-4ECE-9ACB-C759B8B624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6" name="Line 65">
                <a:extLst>
                  <a:ext uri="{FF2B5EF4-FFF2-40B4-BE49-F238E27FC236}">
                    <a16:creationId xmlns:a16="http://schemas.microsoft.com/office/drawing/2014/main" id="{58E36C41-916D-4B05-85F2-375AEDA84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04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7" name="Line 66">
                <a:extLst>
                  <a:ext uri="{FF2B5EF4-FFF2-40B4-BE49-F238E27FC236}">
                    <a16:creationId xmlns:a16="http://schemas.microsoft.com/office/drawing/2014/main" id="{29991E5F-B4D6-4644-9C40-03B268416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92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8" name="Line 67">
                <a:extLst>
                  <a:ext uri="{FF2B5EF4-FFF2-40B4-BE49-F238E27FC236}">
                    <a16:creationId xmlns:a16="http://schemas.microsoft.com/office/drawing/2014/main" id="{00385014-B3AE-4BB7-8216-42A7B2B1B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1920"/>
                <a:ext cx="96" cy="96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49" name="Line 68">
                <a:extLst>
                  <a:ext uri="{FF2B5EF4-FFF2-40B4-BE49-F238E27FC236}">
                    <a16:creationId xmlns:a16="http://schemas.microsoft.com/office/drawing/2014/main" id="{85C88330-2CF3-4A5C-A848-9FD7DD7B1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0" name="Line 69">
                <a:extLst>
                  <a:ext uri="{FF2B5EF4-FFF2-40B4-BE49-F238E27FC236}">
                    <a16:creationId xmlns:a16="http://schemas.microsoft.com/office/drawing/2014/main" id="{37429334-E240-4112-9FD3-7A72DEDD3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920"/>
                <a:ext cx="1056" cy="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1" name="Line 70">
                <a:extLst>
                  <a:ext uri="{FF2B5EF4-FFF2-40B4-BE49-F238E27FC236}">
                    <a16:creationId xmlns:a16="http://schemas.microsoft.com/office/drawing/2014/main" id="{487DFBF4-A1F2-4F91-AB76-5AD732774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1152"/>
                <a:ext cx="0" cy="768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2" name="Rectangle 71">
                <a:extLst>
                  <a:ext uri="{FF2B5EF4-FFF2-40B4-BE49-F238E27FC236}">
                    <a16:creationId xmlns:a16="http://schemas.microsoft.com/office/drawing/2014/main" id="{66712B1A-AC23-4066-BD5B-7B851B98D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04" y="960"/>
                <a:ext cx="96" cy="1104"/>
              </a:xfrm>
              <a:prstGeom prst="rect">
                <a:avLst/>
              </a:prstGeom>
              <a:gradFill rotWithShape="1">
                <a:gsLst>
                  <a:gs pos="0">
                    <a:srgbClr val="767647"/>
                  </a:gs>
                  <a:gs pos="50000">
                    <a:srgbClr val="FFFF99"/>
                  </a:gs>
                  <a:gs pos="100000">
                    <a:srgbClr val="767647"/>
                  </a:gs>
                </a:gsLst>
                <a:lin ang="0" scaled="1"/>
              </a:gradFill>
              <a:ln w="12700">
                <a:solidFill>
                  <a:srgbClr val="0066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9553" name="Line 72">
                <a:extLst>
                  <a:ext uri="{FF2B5EF4-FFF2-40B4-BE49-F238E27FC236}">
                    <a16:creationId xmlns:a16="http://schemas.microsoft.com/office/drawing/2014/main" id="{164C2FF1-9C80-413E-824A-16A5C58EC6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431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4" name="Text Box 73">
                <a:extLst>
                  <a:ext uri="{FF2B5EF4-FFF2-40B4-BE49-F238E27FC236}">
                    <a16:creationId xmlns:a16="http://schemas.microsoft.com/office/drawing/2014/main" id="{F0E3FEDA-7B18-47E1-BB86-8BFD551B1A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61" y="1259"/>
                <a:ext cx="24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latin typeface="Book Antiqua" panose="02040602050305030304" pitchFamily="18" charset="0"/>
                    <a:ea typeface="黑体" panose="02010609060101010101" pitchFamily="49" charset="-122"/>
                  </a:rPr>
                  <a:t>v</a:t>
                </a:r>
              </a:p>
            </p:txBody>
          </p:sp>
          <p:sp>
            <p:nvSpPr>
              <p:cNvPr id="19555" name="Text Box 74">
                <a:extLst>
                  <a:ext uri="{FF2B5EF4-FFF2-40B4-BE49-F238E27FC236}">
                    <a16:creationId xmlns:a16="http://schemas.microsoft.com/office/drawing/2014/main" id="{BD5BA232-07A5-457F-8D48-30A2D4FB61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68" y="196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>
                    <a:solidFill>
                      <a:srgbClr val="FF0000"/>
                    </a:solidFill>
                  </a:rPr>
                  <a:t>a</a:t>
                </a:r>
              </a:p>
            </p:txBody>
          </p:sp>
        </p:grpSp>
        <p:sp>
          <p:nvSpPr>
            <p:cNvPr id="19498" name="Text Box 75">
              <a:extLst>
                <a:ext uri="{FF2B5EF4-FFF2-40B4-BE49-F238E27FC236}">
                  <a16:creationId xmlns:a16="http://schemas.microsoft.com/office/drawing/2014/main" id="{5E34CAD5-327B-4BF4-89D5-48B4430704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3" y="286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19499" name="Line 76">
              <a:extLst>
                <a:ext uri="{FF2B5EF4-FFF2-40B4-BE49-F238E27FC236}">
                  <a16:creationId xmlns:a16="http://schemas.microsoft.com/office/drawing/2014/main" id="{DF959D16-7326-43D1-9DF9-96616BCAC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4" y="3475"/>
              <a:ext cx="288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77">
              <a:extLst>
                <a:ext uri="{FF2B5EF4-FFF2-40B4-BE49-F238E27FC236}">
                  <a16:creationId xmlns:a16="http://schemas.microsoft.com/office/drawing/2014/main" id="{A5FFE04F-B61D-42DF-869F-AD8002FEA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0" y="3475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Oval 78">
              <a:extLst>
                <a:ext uri="{FF2B5EF4-FFF2-40B4-BE49-F238E27FC236}">
                  <a16:creationId xmlns:a16="http://schemas.microsoft.com/office/drawing/2014/main" id="{0A3828EC-3C12-4FDA-980F-8D08CDD01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1" y="3439"/>
              <a:ext cx="48" cy="48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19502" name="Line 79">
              <a:extLst>
                <a:ext uri="{FF2B5EF4-FFF2-40B4-BE49-F238E27FC236}">
                  <a16:creationId xmlns:a16="http://schemas.microsoft.com/office/drawing/2014/main" id="{5A1CF722-E797-4951-9B90-738861700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6" y="3455"/>
              <a:ext cx="0" cy="43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3" name="Line 80">
              <a:extLst>
                <a:ext uri="{FF2B5EF4-FFF2-40B4-BE49-F238E27FC236}">
                  <a16:creationId xmlns:a16="http://schemas.microsoft.com/office/drawing/2014/main" id="{067DDD0D-203C-480A-A67C-BE7CB16C2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9" y="3455"/>
              <a:ext cx="393" cy="4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4" name="Line 81">
              <a:extLst>
                <a:ext uri="{FF2B5EF4-FFF2-40B4-BE49-F238E27FC236}">
                  <a16:creationId xmlns:a16="http://schemas.microsoft.com/office/drawing/2014/main" id="{87115314-E4A3-476E-8270-B5D02ADA53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4" y="3459"/>
              <a:ext cx="363" cy="40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5" name="Line 82">
              <a:extLst>
                <a:ext uri="{FF2B5EF4-FFF2-40B4-BE49-F238E27FC236}">
                  <a16:creationId xmlns:a16="http://schemas.microsoft.com/office/drawing/2014/main" id="{B2559E4F-CAA3-4D79-9179-17F5F80896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2" y="3397"/>
              <a:ext cx="9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506" name="Object 83">
              <a:extLst>
                <a:ext uri="{FF2B5EF4-FFF2-40B4-BE49-F238E27FC236}">
                  <a16:creationId xmlns:a16="http://schemas.microsoft.com/office/drawing/2014/main" id="{9D1AA8B7-5849-45E5-BF6A-2F06B55C681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73" y="3625"/>
            <a:ext cx="208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1" name="Equation" r:id="rId23" imgW="190449" imgH="279426" progId="Equation.DSMT4">
                    <p:embed/>
                  </p:oleObj>
                </mc:Choice>
                <mc:Fallback>
                  <p:oleObj name="Equation" r:id="rId23" imgW="190449" imgH="279426" progId="Equation.DSMT4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3625"/>
                          <a:ext cx="208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7" name="Object 84">
              <a:extLst>
                <a:ext uri="{FF2B5EF4-FFF2-40B4-BE49-F238E27FC236}">
                  <a16:creationId xmlns:a16="http://schemas.microsoft.com/office/drawing/2014/main" id="{29CE3D80-9D8C-462C-92B8-2CCFD24604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92" y="3307"/>
            <a:ext cx="201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2" name="Equation" r:id="rId25" imgW="222422" imgH="381077" progId="Equation.DSMT4">
                    <p:embed/>
                  </p:oleObj>
                </mc:Choice>
                <mc:Fallback>
                  <p:oleObj name="Equation" r:id="rId25" imgW="222422" imgH="381077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2" y="3307"/>
                          <a:ext cx="201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8" name="Object 85">
              <a:extLst>
                <a:ext uri="{FF2B5EF4-FFF2-40B4-BE49-F238E27FC236}">
                  <a16:creationId xmlns:a16="http://schemas.microsoft.com/office/drawing/2014/main" id="{368C9E59-5CF3-44C2-AA0F-A997E2C5D9D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34" y="3695"/>
            <a:ext cx="18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3" name="Equation" r:id="rId27" imgW="190449" imgH="381077" progId="Equation.DSMT4">
                    <p:embed/>
                  </p:oleObj>
                </mc:Choice>
                <mc:Fallback>
                  <p:oleObj name="Equation" r:id="rId27" imgW="190449" imgH="381077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4" y="3695"/>
                          <a:ext cx="18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09" name="Object 86">
              <a:extLst>
                <a:ext uri="{FF2B5EF4-FFF2-40B4-BE49-F238E27FC236}">
                  <a16:creationId xmlns:a16="http://schemas.microsoft.com/office/drawing/2014/main" id="{C4DFFAF3-DB2B-4D5B-966A-8434653E89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43" y="3758"/>
            <a:ext cx="11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4" name="Equation" r:id="rId29" imgW="75994" imgH="209337" progId="Equation.DSMT4">
                    <p:embed/>
                  </p:oleObj>
                </mc:Choice>
                <mc:Fallback>
                  <p:oleObj name="Equation" r:id="rId29" imgW="75994" imgH="209337" progId="Equation.DSMT4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43" y="3758"/>
                          <a:ext cx="11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510" name="Object 87">
              <a:extLst>
                <a:ext uri="{FF2B5EF4-FFF2-40B4-BE49-F238E27FC236}">
                  <a16:creationId xmlns:a16="http://schemas.microsoft.com/office/drawing/2014/main" id="{A91399B3-83F9-4218-9163-D7DFB3DECD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50" y="3709"/>
            <a:ext cx="141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5" name="Equation" r:id="rId31" imgW="126966" imgH="209337" progId="Equation.DSMT4">
                    <p:embed/>
                  </p:oleObj>
                </mc:Choice>
                <mc:Fallback>
                  <p:oleObj name="Equation" r:id="rId31" imgW="126966" imgH="209337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0" y="3709"/>
                          <a:ext cx="141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88">
            <a:extLst>
              <a:ext uri="{FF2B5EF4-FFF2-40B4-BE49-F238E27FC236}">
                <a16:creationId xmlns:a16="http://schemas.microsoft.com/office/drawing/2014/main" id="{16D778CF-E1D9-440B-B138-69A975E183ED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2960688"/>
            <a:ext cx="5003800" cy="519112"/>
            <a:chOff x="2518" y="1797"/>
            <a:chExt cx="3152" cy="327"/>
          </a:xfrm>
        </p:grpSpPr>
        <p:sp>
          <p:nvSpPr>
            <p:cNvPr id="19494" name="Text Box 89">
              <a:extLst>
                <a:ext uri="{FF2B5EF4-FFF2-40B4-BE49-F238E27FC236}">
                  <a16:creationId xmlns:a16="http://schemas.microsoft.com/office/drawing/2014/main" id="{5B76479A-40BF-4E4F-A328-5FEB787237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1797"/>
              <a:ext cx="30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做正功</a:t>
              </a:r>
              <a:r>
                <a:rPr lang="zh-CN" altLang="en-US" sz="2800" b="1"/>
                <a:t>，即    是做功的</a:t>
              </a:r>
              <a:endParaRPr lang="zh-CN" altLang="en-US" sz="2800" i="1"/>
            </a:p>
          </p:txBody>
        </p:sp>
        <p:graphicFrame>
          <p:nvGraphicFramePr>
            <p:cNvPr id="19495" name="Object 90">
              <a:extLst>
                <a:ext uri="{FF2B5EF4-FFF2-40B4-BE49-F238E27FC236}">
                  <a16:creationId xmlns:a16="http://schemas.microsoft.com/office/drawing/2014/main" id="{866F9AC6-B7FE-4409-B502-1E9B107239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18" y="1811"/>
            <a:ext cx="199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6" name="Equation" r:id="rId33" imgW="190449" imgH="381077" progId="Equation.DSMT4">
                    <p:embed/>
                  </p:oleObj>
                </mc:Choice>
                <mc:Fallback>
                  <p:oleObj name="Equation" r:id="rId33" imgW="190449" imgH="381077" progId="Equation.DSMT4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8" y="1811"/>
                          <a:ext cx="199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96" name="Object 91">
              <a:extLst>
                <a:ext uri="{FF2B5EF4-FFF2-40B4-BE49-F238E27FC236}">
                  <a16:creationId xmlns:a16="http://schemas.microsoft.com/office/drawing/2014/main" id="{74DCD369-E879-4C50-A100-8F75C9CFEE6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23" y="1820"/>
            <a:ext cx="2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7" name="Equation" r:id="rId35" imgW="298416" imgH="343016" progId="Equation.DSMT4">
                    <p:embed/>
                  </p:oleObj>
                </mc:Choice>
                <mc:Fallback>
                  <p:oleObj name="Equation" r:id="rId35" imgW="298416" imgH="343016" progId="Equation.DSMT4">
                    <p:embed/>
                    <p:pic>
                      <p:nvPicPr>
                        <p:cNvPr id="0" name="Object 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3" y="1820"/>
                          <a:ext cx="26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92">
            <a:extLst>
              <a:ext uri="{FF2B5EF4-FFF2-40B4-BE49-F238E27FC236}">
                <a16:creationId xmlns:a16="http://schemas.microsoft.com/office/drawing/2014/main" id="{56295405-948C-4F7C-96F1-2D9C9428479D}"/>
              </a:ext>
            </a:extLst>
          </p:cNvPr>
          <p:cNvGrpSpPr>
            <a:grpSpLocks/>
          </p:cNvGrpSpPr>
          <p:nvPr/>
        </p:nvGrpSpPr>
        <p:grpSpPr bwMode="auto">
          <a:xfrm>
            <a:off x="576263" y="4832350"/>
            <a:ext cx="1692275" cy="828675"/>
            <a:chOff x="181" y="3067"/>
            <a:chExt cx="1021" cy="522"/>
          </a:xfrm>
        </p:grpSpPr>
        <p:sp>
          <p:nvSpPr>
            <p:cNvPr id="219229" name="AutoShape 93">
              <a:extLst>
                <a:ext uri="{FF2B5EF4-FFF2-40B4-BE49-F238E27FC236}">
                  <a16:creationId xmlns:a16="http://schemas.microsoft.com/office/drawing/2014/main" id="{3773A436-3492-4AFE-8652-7368DF1BD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3067"/>
              <a:ext cx="749" cy="522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CC00"/>
                </a:gs>
                <a:gs pos="50000">
                  <a:schemeClr val="bg1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9493" name="Text Box 94">
              <a:extLst>
                <a:ext uri="{FF2B5EF4-FFF2-40B4-BE49-F238E27FC236}">
                  <a16:creationId xmlns:a16="http://schemas.microsoft.com/office/drawing/2014/main" id="{E8BEAA93-B2EB-4BA8-88F7-DDCA3DEBF6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113"/>
              <a:ext cx="9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600">
                  <a:solidFill>
                    <a:srgbClr val="FF0000"/>
                  </a:solidFill>
                  <a:ea typeface="隶书" panose="02010509060101010101" pitchFamily="49" charset="-122"/>
                </a:rPr>
                <a:t>结论</a:t>
              </a:r>
            </a:p>
          </p:txBody>
        </p:sp>
      </p:grpSp>
      <p:sp>
        <p:nvSpPr>
          <p:cNvPr id="219231" name="Line 95">
            <a:extLst>
              <a:ext uri="{FF2B5EF4-FFF2-40B4-BE49-F238E27FC236}">
                <a16:creationId xmlns:a16="http://schemas.microsoft.com/office/drawing/2014/main" id="{9C7325A8-D868-410E-9F15-16BDB27E4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7563" y="522922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232" name="Line 96">
            <a:extLst>
              <a:ext uri="{FF2B5EF4-FFF2-40B4-BE49-F238E27FC236}">
                <a16:creationId xmlns:a16="http://schemas.microsoft.com/office/drawing/2014/main" id="{286CA902-15A3-4521-A8EF-D70DCB101B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568642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9233" name="Text Box 97">
            <a:extLst>
              <a:ext uri="{FF2B5EF4-FFF2-40B4-BE49-F238E27FC236}">
                <a16:creationId xmlns:a16="http://schemas.microsoft.com/office/drawing/2014/main" id="{8F5B5F10-4435-4779-8920-83267B453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9463" y="62547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总</a:t>
            </a:r>
            <a:endParaRPr lang="zh-CN" altLang="en-US" sz="1800"/>
          </a:p>
        </p:txBody>
      </p:sp>
      <p:sp>
        <p:nvSpPr>
          <p:cNvPr id="219234" name="Text Box 98">
            <a:extLst>
              <a:ext uri="{FF2B5EF4-FFF2-40B4-BE49-F238E27FC236}">
                <a16:creationId xmlns:a16="http://schemas.microsoft.com/office/drawing/2014/main" id="{72DC5A57-AAE0-4B9F-9B10-90748C1B8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129857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/>
              <a:t>总</a:t>
            </a:r>
            <a:endParaRPr lang="zh-CN" altLang="en-US" sz="1800"/>
          </a:p>
        </p:txBody>
      </p:sp>
      <p:grpSp>
        <p:nvGrpSpPr>
          <p:cNvPr id="8" name="Group 99">
            <a:extLst>
              <a:ext uri="{FF2B5EF4-FFF2-40B4-BE49-F238E27FC236}">
                <a16:creationId xmlns:a16="http://schemas.microsoft.com/office/drawing/2014/main" id="{FE162E4D-B576-4395-8187-B206FDEC17D5}"/>
              </a:ext>
            </a:extLst>
          </p:cNvPr>
          <p:cNvGrpSpPr>
            <a:grpSpLocks/>
          </p:cNvGrpSpPr>
          <p:nvPr/>
        </p:nvGrpSpPr>
        <p:grpSpPr bwMode="auto">
          <a:xfrm>
            <a:off x="2087563" y="2276475"/>
            <a:ext cx="1254125" cy="538163"/>
            <a:chOff x="4740" y="1558"/>
            <a:chExt cx="790" cy="339"/>
          </a:xfrm>
        </p:grpSpPr>
        <p:sp>
          <p:nvSpPr>
            <p:cNvPr id="19490" name="Line 100">
              <a:extLst>
                <a:ext uri="{FF2B5EF4-FFF2-40B4-BE49-F238E27FC236}">
                  <a16:creationId xmlns:a16="http://schemas.microsoft.com/office/drawing/2014/main" id="{5D8DA13A-A0E2-4E2D-A453-D8F7D7D245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0" y="1558"/>
              <a:ext cx="612" cy="0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9491" name="Object 101">
              <a:extLst>
                <a:ext uri="{FF2B5EF4-FFF2-40B4-BE49-F238E27FC236}">
                  <a16:creationId xmlns:a16="http://schemas.microsoft.com/office/drawing/2014/main" id="{AF424511-1412-475C-BF7B-97588D3096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39" y="1570"/>
            <a:ext cx="291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638" name="Equation" r:id="rId37" imgW="336413" imgH="381077" progId="Equation.DSMT4">
                    <p:embed/>
                  </p:oleObj>
                </mc:Choice>
                <mc:Fallback>
                  <p:oleObj name="Equation" r:id="rId37" imgW="336413" imgH="381077" progId="Equation.DSMT4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9" y="1570"/>
                          <a:ext cx="291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9238" name="Text Box 102">
            <a:extLst>
              <a:ext uri="{FF2B5EF4-FFF2-40B4-BE49-F238E27FC236}">
                <a16:creationId xmlns:a16="http://schemas.microsoft.com/office/drawing/2014/main" id="{DA40D261-A08B-448E-9D38-C0F234DAE0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1304925"/>
            <a:ext cx="1079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</a:rPr>
              <a:t>总</a:t>
            </a:r>
            <a:endParaRPr lang="zh-CN" altLang="en-US" sz="1800">
              <a:solidFill>
                <a:srgbClr val="FF0000"/>
              </a:solidFill>
            </a:endParaRPr>
          </a:p>
        </p:txBody>
      </p:sp>
      <p:graphicFrame>
        <p:nvGraphicFramePr>
          <p:cNvPr id="219239" name="Object 103">
            <a:extLst>
              <a:ext uri="{FF2B5EF4-FFF2-40B4-BE49-F238E27FC236}">
                <a16:creationId xmlns:a16="http://schemas.microsoft.com/office/drawing/2014/main" id="{D2EC5073-5B87-46BC-ACB3-63E46AB582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5263" y="2816225"/>
          <a:ext cx="276225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9" name="Equation" r:id="rId39" imgW="291847" imgH="406048" progId="Equation.DSMT4">
                  <p:embed/>
                </p:oleObj>
              </mc:Choice>
              <mc:Fallback>
                <p:oleObj name="Equation" r:id="rId39" imgW="291847" imgH="406048" progId="Equation.DSMT4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816225"/>
                        <a:ext cx="276225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88" name="Text Box 12">
            <a:extLst>
              <a:ext uri="{FF2B5EF4-FFF2-40B4-BE49-F238E27FC236}">
                <a16:creationId xmlns:a16="http://schemas.microsoft.com/office/drawing/2014/main" id="{A154585E-2501-4C1E-860D-14752C7EC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8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930E32C-E2AA-4574-8F2D-5E6B7DBEFD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00950" y="4565650"/>
          <a:ext cx="1133475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40" name="Equation" r:id="rId41" imgW="482391" imgH="241195" progId="Equation.DSMT4">
                  <p:embed/>
                </p:oleObj>
              </mc:Choice>
              <mc:Fallback>
                <p:oleObj name="Equation" r:id="rId41" imgW="482391" imgH="241195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0950" y="4565650"/>
                        <a:ext cx="1133475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1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19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75"/>
                                        <p:tgtEl>
                                          <p:spTgt spid="219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2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1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75"/>
                                        <p:tgtEl>
                                          <p:spTgt spid="21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19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75"/>
                                        <p:tgtEl>
                                          <p:spTgt spid="21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9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6" dur="75"/>
                                        <p:tgtEl>
                                          <p:spTgt spid="21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300"/>
                                        <p:tgtEl>
                                          <p:spTgt spid="219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19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219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75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75" fill="hold"/>
                                        <p:tgtEl>
                                          <p:spTgt spid="219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7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9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219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219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425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19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19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19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19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19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19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38" grpId="0" animBg="1"/>
      <p:bldP spid="219139" grpId="0" autoUpdateAnimBg="0"/>
      <p:bldP spid="219143" grpId="0" autoUpdateAnimBg="0"/>
      <p:bldP spid="219144" grpId="0" autoUpdateAnimBg="0"/>
      <p:bldP spid="219145" grpId="0" autoUpdateAnimBg="0"/>
      <p:bldP spid="219148" grpId="0" autoUpdateAnimBg="0"/>
      <p:bldP spid="219150" grpId="0" autoUpdateAnimBg="0"/>
      <p:bldP spid="219161" grpId="0" build="p" advAuto="0"/>
      <p:bldP spid="219233" grpId="0" autoUpdateAnimBg="0"/>
      <p:bldP spid="219234" grpId="0" autoUpdateAnimBg="0"/>
      <p:bldP spid="21923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221" name="Picture 61" descr="0">
            <a:extLst>
              <a:ext uri="{FF2B5EF4-FFF2-40B4-BE49-F238E27FC236}">
                <a16:creationId xmlns:a16="http://schemas.microsoft.com/office/drawing/2014/main" id="{EE0578F5-A8F9-434D-A74F-725F4217506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63" y="3016250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0222" name="AutoShape 62">
            <a:extLst>
              <a:ext uri="{FF2B5EF4-FFF2-40B4-BE49-F238E27FC236}">
                <a16:creationId xmlns:a16="http://schemas.microsoft.com/office/drawing/2014/main" id="{76C066A4-7708-4D4A-B7BF-636ABCBF8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4100" y="3475038"/>
            <a:ext cx="950913" cy="633412"/>
          </a:xfrm>
          <a:prstGeom prst="cloudCallout">
            <a:avLst>
              <a:gd name="adj1" fmla="val 78046"/>
              <a:gd name="adj2" fmla="val -39722"/>
            </a:avLst>
          </a:prstGeom>
          <a:solidFill>
            <a:schemeClr val="bg1"/>
          </a:solidFill>
          <a:ln w="1905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600">
              <a:solidFill>
                <a:schemeClr val="accent2"/>
              </a:solidFill>
            </a:endParaRPr>
          </a:p>
        </p:txBody>
      </p:sp>
      <p:sp>
        <p:nvSpPr>
          <p:cNvPr id="220162" name="Text Box 2">
            <a:extLst>
              <a:ext uri="{FF2B5EF4-FFF2-40B4-BE49-F238E27FC236}">
                <a16:creationId xmlns:a16="http://schemas.microsoft.com/office/drawing/2014/main" id="{B22C858B-4EFE-457A-957A-D5025DE6D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355600"/>
            <a:ext cx="757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三、感生电动势  </a:t>
            </a:r>
            <a:r>
              <a:rPr lang="en-US" altLang="zh-CN" sz="24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8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induced emf</a:t>
            </a:r>
            <a:r>
              <a:rPr lang="en-US" altLang="zh-CN" sz="280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220163" name="Text Box 3">
            <a:extLst>
              <a:ext uri="{FF2B5EF4-FFF2-40B4-BE49-F238E27FC236}">
                <a16:creationId xmlns:a16="http://schemas.microsoft.com/office/drawing/2014/main" id="{B1908F84-9CCD-4B37-9CC2-538F90409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4097338"/>
            <a:ext cx="4967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1</a:t>
            </a:r>
            <a:r>
              <a:rPr lang="en-US" altLang="zh-CN" sz="2800" b="1" i="1"/>
              <a:t>. 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产生感生电动势的机制</a:t>
            </a:r>
          </a:p>
        </p:txBody>
      </p:sp>
      <p:sp>
        <p:nvSpPr>
          <p:cNvPr id="220164" name="Text Box 4">
            <a:extLst>
              <a:ext uri="{FF2B5EF4-FFF2-40B4-BE49-F238E27FC236}">
                <a16:creationId xmlns:a16="http://schemas.microsoft.com/office/drawing/2014/main" id="{6E3E0BAD-FD36-4455-8565-F44043E51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1449388"/>
            <a:ext cx="5110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在线圈</a:t>
            </a:r>
            <a:r>
              <a:rPr lang="en-US" altLang="zh-CN" sz="2800" b="1">
                <a:solidFill>
                  <a:srgbClr val="0033CC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A</a:t>
            </a:r>
            <a:r>
              <a:rPr lang="zh-CN" altLang="en-US" sz="2800" b="1"/>
              <a:t>中</a:t>
            </a:r>
            <a:r>
              <a:rPr lang="en-US" altLang="zh-CN" sz="2800" b="1"/>
              <a:t>, </a:t>
            </a:r>
            <a:r>
              <a:rPr lang="en-US" altLang="zh-CN" sz="2800" b="1" i="1"/>
              <a:t>I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变化时</a:t>
            </a:r>
            <a:r>
              <a:rPr lang="zh-CN" altLang="en-US" sz="2800"/>
              <a:t>，</a:t>
            </a:r>
          </a:p>
        </p:txBody>
      </p:sp>
      <p:sp>
        <p:nvSpPr>
          <p:cNvPr id="220165" name="Text Box 5">
            <a:extLst>
              <a:ext uri="{FF2B5EF4-FFF2-40B4-BE49-F238E27FC236}">
                <a16:creationId xmlns:a16="http://schemas.microsoft.com/office/drawing/2014/main" id="{8F069EE4-E855-4D17-AF19-4FC8BD1F5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420938"/>
            <a:ext cx="830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注：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驱动线圈</a:t>
            </a:r>
            <a:r>
              <a:rPr lang="en-US" altLang="zh-CN" sz="2800">
                <a:solidFill>
                  <a:srgbClr val="FF33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Arial" panose="020B0604020202020204" pitchFamily="34" charset="0"/>
                <a:ea typeface="黑体" panose="02010609060101010101" pitchFamily="49" charset="-122"/>
              </a:rPr>
              <a:t>中电荷运动的绝不是磁场力</a:t>
            </a:r>
            <a:r>
              <a:rPr lang="en-US" altLang="zh-CN" sz="2800" b="1">
                <a:latin typeface="Arial" panose="020B0604020202020204" pitchFamily="34" charset="0"/>
                <a:ea typeface="黑体" panose="02010609060101010101" pitchFamily="49" charset="-122"/>
              </a:rPr>
              <a:t>!</a:t>
            </a:r>
          </a:p>
        </p:txBody>
      </p:sp>
      <p:sp>
        <p:nvSpPr>
          <p:cNvPr id="220166" name="Text Box 6">
            <a:extLst>
              <a:ext uri="{FF2B5EF4-FFF2-40B4-BE49-F238E27FC236}">
                <a16:creationId xmlns:a16="http://schemas.microsoft.com/office/drawing/2014/main" id="{E9BF0BC3-8DBF-436E-BFA4-68122E22D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3536950"/>
            <a:ext cx="459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是不是静电场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 i="1" baseline="-25000">
                <a:ea typeface="楷体_GB2312" pitchFamily="49" charset="-122"/>
              </a:rPr>
              <a:t>e</a:t>
            </a:r>
            <a:r>
              <a:rPr lang="zh-CN" altLang="en-US" sz="2800" b="1">
                <a:ea typeface="楷体_GB2312" pitchFamily="49" charset="-122"/>
              </a:rPr>
              <a:t>？</a:t>
            </a:r>
            <a:endParaRPr lang="zh-CN" altLang="en-US" sz="2800">
              <a:ea typeface="楷体_GB2312" pitchFamily="49" charset="-122"/>
            </a:endParaRPr>
          </a:p>
        </p:txBody>
      </p:sp>
      <p:graphicFrame>
        <p:nvGraphicFramePr>
          <p:cNvPr id="220167" name="Object 7">
            <a:extLst>
              <a:ext uri="{FF2B5EF4-FFF2-40B4-BE49-F238E27FC236}">
                <a16:creationId xmlns:a16="http://schemas.microsoft.com/office/drawing/2014/main" id="{C066568C-E4D2-4470-8F54-9D8A270F9A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2475" y="3527425"/>
          <a:ext cx="2003425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2" name="Equation" r:id="rId5" imgW="2120900" imgH="571500" progId="Equation.DSMT4">
                  <p:embed/>
                </p:oleObj>
              </mc:Choice>
              <mc:Fallback>
                <p:oleObj name="Equation" r:id="rId5" imgW="2120900" imgH="5715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3527425"/>
                        <a:ext cx="2003425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169" name="Text Box 9">
            <a:extLst>
              <a:ext uri="{FF2B5EF4-FFF2-40B4-BE49-F238E27FC236}">
                <a16:creationId xmlns:a16="http://schemas.microsoft.com/office/drawing/2014/main" id="{FAEED95F-9D45-4943-82BE-5192822C0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0338" y="771525"/>
            <a:ext cx="6742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i="1">
                <a:sym typeface="Symbol" panose="05050102010706020507" pitchFamily="18" charset="2"/>
              </a:rPr>
              <a:t></a:t>
            </a:r>
            <a:r>
              <a:rPr lang="en-US" altLang="zh-CN" sz="3600" b="1" i="1" baseline="-25000">
                <a:sym typeface="Symbol" panose="05050102010706020507" pitchFamily="18" charset="2"/>
              </a:rPr>
              <a:t>i</a:t>
            </a:r>
            <a:r>
              <a:rPr lang="zh-CN" altLang="en-US" sz="3600" b="1" baseline="-25000">
                <a:sym typeface="Symbol" panose="05050102010706020507" pitchFamily="18" charset="2"/>
              </a:rPr>
              <a:t>感生</a:t>
            </a:r>
            <a:r>
              <a:rPr lang="zh-CN" altLang="en-US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导体回路不动，磁场</a:t>
            </a:r>
            <a:r>
              <a:rPr lang="en-US" altLang="zh-CN" sz="2800" b="1" i="1"/>
              <a:t>B</a:t>
            </a:r>
            <a:r>
              <a:rPr lang="zh-CN" altLang="en-US" sz="2800" b="1"/>
              <a:t>变化</a:t>
            </a:r>
          </a:p>
        </p:txBody>
      </p:sp>
      <p:sp>
        <p:nvSpPr>
          <p:cNvPr id="220170" name="Text Box 10">
            <a:extLst>
              <a:ext uri="{FF2B5EF4-FFF2-40B4-BE49-F238E27FC236}">
                <a16:creationId xmlns:a16="http://schemas.microsoft.com/office/drawing/2014/main" id="{524B33C5-ACA7-4AB6-8E88-496F4D8DB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8088" y="6129338"/>
            <a:ext cx="3005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 </a:t>
            </a:r>
            <a:r>
              <a:rPr lang="zh-CN" altLang="en-US" sz="2800" b="1"/>
              <a:t>麦克斯韦</a:t>
            </a:r>
            <a:endParaRPr lang="zh-CN" altLang="en-US" sz="2800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D6E2233E-DC24-4768-89DE-E62E10D2BE08}"/>
              </a:ext>
            </a:extLst>
          </p:cNvPr>
          <p:cNvGrpSpPr>
            <a:grpSpLocks/>
          </p:cNvGrpSpPr>
          <p:nvPr/>
        </p:nvGrpSpPr>
        <p:grpSpPr bwMode="auto">
          <a:xfrm>
            <a:off x="2863850" y="6057900"/>
            <a:ext cx="1684338" cy="533400"/>
            <a:chOff x="1344" y="48"/>
            <a:chExt cx="768" cy="336"/>
          </a:xfrm>
        </p:grpSpPr>
        <p:sp>
          <p:nvSpPr>
            <p:cNvPr id="20538" name="Text Box 12">
              <a:extLst>
                <a:ext uri="{FF2B5EF4-FFF2-40B4-BE49-F238E27FC236}">
                  <a16:creationId xmlns:a16="http://schemas.microsoft.com/office/drawing/2014/main" id="{B3750CD1-66DA-467E-BE53-918ACD6D3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48"/>
              <a:ext cx="5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  </a:t>
              </a:r>
              <a:r>
                <a:rPr lang="zh-CN" altLang="en-US" sz="2800" b="1"/>
                <a:t>引入</a:t>
              </a:r>
            </a:p>
          </p:txBody>
        </p:sp>
        <p:sp>
          <p:nvSpPr>
            <p:cNvPr id="20539" name="Line 13">
              <a:extLst>
                <a:ext uri="{FF2B5EF4-FFF2-40B4-BE49-F238E27FC236}">
                  <a16:creationId xmlns:a16="http://schemas.microsoft.com/office/drawing/2014/main" id="{BB280AA8-8AD2-48C7-904A-0D5F27F91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84"/>
              <a:ext cx="76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0174" name="Text Box 14">
            <a:extLst>
              <a:ext uri="{FF2B5EF4-FFF2-40B4-BE49-F238E27FC236}">
                <a16:creationId xmlns:a16="http://schemas.microsoft.com/office/drawing/2014/main" id="{103554E9-6D8F-4352-B054-94DCFDB03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5" y="6134100"/>
            <a:ext cx="2409825" cy="52863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</a:p>
        </p:txBody>
      </p:sp>
      <p:sp>
        <p:nvSpPr>
          <p:cNvPr id="220175" name="Text Box 15">
            <a:extLst>
              <a:ext uri="{FF2B5EF4-FFF2-40B4-BE49-F238E27FC236}">
                <a16:creationId xmlns:a16="http://schemas.microsoft.com/office/drawing/2014/main" id="{096A30CE-8BE9-47BE-8662-4D7201457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4581525"/>
            <a:ext cx="5275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）感应电场的引入</a:t>
            </a:r>
            <a:endParaRPr lang="zh-CN" altLang="en-US" sz="2800"/>
          </a:p>
        </p:txBody>
      </p:sp>
      <p:sp>
        <p:nvSpPr>
          <p:cNvPr id="220176" name="Line 16">
            <a:extLst>
              <a:ext uri="{FF2B5EF4-FFF2-40B4-BE49-F238E27FC236}">
                <a16:creationId xmlns:a16="http://schemas.microsoft.com/office/drawing/2014/main" id="{9F1255FD-7B51-4494-B6E0-BAD58C532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2625" y="1489075"/>
            <a:ext cx="381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DAB05AF8-D880-4F0A-8379-0C4B6876D0D2}"/>
              </a:ext>
            </a:extLst>
          </p:cNvPr>
          <p:cNvGrpSpPr>
            <a:grpSpLocks/>
          </p:cNvGrpSpPr>
          <p:nvPr/>
        </p:nvGrpSpPr>
        <p:grpSpPr bwMode="auto">
          <a:xfrm>
            <a:off x="5940425" y="1412875"/>
            <a:ext cx="3048000" cy="1219200"/>
            <a:chOff x="3216" y="864"/>
            <a:chExt cx="1872" cy="720"/>
          </a:xfrm>
        </p:grpSpPr>
        <p:sp>
          <p:nvSpPr>
            <p:cNvPr id="20508" name="AutoShape 18">
              <a:extLst>
                <a:ext uri="{FF2B5EF4-FFF2-40B4-BE49-F238E27FC236}">
                  <a16:creationId xmlns:a16="http://schemas.microsoft.com/office/drawing/2014/main" id="{900AA6C9-77AE-4063-9E0B-BCE6BA610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864"/>
              <a:ext cx="720" cy="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0 w 21600"/>
                <a:gd name="T25" fmla="*/ 3150 h 21600"/>
                <a:gd name="T26" fmla="*/ 18450 w 21600"/>
                <a:gd name="T27" fmla="*/ 1845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680" y="10800"/>
                  </a:moveTo>
                  <a:cubicBezTo>
                    <a:pt x="1680" y="15837"/>
                    <a:pt x="5763" y="19920"/>
                    <a:pt x="10800" y="19920"/>
                  </a:cubicBezTo>
                  <a:cubicBezTo>
                    <a:pt x="15837" y="19920"/>
                    <a:pt x="19920" y="15837"/>
                    <a:pt x="19920" y="10800"/>
                  </a:cubicBezTo>
                  <a:cubicBezTo>
                    <a:pt x="19920" y="5763"/>
                    <a:pt x="15837" y="1680"/>
                    <a:pt x="10800" y="1680"/>
                  </a:cubicBezTo>
                  <a:cubicBezTo>
                    <a:pt x="5763" y="1680"/>
                    <a:pt x="1680" y="5763"/>
                    <a:pt x="1680" y="10800"/>
                  </a:cubicBezTo>
                  <a:close/>
                </a:path>
              </a:pathLst>
            </a:custGeom>
            <a:solidFill>
              <a:srgbClr val="666633"/>
            </a:solidFill>
            <a:ln w="28575">
              <a:solidFill>
                <a:srgbClr val="6666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9" name="Freeform 19">
              <a:extLst>
                <a:ext uri="{FF2B5EF4-FFF2-40B4-BE49-F238E27FC236}">
                  <a16:creationId xmlns:a16="http://schemas.microsoft.com/office/drawing/2014/main" id="{183CD2EA-587E-4B36-8D32-A2963C621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096"/>
              <a:ext cx="162" cy="144"/>
            </a:xfrm>
            <a:custGeom>
              <a:avLst/>
              <a:gdLst>
                <a:gd name="T0" fmla="*/ 4 w 184"/>
                <a:gd name="T1" fmla="*/ 144 h 144"/>
                <a:gd name="T2" fmla="*/ 4 w 184"/>
                <a:gd name="T3" fmla="*/ 96 h 144"/>
                <a:gd name="T4" fmla="*/ 11 w 184"/>
                <a:gd name="T5" fmla="*/ 48 h 144"/>
                <a:gd name="T6" fmla="*/ 11 w 184"/>
                <a:gd name="T7" fmla="*/ 0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4"/>
                <a:gd name="T13" fmla="*/ 0 h 144"/>
                <a:gd name="T14" fmla="*/ 184 w 18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4" h="144">
                  <a:moveTo>
                    <a:pt x="64" y="144"/>
                  </a:moveTo>
                  <a:cubicBezTo>
                    <a:pt x="32" y="128"/>
                    <a:pt x="0" y="112"/>
                    <a:pt x="16" y="96"/>
                  </a:cubicBezTo>
                  <a:cubicBezTo>
                    <a:pt x="32" y="80"/>
                    <a:pt x="136" y="64"/>
                    <a:pt x="160" y="48"/>
                  </a:cubicBezTo>
                  <a:cubicBezTo>
                    <a:pt x="184" y="32"/>
                    <a:pt x="172" y="16"/>
                    <a:pt x="160" y="0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0" name="Freeform 20">
              <a:extLst>
                <a:ext uri="{FF2B5EF4-FFF2-40B4-BE49-F238E27FC236}">
                  <a16:creationId xmlns:a16="http://schemas.microsoft.com/office/drawing/2014/main" id="{849A6D39-AFB1-453C-B239-67266848B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4" y="1246"/>
              <a:ext cx="112" cy="144"/>
            </a:xfrm>
            <a:custGeom>
              <a:avLst/>
              <a:gdLst>
                <a:gd name="T0" fmla="*/ 56 w 112"/>
                <a:gd name="T1" fmla="*/ 0 h 144"/>
                <a:gd name="T2" fmla="*/ 104 w 112"/>
                <a:gd name="T3" fmla="*/ 48 h 144"/>
                <a:gd name="T4" fmla="*/ 8 w 112"/>
                <a:gd name="T5" fmla="*/ 96 h 144"/>
                <a:gd name="T6" fmla="*/ 56 w 112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"/>
                <a:gd name="T13" fmla="*/ 0 h 144"/>
                <a:gd name="T14" fmla="*/ 112 w 112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" h="144">
                  <a:moveTo>
                    <a:pt x="56" y="0"/>
                  </a:moveTo>
                  <a:cubicBezTo>
                    <a:pt x="84" y="16"/>
                    <a:pt x="112" y="32"/>
                    <a:pt x="104" y="48"/>
                  </a:cubicBezTo>
                  <a:cubicBezTo>
                    <a:pt x="96" y="64"/>
                    <a:pt x="16" y="80"/>
                    <a:pt x="8" y="96"/>
                  </a:cubicBezTo>
                  <a:cubicBezTo>
                    <a:pt x="0" y="112"/>
                    <a:pt x="48" y="136"/>
                    <a:pt x="56" y="144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1" name="Freeform 21">
              <a:extLst>
                <a:ext uri="{FF2B5EF4-FFF2-40B4-BE49-F238E27FC236}">
                  <a16:creationId xmlns:a16="http://schemas.microsoft.com/office/drawing/2014/main" id="{8F3E91D3-1B19-4F33-B531-38DB80667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008"/>
              <a:ext cx="240" cy="48"/>
            </a:xfrm>
            <a:custGeom>
              <a:avLst/>
              <a:gdLst>
                <a:gd name="T0" fmla="*/ 168 w 240"/>
                <a:gd name="T1" fmla="*/ 0 h 48"/>
                <a:gd name="T2" fmla="*/ 216 w 240"/>
                <a:gd name="T3" fmla="*/ 48 h 48"/>
                <a:gd name="T4" fmla="*/ 24 w 240"/>
                <a:gd name="T5" fmla="*/ 0 h 48"/>
                <a:gd name="T6" fmla="*/ 72 w 240"/>
                <a:gd name="T7" fmla="*/ 48 h 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48"/>
                <a:gd name="T14" fmla="*/ 240 w 240"/>
                <a:gd name="T15" fmla="*/ 48 h 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48">
                  <a:moveTo>
                    <a:pt x="168" y="0"/>
                  </a:moveTo>
                  <a:cubicBezTo>
                    <a:pt x="204" y="24"/>
                    <a:pt x="240" y="48"/>
                    <a:pt x="216" y="48"/>
                  </a:cubicBezTo>
                  <a:cubicBezTo>
                    <a:pt x="192" y="48"/>
                    <a:pt x="48" y="0"/>
                    <a:pt x="24" y="0"/>
                  </a:cubicBezTo>
                  <a:cubicBezTo>
                    <a:pt x="0" y="0"/>
                    <a:pt x="64" y="40"/>
                    <a:pt x="72" y="48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2" name="Line 22">
              <a:extLst>
                <a:ext uri="{FF2B5EF4-FFF2-40B4-BE49-F238E27FC236}">
                  <a16:creationId xmlns:a16="http://schemas.microsoft.com/office/drawing/2014/main" id="{4F9064DB-05FB-427A-AD9F-617D90C5FE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44" y="929"/>
              <a:ext cx="96" cy="48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3" name="Freeform 23">
              <a:extLst>
                <a:ext uri="{FF2B5EF4-FFF2-40B4-BE49-F238E27FC236}">
                  <a16:creationId xmlns:a16="http://schemas.microsoft.com/office/drawing/2014/main" id="{3F89A05A-A467-4AAB-BA47-985091430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1389"/>
              <a:ext cx="48" cy="98"/>
            </a:xfrm>
            <a:custGeom>
              <a:avLst/>
              <a:gdLst>
                <a:gd name="T0" fmla="*/ 0 w 96"/>
                <a:gd name="T1" fmla="*/ 1043856 h 56"/>
                <a:gd name="T2" fmla="*/ 1 w 96"/>
                <a:gd name="T3" fmla="*/ 1043856 h 56"/>
                <a:gd name="T4" fmla="*/ 0 w 96"/>
                <a:gd name="T5" fmla="*/ 7132358 h 56"/>
                <a:gd name="T6" fmla="*/ 0 60000 65536"/>
                <a:gd name="T7" fmla="*/ 0 60000 65536"/>
                <a:gd name="T8" fmla="*/ 0 60000 65536"/>
                <a:gd name="T9" fmla="*/ 0 w 96"/>
                <a:gd name="T10" fmla="*/ 0 h 56"/>
                <a:gd name="T11" fmla="*/ 96 w 96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56">
                  <a:moveTo>
                    <a:pt x="0" y="8"/>
                  </a:moveTo>
                  <a:cubicBezTo>
                    <a:pt x="48" y="4"/>
                    <a:pt x="96" y="0"/>
                    <a:pt x="96" y="8"/>
                  </a:cubicBezTo>
                  <a:cubicBezTo>
                    <a:pt x="96" y="16"/>
                    <a:pt x="16" y="48"/>
                    <a:pt x="0" y="56"/>
                  </a:cubicBezTo>
                </a:path>
              </a:pathLst>
            </a:cu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4" name="Line 24">
              <a:extLst>
                <a:ext uri="{FF2B5EF4-FFF2-40B4-BE49-F238E27FC236}">
                  <a16:creationId xmlns:a16="http://schemas.microsoft.com/office/drawing/2014/main" id="{2B9FFD21-EFAF-4524-AE73-882E87323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488"/>
              <a:ext cx="639" cy="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5" name="Line 25">
              <a:extLst>
                <a:ext uri="{FF2B5EF4-FFF2-40B4-BE49-F238E27FC236}">
                  <a16:creationId xmlns:a16="http://schemas.microsoft.com/office/drawing/2014/main" id="{01B481DB-AD82-49D6-B047-BB33DBEAC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9" y="930"/>
              <a:ext cx="528" cy="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Line 26">
              <a:extLst>
                <a:ext uri="{FF2B5EF4-FFF2-40B4-BE49-F238E27FC236}">
                  <a16:creationId xmlns:a16="http://schemas.microsoft.com/office/drawing/2014/main" id="{AC7BE027-DA4E-45FD-8242-0A5A4BAD63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25" y="999"/>
              <a:ext cx="0" cy="49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7" name="Line 27">
              <a:extLst>
                <a:ext uri="{FF2B5EF4-FFF2-40B4-BE49-F238E27FC236}">
                  <a16:creationId xmlns:a16="http://schemas.microsoft.com/office/drawing/2014/main" id="{6B2C476D-B54E-49BE-97B0-4B046D1C4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5" y="924"/>
              <a:ext cx="0" cy="192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8" name="Text Box 28">
              <a:extLst>
                <a:ext uri="{FF2B5EF4-FFF2-40B4-BE49-F238E27FC236}">
                  <a16:creationId xmlns:a16="http://schemas.microsoft.com/office/drawing/2014/main" id="{A8374964-4A0F-40B0-B987-89C1DF9103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047"/>
              <a:ext cx="384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FF5050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0519" name="Freeform 29">
              <a:extLst>
                <a:ext uri="{FF2B5EF4-FFF2-40B4-BE49-F238E27FC236}">
                  <a16:creationId xmlns:a16="http://schemas.microsoft.com/office/drawing/2014/main" id="{F89B1452-AC30-4A9A-8548-65E3B36269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1054"/>
              <a:ext cx="272" cy="144"/>
            </a:xfrm>
            <a:custGeom>
              <a:avLst/>
              <a:gdLst>
                <a:gd name="T0" fmla="*/ 8 w 304"/>
                <a:gd name="T1" fmla="*/ 0 h 144"/>
                <a:gd name="T2" fmla="*/ 4 w 304"/>
                <a:gd name="T3" fmla="*/ 48 h 144"/>
                <a:gd name="T4" fmla="*/ 27 w 304"/>
                <a:gd name="T5" fmla="*/ 96 h 144"/>
                <a:gd name="T6" fmla="*/ 21 w 304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144"/>
                <a:gd name="T14" fmla="*/ 304 w 304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144">
                  <a:moveTo>
                    <a:pt x="80" y="0"/>
                  </a:moveTo>
                  <a:cubicBezTo>
                    <a:pt x="40" y="16"/>
                    <a:pt x="0" y="32"/>
                    <a:pt x="32" y="48"/>
                  </a:cubicBezTo>
                  <a:cubicBezTo>
                    <a:pt x="64" y="64"/>
                    <a:pt x="240" y="80"/>
                    <a:pt x="272" y="96"/>
                  </a:cubicBezTo>
                  <a:cubicBezTo>
                    <a:pt x="304" y="112"/>
                    <a:pt x="264" y="128"/>
                    <a:pt x="224" y="144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0" name="Freeform 30">
              <a:extLst>
                <a:ext uri="{FF2B5EF4-FFF2-40B4-BE49-F238E27FC236}">
                  <a16:creationId xmlns:a16="http://schemas.microsoft.com/office/drawing/2014/main" id="{276A76F2-CB3C-46E8-8DF2-AEACE43EF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200"/>
              <a:ext cx="160" cy="144"/>
            </a:xfrm>
            <a:custGeom>
              <a:avLst/>
              <a:gdLst>
                <a:gd name="T0" fmla="*/ 9 w 176"/>
                <a:gd name="T1" fmla="*/ 0 h 144"/>
                <a:gd name="T2" fmla="*/ 5 w 176"/>
                <a:gd name="T3" fmla="*/ 48 h 144"/>
                <a:gd name="T4" fmla="*/ 22 w 176"/>
                <a:gd name="T5" fmla="*/ 96 h 144"/>
                <a:gd name="T6" fmla="*/ 15 w 176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6"/>
                <a:gd name="T13" fmla="*/ 0 h 144"/>
                <a:gd name="T14" fmla="*/ 176 w 176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6" h="144">
                  <a:moveTo>
                    <a:pt x="64" y="0"/>
                  </a:moveTo>
                  <a:cubicBezTo>
                    <a:pt x="32" y="16"/>
                    <a:pt x="0" y="32"/>
                    <a:pt x="16" y="48"/>
                  </a:cubicBezTo>
                  <a:cubicBezTo>
                    <a:pt x="32" y="64"/>
                    <a:pt x="144" y="80"/>
                    <a:pt x="160" y="96"/>
                  </a:cubicBezTo>
                  <a:cubicBezTo>
                    <a:pt x="176" y="112"/>
                    <a:pt x="144" y="128"/>
                    <a:pt x="112" y="144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1" name="Freeform 31">
              <a:extLst>
                <a:ext uri="{FF2B5EF4-FFF2-40B4-BE49-F238E27FC236}">
                  <a16:creationId xmlns:a16="http://schemas.microsoft.com/office/drawing/2014/main" id="{4A11B3DF-3C79-40C9-BE00-B0B601882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1332"/>
              <a:ext cx="58" cy="110"/>
            </a:xfrm>
            <a:custGeom>
              <a:avLst/>
              <a:gdLst>
                <a:gd name="T0" fmla="*/ 2573 w 48"/>
                <a:gd name="T1" fmla="*/ 16 h 112"/>
                <a:gd name="T2" fmla="*/ 0 w 48"/>
                <a:gd name="T3" fmla="*/ 16 h 112"/>
                <a:gd name="T4" fmla="*/ 2573 w 48"/>
                <a:gd name="T5" fmla="*/ 77 h 112"/>
                <a:gd name="T6" fmla="*/ 0 60000 65536"/>
                <a:gd name="T7" fmla="*/ 0 60000 65536"/>
                <a:gd name="T8" fmla="*/ 0 60000 65536"/>
                <a:gd name="T9" fmla="*/ 0 w 48"/>
                <a:gd name="T10" fmla="*/ 0 h 112"/>
                <a:gd name="T11" fmla="*/ 48 w 48"/>
                <a:gd name="T12" fmla="*/ 112 h 1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12">
                  <a:moveTo>
                    <a:pt x="48" y="16"/>
                  </a:moveTo>
                  <a:cubicBezTo>
                    <a:pt x="24" y="8"/>
                    <a:pt x="0" y="0"/>
                    <a:pt x="0" y="16"/>
                  </a:cubicBezTo>
                  <a:cubicBezTo>
                    <a:pt x="0" y="32"/>
                    <a:pt x="24" y="72"/>
                    <a:pt x="48" y="112"/>
                  </a:cubicBezTo>
                </a:path>
              </a:pathLst>
            </a:cu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2" name="Line 32">
              <a:extLst>
                <a:ext uri="{FF2B5EF4-FFF2-40B4-BE49-F238E27FC236}">
                  <a16:creationId xmlns:a16="http://schemas.microsoft.com/office/drawing/2014/main" id="{76DA15F1-3D71-419F-B1BB-073C6BE69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68" y="1446"/>
              <a:ext cx="648" cy="14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33">
              <a:extLst>
                <a:ext uri="{FF2B5EF4-FFF2-40B4-BE49-F238E27FC236}">
                  <a16:creationId xmlns:a16="http://schemas.microsoft.com/office/drawing/2014/main" id="{00F3077E-8E38-4223-B82F-ED6D8312C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3" y="960"/>
              <a:ext cx="217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Line 34">
              <a:extLst>
                <a:ext uri="{FF2B5EF4-FFF2-40B4-BE49-F238E27FC236}">
                  <a16:creationId xmlns:a16="http://schemas.microsoft.com/office/drawing/2014/main" id="{C6739B82-92A8-4812-AAA0-6D11609D77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72" y="960"/>
              <a:ext cx="96" cy="48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5" name="Line 35">
              <a:extLst>
                <a:ext uri="{FF2B5EF4-FFF2-40B4-BE49-F238E27FC236}">
                  <a16:creationId xmlns:a16="http://schemas.microsoft.com/office/drawing/2014/main" id="{BF50469F-26DB-43FB-B184-6B7D9C108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2" y="960"/>
              <a:ext cx="139" cy="0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6" name="Line 36">
              <a:extLst>
                <a:ext uri="{FF2B5EF4-FFF2-40B4-BE49-F238E27FC236}">
                  <a16:creationId xmlns:a16="http://schemas.microsoft.com/office/drawing/2014/main" id="{E784E897-4BBD-4CD4-ABEC-37E42CDEBA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7" y="1251"/>
              <a:ext cx="0" cy="19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7" name="Line 37">
              <a:extLst>
                <a:ext uri="{FF2B5EF4-FFF2-40B4-BE49-F238E27FC236}">
                  <a16:creationId xmlns:a16="http://schemas.microsoft.com/office/drawing/2014/main" id="{1A606E29-7B62-4300-8822-CEC89FA5D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10" y="951"/>
              <a:ext cx="0" cy="192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528" name="Group 38">
              <a:extLst>
                <a:ext uri="{FF2B5EF4-FFF2-40B4-BE49-F238E27FC236}">
                  <a16:creationId xmlns:a16="http://schemas.microsoft.com/office/drawing/2014/main" id="{3F1E0264-213E-4156-897B-44D6C25801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1" y="1152"/>
              <a:ext cx="147" cy="96"/>
              <a:chOff x="2358" y="2736"/>
              <a:chExt cx="147" cy="96"/>
            </a:xfrm>
          </p:grpSpPr>
          <p:grpSp>
            <p:nvGrpSpPr>
              <p:cNvPr id="20532" name="Group 39">
                <a:extLst>
                  <a:ext uri="{FF2B5EF4-FFF2-40B4-BE49-F238E27FC236}">
                    <a16:creationId xmlns:a16="http://schemas.microsoft.com/office/drawing/2014/main" id="{B4CF0BB2-7DD4-4194-9DF1-C084A3C5B9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8" y="2736"/>
                <a:ext cx="144" cy="33"/>
                <a:chOff x="2358" y="2736"/>
                <a:chExt cx="144" cy="33"/>
              </a:xfrm>
            </p:grpSpPr>
            <p:sp>
              <p:nvSpPr>
                <p:cNvPr id="20536" name="Line 40">
                  <a:extLst>
                    <a:ext uri="{FF2B5EF4-FFF2-40B4-BE49-F238E27FC236}">
                      <a16:creationId xmlns:a16="http://schemas.microsoft.com/office/drawing/2014/main" id="{4272F0D8-34E6-4BB1-9516-03975572E3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736"/>
                  <a:ext cx="48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7" name="Line 41">
                  <a:extLst>
                    <a:ext uri="{FF2B5EF4-FFF2-40B4-BE49-F238E27FC236}">
                      <a16:creationId xmlns:a16="http://schemas.microsoft.com/office/drawing/2014/main" id="{4BCC7B14-9729-457D-A314-D517FBA9E3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276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0533" name="Group 42">
                <a:extLst>
                  <a:ext uri="{FF2B5EF4-FFF2-40B4-BE49-F238E27FC236}">
                    <a16:creationId xmlns:a16="http://schemas.microsoft.com/office/drawing/2014/main" id="{AD6CD383-68A9-4B2C-A496-8B2E95796A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1" y="2799"/>
                <a:ext cx="144" cy="33"/>
                <a:chOff x="2358" y="2736"/>
                <a:chExt cx="144" cy="33"/>
              </a:xfrm>
            </p:grpSpPr>
            <p:sp>
              <p:nvSpPr>
                <p:cNvPr id="20534" name="Line 43">
                  <a:extLst>
                    <a:ext uri="{FF2B5EF4-FFF2-40B4-BE49-F238E27FC236}">
                      <a16:creationId xmlns:a16="http://schemas.microsoft.com/office/drawing/2014/main" id="{CF4269EE-FC5A-433E-95E3-4A3F2E0100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0" y="2736"/>
                  <a:ext cx="48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35" name="Line 44">
                  <a:extLst>
                    <a:ext uri="{FF2B5EF4-FFF2-40B4-BE49-F238E27FC236}">
                      <a16:creationId xmlns:a16="http://schemas.microsoft.com/office/drawing/2014/main" id="{71DEC452-BE41-4422-B1AB-614D01FF27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2769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rgbClr val="0033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529" name="Oval 45">
              <a:extLst>
                <a:ext uri="{FF2B5EF4-FFF2-40B4-BE49-F238E27FC236}">
                  <a16:creationId xmlns:a16="http://schemas.microsoft.com/office/drawing/2014/main" id="{74090A0A-0429-43D3-9DDD-5BE04241E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933"/>
              <a:ext cx="48" cy="48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0530" name="Oval 46">
              <a:extLst>
                <a:ext uri="{FF2B5EF4-FFF2-40B4-BE49-F238E27FC236}">
                  <a16:creationId xmlns:a16="http://schemas.microsoft.com/office/drawing/2014/main" id="{CEA2A8B5-B1DD-4111-BACA-35C586BF4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4" y="933"/>
              <a:ext cx="48" cy="48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0531" name="Text Box 47">
              <a:extLst>
                <a:ext uri="{FF2B5EF4-FFF2-40B4-BE49-F238E27FC236}">
                  <a16:creationId xmlns:a16="http://schemas.microsoft.com/office/drawing/2014/main" id="{0AD24F34-63D7-42C3-A341-7E1B63CA25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1028"/>
              <a:ext cx="384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>
                  <a:solidFill>
                    <a:srgbClr val="0033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A</a:t>
              </a:r>
            </a:p>
          </p:txBody>
        </p:sp>
      </p:grpSp>
      <p:graphicFrame>
        <p:nvGraphicFramePr>
          <p:cNvPr id="220208" name="Object 48">
            <a:extLst>
              <a:ext uri="{FF2B5EF4-FFF2-40B4-BE49-F238E27FC236}">
                <a16:creationId xmlns:a16="http://schemas.microsoft.com/office/drawing/2014/main" id="{AE061900-083D-4C85-958F-D8C61045C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441450"/>
          <a:ext cx="100806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3" name="Photo Editor 照片" r:id="rId7" imgW="676369" imgH="1228571" progId="MSPhotoEd.3">
                  <p:embed/>
                </p:oleObj>
              </mc:Choice>
              <mc:Fallback>
                <p:oleObj name="Photo Editor 照片" r:id="rId7" imgW="676369" imgH="1228571" progId="MSPhotoEd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441450"/>
                        <a:ext cx="100806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209" name="Object 49">
            <a:extLst>
              <a:ext uri="{FF2B5EF4-FFF2-40B4-BE49-F238E27FC236}">
                <a16:creationId xmlns:a16="http://schemas.microsoft.com/office/drawing/2014/main" id="{A8432709-3CC8-47D4-AD7B-A779259D32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32363" y="1489075"/>
          <a:ext cx="97948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4" name="Photo Editor 照片" r:id="rId9" imgW="1190476" imgH="676369" progId="MSPhotoEd.3">
                  <p:embed/>
                </p:oleObj>
              </mc:Choice>
              <mc:Fallback>
                <p:oleObj name="Photo Editor 照片" r:id="rId9" imgW="1190476" imgH="676369" progId="MSPhotoEd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489075"/>
                        <a:ext cx="97948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10" name="Text Box 50">
            <a:extLst>
              <a:ext uri="{FF2B5EF4-FFF2-40B4-BE49-F238E27FC236}">
                <a16:creationId xmlns:a16="http://schemas.microsoft.com/office/drawing/2014/main" id="{73EFF24B-A152-4F50-BAED-1223B2B27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952625"/>
            <a:ext cx="4895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线圈</a:t>
            </a:r>
            <a:r>
              <a:rPr lang="en-US" altLang="zh-CN" sz="2800" b="1">
                <a:solidFill>
                  <a:srgbClr val="FF33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B</a:t>
            </a:r>
            <a:r>
              <a:rPr lang="zh-CN" altLang="en-US" sz="2800" b="1"/>
              <a:t>中</a:t>
            </a:r>
            <a:r>
              <a:rPr lang="zh-CN" altLang="en-US" sz="2800" b="1"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感应电流</a:t>
            </a:r>
            <a:r>
              <a:rPr lang="en-US" altLang="zh-CN" sz="2800" b="1" i="1">
                <a:solidFill>
                  <a:srgbClr val="FF3300"/>
                </a:solidFill>
              </a:rPr>
              <a:t>I</a:t>
            </a:r>
            <a:r>
              <a:rPr lang="en-US" altLang="zh-CN" sz="2800" b="1" baseline="-25000">
                <a:solidFill>
                  <a:srgbClr val="FF3300"/>
                </a:solidFill>
              </a:rPr>
              <a:t>i</a:t>
            </a:r>
            <a:endParaRPr lang="en-US" altLang="zh-CN" sz="2800" b="1"/>
          </a:p>
        </p:txBody>
      </p:sp>
      <p:graphicFrame>
        <p:nvGraphicFramePr>
          <p:cNvPr id="220211" name="Object 51">
            <a:extLst>
              <a:ext uri="{FF2B5EF4-FFF2-40B4-BE49-F238E27FC236}">
                <a16:creationId xmlns:a16="http://schemas.microsoft.com/office/drawing/2014/main" id="{A4F5AC18-4659-479E-9745-CDC271FA05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62225" y="2997200"/>
          <a:ext cx="2795588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5" name="Equation" r:id="rId11" imgW="1244600" imgH="254000" progId="Equation.DSMT4">
                  <p:embed/>
                </p:oleObj>
              </mc:Choice>
              <mc:Fallback>
                <p:oleObj name="Equation" r:id="rId11" imgW="1244600" imgH="2540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225" y="2997200"/>
                        <a:ext cx="2795588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0212" name="Text Box 52">
            <a:extLst>
              <a:ext uri="{FF2B5EF4-FFF2-40B4-BE49-F238E27FC236}">
                <a16:creationId xmlns:a16="http://schemas.microsoft.com/office/drawing/2014/main" id="{61B510E1-336D-48CF-9001-9502BF03F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3054350"/>
            <a:ext cx="1912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此处</a:t>
            </a:r>
          </a:p>
        </p:txBody>
      </p:sp>
      <p:sp>
        <p:nvSpPr>
          <p:cNvPr id="220213" name="Line 53">
            <a:extLst>
              <a:ext uri="{FF2B5EF4-FFF2-40B4-BE49-F238E27FC236}">
                <a16:creationId xmlns:a16="http://schemas.microsoft.com/office/drawing/2014/main" id="{EB4D9D48-10BC-457D-B877-E8D32AD1C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5000" y="4184650"/>
            <a:ext cx="144463" cy="0"/>
          </a:xfrm>
          <a:prstGeom prst="line">
            <a:avLst/>
          </a:prstGeom>
          <a:noFill/>
          <a:ln w="9525">
            <a:solidFill>
              <a:srgbClr val="FF5050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0214" name="Oval 54">
            <a:extLst>
              <a:ext uri="{FF2B5EF4-FFF2-40B4-BE49-F238E27FC236}">
                <a16:creationId xmlns:a16="http://schemas.microsoft.com/office/drawing/2014/main" id="{AA25FF22-F8F3-42C9-AE8C-7405631D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450" y="37163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0215" name="Text Box 55">
            <a:extLst>
              <a:ext uri="{FF2B5EF4-FFF2-40B4-BE49-F238E27FC236}">
                <a16:creationId xmlns:a16="http://schemas.microsoft.com/office/drawing/2014/main" id="{83C8514B-84E4-44B9-BDDE-E698A3A48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5075238"/>
            <a:ext cx="8496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       </a:t>
            </a:r>
            <a:r>
              <a:rPr lang="zh-CN" altLang="zh-CN" sz="2800" b="1">
                <a:solidFill>
                  <a:schemeClr val="tx2"/>
                </a:solidFill>
              </a:rPr>
              <a:t>实验</a:t>
            </a:r>
            <a:r>
              <a:rPr lang="zh-CN" altLang="en-US" sz="2800" b="1">
                <a:solidFill>
                  <a:schemeClr val="tx2"/>
                </a:solidFill>
              </a:rPr>
              <a:t>发现这种感生电动势的大小、方向与导体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的种类和性质无关，仅由变化的磁场本身引起。</a:t>
            </a:r>
          </a:p>
        </p:txBody>
      </p:sp>
      <p:sp>
        <p:nvSpPr>
          <p:cNvPr id="220216" name="Text Box 56">
            <a:extLst>
              <a:ext uri="{FF2B5EF4-FFF2-40B4-BE49-F238E27FC236}">
                <a16:creationId xmlns:a16="http://schemas.microsoft.com/office/drawing/2014/main" id="{665D5E44-9759-4E73-81C5-D60274210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3525838"/>
            <a:ext cx="1801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NO!</a:t>
            </a:r>
          </a:p>
        </p:txBody>
      </p:sp>
      <p:sp>
        <p:nvSpPr>
          <p:cNvPr id="220220" name="Text Box 60">
            <a:extLst>
              <a:ext uri="{FF2B5EF4-FFF2-40B4-BE49-F238E27FC236}">
                <a16:creationId xmlns:a16="http://schemas.microsoft.com/office/drawing/2014/main" id="{C1EBE05D-7956-4590-83FB-746D1C92E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9950" y="4094163"/>
            <a:ext cx="317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/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r>
              <a:rPr lang="en-US" altLang="zh-CN" sz="2800" b="1" i="1">
                <a:solidFill>
                  <a:srgbClr val="FF0000"/>
                </a:solidFill>
              </a:rPr>
              <a:t>E</a:t>
            </a:r>
            <a:r>
              <a:rPr lang="en-US" altLang="zh-CN" sz="2800" b="1" i="1" baseline="-25000">
                <a:solidFill>
                  <a:srgbClr val="FF0000"/>
                </a:solidFill>
              </a:rPr>
              <a:t>i</a:t>
            </a:r>
            <a:endParaRPr lang="en-US" altLang="zh-CN" sz="2800"/>
          </a:p>
        </p:txBody>
      </p:sp>
      <p:sp>
        <p:nvSpPr>
          <p:cNvPr id="20507" name="Text Box 12">
            <a:extLst>
              <a:ext uri="{FF2B5EF4-FFF2-40B4-BE49-F238E27FC236}">
                <a16:creationId xmlns:a16="http://schemas.microsoft.com/office/drawing/2014/main" id="{4F3E7EDD-EC78-4C0E-BE2B-2EB200FC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5225" y="64643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9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4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220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20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0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75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" fill="hold"/>
                                        <p:tgtEl>
                                          <p:spTgt spid="220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0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22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9" dur="3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2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202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0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1" dur="500"/>
                                        <p:tgtEl>
                                          <p:spTgt spid="22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6" dur="500"/>
                                        <p:tgtEl>
                                          <p:spTgt spid="22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220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2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75" fill="hold"/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75" fill="hold"/>
                                        <p:tgtEl>
                                          <p:spTgt spid="220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2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75" fill="hold"/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75" fill="hold"/>
                                        <p:tgtEl>
                                          <p:spTgt spid="220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222" grpId="0" animBg="1"/>
      <p:bldP spid="220162" grpId="0" autoUpdateAnimBg="0"/>
      <p:bldP spid="220163" grpId="0" autoUpdateAnimBg="0"/>
      <p:bldP spid="220164" grpId="0" autoUpdateAnimBg="0"/>
      <p:bldP spid="220165" grpId="0" autoUpdateAnimBg="0"/>
      <p:bldP spid="220166" grpId="0" autoUpdateAnimBg="0"/>
      <p:bldP spid="220169" grpId="0" autoUpdateAnimBg="0"/>
      <p:bldP spid="220170" grpId="0" autoUpdateAnimBg="0"/>
      <p:bldP spid="220174" grpId="0" animBg="1" autoUpdateAnimBg="0"/>
      <p:bldP spid="220175" grpId="0" autoUpdateAnimBg="0"/>
      <p:bldP spid="220210" grpId="0" autoUpdateAnimBg="0"/>
      <p:bldP spid="220212" grpId="0"/>
      <p:bldP spid="220214" grpId="0" animBg="1"/>
      <p:bldP spid="220215" grpId="0" autoUpdateAnimBg="0"/>
      <p:bldP spid="220216" grpId="0"/>
      <p:bldP spid="220220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1FD4170-D22F-4074-B414-AA17AA6D55F7}"/>
              </a:ext>
            </a:extLst>
          </p:cNvPr>
          <p:cNvGrpSpPr>
            <a:grpSpLocks/>
          </p:cNvGrpSpPr>
          <p:nvPr/>
        </p:nvGrpSpPr>
        <p:grpSpPr bwMode="auto">
          <a:xfrm>
            <a:off x="582613" y="1377950"/>
            <a:ext cx="2646362" cy="579438"/>
            <a:chOff x="400" y="874"/>
            <a:chExt cx="1667" cy="365"/>
          </a:xfrm>
        </p:grpSpPr>
        <p:graphicFrame>
          <p:nvGraphicFramePr>
            <p:cNvPr id="22589" name="Object 3">
              <a:extLst>
                <a:ext uri="{FF2B5EF4-FFF2-40B4-BE49-F238E27FC236}">
                  <a16:creationId xmlns:a16="http://schemas.microsoft.com/office/drawing/2014/main" id="{EC4F813B-D7F7-4A53-AF42-CD14FA47E2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" y="874"/>
            <a:ext cx="285" cy="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1" name="Equation" r:id="rId3" imgW="75994" imgH="120682" progId="Equation.DSMT4">
                    <p:embed/>
                  </p:oleObj>
                </mc:Choice>
                <mc:Fallback>
                  <p:oleObj name="Equation" r:id="rId3" imgW="75994" imgH="120682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" y="874"/>
                          <a:ext cx="285" cy="3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90" name="Text Box 4">
              <a:extLst>
                <a:ext uri="{FF2B5EF4-FFF2-40B4-BE49-F238E27FC236}">
                  <a16:creationId xmlns:a16="http://schemas.microsoft.com/office/drawing/2014/main" id="{6324DE7D-55F0-44C9-9629-9FCC04677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3" y="884"/>
              <a:ext cx="145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的特点：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222213" name="Object 5">
            <a:extLst>
              <a:ext uri="{FF2B5EF4-FFF2-40B4-BE49-F238E27FC236}">
                <a16:creationId xmlns:a16="http://schemas.microsoft.com/office/drawing/2014/main" id="{3248E8F1-D501-42E0-AF8D-A54C86C108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55888" y="2281238"/>
          <a:ext cx="11652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2" name="Equation" r:id="rId5" imgW="507780" imgH="406224" progId="Equation.DSMT4">
                  <p:embed/>
                </p:oleObj>
              </mc:Choice>
              <mc:Fallback>
                <p:oleObj name="Equation" r:id="rId5" imgW="507780" imgH="406224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888" y="2281238"/>
                        <a:ext cx="11652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4" name="Text Box 6">
            <a:extLst>
              <a:ext uri="{FF2B5EF4-FFF2-40B4-BE49-F238E27FC236}">
                <a16:creationId xmlns:a16="http://schemas.microsoft.com/office/drawing/2014/main" id="{786019BF-C367-43A8-A5DE-C297F97EC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1947863"/>
            <a:ext cx="1585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1º</a:t>
            </a:r>
            <a:endParaRPr lang="en-US" altLang="zh-CN" sz="2800"/>
          </a:p>
        </p:txBody>
      </p:sp>
      <p:graphicFrame>
        <p:nvGraphicFramePr>
          <p:cNvPr id="222215" name="Object 7">
            <a:extLst>
              <a:ext uri="{FF2B5EF4-FFF2-40B4-BE49-F238E27FC236}">
                <a16:creationId xmlns:a16="http://schemas.microsoft.com/office/drawing/2014/main" id="{7D07C337-8AC0-4A90-B6FD-C097D7E561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8875" y="1911350"/>
          <a:ext cx="4746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3" name="Equation" r:id="rId7" imgW="75994" imgH="120682" progId="Equation.DSMT4">
                  <p:embed/>
                </p:oleObj>
              </mc:Choice>
              <mc:Fallback>
                <p:oleObj name="Equation" r:id="rId7" imgW="75994" imgH="12068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1911350"/>
                        <a:ext cx="4746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16" name="Object 8">
            <a:extLst>
              <a:ext uri="{FF2B5EF4-FFF2-40B4-BE49-F238E27FC236}">
                <a16:creationId xmlns:a16="http://schemas.microsoft.com/office/drawing/2014/main" id="{B3144C16-E92D-469D-89E8-64CF557F5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1909763"/>
          <a:ext cx="50641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4" name="Equation" r:id="rId9" imgW="203112" imgH="241195" progId="Equation.DSMT4">
                  <p:embed/>
                </p:oleObj>
              </mc:Choice>
              <mc:Fallback>
                <p:oleObj name="Equation" r:id="rId9" imgW="203112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1909763"/>
                        <a:ext cx="506413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7" name="Text Box 9">
            <a:extLst>
              <a:ext uri="{FF2B5EF4-FFF2-40B4-BE49-F238E27FC236}">
                <a16:creationId xmlns:a16="http://schemas.microsoft.com/office/drawing/2014/main" id="{7D04616B-5FF0-4B59-BF65-2774AD0BE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38" y="1922463"/>
            <a:ext cx="1704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与</a:t>
            </a:r>
            <a:endParaRPr lang="zh-CN" altLang="en-US" sz="2800"/>
          </a:p>
        </p:txBody>
      </p:sp>
      <p:sp>
        <p:nvSpPr>
          <p:cNvPr id="222218" name="Text Box 10">
            <a:extLst>
              <a:ext uri="{FF2B5EF4-FFF2-40B4-BE49-F238E27FC236}">
                <a16:creationId xmlns:a16="http://schemas.microsoft.com/office/drawing/2014/main" id="{9DC0FE47-DFB1-4B37-A55C-AC0DD0D76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925638"/>
            <a:ext cx="64754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一样，对场中静止的电荷有力的作用；</a:t>
            </a:r>
            <a:endParaRPr lang="zh-CN" altLang="en-US" sz="2800"/>
          </a:p>
        </p:txBody>
      </p:sp>
      <p:sp>
        <p:nvSpPr>
          <p:cNvPr id="222219" name="Text Box 11">
            <a:extLst>
              <a:ext uri="{FF2B5EF4-FFF2-40B4-BE49-F238E27FC236}">
                <a16:creationId xmlns:a16="http://schemas.microsoft.com/office/drawing/2014/main" id="{D64B0775-D774-4EE8-B5F5-A354353EF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055938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2º</a:t>
            </a:r>
          </a:p>
        </p:txBody>
      </p:sp>
      <p:graphicFrame>
        <p:nvGraphicFramePr>
          <p:cNvPr id="222220" name="Object 12">
            <a:extLst>
              <a:ext uri="{FF2B5EF4-FFF2-40B4-BE49-F238E27FC236}">
                <a16:creationId xmlns:a16="http://schemas.microsoft.com/office/drawing/2014/main" id="{89FE822E-B55A-4F9D-A895-8E9DB7E84D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39825" y="3041650"/>
          <a:ext cx="4508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5" name="Equation" r:id="rId11" imgW="75994" imgH="120682" progId="Equation.DSMT4">
                  <p:embed/>
                </p:oleObj>
              </mc:Choice>
              <mc:Fallback>
                <p:oleObj name="Equation" r:id="rId11" imgW="75994" imgH="12068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825" y="3041650"/>
                        <a:ext cx="4508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21" name="Text Box 13">
            <a:extLst>
              <a:ext uri="{FF2B5EF4-FFF2-40B4-BE49-F238E27FC236}">
                <a16:creationId xmlns:a16="http://schemas.microsoft.com/office/drawing/2014/main" id="{0540D471-3972-4343-857C-5B1351982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4788" y="3043238"/>
            <a:ext cx="5999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不依赖空间是否有导体存在；</a:t>
            </a:r>
          </a:p>
        </p:txBody>
      </p:sp>
      <p:sp>
        <p:nvSpPr>
          <p:cNvPr id="222222" name="Text Box 14">
            <a:extLst>
              <a:ext uri="{FF2B5EF4-FFF2-40B4-BE49-F238E27FC236}">
                <a16:creationId xmlns:a16="http://schemas.microsoft.com/office/drawing/2014/main" id="{C0B6D40D-0E6F-4417-8F4E-AE0874D36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6135688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4º</a:t>
            </a:r>
          </a:p>
        </p:txBody>
      </p:sp>
      <p:graphicFrame>
        <p:nvGraphicFramePr>
          <p:cNvPr id="222223" name="Object 15">
            <a:extLst>
              <a:ext uri="{FF2B5EF4-FFF2-40B4-BE49-F238E27FC236}">
                <a16:creationId xmlns:a16="http://schemas.microsoft.com/office/drawing/2014/main" id="{FBAC539F-D361-4EEF-ABE5-23ACE0999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81088" y="6105525"/>
          <a:ext cx="452437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6" name="Equation" r:id="rId13" imgW="75994" imgH="120682" progId="Equation.DSMT4">
                  <p:embed/>
                </p:oleObj>
              </mc:Choice>
              <mc:Fallback>
                <p:oleObj name="Equation" r:id="rId13" imgW="75994" imgH="12068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6105525"/>
                        <a:ext cx="452437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24" name="Text Box 16">
            <a:extLst>
              <a:ext uri="{FF2B5EF4-FFF2-40B4-BE49-F238E27FC236}">
                <a16:creationId xmlns:a16="http://schemas.microsoft.com/office/drawing/2014/main" id="{12E0C148-75B0-4928-8CD9-70BA33C64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6688" y="6135688"/>
            <a:ext cx="320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是非保守力场</a:t>
            </a:r>
            <a:endParaRPr lang="zh-CN" altLang="en-US" sz="2800"/>
          </a:p>
        </p:txBody>
      </p:sp>
      <p:sp>
        <p:nvSpPr>
          <p:cNvPr id="222225" name="Text Box 17">
            <a:extLst>
              <a:ext uri="{FF2B5EF4-FFF2-40B4-BE49-F238E27FC236}">
                <a16:creationId xmlns:a16="http://schemas.microsoft.com/office/drawing/2014/main" id="{CD5AC571-9EA9-4302-9461-191D76A6D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893763"/>
            <a:ext cx="421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磁场 </a:t>
            </a:r>
            <a:r>
              <a:rPr lang="en-US" altLang="zh-CN" sz="2800" b="1" i="1"/>
              <a:t>B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olidFill>
                  <a:srgbClr val="333300"/>
                </a:solidFill>
                <a:sym typeface="Symbol" panose="05050102010706020507" pitchFamily="18" charset="2"/>
              </a:rPr>
              <a:t>t </a:t>
            </a:r>
            <a:r>
              <a:rPr lang="zh-CN" altLang="en-US" sz="2800" b="1"/>
              <a:t>变化的同时</a:t>
            </a:r>
          </a:p>
        </p:txBody>
      </p:sp>
      <p:sp>
        <p:nvSpPr>
          <p:cNvPr id="222226" name="Text Box 18">
            <a:extLst>
              <a:ext uri="{FF2B5EF4-FFF2-40B4-BE49-F238E27FC236}">
                <a16:creationId xmlns:a16="http://schemas.microsoft.com/office/drawing/2014/main" id="{1F0834E8-4379-4E58-8836-F527570F5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404813"/>
            <a:ext cx="571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）感应电场的概念</a:t>
            </a:r>
          </a:p>
        </p:txBody>
      </p:sp>
      <p:sp>
        <p:nvSpPr>
          <p:cNvPr id="222227" name="Text Box 19">
            <a:extLst>
              <a:ext uri="{FF2B5EF4-FFF2-40B4-BE49-F238E27FC236}">
                <a16:creationId xmlns:a16="http://schemas.microsoft.com/office/drawing/2014/main" id="{1360124E-3CEB-4EAC-9DE3-AF8A676F1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795338"/>
            <a:ext cx="2527300" cy="617537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8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2228" name="Text Box 20">
            <a:extLst>
              <a:ext uri="{FF2B5EF4-FFF2-40B4-BE49-F238E27FC236}">
                <a16:creationId xmlns:a16="http://schemas.microsoft.com/office/drawing/2014/main" id="{B22DAC31-3548-4666-B24B-7C85A9873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681038"/>
            <a:ext cx="2089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产生</a:t>
            </a:r>
          </a:p>
        </p:txBody>
      </p:sp>
      <p:sp>
        <p:nvSpPr>
          <p:cNvPr id="222229" name="Line 21">
            <a:extLst>
              <a:ext uri="{FF2B5EF4-FFF2-40B4-BE49-F238E27FC236}">
                <a16:creationId xmlns:a16="http://schemas.microsoft.com/office/drawing/2014/main" id="{1CDE8347-1F90-470D-8166-EF961F3DA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1246188"/>
            <a:ext cx="936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2230" name="Object 22">
            <a:extLst>
              <a:ext uri="{FF2B5EF4-FFF2-40B4-BE49-F238E27FC236}">
                <a16:creationId xmlns:a16="http://schemas.microsoft.com/office/drawing/2014/main" id="{29E0EC36-F788-4CF1-A2C3-F70E20A3F2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7325" y="2424113"/>
          <a:ext cx="1382713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" name="Equation" r:id="rId15" imgW="583947" imgH="241195" progId="Equation.DSMT4">
                  <p:embed/>
                </p:oleObj>
              </mc:Choice>
              <mc:Fallback>
                <p:oleObj name="Equation" r:id="rId15" imgW="583947" imgH="24119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7325" y="2424113"/>
                        <a:ext cx="1382713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231" name="Object 23">
            <a:extLst>
              <a:ext uri="{FF2B5EF4-FFF2-40B4-BE49-F238E27FC236}">
                <a16:creationId xmlns:a16="http://schemas.microsoft.com/office/drawing/2014/main" id="{012AB171-4F5A-4210-9EB5-2FC4955F5E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7313" y="6170613"/>
          <a:ext cx="17748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8" name="Equation" r:id="rId17" imgW="1803400" imgH="571500" progId="Equation.DSMT4">
                  <p:embed/>
                </p:oleObj>
              </mc:Choice>
              <mc:Fallback>
                <p:oleObj name="Equation" r:id="rId17" imgW="1803400" imgH="5715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313" y="6170613"/>
                        <a:ext cx="177482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33" name="Text Box 25">
            <a:extLst>
              <a:ext uri="{FF2B5EF4-FFF2-40B4-BE49-F238E27FC236}">
                <a16:creationId xmlns:a16="http://schemas.microsoft.com/office/drawing/2014/main" id="{7BC453EA-F9C3-40FB-8045-83074BA5B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3630613"/>
            <a:ext cx="3957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3º</a:t>
            </a:r>
            <a:r>
              <a:rPr lang="en-US" altLang="zh-CN" sz="2800" b="1">
                <a:solidFill>
                  <a:srgbClr val="0033CC"/>
                </a:solidFill>
              </a:rPr>
              <a:t>     </a:t>
            </a:r>
            <a:r>
              <a:rPr lang="zh-CN" altLang="en-US" sz="2800" b="1"/>
              <a:t>的方向</a:t>
            </a:r>
            <a:endParaRPr lang="zh-CN" altLang="en-US" sz="2800" b="1" i="1" baseline="-25000"/>
          </a:p>
        </p:txBody>
      </p:sp>
      <p:sp>
        <p:nvSpPr>
          <p:cNvPr id="222234" name="Text Box 26">
            <a:extLst>
              <a:ext uri="{FF2B5EF4-FFF2-40B4-BE49-F238E27FC236}">
                <a16:creationId xmlns:a16="http://schemas.microsoft.com/office/drawing/2014/main" id="{CCD0AC23-213E-4ED8-AF5B-C89C2B761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8863" y="4064000"/>
            <a:ext cx="5316537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感应</a:t>
            </a:r>
            <a:r>
              <a:rPr lang="zh-CN" altLang="en-US" sz="2800" b="1"/>
              <a:t>电场的</a:t>
            </a:r>
            <a:r>
              <a:rPr lang="zh-CN" altLang="en-US" sz="2800" b="1">
                <a:solidFill>
                  <a:schemeClr val="tx2"/>
                </a:solidFill>
              </a:rPr>
              <a:t>电场线是无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头无尾的闭合曲线，</a:t>
            </a:r>
            <a:r>
              <a:rPr lang="zh-CN" altLang="en-US" sz="2800" b="1"/>
              <a:t>在</a:t>
            </a:r>
            <a:endParaRPr lang="zh-CN" altLang="en-US" sz="2800" b="1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轴对称的变化磁场中</a:t>
            </a:r>
            <a:r>
              <a:rPr lang="en-US" altLang="zh-CN" sz="2800" b="1"/>
              <a:t>,</a:t>
            </a:r>
            <a:r>
              <a:rPr lang="zh-CN" altLang="en-US" sz="2800" b="1"/>
              <a:t>电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场线是一些同心圆。</a:t>
            </a:r>
            <a:r>
              <a:rPr lang="zh-CN" altLang="en-US" b="1"/>
              <a:t> </a:t>
            </a:r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FBB704B3-E153-4F0C-83CA-E16947D7927F}"/>
              </a:ext>
            </a:extLst>
          </p:cNvPr>
          <p:cNvGrpSpPr>
            <a:grpSpLocks/>
          </p:cNvGrpSpPr>
          <p:nvPr/>
        </p:nvGrpSpPr>
        <p:grpSpPr bwMode="auto">
          <a:xfrm>
            <a:off x="4967288" y="4221163"/>
            <a:ext cx="1909762" cy="1871662"/>
            <a:chOff x="3168" y="1008"/>
            <a:chExt cx="1248" cy="1200"/>
          </a:xfrm>
        </p:grpSpPr>
        <p:sp>
          <p:nvSpPr>
            <p:cNvPr id="22576" name="Oval 28">
              <a:extLst>
                <a:ext uri="{FF2B5EF4-FFF2-40B4-BE49-F238E27FC236}">
                  <a16:creationId xmlns:a16="http://schemas.microsoft.com/office/drawing/2014/main" id="{2B661495-7E8F-4DD0-B3AC-946C87392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008"/>
              <a:ext cx="1248" cy="1200"/>
            </a:xfrm>
            <a:prstGeom prst="ellipse">
              <a:avLst/>
            </a:prstGeom>
            <a:solidFill>
              <a:srgbClr val="FFFFCC"/>
            </a:solidFill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2577" name="Oval 29">
              <a:extLst>
                <a:ext uri="{FF2B5EF4-FFF2-40B4-BE49-F238E27FC236}">
                  <a16:creationId xmlns:a16="http://schemas.microsoft.com/office/drawing/2014/main" id="{326A1EAD-C084-414F-975B-71EF8A1BF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200"/>
              <a:ext cx="864" cy="81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2578" name="Object 30">
              <a:extLst>
                <a:ext uri="{FF2B5EF4-FFF2-40B4-BE49-F238E27FC236}">
                  <a16:creationId xmlns:a16="http://schemas.microsoft.com/office/drawing/2014/main" id="{F6DB0C1C-DB9C-4670-B8B6-A09AD8082E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1104"/>
            <a:ext cx="15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59" name="公式" r:id="rId19" imgW="75994" imgH="82621" progId="Equation.3">
                    <p:embed/>
                  </p:oleObj>
                </mc:Choice>
                <mc:Fallback>
                  <p:oleObj name="公式" r:id="rId19" imgW="75994" imgH="82621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104"/>
                          <a:ext cx="15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9" name="Object 31">
              <a:extLst>
                <a:ext uri="{FF2B5EF4-FFF2-40B4-BE49-F238E27FC236}">
                  <a16:creationId xmlns:a16="http://schemas.microsoft.com/office/drawing/2014/main" id="{56C81277-1F48-4810-A1EE-D337C18FE6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84" y="1104"/>
            <a:ext cx="15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0" name="公式" r:id="rId21" imgW="75994" imgH="82621" progId="Equation.3">
                    <p:embed/>
                  </p:oleObj>
                </mc:Choice>
                <mc:Fallback>
                  <p:oleObj name="公式" r:id="rId21" imgW="75994" imgH="82621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1104"/>
                          <a:ext cx="15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0" name="Object 32">
              <a:extLst>
                <a:ext uri="{FF2B5EF4-FFF2-40B4-BE49-F238E27FC236}">
                  <a16:creationId xmlns:a16="http://schemas.microsoft.com/office/drawing/2014/main" id="{7B94B6DC-2826-4AA9-9354-352B5606E6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6" y="1536"/>
            <a:ext cx="15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1" name="公式" r:id="rId23" imgW="75994" imgH="82621" progId="Equation.3">
                    <p:embed/>
                  </p:oleObj>
                </mc:Choice>
                <mc:Fallback>
                  <p:oleObj name="公式" r:id="rId23" imgW="75994" imgH="82621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536"/>
                          <a:ext cx="15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1" name="Object 33">
              <a:extLst>
                <a:ext uri="{FF2B5EF4-FFF2-40B4-BE49-F238E27FC236}">
                  <a16:creationId xmlns:a16="http://schemas.microsoft.com/office/drawing/2014/main" id="{6857C0CD-D6EB-4A03-AF46-F491E7952D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24" y="1536"/>
            <a:ext cx="15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2" name="公式" r:id="rId25" imgW="75994" imgH="82621" progId="Equation.3">
                    <p:embed/>
                  </p:oleObj>
                </mc:Choice>
                <mc:Fallback>
                  <p:oleObj name="公式" r:id="rId25" imgW="75994" imgH="82621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4" y="1536"/>
                          <a:ext cx="15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2" name="Object 34">
              <a:extLst>
                <a:ext uri="{FF2B5EF4-FFF2-40B4-BE49-F238E27FC236}">
                  <a16:creationId xmlns:a16="http://schemas.microsoft.com/office/drawing/2014/main" id="{764403EF-3B0E-44BA-A1B2-2C6FB004FD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6" y="1968"/>
            <a:ext cx="15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3" name="公式" r:id="rId27" imgW="75994" imgH="82621" progId="Equation.3">
                    <p:embed/>
                  </p:oleObj>
                </mc:Choice>
                <mc:Fallback>
                  <p:oleObj name="公式" r:id="rId27" imgW="75994" imgH="82621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1968"/>
                          <a:ext cx="15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3" name="Object 35">
              <a:extLst>
                <a:ext uri="{FF2B5EF4-FFF2-40B4-BE49-F238E27FC236}">
                  <a16:creationId xmlns:a16="http://schemas.microsoft.com/office/drawing/2014/main" id="{B3637B80-BF36-4D6A-81CC-13FC221867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7" y="1910"/>
            <a:ext cx="161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4" name="公式" r:id="rId29" imgW="88969" imgH="108150" progId="Equation.3">
                    <p:embed/>
                  </p:oleObj>
                </mc:Choice>
                <mc:Fallback>
                  <p:oleObj name="公式" r:id="rId29" imgW="88969" imgH="108150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7" y="1910"/>
                          <a:ext cx="161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4" name="Object 36">
              <a:extLst>
                <a:ext uri="{FF2B5EF4-FFF2-40B4-BE49-F238E27FC236}">
                  <a16:creationId xmlns:a16="http://schemas.microsoft.com/office/drawing/2014/main" id="{ACA6E808-D27E-48E1-8497-2A3D13F288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1536"/>
            <a:ext cx="15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5" name="公式" r:id="rId31" imgW="190417" imgH="203112" progId="Equation.3">
                    <p:embed/>
                  </p:oleObj>
                </mc:Choice>
                <mc:Fallback>
                  <p:oleObj name="公式" r:id="rId31" imgW="190417" imgH="203112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536"/>
                          <a:ext cx="15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85" name="Oval 37">
              <a:extLst>
                <a:ext uri="{FF2B5EF4-FFF2-40B4-BE49-F238E27FC236}">
                  <a16:creationId xmlns:a16="http://schemas.microsoft.com/office/drawing/2014/main" id="{C637D1A6-7B0E-4695-ADE6-5ED3E6A64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1344"/>
              <a:ext cx="576" cy="52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2586" name="Object 38">
              <a:extLst>
                <a:ext uri="{FF2B5EF4-FFF2-40B4-BE49-F238E27FC236}">
                  <a16:creationId xmlns:a16="http://schemas.microsoft.com/office/drawing/2014/main" id="{EE855489-743C-41B1-A5E7-E3383AE12C9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96" y="1536"/>
            <a:ext cx="15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6" name="公式" r:id="rId33" imgW="75994" imgH="82621" progId="Equation.3">
                    <p:embed/>
                  </p:oleObj>
                </mc:Choice>
                <mc:Fallback>
                  <p:oleObj name="公式" r:id="rId33" imgW="75994" imgH="82621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1536"/>
                          <a:ext cx="15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87" name="Line 39">
              <a:extLst>
                <a:ext uri="{FF2B5EF4-FFF2-40B4-BE49-F238E27FC236}">
                  <a16:creationId xmlns:a16="http://schemas.microsoft.com/office/drawing/2014/main" id="{59B13C36-6CAC-46EC-9A08-0D98E8AA82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768" y="1128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88" name="Line 40">
              <a:extLst>
                <a:ext uri="{FF2B5EF4-FFF2-40B4-BE49-F238E27FC236}">
                  <a16:creationId xmlns:a16="http://schemas.microsoft.com/office/drawing/2014/main" id="{41B19DAE-A9FA-4019-A8C8-C27ED9EF30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3768" y="1272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22249" name="Object 41">
            <a:extLst>
              <a:ext uri="{FF2B5EF4-FFF2-40B4-BE49-F238E27FC236}">
                <a16:creationId xmlns:a16="http://schemas.microsoft.com/office/drawing/2014/main" id="{C0EFFB89-3F5E-422A-9677-0A86D0976C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6325" y="3752850"/>
          <a:ext cx="89852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7" name="Equation" r:id="rId35" imgW="1040948" imgH="723586" progId="Equation.DSMT4">
                  <p:embed/>
                </p:oleObj>
              </mc:Choice>
              <mc:Fallback>
                <p:oleObj name="Equation" r:id="rId35" imgW="1040948" imgH="723586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6325" y="3752850"/>
                        <a:ext cx="89852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50" name="AutoShape 42">
            <a:extLst>
              <a:ext uri="{FF2B5EF4-FFF2-40B4-BE49-F238E27FC236}">
                <a16:creationId xmlns:a16="http://schemas.microsoft.com/office/drawing/2014/main" id="{3E537094-B98C-4672-ADB1-2DCB3D299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2895600"/>
            <a:ext cx="1854200" cy="893763"/>
          </a:xfrm>
          <a:prstGeom prst="wedgeRoundRectCallout">
            <a:avLst>
              <a:gd name="adj1" fmla="val -36218"/>
              <a:gd name="adj2" fmla="val 178241"/>
              <a:gd name="adj3" fmla="val 16667"/>
            </a:avLst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ea typeface="楷体_GB2312" pitchFamily="49" charset="-122"/>
            </a:endParaRPr>
          </a:p>
        </p:txBody>
      </p:sp>
      <p:grpSp>
        <p:nvGrpSpPr>
          <p:cNvPr id="4" name="Group 43">
            <a:extLst>
              <a:ext uri="{FF2B5EF4-FFF2-40B4-BE49-F238E27FC236}">
                <a16:creationId xmlns:a16="http://schemas.microsoft.com/office/drawing/2014/main" id="{BC861E19-7F67-4ADA-B242-FC1869B79F91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4149725"/>
            <a:ext cx="1981200" cy="1962150"/>
            <a:chOff x="4416" y="2659"/>
            <a:chExt cx="1248" cy="1236"/>
          </a:xfrm>
        </p:grpSpPr>
        <p:sp>
          <p:nvSpPr>
            <p:cNvPr id="22563" name="Oval 44">
              <a:extLst>
                <a:ext uri="{FF2B5EF4-FFF2-40B4-BE49-F238E27FC236}">
                  <a16:creationId xmlns:a16="http://schemas.microsoft.com/office/drawing/2014/main" id="{9F22D8F6-CFEE-4877-B536-4A75C0250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127"/>
              <a:ext cx="1248" cy="336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2564" name="Line 45">
              <a:extLst>
                <a:ext uri="{FF2B5EF4-FFF2-40B4-BE49-F238E27FC236}">
                  <a16:creationId xmlns:a16="http://schemas.microsoft.com/office/drawing/2014/main" id="{F638E6B3-1334-482F-B74E-9A3870B4D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3463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5" name="Line 46">
              <a:extLst>
                <a:ext uri="{FF2B5EF4-FFF2-40B4-BE49-F238E27FC236}">
                  <a16:creationId xmlns:a16="http://schemas.microsoft.com/office/drawing/2014/main" id="{A6E0AACD-DF2E-4393-B57C-DD34B42E3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3463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6" name="Line 47">
              <a:extLst>
                <a:ext uri="{FF2B5EF4-FFF2-40B4-BE49-F238E27FC236}">
                  <a16:creationId xmlns:a16="http://schemas.microsoft.com/office/drawing/2014/main" id="{B1532783-05B9-4BB1-979A-2269565BE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3463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7" name="Line 48">
              <a:extLst>
                <a:ext uri="{FF2B5EF4-FFF2-40B4-BE49-F238E27FC236}">
                  <a16:creationId xmlns:a16="http://schemas.microsoft.com/office/drawing/2014/main" id="{148BBCCF-D8FE-40EC-8D36-490C9749BF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3463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8" name="Line 49">
              <a:extLst>
                <a:ext uri="{FF2B5EF4-FFF2-40B4-BE49-F238E27FC236}">
                  <a16:creationId xmlns:a16="http://schemas.microsoft.com/office/drawing/2014/main" id="{16129430-5D97-4494-B249-A47350162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0" y="3463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69" name="Line 50">
              <a:extLst>
                <a:ext uri="{FF2B5EF4-FFF2-40B4-BE49-F238E27FC236}">
                  <a16:creationId xmlns:a16="http://schemas.microsoft.com/office/drawing/2014/main" id="{6C897E65-C12F-48D7-A079-9B504D785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08" y="3415"/>
              <a:ext cx="192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70" name="Object 51">
              <a:extLst>
                <a:ext uri="{FF2B5EF4-FFF2-40B4-BE49-F238E27FC236}">
                  <a16:creationId xmlns:a16="http://schemas.microsoft.com/office/drawing/2014/main" id="{558951B1-48B0-421E-8EED-6C0EA1DDD1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70" y="3466"/>
            <a:ext cx="291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68" name="Equation" r:id="rId37" imgW="222422" imgH="291958" progId="Equation.DSMT4">
                    <p:embed/>
                  </p:oleObj>
                </mc:Choice>
                <mc:Fallback>
                  <p:oleObj name="Equation" r:id="rId37" imgW="222422" imgH="291958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0" y="3466"/>
                          <a:ext cx="291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66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71" name="Line 52">
              <a:extLst>
                <a:ext uri="{FF2B5EF4-FFF2-40B4-BE49-F238E27FC236}">
                  <a16:creationId xmlns:a16="http://schemas.microsoft.com/office/drawing/2014/main" id="{E7CD6AA7-BA39-427F-83F9-775ADC9A4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5" y="2795"/>
              <a:ext cx="0" cy="499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2" name="Line 53">
              <a:extLst>
                <a:ext uri="{FF2B5EF4-FFF2-40B4-BE49-F238E27FC236}">
                  <a16:creationId xmlns:a16="http://schemas.microsoft.com/office/drawing/2014/main" id="{6B861619-A259-468D-967A-ED1315F4B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2659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3" name="Line 54">
              <a:extLst>
                <a:ext uri="{FF2B5EF4-FFF2-40B4-BE49-F238E27FC236}">
                  <a16:creationId xmlns:a16="http://schemas.microsoft.com/office/drawing/2014/main" id="{0F70D9FC-AAE6-4A2E-A7D5-9793C4D02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7" y="2795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4" name="Line 55">
              <a:extLst>
                <a:ext uri="{FF2B5EF4-FFF2-40B4-BE49-F238E27FC236}">
                  <a16:creationId xmlns:a16="http://schemas.microsoft.com/office/drawing/2014/main" id="{0A253250-4654-4980-847D-CEC79765F7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4" y="2750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5" name="Line 56">
              <a:extLst>
                <a:ext uri="{FF2B5EF4-FFF2-40B4-BE49-F238E27FC236}">
                  <a16:creationId xmlns:a16="http://schemas.microsoft.com/office/drawing/2014/main" id="{EAD1AC76-D3DC-45EF-A6B2-496C633BE1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2704"/>
              <a:ext cx="0" cy="54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2265" name="Object 57">
            <a:extLst>
              <a:ext uri="{FF2B5EF4-FFF2-40B4-BE49-F238E27FC236}">
                <a16:creationId xmlns:a16="http://schemas.microsoft.com/office/drawing/2014/main" id="{9951CE7A-794B-4430-A851-FCB93FB357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5225" y="3651250"/>
          <a:ext cx="38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9" name="Equation" r:id="rId39" imgW="260419" imgH="343016" progId="Equation.DSMT4">
                  <p:embed/>
                </p:oleObj>
              </mc:Choice>
              <mc:Fallback>
                <p:oleObj name="Equation" r:id="rId39" imgW="260419" imgH="343016" progId="Equation.DSMT4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225" y="3651250"/>
                        <a:ext cx="381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66" name="Oval 58">
            <a:extLst>
              <a:ext uri="{FF2B5EF4-FFF2-40B4-BE49-F238E27FC236}">
                <a16:creationId xmlns:a16="http://schemas.microsoft.com/office/drawing/2014/main" id="{822E2C5B-BA2A-4CBD-B60E-83BC474B6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3663" y="634841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2267" name="Line 59">
            <a:extLst>
              <a:ext uri="{FF2B5EF4-FFF2-40B4-BE49-F238E27FC236}">
                <a16:creationId xmlns:a16="http://schemas.microsoft.com/office/drawing/2014/main" id="{3124FADF-1FBB-4E0B-8660-2CB8B86D18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2175" y="1003300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2268" name="Object 60">
            <a:extLst>
              <a:ext uri="{FF2B5EF4-FFF2-40B4-BE49-F238E27FC236}">
                <a16:creationId xmlns:a16="http://schemas.microsoft.com/office/drawing/2014/main" id="{3A387CE6-7352-4937-8F19-7165606B0A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8400" y="877888"/>
          <a:ext cx="3937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0" name="Equation" r:id="rId41" imgW="272930" imgH="381077" progId="Equation.DSMT4">
                  <p:embed/>
                </p:oleObj>
              </mc:Choice>
              <mc:Fallback>
                <p:oleObj name="Equation" r:id="rId41" imgW="272930" imgH="381077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877888"/>
                        <a:ext cx="3937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69" name="Text Box 61">
            <a:extLst>
              <a:ext uri="{FF2B5EF4-FFF2-40B4-BE49-F238E27FC236}">
                <a16:creationId xmlns:a16="http://schemas.microsoft.com/office/drawing/2014/main" id="{9402235C-78B8-4579-A47F-B3786EB1A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088" y="2852738"/>
            <a:ext cx="24225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可用楞次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定理判断</a:t>
            </a:r>
          </a:p>
        </p:txBody>
      </p:sp>
      <p:sp>
        <p:nvSpPr>
          <p:cNvPr id="222270" name="Text Box 62">
            <a:extLst>
              <a:ext uri="{FF2B5EF4-FFF2-40B4-BE49-F238E27FC236}">
                <a16:creationId xmlns:a16="http://schemas.microsoft.com/office/drawing/2014/main" id="{FBC9445C-E0CA-4D76-B294-7E354B9AE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574198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涡旋场</a:t>
            </a:r>
          </a:p>
        </p:txBody>
      </p:sp>
      <p:sp>
        <p:nvSpPr>
          <p:cNvPr id="22562" name="Text Box 12">
            <a:extLst>
              <a:ext uri="{FF2B5EF4-FFF2-40B4-BE49-F238E27FC236}">
                <a16:creationId xmlns:a16="http://schemas.microsoft.com/office/drawing/2014/main" id="{DF927AF4-6297-4D67-82B4-34F43DCAB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10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75"/>
                                        <p:tgtEl>
                                          <p:spTgt spid="22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75"/>
                                        <p:tgtEl>
                                          <p:spTgt spid="222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222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2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222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22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8" dur="500"/>
                                        <p:tgtEl>
                                          <p:spTgt spid="22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1" dur="500"/>
                                        <p:tgtEl>
                                          <p:spTgt spid="22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22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22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22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8" dur="500"/>
                                        <p:tgtEl>
                                          <p:spTgt spid="22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22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6" dur="500"/>
                                        <p:tgtEl>
                                          <p:spTgt spid="22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4" dur="500"/>
                                        <p:tgtEl>
                                          <p:spTgt spid="22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2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2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75" fill="hold"/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222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2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2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8" dur="500"/>
                                        <p:tgtEl>
                                          <p:spTgt spid="22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1" dur="500"/>
                                        <p:tgtEl>
                                          <p:spTgt spid="22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5" dur="500"/>
                                        <p:tgtEl>
                                          <p:spTgt spid="222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222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4" grpId="0"/>
      <p:bldP spid="222217" grpId="0"/>
      <p:bldP spid="222218" grpId="0"/>
      <p:bldP spid="222219" grpId="0"/>
      <p:bldP spid="222221" grpId="0"/>
      <p:bldP spid="222222" grpId="0"/>
      <p:bldP spid="222224" grpId="0"/>
      <p:bldP spid="222225" grpId="0" autoUpdateAnimBg="0"/>
      <p:bldP spid="222226" grpId="0" autoUpdateAnimBg="0"/>
      <p:bldP spid="222227" grpId="0" animBg="1" autoUpdateAnimBg="0"/>
      <p:bldP spid="222228" grpId="0"/>
      <p:bldP spid="222233" grpId="0" autoUpdateAnimBg="0"/>
      <p:bldP spid="222234" grpId="0" autoUpdateAnimBg="0"/>
      <p:bldP spid="222250" grpId="0" animBg="1" autoUpdateAnimBg="0"/>
      <p:bldP spid="222266" grpId="0" animBg="1"/>
      <p:bldP spid="222269" grpId="0"/>
      <p:bldP spid="22227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Text Box 2">
            <a:extLst>
              <a:ext uri="{FF2B5EF4-FFF2-40B4-BE49-F238E27FC236}">
                <a16:creationId xmlns:a16="http://schemas.microsoft.com/office/drawing/2014/main" id="{B1BC675A-A031-4D75-B8BA-3811BC4B6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388938"/>
            <a:ext cx="3663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感生电动势</a:t>
            </a:r>
          </a:p>
        </p:txBody>
      </p:sp>
      <p:graphicFrame>
        <p:nvGraphicFramePr>
          <p:cNvPr id="223235" name="Object 3">
            <a:extLst>
              <a:ext uri="{FF2B5EF4-FFF2-40B4-BE49-F238E27FC236}">
                <a16:creationId xmlns:a16="http://schemas.microsoft.com/office/drawing/2014/main" id="{ADF2D5A1-999E-4D6E-8C50-5AFAAD0D8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968375"/>
          <a:ext cx="1903413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7" name="Equation" r:id="rId3" imgW="1917700" imgH="647700" progId="Equation.DSMT4">
                  <p:embed/>
                </p:oleObj>
              </mc:Choice>
              <mc:Fallback>
                <p:oleObj name="Equation" r:id="rId3" imgW="1917700" imgH="647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968375"/>
                        <a:ext cx="1903413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6" name="Text Box 4">
            <a:extLst>
              <a:ext uri="{FF2B5EF4-FFF2-40B4-BE49-F238E27FC236}">
                <a16:creationId xmlns:a16="http://schemas.microsoft.com/office/drawing/2014/main" id="{F3E621BF-8613-4D57-9FE4-239798C92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2790825"/>
            <a:ext cx="6721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又根据法拉第电磁感应定律，有</a:t>
            </a:r>
            <a:endParaRPr lang="zh-CN" altLang="en-US" sz="2800"/>
          </a:p>
        </p:txBody>
      </p:sp>
      <p:graphicFrame>
        <p:nvGraphicFramePr>
          <p:cNvPr id="223237" name="Object 5">
            <a:extLst>
              <a:ext uri="{FF2B5EF4-FFF2-40B4-BE49-F238E27FC236}">
                <a16:creationId xmlns:a16="http://schemas.microsoft.com/office/drawing/2014/main" id="{E5089C9B-32FA-49AD-81F1-E6263CD151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287713"/>
          <a:ext cx="1447800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8" name="Equation" r:id="rId5" imgW="1473200" imgH="787400" progId="Equation.DSMT4">
                  <p:embed/>
                </p:oleObj>
              </mc:Choice>
              <mc:Fallback>
                <p:oleObj name="Equation" r:id="rId5" imgW="1473200" imgH="78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287713"/>
                        <a:ext cx="1447800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>
            <a:extLst>
              <a:ext uri="{FF2B5EF4-FFF2-40B4-BE49-F238E27FC236}">
                <a16:creationId xmlns:a16="http://schemas.microsoft.com/office/drawing/2014/main" id="{295E2164-BEF2-489B-8CFA-7B0BE5D51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3303588"/>
          <a:ext cx="18478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09" name="Equation" r:id="rId7" imgW="1955800" imgH="711200" progId="Equation.DSMT4">
                  <p:embed/>
                </p:oleObj>
              </mc:Choice>
              <mc:Fallback>
                <p:oleObj name="Equation" r:id="rId7" imgW="1955800" imgH="711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3303588"/>
                        <a:ext cx="184785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9" name="Object 7">
            <a:extLst>
              <a:ext uri="{FF2B5EF4-FFF2-40B4-BE49-F238E27FC236}">
                <a16:creationId xmlns:a16="http://schemas.microsoft.com/office/drawing/2014/main" id="{D3D406B3-6521-46BD-857F-F6944587E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6063" y="3262313"/>
          <a:ext cx="195897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0" name="Equation" r:id="rId9" imgW="1892300" imgH="850900" progId="Equation.DSMT4">
                  <p:embed/>
                </p:oleObj>
              </mc:Choice>
              <mc:Fallback>
                <p:oleObj name="Equation" r:id="rId9" imgW="1892300" imgH="850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3262313"/>
                        <a:ext cx="195897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40" name="Object 8">
            <a:extLst>
              <a:ext uri="{FF2B5EF4-FFF2-40B4-BE49-F238E27FC236}">
                <a16:creationId xmlns:a16="http://schemas.microsoft.com/office/drawing/2014/main" id="{E3A0AE33-967D-4D5B-B2F9-806701610D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07100" y="4357688"/>
          <a:ext cx="4508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1" name="Equation" r:id="rId11" imgW="190417" imgH="241195" progId="Equation.DSMT4">
                  <p:embed/>
                </p:oleObj>
              </mc:Choice>
              <mc:Fallback>
                <p:oleObj name="Equation" r:id="rId11" imgW="190417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7100" y="4357688"/>
                        <a:ext cx="4508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41" name="Text Box 9">
            <a:extLst>
              <a:ext uri="{FF2B5EF4-FFF2-40B4-BE49-F238E27FC236}">
                <a16:creationId xmlns:a16="http://schemas.microsoft.com/office/drawing/2014/main" id="{B90E9E2D-5F4A-4080-9EAB-054A252CC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625" y="4360863"/>
            <a:ext cx="262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的环路定律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23242" name="Text Box 10">
            <a:extLst>
              <a:ext uri="{FF2B5EF4-FFF2-40B4-BE49-F238E27FC236}">
                <a16:creationId xmlns:a16="http://schemas.microsoft.com/office/drawing/2014/main" id="{8D60F874-51B3-4083-AA52-9619D207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7488" y="5086350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：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BBF00060-B394-4D61-AF44-046438F6208C}"/>
              </a:ext>
            </a:extLst>
          </p:cNvPr>
          <p:cNvGrpSpPr>
            <a:grpSpLocks/>
          </p:cNvGrpSpPr>
          <p:nvPr/>
        </p:nvGrpSpPr>
        <p:grpSpPr bwMode="auto">
          <a:xfrm>
            <a:off x="2254250" y="5172075"/>
            <a:ext cx="5191125" cy="538163"/>
            <a:chOff x="1152" y="2880"/>
            <a:chExt cx="3270" cy="339"/>
          </a:xfrm>
        </p:grpSpPr>
        <p:graphicFrame>
          <p:nvGraphicFramePr>
            <p:cNvPr id="23576" name="Object 12">
              <a:extLst>
                <a:ext uri="{FF2B5EF4-FFF2-40B4-BE49-F238E27FC236}">
                  <a16:creationId xmlns:a16="http://schemas.microsoft.com/office/drawing/2014/main" id="{846F48CC-A9C4-4DF2-853A-EC4C2486B9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2888"/>
            <a:ext cx="30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2" name="Equation" r:id="rId13" imgW="203024" imgH="215713" progId="Equation.DSMT4">
                    <p:embed/>
                  </p:oleObj>
                </mc:Choice>
                <mc:Fallback>
                  <p:oleObj name="Equation" r:id="rId13" imgW="203024" imgH="215713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888"/>
                          <a:ext cx="30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77" name="Object 13">
              <a:extLst>
                <a:ext uri="{FF2B5EF4-FFF2-40B4-BE49-F238E27FC236}">
                  <a16:creationId xmlns:a16="http://schemas.microsoft.com/office/drawing/2014/main" id="{2C1F6063-6161-42A9-9473-E1007624C9C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0" y="2886"/>
            <a:ext cx="31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3" name="Equation" r:id="rId15" imgW="215619" imgH="215619" progId="Equation.DSMT4">
                    <p:embed/>
                  </p:oleObj>
                </mc:Choice>
                <mc:Fallback>
                  <p:oleObj name="Equation" r:id="rId15" imgW="215619" imgH="21561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886"/>
                          <a:ext cx="31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78" name="Text Box 14">
              <a:extLst>
                <a:ext uri="{FF2B5EF4-FFF2-40B4-BE49-F238E27FC236}">
                  <a16:creationId xmlns:a16="http://schemas.microsoft.com/office/drawing/2014/main" id="{25669453-719C-486D-ABA5-26FCF1F3F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88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与</a:t>
              </a:r>
              <a:endParaRPr lang="zh-CN" altLang="en-US" sz="2800"/>
            </a:p>
          </p:txBody>
        </p:sp>
        <p:sp>
          <p:nvSpPr>
            <p:cNvPr id="23579" name="Text Box 15">
              <a:extLst>
                <a:ext uri="{FF2B5EF4-FFF2-40B4-BE49-F238E27FC236}">
                  <a16:creationId xmlns:a16="http://schemas.microsoft.com/office/drawing/2014/main" id="{876467D4-5C48-4964-B849-8640A13DD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2892"/>
              <a:ext cx="25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成右手螺旋关系</a:t>
              </a:r>
              <a:endParaRPr lang="zh-CN" altLang="en-US" sz="2800"/>
            </a:p>
          </p:txBody>
        </p:sp>
      </p:grpSp>
      <p:sp>
        <p:nvSpPr>
          <p:cNvPr id="223248" name="Text Box 16">
            <a:extLst>
              <a:ext uri="{FF2B5EF4-FFF2-40B4-BE49-F238E27FC236}">
                <a16:creationId xmlns:a16="http://schemas.microsoft.com/office/drawing/2014/main" id="{71AAB1B8-E94A-4537-BB34-718CEDE02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638300"/>
            <a:ext cx="5699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若导体为闭合回路</a:t>
            </a:r>
            <a:r>
              <a:rPr lang="en-US" altLang="zh-CN" sz="2800" b="1"/>
              <a:t>,  </a:t>
            </a:r>
            <a:r>
              <a:rPr lang="zh-CN" altLang="en-US" sz="2800" b="1"/>
              <a:t>则</a:t>
            </a:r>
            <a:endParaRPr lang="zh-CN" altLang="en-US" sz="2800"/>
          </a:p>
        </p:txBody>
      </p:sp>
      <p:sp>
        <p:nvSpPr>
          <p:cNvPr id="223249" name="Text Box 17">
            <a:extLst>
              <a:ext uri="{FF2B5EF4-FFF2-40B4-BE49-F238E27FC236}">
                <a16:creationId xmlns:a16="http://schemas.microsoft.com/office/drawing/2014/main" id="{16913D41-AEE1-48BB-869D-37BD14BF9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5075" y="2197100"/>
            <a:ext cx="5122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显然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>
                <a:sym typeface="Symbol" panose="05050102010706020507" pitchFamily="18" charset="2"/>
              </a:rPr>
              <a:t>与导体回路形状有关</a:t>
            </a:r>
            <a:endParaRPr lang="zh-CN" altLang="en-US" sz="2800"/>
          </a:p>
        </p:txBody>
      </p:sp>
      <p:graphicFrame>
        <p:nvGraphicFramePr>
          <p:cNvPr id="223250" name="Object 18">
            <a:extLst>
              <a:ext uri="{FF2B5EF4-FFF2-40B4-BE49-F238E27FC236}">
                <a16:creationId xmlns:a16="http://schemas.microsoft.com/office/drawing/2014/main" id="{1C16FDB4-532C-4734-ACD9-F739E61C85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2160588"/>
          <a:ext cx="1870075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4" name="Equation" r:id="rId17" imgW="1815312" imgH="545863" progId="Equation.DSMT4">
                  <p:embed/>
                </p:oleObj>
              </mc:Choice>
              <mc:Fallback>
                <p:oleObj name="Equation" r:id="rId17" imgW="1815312" imgH="545863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338" y="2160588"/>
                        <a:ext cx="1870075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51" name="Object 19">
            <a:extLst>
              <a:ext uri="{FF2B5EF4-FFF2-40B4-BE49-F238E27FC236}">
                <a16:creationId xmlns:a16="http://schemas.microsoft.com/office/drawing/2014/main" id="{2DD72F1D-86FA-4E43-B9F1-B0B91CF06F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5075" y="4171950"/>
          <a:ext cx="36528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5" name="Equation" r:id="rId19" imgW="3733800" imgH="850900" progId="Equation.DSMT4">
                  <p:embed/>
                </p:oleObj>
              </mc:Choice>
              <mc:Fallback>
                <p:oleObj name="Equation" r:id="rId19" imgW="3733800" imgH="8509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075" y="4171950"/>
                        <a:ext cx="3652838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52" name="AutoShape 20">
            <a:extLst>
              <a:ext uri="{FF2B5EF4-FFF2-40B4-BE49-F238E27FC236}">
                <a16:creationId xmlns:a16="http://schemas.microsoft.com/office/drawing/2014/main" id="{8F57F640-7D63-427C-948D-876A2AB84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7950" y="4513263"/>
            <a:ext cx="914400" cy="196850"/>
          </a:xfrm>
          <a:prstGeom prst="rightArrow">
            <a:avLst>
              <a:gd name="adj1" fmla="val 50000"/>
              <a:gd name="adj2" fmla="val 116129"/>
            </a:avLst>
          </a:prstGeom>
          <a:solidFill>
            <a:srgbClr val="FF0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3" name="Text Box 21">
            <a:extLst>
              <a:ext uri="{FF2B5EF4-FFF2-40B4-BE49-F238E27FC236}">
                <a16:creationId xmlns:a16="http://schemas.microsoft.com/office/drawing/2014/main" id="{79A0FD0F-1409-479B-B2FE-FE6BF0FB2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50" y="1038225"/>
            <a:ext cx="34210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感生电动势</a:t>
            </a:r>
            <a:r>
              <a:rPr lang="zh-CN" altLang="en-US" sz="2800" b="1">
                <a:solidFill>
                  <a:srgbClr val="FF33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223254" name="Text Box 22">
            <a:extLst>
              <a:ext uri="{FF2B5EF4-FFF2-40B4-BE49-F238E27FC236}">
                <a16:creationId xmlns:a16="http://schemas.microsoft.com/office/drawing/2014/main" id="{AAE25E6C-9F85-445E-AB66-2DAC9DB18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6088" y="37147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感应电场的环路定理</a:t>
            </a:r>
          </a:p>
        </p:txBody>
      </p:sp>
      <p:sp>
        <p:nvSpPr>
          <p:cNvPr id="223255" name="Rectangle 23">
            <a:extLst>
              <a:ext uri="{FF2B5EF4-FFF2-40B4-BE49-F238E27FC236}">
                <a16:creationId xmlns:a16="http://schemas.microsoft.com/office/drawing/2014/main" id="{5E307629-EB94-4D63-B809-CF15A8771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425" y="4132263"/>
            <a:ext cx="3636963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7" name="Oval 25">
            <a:extLst>
              <a:ext uri="{FF2B5EF4-FFF2-40B4-BE49-F238E27FC236}">
                <a16:creationId xmlns:a16="http://schemas.microsoft.com/office/drawing/2014/main" id="{EDCD6AF5-5F3B-43BB-A006-13AFECFA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963" y="237490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8" name="Oval 26">
            <a:extLst>
              <a:ext uri="{FF2B5EF4-FFF2-40B4-BE49-F238E27FC236}">
                <a16:creationId xmlns:a16="http://schemas.microsoft.com/office/drawing/2014/main" id="{C1556899-C314-4DAC-A0D7-DC9AC8516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525" y="45450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3259" name="Text Box 27">
            <a:extLst>
              <a:ext uri="{FF2B5EF4-FFF2-40B4-BE49-F238E27FC236}">
                <a16:creationId xmlns:a16="http://schemas.microsoft.com/office/drawing/2014/main" id="{E9804D4E-7AC4-4106-98B3-A085A5542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5719763"/>
            <a:ext cx="82772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ea typeface="黑体" panose="02010609060101010101" pitchFamily="49" charset="-122"/>
              </a:rPr>
              <a:t>        </a:t>
            </a:r>
            <a:r>
              <a:rPr lang="zh-CN" altLang="en-US" sz="2800" b="1">
                <a:ea typeface="黑体" panose="02010609060101010101" pitchFamily="49" charset="-122"/>
              </a:rPr>
              <a:t>即使不存在导体回路</a:t>
            </a:r>
            <a:r>
              <a:rPr lang="en-US" altLang="zh-CN" sz="2800" b="1">
                <a:ea typeface="黑体" panose="02010609060101010101" pitchFamily="49" charset="-122"/>
              </a:rPr>
              <a:t>, </a:t>
            </a:r>
            <a:r>
              <a:rPr lang="zh-CN" altLang="en-US" sz="2800" b="1">
                <a:ea typeface="黑体" panose="02010609060101010101" pitchFamily="49" charset="-122"/>
              </a:rPr>
              <a:t>变化的磁场在其周围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空间同样激发感应电场。</a:t>
            </a:r>
          </a:p>
        </p:txBody>
      </p:sp>
      <p:sp>
        <p:nvSpPr>
          <p:cNvPr id="23575" name="Text Box 12">
            <a:extLst>
              <a:ext uri="{FF2B5EF4-FFF2-40B4-BE49-F238E27FC236}">
                <a16:creationId xmlns:a16="http://schemas.microsoft.com/office/drawing/2014/main" id="{B2D540B2-3E7B-4B91-8477-5028316D8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11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223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75"/>
                                        <p:tgtEl>
                                          <p:spTgt spid="22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75"/>
                                        <p:tgtEl>
                                          <p:spTgt spid="22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3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2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3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23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3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3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2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223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2" dur="500"/>
                                        <p:tgtEl>
                                          <p:spTgt spid="223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3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34" grpId="0" autoUpdateAnimBg="0"/>
      <p:bldP spid="223236" grpId="0" autoUpdateAnimBg="0"/>
      <p:bldP spid="223241" grpId="0"/>
      <p:bldP spid="223242" grpId="0" autoUpdateAnimBg="0"/>
      <p:bldP spid="223248" grpId="0" autoUpdateAnimBg="0"/>
      <p:bldP spid="223249" grpId="0" autoUpdateAnimBg="0"/>
      <p:bldP spid="223252" grpId="0" animBg="1"/>
      <p:bldP spid="223253" grpId="0" autoUpdateAnimBg="0"/>
      <p:bldP spid="223254" grpId="0" autoUpdateAnimBg="0"/>
      <p:bldP spid="223255" grpId="0" animBg="1"/>
      <p:bldP spid="223257" grpId="0" animBg="1"/>
      <p:bldP spid="223258" grpId="0" animBg="1"/>
      <p:bldP spid="2232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>
            <a:extLst>
              <a:ext uri="{FF2B5EF4-FFF2-40B4-BE49-F238E27FC236}">
                <a16:creationId xmlns:a16="http://schemas.microsoft.com/office/drawing/2014/main" id="{8C6DC0B2-C6D1-47B6-8678-70DD2EBD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475" y="936625"/>
            <a:ext cx="4191000" cy="5783263"/>
          </a:xfrm>
          <a:prstGeom prst="rect">
            <a:avLst/>
          </a:prstGeom>
          <a:solidFill>
            <a:srgbClr val="FFFF99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6A5ADE7C-29EA-45C0-87C5-6973FAF3D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942975"/>
            <a:ext cx="4191000" cy="5783263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60" name="Rectangle 4">
            <a:extLst>
              <a:ext uri="{FF2B5EF4-FFF2-40B4-BE49-F238E27FC236}">
                <a16:creationId xmlns:a16="http://schemas.microsoft.com/office/drawing/2014/main" id="{70ADF7E1-EB56-4A1B-9A4C-AEBD0591D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954088"/>
            <a:ext cx="7667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静电场</a:t>
            </a:r>
            <a:r>
              <a:rPr lang="zh-CN" altLang="en-US" sz="2800" b="1">
                <a:ea typeface="黑体" panose="02010609060101010101" pitchFamily="49" charset="-122"/>
              </a:rPr>
              <a:t>                   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4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1" name="Rectangle 5">
            <a:extLst>
              <a:ext uri="{FF2B5EF4-FFF2-40B4-BE49-F238E27FC236}">
                <a16:creationId xmlns:a16="http://schemas.microsoft.com/office/drawing/2014/main" id="{454CE240-1E03-4B58-8D19-AED4EF196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1541463"/>
            <a:ext cx="8374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由静止的电荷激发</a:t>
            </a:r>
            <a:r>
              <a:rPr lang="zh-CN" altLang="en-US" sz="2800" b="1">
                <a:ea typeface="黑体" panose="02010609060101010101" pitchFamily="49" charset="-122"/>
              </a:rPr>
              <a:t>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由变化的磁场激发</a:t>
            </a:r>
            <a:endParaRPr lang="zh-CN" altLang="en-US" sz="1800" b="1" u="sng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2" name="Rectangle 6">
            <a:extLst>
              <a:ext uri="{FF2B5EF4-FFF2-40B4-BE49-F238E27FC236}">
                <a16:creationId xmlns:a16="http://schemas.microsoft.com/office/drawing/2014/main" id="{54B836E8-9917-4222-A6C4-2C6D73B14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4638675"/>
            <a:ext cx="4335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高斯定理</a:t>
            </a:r>
            <a:endParaRPr lang="zh-CN" altLang="en-US" sz="2800" b="1" u="sng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sp>
        <p:nvSpPr>
          <p:cNvPr id="224263" name="Rectangle 7">
            <a:extLst>
              <a:ext uri="{FF2B5EF4-FFF2-40B4-BE49-F238E27FC236}">
                <a16:creationId xmlns:a16="http://schemas.microsoft.com/office/drawing/2014/main" id="{BEBC9B15-9789-4463-BB50-F68C2EA06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850" y="5789613"/>
            <a:ext cx="8947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电场线不闭合</a:t>
            </a:r>
            <a:r>
              <a:rPr lang="zh-CN" altLang="en-US" sz="2800" b="1" u="sng">
                <a:solidFill>
                  <a:srgbClr val="000066"/>
                </a:solidFill>
                <a:ea typeface="黑体" panose="02010609060101010101" pitchFamily="49" charset="-122"/>
              </a:rPr>
              <a:t>有源无旋场</a:t>
            </a:r>
            <a:r>
              <a:rPr lang="zh-CN" altLang="en-US" sz="2800" b="1">
                <a:ea typeface="黑体" panose="02010609060101010101" pitchFamily="49" charset="-122"/>
              </a:rPr>
              <a:t>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电场线闭合有旋无源场</a:t>
            </a:r>
          </a:p>
        </p:txBody>
      </p:sp>
      <p:sp>
        <p:nvSpPr>
          <p:cNvPr id="224264" name="Rectangle 8">
            <a:extLst>
              <a:ext uri="{FF2B5EF4-FFF2-40B4-BE49-F238E27FC236}">
                <a16:creationId xmlns:a16="http://schemas.microsoft.com/office/drawing/2014/main" id="{9095946F-E902-4BBA-ADEB-50D0F0A5E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25" y="6267450"/>
            <a:ext cx="6913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保守场 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                        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非保守场</a:t>
            </a:r>
            <a:endParaRPr lang="zh-CN" altLang="en-US" sz="2000" b="1" u="sng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224265" name="Rectangle 9">
            <a:extLst>
              <a:ext uri="{FF2B5EF4-FFF2-40B4-BE49-F238E27FC236}">
                <a16:creationId xmlns:a16="http://schemas.microsoft.com/office/drawing/2014/main" id="{B45ED617-1ECE-46A0-9F25-AE8171E15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5218113"/>
            <a:ext cx="281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环路定理</a:t>
            </a:r>
            <a:endParaRPr lang="zh-CN" altLang="en-US" sz="2800" b="1">
              <a:solidFill>
                <a:srgbClr val="000065"/>
              </a:solidFill>
              <a:ea typeface="黑体" panose="02010609060101010101" pitchFamily="49" charset="-122"/>
            </a:endParaRPr>
          </a:p>
        </p:txBody>
      </p:sp>
      <p:sp>
        <p:nvSpPr>
          <p:cNvPr id="224266" name="Rectangle 10">
            <a:extLst>
              <a:ext uri="{FF2B5EF4-FFF2-40B4-BE49-F238E27FC236}">
                <a16:creationId xmlns:a16="http://schemas.microsoft.com/office/drawing/2014/main" id="{0CE809EF-3594-4A3D-B029-5892BF928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2622550"/>
            <a:ext cx="8374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使导体产生静电感应</a:t>
            </a:r>
            <a:r>
              <a:rPr lang="zh-CN" altLang="en-US" sz="2800" b="1">
                <a:solidFill>
                  <a:srgbClr val="0033CC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ea typeface="黑体" panose="02010609060101010101" pitchFamily="49" charset="-122"/>
              </a:rPr>
              <a:t>   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使导体产生电磁感应</a:t>
            </a:r>
          </a:p>
        </p:txBody>
      </p:sp>
      <p:sp>
        <p:nvSpPr>
          <p:cNvPr id="224267" name="Rectangle 11">
            <a:extLst>
              <a:ext uri="{FF2B5EF4-FFF2-40B4-BE49-F238E27FC236}">
                <a16:creationId xmlns:a16="http://schemas.microsoft.com/office/drawing/2014/main" id="{3C475F71-E8B3-443A-9461-22D8D2DEC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" y="3197225"/>
            <a:ext cx="8766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 </a:t>
            </a: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平衡时导体内场强</a:t>
            </a:r>
            <a:r>
              <a:rPr lang="en-US" altLang="zh-CN" sz="2800" b="1" i="1" u="sng">
                <a:solidFill>
                  <a:srgbClr val="000065"/>
                </a:solidFill>
                <a:ea typeface="黑体" panose="02010609060101010101" pitchFamily="49" charset="-122"/>
              </a:rPr>
              <a:t>E </a:t>
            </a:r>
            <a:r>
              <a:rPr lang="en-US" altLang="zh-CN" sz="2800" b="1" u="sng">
                <a:solidFill>
                  <a:srgbClr val="000065"/>
                </a:solidFill>
                <a:ea typeface="黑体" panose="02010609060101010101" pitchFamily="49" charset="-122"/>
              </a:rPr>
              <a:t>=0</a:t>
            </a:r>
            <a:r>
              <a:rPr lang="en-US" altLang="zh-CN" sz="2800" b="1" u="sng">
                <a:solidFill>
                  <a:srgbClr val="0033CC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>
                <a:solidFill>
                  <a:srgbClr val="0033CC"/>
                </a:solidFill>
                <a:ea typeface="黑体" panose="02010609060101010101" pitchFamily="49" charset="-122"/>
              </a:rPr>
              <a:t>  </a:t>
            </a:r>
            <a:r>
              <a:rPr lang="en-US" altLang="zh-CN" sz="2800" b="1">
                <a:ea typeface="黑体" panose="02010609060101010101" pitchFamily="49" charset="-122"/>
              </a:rPr>
              <a:t>       </a:t>
            </a: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导体内产生感应电动势</a:t>
            </a:r>
          </a:p>
        </p:txBody>
      </p:sp>
      <p:sp>
        <p:nvSpPr>
          <p:cNvPr id="224268" name="Rectangle 12">
            <a:extLst>
              <a:ext uri="{FF2B5EF4-FFF2-40B4-BE49-F238E27FC236}">
                <a16:creationId xmlns:a16="http://schemas.microsoft.com/office/drawing/2014/main" id="{4E90B553-9868-4A9E-B901-5BA4FB43D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013" y="3679825"/>
            <a:ext cx="40306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65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导</a:t>
            </a:r>
            <a:r>
              <a:rPr lang="zh-CN" altLang="zh-CN" sz="2800" b="1">
                <a:solidFill>
                  <a:srgbClr val="000065"/>
                </a:solidFill>
                <a:ea typeface="黑体" panose="02010609060101010101" pitchFamily="49" charset="-122"/>
              </a:rPr>
              <a:t>体</a:t>
            </a:r>
            <a:r>
              <a:rPr lang="zh-CN" altLang="en-US" sz="2800" b="1">
                <a:solidFill>
                  <a:srgbClr val="000065"/>
                </a:solidFill>
                <a:ea typeface="黑体" panose="02010609060101010101" pitchFamily="49" charset="-122"/>
              </a:rPr>
              <a:t>是等势体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0065"/>
                </a:solidFill>
                <a:ea typeface="黑体" panose="02010609060101010101" pitchFamily="49" charset="-122"/>
              </a:rPr>
              <a:t>不能形成持续电流 </a:t>
            </a:r>
          </a:p>
        </p:txBody>
      </p:sp>
      <p:graphicFrame>
        <p:nvGraphicFramePr>
          <p:cNvPr id="224269" name="Object 13">
            <a:extLst>
              <a:ext uri="{FF2B5EF4-FFF2-40B4-BE49-F238E27FC236}">
                <a16:creationId xmlns:a16="http://schemas.microsoft.com/office/drawing/2014/main" id="{7DD9F8D8-5336-4413-9C0C-E6359AB1F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7075" y="4583113"/>
          <a:ext cx="2224088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5" name="Equation" r:id="rId3" imgW="2755900" imgH="914400" progId="Equation.DSMT4">
                  <p:embed/>
                </p:oleObj>
              </mc:Choice>
              <mc:Fallback>
                <p:oleObj name="Equation" r:id="rId3" imgW="2755900" imgH="914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4583113"/>
                        <a:ext cx="2224088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0" name="Rectangle 14">
            <a:extLst>
              <a:ext uri="{FF2B5EF4-FFF2-40B4-BE49-F238E27FC236}">
                <a16:creationId xmlns:a16="http://schemas.microsoft.com/office/drawing/2014/main" id="{2621BBB6-066B-429E-AE77-5E4535AD2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2913" y="3906838"/>
            <a:ext cx="3276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006600"/>
                </a:solidFill>
                <a:ea typeface="黑体" panose="02010609060101010101" pitchFamily="49" charset="-122"/>
              </a:rPr>
              <a:t>形成感应电流</a:t>
            </a:r>
            <a:r>
              <a:rPr lang="zh-CN" altLang="en-US" sz="2800" b="1" u="sng">
                <a:solidFill>
                  <a:srgbClr val="660033"/>
                </a:solidFill>
                <a:ea typeface="黑体" panose="02010609060101010101" pitchFamily="49" charset="-122"/>
              </a:rPr>
              <a:t>  </a:t>
            </a:r>
            <a:endParaRPr lang="zh-CN" altLang="en-US" sz="2800" b="1" u="sng">
              <a:solidFill>
                <a:srgbClr val="0033CC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224271" name="Object 15">
            <a:extLst>
              <a:ext uri="{FF2B5EF4-FFF2-40B4-BE49-F238E27FC236}">
                <a16:creationId xmlns:a16="http://schemas.microsoft.com/office/drawing/2014/main" id="{D4BCB9B8-0429-4BD4-AB1E-327871A73C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3688" y="5049838"/>
          <a:ext cx="2906712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6" name="Equation" r:id="rId5" imgW="3079613" imgH="724093" progId="Equation.DSMT4">
                  <p:embed/>
                </p:oleObj>
              </mc:Choice>
              <mc:Fallback>
                <p:oleObj name="Equation" r:id="rId5" imgW="3079613" imgH="724093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3688" y="5049838"/>
                        <a:ext cx="2906712" cy="900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2" name="Rectangle 16">
            <a:extLst>
              <a:ext uri="{FF2B5EF4-FFF2-40B4-BE49-F238E27FC236}">
                <a16:creationId xmlns:a16="http://schemas.microsoft.com/office/drawing/2014/main" id="{DF5F0D43-5894-416A-8065-57F671BE3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2033588"/>
            <a:ext cx="8485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u="sng">
                <a:solidFill>
                  <a:srgbClr val="FF0000"/>
                </a:solidFill>
                <a:ea typeface="黑体" panose="02010609060101010101" pitchFamily="49" charset="-122"/>
              </a:rPr>
              <a:t>对电荷有力的作用              若有导体存在形成电流</a:t>
            </a:r>
          </a:p>
        </p:txBody>
      </p:sp>
      <p:sp>
        <p:nvSpPr>
          <p:cNvPr id="224273" name="Text Box 17">
            <a:extLst>
              <a:ext uri="{FF2B5EF4-FFF2-40B4-BE49-F238E27FC236}">
                <a16:creationId xmlns:a16="http://schemas.microsoft.com/office/drawing/2014/main" id="{DF2E1CEC-378A-478D-81C1-6E8EDEE5D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296863"/>
            <a:ext cx="5224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比较感应电场与静电场</a:t>
            </a:r>
          </a:p>
        </p:txBody>
      </p:sp>
      <p:graphicFrame>
        <p:nvGraphicFramePr>
          <p:cNvPr id="224275" name="Object 19">
            <a:extLst>
              <a:ext uri="{FF2B5EF4-FFF2-40B4-BE49-F238E27FC236}">
                <a16:creationId xmlns:a16="http://schemas.microsoft.com/office/drawing/2014/main" id="{5FAE6C3F-4129-4D9D-8092-70264AF6CD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24538" y="4545013"/>
          <a:ext cx="17716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7" name="Equation" r:id="rId7" imgW="1739986" imgH="450702" progId="Equation.DSMT4">
                  <p:embed/>
                </p:oleObj>
              </mc:Choice>
              <mc:Fallback>
                <p:oleObj name="Equation" r:id="rId7" imgW="1739986" imgH="45070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4538" y="4545013"/>
                        <a:ext cx="17716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76" name="Object 20">
            <a:extLst>
              <a:ext uri="{FF2B5EF4-FFF2-40B4-BE49-F238E27FC236}">
                <a16:creationId xmlns:a16="http://schemas.microsoft.com/office/drawing/2014/main" id="{9BE08CD7-B673-4D23-9A9F-50CA1C38D6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3788" y="5246688"/>
          <a:ext cx="154622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8" name="Equation" r:id="rId9" imgW="1828800" imgH="571500" progId="Equation.DSMT4">
                  <p:embed/>
                </p:oleObj>
              </mc:Choice>
              <mc:Fallback>
                <p:oleObj name="Equation" r:id="rId9" imgW="1828800" imgH="5715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8" y="5246688"/>
                        <a:ext cx="154622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4277" name="Text Box 21">
            <a:extLst>
              <a:ext uri="{FF2B5EF4-FFF2-40B4-BE49-F238E27FC236}">
                <a16:creationId xmlns:a16="http://schemas.microsoft.com/office/drawing/2014/main" id="{A7286B03-BD30-401C-A0EF-3675CC339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5057775"/>
            <a:ext cx="3889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>
                <a:ea typeface="黑体" panose="02010609060101010101" pitchFamily="49" charset="-122"/>
              </a:rPr>
              <a:t>内</a:t>
            </a:r>
          </a:p>
        </p:txBody>
      </p:sp>
      <p:sp>
        <p:nvSpPr>
          <p:cNvPr id="224278" name="Oval 22">
            <a:extLst>
              <a:ext uri="{FF2B5EF4-FFF2-40B4-BE49-F238E27FC236}">
                <a16:creationId xmlns:a16="http://schemas.microsoft.com/office/drawing/2014/main" id="{5EBE6774-8117-4306-B492-D95F144BF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5175" y="4751388"/>
            <a:ext cx="144463" cy="144462"/>
          </a:xfrm>
          <a:prstGeom prst="ellips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79" name="Oval 23">
            <a:extLst>
              <a:ext uri="{FF2B5EF4-FFF2-40B4-BE49-F238E27FC236}">
                <a16:creationId xmlns:a16="http://schemas.microsoft.com/office/drawing/2014/main" id="{D542E5D2-F1BE-452E-99CB-DC93CBB5E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54276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0" name="Oval 24">
            <a:extLst>
              <a:ext uri="{FF2B5EF4-FFF2-40B4-BE49-F238E27FC236}">
                <a16:creationId xmlns:a16="http://schemas.microsoft.com/office/drawing/2014/main" id="{787C9894-889B-4A08-8B69-F60BC7B92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48323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1" name="Oval 25">
            <a:extLst>
              <a:ext uri="{FF2B5EF4-FFF2-40B4-BE49-F238E27FC236}">
                <a16:creationId xmlns:a16="http://schemas.microsoft.com/office/drawing/2014/main" id="{F5F61FE4-8052-42D1-8B5B-9AF908C71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5391150"/>
            <a:ext cx="144463" cy="144463"/>
          </a:xfrm>
          <a:prstGeom prst="ellipse">
            <a:avLst/>
          </a:prstGeom>
          <a:noFill/>
          <a:ln w="1905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4282" name="Line 26">
            <a:extLst>
              <a:ext uri="{FF2B5EF4-FFF2-40B4-BE49-F238E27FC236}">
                <a16:creationId xmlns:a16="http://schemas.microsoft.com/office/drawing/2014/main" id="{AA531960-1978-487D-AF12-8A1D88F48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3138" y="3289300"/>
            <a:ext cx="158750" cy="0"/>
          </a:xfrm>
          <a:prstGeom prst="line">
            <a:avLst/>
          </a:prstGeom>
          <a:noFill/>
          <a:ln w="6350">
            <a:solidFill>
              <a:srgbClr val="000066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602" name="Text Box 12">
            <a:extLst>
              <a:ext uri="{FF2B5EF4-FFF2-40B4-BE49-F238E27FC236}">
                <a16:creationId xmlns:a16="http://schemas.microsoft.com/office/drawing/2014/main" id="{472F9957-C09D-4FE6-A5DD-72FE9FBC7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42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4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75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1" dur="300"/>
                                        <p:tgtEl>
                                          <p:spTgt spid="22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24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224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4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2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4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7" dur="500"/>
                                        <p:tgtEl>
                                          <p:spTgt spid="22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24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2" dur="500"/>
                                        <p:tgtEl>
                                          <p:spTgt spid="224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4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24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5" dur="5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224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58" grpId="0" animBg="1"/>
      <p:bldP spid="224259" grpId="0" animBg="1"/>
      <p:bldP spid="224260" grpId="0" autoUpdateAnimBg="0"/>
      <p:bldP spid="224261" grpId="0" autoUpdateAnimBg="0"/>
      <p:bldP spid="224262" grpId="0" autoUpdateAnimBg="0"/>
      <p:bldP spid="224263" grpId="0" autoUpdateAnimBg="0"/>
      <p:bldP spid="224264" grpId="0" autoUpdateAnimBg="0"/>
      <p:bldP spid="224265" grpId="0" autoUpdateAnimBg="0"/>
      <p:bldP spid="224266" grpId="0" autoUpdateAnimBg="0"/>
      <p:bldP spid="224267" grpId="0" autoUpdateAnimBg="0"/>
      <p:bldP spid="224268" grpId="0" autoUpdateAnimBg="0"/>
      <p:bldP spid="224270" grpId="0" autoUpdateAnimBg="0"/>
      <p:bldP spid="224272" grpId="0" autoUpdateAnimBg="0"/>
      <p:bldP spid="224273" grpId="0"/>
      <p:bldP spid="224277" grpId="0"/>
      <p:bldP spid="224278" grpId="0" animBg="1"/>
      <p:bldP spid="224279" grpId="0" animBg="1"/>
      <p:bldP spid="224280" grpId="0" animBg="1"/>
      <p:bldP spid="22428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Text Box 3">
            <a:extLst>
              <a:ext uri="{FF2B5EF4-FFF2-40B4-BE49-F238E27FC236}">
                <a16:creationId xmlns:a16="http://schemas.microsoft.com/office/drawing/2014/main" id="{20BB00AA-0B2D-4BAC-8FC0-E8722A975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620713"/>
            <a:ext cx="4038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法拉第电磁感应定律：</a:t>
            </a:r>
          </a:p>
        </p:txBody>
      </p:sp>
      <p:graphicFrame>
        <p:nvGraphicFramePr>
          <p:cNvPr id="83973" name="Object 2">
            <a:extLst>
              <a:ext uri="{FF2B5EF4-FFF2-40B4-BE49-F238E27FC236}">
                <a16:creationId xmlns:a16="http://schemas.microsoft.com/office/drawing/2014/main" id="{B681DF75-8D4E-4001-AC09-2DB267E0A7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5475" y="1282700"/>
          <a:ext cx="13716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8" name="Equation" r:id="rId3" imgW="1435100" imgH="749300" progId="Equation.DSMT4">
                  <p:embed/>
                </p:oleObj>
              </mc:Choice>
              <mc:Fallback>
                <p:oleObj name="Equation" r:id="rId3" imgW="1435100" imgH="749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5475" y="1282700"/>
                        <a:ext cx="13716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Rectangle 7">
            <a:extLst>
              <a:ext uri="{FF2B5EF4-FFF2-40B4-BE49-F238E27FC236}">
                <a16:creationId xmlns:a16="http://schemas.microsoft.com/office/drawing/2014/main" id="{8CB66767-3723-492B-A582-E3324101A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268413"/>
            <a:ext cx="1676400" cy="914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2" name="Group 63">
            <a:extLst>
              <a:ext uri="{FF2B5EF4-FFF2-40B4-BE49-F238E27FC236}">
                <a16:creationId xmlns:a16="http://schemas.microsoft.com/office/drawing/2014/main" id="{7B307C10-55EE-45BA-BF52-EB168BEBC34E}"/>
              </a:ext>
            </a:extLst>
          </p:cNvPr>
          <p:cNvGrpSpPr>
            <a:grpSpLocks/>
          </p:cNvGrpSpPr>
          <p:nvPr/>
        </p:nvGrpSpPr>
        <p:grpSpPr bwMode="auto">
          <a:xfrm>
            <a:off x="920750" y="3317875"/>
            <a:ext cx="3327400" cy="2527300"/>
            <a:chOff x="580" y="2090"/>
            <a:chExt cx="2096" cy="1592"/>
          </a:xfrm>
        </p:grpSpPr>
        <p:graphicFrame>
          <p:nvGraphicFramePr>
            <p:cNvPr id="25618" name="Object 5">
              <a:extLst>
                <a:ext uri="{FF2B5EF4-FFF2-40B4-BE49-F238E27FC236}">
                  <a16:creationId xmlns:a16="http://schemas.microsoft.com/office/drawing/2014/main" id="{872D87F3-43A0-4A65-8BC4-3CB0726152C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1" y="2474"/>
            <a:ext cx="1473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39" name="Equation" r:id="rId5" imgW="2349500" imgH="546100" progId="Equation.DSMT4">
                    <p:embed/>
                  </p:oleObj>
                </mc:Choice>
                <mc:Fallback>
                  <p:oleObj name="Equation" r:id="rId5" imgW="2349500" imgH="5461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1" y="2474"/>
                          <a:ext cx="1473" cy="4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9" name="Text Box 32">
              <a:extLst>
                <a:ext uri="{FF2B5EF4-FFF2-40B4-BE49-F238E27FC236}">
                  <a16:creationId xmlns:a16="http://schemas.microsoft.com/office/drawing/2014/main" id="{42ECD326-FE91-4778-9361-367EAA538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" y="2099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动生电动势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5620" name="Text Box 41">
              <a:extLst>
                <a:ext uri="{FF2B5EF4-FFF2-40B4-BE49-F238E27FC236}">
                  <a16:creationId xmlns:a16="http://schemas.microsoft.com/office/drawing/2014/main" id="{C7D61712-36B2-47E3-AE8C-37C6140D9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4" y="2906"/>
              <a:ext cx="18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非静电场</a:t>
              </a:r>
              <a:endParaRPr lang="zh-CN" altLang="en-US" sz="2800">
                <a:solidFill>
                  <a:srgbClr val="000083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5621" name="Object 6">
              <a:extLst>
                <a:ext uri="{FF2B5EF4-FFF2-40B4-BE49-F238E27FC236}">
                  <a16:creationId xmlns:a16="http://schemas.microsoft.com/office/drawing/2014/main" id="{9989AA2D-1DB0-44E8-B04E-EF36C8A8CD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61" y="3223"/>
            <a:ext cx="1229" cy="3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0" name="Equation" r:id="rId7" imgW="1536033" imgH="495085" progId="Equation.DSMT4">
                    <p:embed/>
                  </p:oleObj>
                </mc:Choice>
                <mc:Fallback>
                  <p:oleObj name="Equation" r:id="rId7" imgW="1536033" imgH="495085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1" y="3223"/>
                          <a:ext cx="1229" cy="3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2" name="Rectangle 47">
              <a:extLst>
                <a:ext uri="{FF2B5EF4-FFF2-40B4-BE49-F238E27FC236}">
                  <a16:creationId xmlns:a16="http://schemas.microsoft.com/office/drawing/2014/main" id="{FCEA830C-A869-43F7-92FF-8F13C1DC3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" y="2090"/>
              <a:ext cx="1973" cy="1592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cxnSp>
        <p:nvCxnSpPr>
          <p:cNvPr id="84016" name="AutoShape 48">
            <a:extLst>
              <a:ext uri="{FF2B5EF4-FFF2-40B4-BE49-F238E27FC236}">
                <a16:creationId xmlns:a16="http://schemas.microsoft.com/office/drawing/2014/main" id="{77275252-B345-430F-B310-C741BAF8071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71800" y="1420813"/>
            <a:ext cx="1104900" cy="2705100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4017" name="AutoShape 49">
            <a:extLst>
              <a:ext uri="{FF2B5EF4-FFF2-40B4-BE49-F238E27FC236}">
                <a16:creationId xmlns:a16="http://schemas.microsoft.com/office/drawing/2014/main" id="{2E48E792-28AF-439E-9557-08532546C44D}"/>
              </a:ext>
            </a:extLst>
          </p:cNvPr>
          <p:cNvCxnSpPr>
            <a:cxnSpLocks noChangeShapeType="1"/>
            <a:stCxn id="83975" idx="2"/>
            <a:endCxn id="25613" idx="0"/>
          </p:cNvCxnSpPr>
          <p:nvPr/>
        </p:nvCxnSpPr>
        <p:spPr bwMode="auto">
          <a:xfrm rot="16200000" flipH="1">
            <a:off x="5499100" y="1808163"/>
            <a:ext cx="1139825" cy="1927225"/>
          </a:xfrm>
          <a:prstGeom prst="bentConnector3">
            <a:avLst>
              <a:gd name="adj1" fmla="val 49162"/>
            </a:avLst>
          </a:prstGeom>
          <a:noFill/>
          <a:ln w="38100">
            <a:solidFill>
              <a:srgbClr val="0066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019" name="Text Box 51">
            <a:extLst>
              <a:ext uri="{FF2B5EF4-FFF2-40B4-BE49-F238E27FC236}">
                <a16:creationId xmlns:a16="http://schemas.microsoft.com/office/drawing/2014/main" id="{4916049D-F7F5-401F-9EFE-64A6427F5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224088"/>
            <a:ext cx="2759075" cy="557212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导体回路运动</a:t>
            </a:r>
          </a:p>
        </p:txBody>
      </p:sp>
      <p:sp>
        <p:nvSpPr>
          <p:cNvPr id="84020" name="Text Box 52">
            <a:extLst>
              <a:ext uri="{FF2B5EF4-FFF2-40B4-BE49-F238E27FC236}">
                <a16:creationId xmlns:a16="http://schemas.microsoft.com/office/drawing/2014/main" id="{C17CF5C4-D693-4887-8906-59C20D6AA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224088"/>
            <a:ext cx="3292475" cy="557212"/>
          </a:xfrm>
          <a:prstGeom prst="rect">
            <a:avLst/>
          </a:prstGeom>
          <a:noFill/>
          <a:ln w="3810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磁感应强度</a:t>
            </a:r>
            <a:r>
              <a:rPr lang="en-US" altLang="zh-CN" sz="2800" b="1" i="1"/>
              <a:t>B</a:t>
            </a:r>
            <a:r>
              <a:rPr lang="zh-CN" altLang="en-US" sz="2800" b="1"/>
              <a:t>变化</a:t>
            </a:r>
          </a:p>
        </p:txBody>
      </p:sp>
      <p:grpSp>
        <p:nvGrpSpPr>
          <p:cNvPr id="3" name="Group 64">
            <a:extLst>
              <a:ext uri="{FF2B5EF4-FFF2-40B4-BE49-F238E27FC236}">
                <a16:creationId xmlns:a16="http://schemas.microsoft.com/office/drawing/2014/main" id="{6762273D-BF9A-4D38-B5BC-145773BFF2AB}"/>
              </a:ext>
            </a:extLst>
          </p:cNvPr>
          <p:cNvGrpSpPr>
            <a:grpSpLocks/>
          </p:cNvGrpSpPr>
          <p:nvPr/>
        </p:nvGrpSpPr>
        <p:grpSpPr bwMode="auto">
          <a:xfrm>
            <a:off x="4679950" y="3317875"/>
            <a:ext cx="4105275" cy="2598738"/>
            <a:chOff x="2948" y="2090"/>
            <a:chExt cx="2586" cy="1637"/>
          </a:xfrm>
        </p:grpSpPr>
        <p:graphicFrame>
          <p:nvGraphicFramePr>
            <p:cNvPr id="25612" name="Object 3">
              <a:extLst>
                <a:ext uri="{FF2B5EF4-FFF2-40B4-BE49-F238E27FC236}">
                  <a16:creationId xmlns:a16="http://schemas.microsoft.com/office/drawing/2014/main" id="{2AF99E33-3A1A-44EA-A09A-6FDAE5B40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57" y="2470"/>
            <a:ext cx="1309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1" name="Equation" r:id="rId9" imgW="1765300" imgH="584200" progId="Equation.DSMT4">
                    <p:embed/>
                  </p:oleObj>
                </mc:Choice>
                <mc:Fallback>
                  <p:oleObj name="Equation" r:id="rId9" imgW="1765300" imgH="584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7" y="2470"/>
                          <a:ext cx="1309" cy="4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3" name="Text Box 31">
              <a:extLst>
                <a:ext uri="{FF2B5EF4-FFF2-40B4-BE49-F238E27FC236}">
                  <a16:creationId xmlns:a16="http://schemas.microsoft.com/office/drawing/2014/main" id="{C9797235-B670-4FAE-B99B-A255733F1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6" y="2105"/>
              <a:ext cx="22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感生电动势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graphicFrame>
          <p:nvGraphicFramePr>
            <p:cNvPr id="25614" name="Object 4">
              <a:extLst>
                <a:ext uri="{FF2B5EF4-FFF2-40B4-BE49-F238E27FC236}">
                  <a16:creationId xmlns:a16="http://schemas.microsoft.com/office/drawing/2014/main" id="{528F5AFE-AEF6-49BC-8191-77C2AA2802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18" y="3126"/>
            <a:ext cx="1864" cy="5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42" name="Equation" r:id="rId11" imgW="2895600" imgH="800100" progId="Equation.DSMT4">
                    <p:embed/>
                  </p:oleObj>
                </mc:Choice>
                <mc:Fallback>
                  <p:oleObj name="Equation" r:id="rId11" imgW="2895600" imgH="8001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8" y="3126"/>
                          <a:ext cx="1864" cy="5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5" name="Text Box 44">
              <a:extLst>
                <a:ext uri="{FF2B5EF4-FFF2-40B4-BE49-F238E27FC236}">
                  <a16:creationId xmlns:a16="http://schemas.microsoft.com/office/drawing/2014/main" id="{D4B42E87-ED0C-4484-AED3-08F106C54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6" y="2876"/>
              <a:ext cx="15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感应电场</a:t>
              </a:r>
            </a:p>
          </p:txBody>
        </p:sp>
        <p:sp>
          <p:nvSpPr>
            <p:cNvPr id="25616" name="Rectangle 50">
              <a:extLst>
                <a:ext uri="{FF2B5EF4-FFF2-40B4-BE49-F238E27FC236}">
                  <a16:creationId xmlns:a16="http://schemas.microsoft.com/office/drawing/2014/main" id="{C151D41B-B89B-4E42-8BD3-6AA132695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" y="2090"/>
              <a:ext cx="2359" cy="1637"/>
            </a:xfrm>
            <a:prstGeom prst="rect">
              <a:avLst/>
            </a:prstGeom>
            <a:noFill/>
            <a:ln w="38100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5617" name="Oval 62">
              <a:extLst>
                <a:ext uri="{FF2B5EF4-FFF2-40B4-BE49-F238E27FC236}">
                  <a16:creationId xmlns:a16="http://schemas.microsoft.com/office/drawing/2014/main" id="{DECACA4A-1851-4CF1-91B7-9330EA7C1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0" y="333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5611" name="Text Box 12">
            <a:extLst>
              <a:ext uri="{FF2B5EF4-FFF2-40B4-BE49-F238E27FC236}">
                <a16:creationId xmlns:a16="http://schemas.microsoft.com/office/drawing/2014/main" id="{AD1F488C-98B1-4C89-BDC7-7CA90042E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13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39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39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40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40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4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/>
      <p:bldP spid="83975" grpId="0" animBg="1"/>
      <p:bldP spid="84019" grpId="0" animBg="1"/>
      <p:bldP spid="840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>
            <a:extLst>
              <a:ext uri="{FF2B5EF4-FFF2-40B4-BE49-F238E27FC236}">
                <a16:creationId xmlns:a16="http://schemas.microsoft.com/office/drawing/2014/main" id="{CD7E3F0F-6F1C-4442-B5FB-D60641D0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2579688"/>
            <a:ext cx="2700337" cy="24336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B2DBDF16-362F-458C-9A8E-B4994F99F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4424363"/>
            <a:ext cx="2700337" cy="2433637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80" name="Text Box 4">
            <a:extLst>
              <a:ext uri="{FF2B5EF4-FFF2-40B4-BE49-F238E27FC236}">
                <a16:creationId xmlns:a16="http://schemas.microsoft.com/office/drawing/2014/main" id="{A5FD6EF2-57C3-43A1-9159-F398EAB8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" y="206057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29381" name="Oval 5">
            <a:extLst>
              <a:ext uri="{FF2B5EF4-FFF2-40B4-BE49-F238E27FC236}">
                <a16:creationId xmlns:a16="http://schemas.microsoft.com/office/drawing/2014/main" id="{9AE69A1B-161B-412E-B7B3-AC7631940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588" y="2625725"/>
            <a:ext cx="2335212" cy="231616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82" name="Line 6">
            <a:extLst>
              <a:ext uri="{FF2B5EF4-FFF2-40B4-BE49-F238E27FC236}">
                <a16:creationId xmlns:a16="http://schemas.microsoft.com/office/drawing/2014/main" id="{549A2BE6-23BC-4E7E-BAC6-CA727C036D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43150" y="4576763"/>
            <a:ext cx="215900" cy="1444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383" name="Text Box 7">
            <a:extLst>
              <a:ext uri="{FF2B5EF4-FFF2-40B4-BE49-F238E27FC236}">
                <a16:creationId xmlns:a16="http://schemas.microsoft.com/office/drawing/2014/main" id="{9E09D61B-C17C-464E-856E-72315EDDF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2079625"/>
            <a:ext cx="4989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根据磁场</a:t>
            </a:r>
            <a:r>
              <a:rPr lang="en-US" altLang="zh-CN" sz="2800" b="1" i="1"/>
              <a:t>B</a:t>
            </a:r>
            <a:r>
              <a:rPr lang="zh-CN" altLang="en-US" sz="2800" b="1"/>
              <a:t>的对称性</a:t>
            </a:r>
            <a:r>
              <a:rPr lang="en-US" altLang="zh-CN" sz="2800" b="1"/>
              <a:t>, </a:t>
            </a:r>
          </a:p>
        </p:txBody>
      </p:sp>
      <p:sp>
        <p:nvSpPr>
          <p:cNvPr id="229384" name="Text Box 8">
            <a:extLst>
              <a:ext uri="{FF2B5EF4-FFF2-40B4-BE49-F238E27FC236}">
                <a16:creationId xmlns:a16="http://schemas.microsoft.com/office/drawing/2014/main" id="{B9A89EB0-9E48-4B74-A6CC-8E4370FD3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8813" y="2098675"/>
            <a:ext cx="57880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   </a:t>
            </a:r>
            <a:r>
              <a:rPr lang="zh-CN" altLang="en-US" sz="2800" b="1">
                <a:sym typeface="Symbol" panose="05050102010706020507" pitchFamily="18" charset="2"/>
              </a:rPr>
              <a:t>取半径为</a:t>
            </a:r>
            <a:r>
              <a:rPr lang="en-US" altLang="zh-CN" sz="2800" b="1" i="1">
                <a:sym typeface="Symbol" panose="05050102010706020507" pitchFamily="18" charset="2"/>
              </a:rPr>
              <a:t>r </a:t>
            </a:r>
            <a:r>
              <a:rPr lang="zh-CN" altLang="en-US" sz="2800" b="1">
                <a:sym typeface="Symbol" panose="05050102010706020507" pitchFamily="18" charset="2"/>
              </a:rPr>
              <a:t>的电场线为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9385" name="Text Box 9">
            <a:extLst>
              <a:ext uri="{FF2B5EF4-FFF2-40B4-BE49-F238E27FC236}">
                <a16:creationId xmlns:a16="http://schemas.microsoft.com/office/drawing/2014/main" id="{573A4C51-1D38-410C-878A-D30A21279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5300" y="3036888"/>
            <a:ext cx="3640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r>
              <a:rPr lang="en-US" altLang="zh-CN" sz="2800" b="1" i="1"/>
              <a:t>r</a:t>
            </a:r>
            <a:r>
              <a:rPr lang="zh-CN" altLang="en-US" sz="2800" b="1"/>
              <a:t>＜</a:t>
            </a:r>
            <a:r>
              <a:rPr lang="en-US" altLang="zh-CN" sz="2800" b="1" i="1"/>
              <a:t>R</a:t>
            </a:r>
            <a:r>
              <a:rPr lang="zh-CN" altLang="en-US" sz="2800" b="1"/>
              <a:t>时</a:t>
            </a:r>
            <a:endParaRPr lang="zh-CN" altLang="en-US" sz="2800"/>
          </a:p>
        </p:txBody>
      </p:sp>
      <p:graphicFrame>
        <p:nvGraphicFramePr>
          <p:cNvPr id="229386" name="Object 2">
            <a:extLst>
              <a:ext uri="{FF2B5EF4-FFF2-40B4-BE49-F238E27FC236}">
                <a16:creationId xmlns:a16="http://schemas.microsoft.com/office/drawing/2014/main" id="{4394D7F1-6107-4B15-978C-C3E387DFA7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3550" y="3716338"/>
          <a:ext cx="1620838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8" name="Equation" r:id="rId3" imgW="685502" imgH="355446" progId="Equation.DSMT4">
                  <p:embed/>
                </p:oleObj>
              </mc:Choice>
              <mc:Fallback>
                <p:oleObj name="Equation" r:id="rId3" imgW="685502" imgH="35544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3716338"/>
                        <a:ext cx="1620838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7" name="Object 3">
            <a:extLst>
              <a:ext uri="{FF2B5EF4-FFF2-40B4-BE49-F238E27FC236}">
                <a16:creationId xmlns:a16="http://schemas.microsoft.com/office/drawing/2014/main" id="{E778D117-B243-4BBA-8FB4-F62CB5F6AD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3200" y="3490913"/>
          <a:ext cx="225425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59" name="Equation" r:id="rId5" imgW="2311400" imgH="571500" progId="Equation.DSMT4">
                  <p:embed/>
                </p:oleObj>
              </mc:Choice>
              <mc:Fallback>
                <p:oleObj name="Equation" r:id="rId5" imgW="2311400" imgH="5715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3490913"/>
                        <a:ext cx="225425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8" name="Object 4">
            <a:extLst>
              <a:ext uri="{FF2B5EF4-FFF2-40B4-BE49-F238E27FC236}">
                <a16:creationId xmlns:a16="http://schemas.microsoft.com/office/drawing/2014/main" id="{7D0233C8-7D16-42F8-93FD-15C38B1165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75" y="4041775"/>
          <a:ext cx="144303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0" name="Equation" r:id="rId7" imgW="1624895" imgH="774364" progId="Equation.DSMT4">
                  <p:embed/>
                </p:oleObj>
              </mc:Choice>
              <mc:Fallback>
                <p:oleObj name="Equation" r:id="rId7" imgW="1624895" imgH="77436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041775"/>
                        <a:ext cx="144303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89" name="AutoShape 13">
            <a:extLst>
              <a:ext uri="{FF2B5EF4-FFF2-40B4-BE49-F238E27FC236}">
                <a16:creationId xmlns:a16="http://schemas.microsoft.com/office/drawing/2014/main" id="{18D5CAA1-97EB-4C40-B77D-94BA489B19A5}"/>
              </a:ext>
            </a:extLst>
          </p:cNvPr>
          <p:cNvSpPr>
            <a:spLocks/>
          </p:cNvSpPr>
          <p:nvPr/>
        </p:nvSpPr>
        <p:spPr bwMode="auto">
          <a:xfrm>
            <a:off x="6635750" y="370681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390" name="Text Box 14">
            <a:extLst>
              <a:ext uri="{FF2B5EF4-FFF2-40B4-BE49-F238E27FC236}">
                <a16:creationId xmlns:a16="http://schemas.microsoft.com/office/drawing/2014/main" id="{ED27585C-DC70-4255-B360-5E4C2890F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979488"/>
            <a:ext cx="8347075" cy="103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6. </a:t>
            </a:r>
            <a:r>
              <a:rPr lang="zh-CN" altLang="en-US" sz="2800" b="1"/>
              <a:t>在半径为</a:t>
            </a:r>
            <a:r>
              <a:rPr lang="en-US" altLang="zh-CN" sz="2800" b="1" i="1"/>
              <a:t>R</a:t>
            </a:r>
            <a:r>
              <a:rPr lang="zh-CN" altLang="en-US" sz="2800" b="1"/>
              <a:t>的圆柱形区域有一均匀磁场</a:t>
            </a:r>
            <a:r>
              <a:rPr lang="en-US" altLang="zh-CN" sz="2800" b="1" i="1"/>
              <a:t>B</a:t>
            </a:r>
            <a:r>
              <a:rPr lang="en-US" altLang="zh-CN" sz="2800" b="1"/>
              <a:t>,</a:t>
            </a:r>
          </a:p>
          <a:p>
            <a:pPr eaLnBrk="1" hangingPunct="1">
              <a:buFontTx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且      </a:t>
            </a:r>
            <a:r>
              <a:rPr lang="en-US" altLang="zh-CN" sz="2800" b="1"/>
              <a:t>=</a:t>
            </a:r>
            <a:r>
              <a:rPr lang="zh-CN" altLang="en-US" sz="2800" b="1"/>
              <a:t>常数</a:t>
            </a:r>
            <a:r>
              <a:rPr lang="en-US" altLang="zh-CN" sz="2800" b="1"/>
              <a:t>&gt;0</a:t>
            </a:r>
            <a:r>
              <a:rPr lang="zh-CN" altLang="en-US" sz="2800" b="1"/>
              <a:t>。 求（</a:t>
            </a:r>
            <a:r>
              <a:rPr lang="en-US" altLang="zh-CN" sz="2800" b="1"/>
              <a:t>1</a:t>
            </a:r>
            <a:r>
              <a:rPr lang="zh-CN" altLang="en-US" sz="2800" b="1"/>
              <a:t>）感应电场的分布</a:t>
            </a:r>
          </a:p>
        </p:txBody>
      </p:sp>
      <p:graphicFrame>
        <p:nvGraphicFramePr>
          <p:cNvPr id="229391" name="Object 5">
            <a:extLst>
              <a:ext uri="{FF2B5EF4-FFF2-40B4-BE49-F238E27FC236}">
                <a16:creationId xmlns:a16="http://schemas.microsoft.com/office/drawing/2014/main" id="{A2D675EB-C015-403D-97F6-D094D86B2A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1452563"/>
          <a:ext cx="48736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1" name="Equation" r:id="rId9" imgW="507780" imgH="723586" progId="Equation.DSMT4">
                  <p:embed/>
                </p:oleObj>
              </mc:Choice>
              <mc:Fallback>
                <p:oleObj name="Equation" r:id="rId9" imgW="507780" imgH="7235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452563"/>
                        <a:ext cx="487362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6">
            <a:extLst>
              <a:ext uri="{FF2B5EF4-FFF2-40B4-BE49-F238E27FC236}">
                <a16:creationId xmlns:a16="http://schemas.microsoft.com/office/drawing/2014/main" id="{9CDBCCEA-50B4-4055-9E71-6127B5099B95}"/>
              </a:ext>
            </a:extLst>
          </p:cNvPr>
          <p:cNvGrpSpPr>
            <a:grpSpLocks/>
          </p:cNvGrpSpPr>
          <p:nvPr/>
        </p:nvGrpSpPr>
        <p:grpSpPr bwMode="auto">
          <a:xfrm>
            <a:off x="1120775" y="3230563"/>
            <a:ext cx="1066800" cy="1092200"/>
            <a:chOff x="726" y="2032"/>
            <a:chExt cx="672" cy="688"/>
          </a:xfrm>
        </p:grpSpPr>
        <p:sp>
          <p:nvSpPr>
            <p:cNvPr id="26702" name="Oval 17">
              <a:extLst>
                <a:ext uri="{FF2B5EF4-FFF2-40B4-BE49-F238E27FC236}">
                  <a16:creationId xmlns:a16="http://schemas.microsoft.com/office/drawing/2014/main" id="{9CA9868A-FF77-41EC-A2AF-A4FE86B04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" y="2032"/>
              <a:ext cx="672" cy="6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6703" name="Line 18">
              <a:extLst>
                <a:ext uri="{FF2B5EF4-FFF2-40B4-BE49-F238E27FC236}">
                  <a16:creationId xmlns:a16="http://schemas.microsoft.com/office/drawing/2014/main" id="{D223D9B8-BB78-47C6-A3A5-CD7F214B24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7" y="2181"/>
              <a:ext cx="277" cy="2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BC4745F-3B00-4B19-AF29-9D3078B44B39}"/>
              </a:ext>
            </a:extLst>
          </p:cNvPr>
          <p:cNvGrpSpPr>
            <a:grpSpLocks/>
          </p:cNvGrpSpPr>
          <p:nvPr/>
        </p:nvGrpSpPr>
        <p:grpSpPr bwMode="auto">
          <a:xfrm>
            <a:off x="1587500" y="3275013"/>
            <a:ext cx="536575" cy="801687"/>
            <a:chOff x="1011" y="2043"/>
            <a:chExt cx="338" cy="505"/>
          </a:xfrm>
        </p:grpSpPr>
        <p:sp>
          <p:nvSpPr>
            <p:cNvPr id="26700" name="Text Box 20">
              <a:extLst>
                <a:ext uri="{FF2B5EF4-FFF2-40B4-BE49-F238E27FC236}">
                  <a16:creationId xmlns:a16="http://schemas.microsoft.com/office/drawing/2014/main" id="{E6BDFE65-E37D-42F4-B59B-BF75F5071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4" y="2221"/>
              <a:ext cx="30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26701" name="Text Box 21">
              <a:extLst>
                <a:ext uri="{FF2B5EF4-FFF2-40B4-BE49-F238E27FC236}">
                  <a16:creationId xmlns:a16="http://schemas.microsoft.com/office/drawing/2014/main" id="{4753F662-27B8-4BF8-8B44-CE164DEF8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1" y="2043"/>
              <a:ext cx="24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r</a:t>
              </a:r>
              <a:endParaRPr lang="en-US" altLang="zh-CN" sz="2800" i="1">
                <a:solidFill>
                  <a:srgbClr val="FF0000"/>
                </a:solidFill>
              </a:endParaRPr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716C38FB-57B5-458E-8B42-6AF49F1CC069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840038"/>
            <a:ext cx="1911350" cy="1884362"/>
            <a:chOff x="431" y="1790"/>
            <a:chExt cx="1204" cy="1187"/>
          </a:xfrm>
        </p:grpSpPr>
        <p:sp>
          <p:nvSpPr>
            <p:cNvPr id="26683" name="Oval 23">
              <a:extLst>
                <a:ext uri="{FF2B5EF4-FFF2-40B4-BE49-F238E27FC236}">
                  <a16:creationId xmlns:a16="http://schemas.microsoft.com/office/drawing/2014/main" id="{5E138A48-CE91-435B-8E3B-0F22AA65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1790"/>
              <a:ext cx="1159" cy="118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26684" name="Group 24">
              <a:extLst>
                <a:ext uri="{FF2B5EF4-FFF2-40B4-BE49-F238E27FC236}">
                  <a16:creationId xmlns:a16="http://schemas.microsoft.com/office/drawing/2014/main" id="{9E7D6ACB-7649-4F72-AED8-5D9D39FDD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1798"/>
              <a:ext cx="977" cy="408"/>
              <a:chOff x="1643" y="3748"/>
              <a:chExt cx="977" cy="408"/>
            </a:xfrm>
          </p:grpSpPr>
          <p:sp>
            <p:nvSpPr>
              <p:cNvPr id="26696" name="Text Box 25">
                <a:extLst>
                  <a:ext uri="{FF2B5EF4-FFF2-40B4-BE49-F238E27FC236}">
                    <a16:creationId xmlns:a16="http://schemas.microsoft.com/office/drawing/2014/main" id="{BA33C622-9493-441A-BDC7-6C095BD11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7" name="Text Box 26">
                <a:extLst>
                  <a:ext uri="{FF2B5EF4-FFF2-40B4-BE49-F238E27FC236}">
                    <a16:creationId xmlns:a16="http://schemas.microsoft.com/office/drawing/2014/main" id="{3D8D654C-A3C8-4E0C-AE50-84F1D5B288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0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8" name="Text Box 27">
                <a:extLst>
                  <a:ext uri="{FF2B5EF4-FFF2-40B4-BE49-F238E27FC236}">
                    <a16:creationId xmlns:a16="http://schemas.microsoft.com/office/drawing/2014/main" id="{98FF2E7A-8C7F-49E1-A2A3-82BB48F960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9" name="Text Box 28">
                <a:extLst>
                  <a:ext uri="{FF2B5EF4-FFF2-40B4-BE49-F238E27FC236}">
                    <a16:creationId xmlns:a16="http://schemas.microsoft.com/office/drawing/2014/main" id="{11E1E448-AAA1-41F7-A51C-C1CCF97639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  <p:grpSp>
          <p:nvGrpSpPr>
            <p:cNvPr id="26685" name="Group 29">
              <a:extLst>
                <a:ext uri="{FF2B5EF4-FFF2-40B4-BE49-F238E27FC236}">
                  <a16:creationId xmlns:a16="http://schemas.microsoft.com/office/drawing/2014/main" id="{FC1B0D96-CC97-4AB3-867B-AF22A1CC8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7" y="2524"/>
              <a:ext cx="977" cy="408"/>
              <a:chOff x="1643" y="3748"/>
              <a:chExt cx="977" cy="408"/>
            </a:xfrm>
          </p:grpSpPr>
          <p:sp>
            <p:nvSpPr>
              <p:cNvPr id="26692" name="Text Box 30">
                <a:extLst>
                  <a:ext uri="{FF2B5EF4-FFF2-40B4-BE49-F238E27FC236}">
                    <a16:creationId xmlns:a16="http://schemas.microsoft.com/office/drawing/2014/main" id="{B512B16B-E0EF-4893-8554-D65975F03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43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3" name="Text Box 31">
                <a:extLst>
                  <a:ext uri="{FF2B5EF4-FFF2-40B4-BE49-F238E27FC236}">
                    <a16:creationId xmlns:a16="http://schemas.microsoft.com/office/drawing/2014/main" id="{AB94AEA1-7E8D-41EB-87CF-4EEB229ED5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0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4" name="Text Box 32">
                <a:extLst>
                  <a:ext uri="{FF2B5EF4-FFF2-40B4-BE49-F238E27FC236}">
                    <a16:creationId xmlns:a16="http://schemas.microsoft.com/office/drawing/2014/main" id="{148CA389-A259-401E-820F-9FE33931ED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9" y="3752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5" name="Text Box 33">
                <a:extLst>
                  <a:ext uri="{FF2B5EF4-FFF2-40B4-BE49-F238E27FC236}">
                    <a16:creationId xmlns:a16="http://schemas.microsoft.com/office/drawing/2014/main" id="{36561693-8A3E-4F57-AFFE-B760EE9C71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6" y="3748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  <p:grpSp>
          <p:nvGrpSpPr>
            <p:cNvPr id="26686" name="Group 34">
              <a:extLst>
                <a:ext uri="{FF2B5EF4-FFF2-40B4-BE49-F238E27FC236}">
                  <a16:creationId xmlns:a16="http://schemas.microsoft.com/office/drawing/2014/main" id="{EC680DDB-7DAB-4EF8-BF21-43AFE0BDA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1" y="2161"/>
              <a:ext cx="1203" cy="408"/>
              <a:chOff x="2221" y="3793"/>
              <a:chExt cx="1203" cy="408"/>
            </a:xfrm>
          </p:grpSpPr>
          <p:sp>
            <p:nvSpPr>
              <p:cNvPr id="26687" name="Text Box 35">
                <a:extLst>
                  <a:ext uri="{FF2B5EF4-FFF2-40B4-BE49-F238E27FC236}">
                    <a16:creationId xmlns:a16="http://schemas.microsoft.com/office/drawing/2014/main" id="{F0066BC1-FE44-45C3-B4CB-98B5CB263A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1" y="3797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88" name="Text Box 36">
                <a:extLst>
                  <a:ext uri="{FF2B5EF4-FFF2-40B4-BE49-F238E27FC236}">
                    <a16:creationId xmlns:a16="http://schemas.microsoft.com/office/drawing/2014/main" id="{EC70CFEE-A75B-4B1F-A02C-F36C55715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58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89" name="Text Box 37">
                <a:extLst>
                  <a:ext uri="{FF2B5EF4-FFF2-40B4-BE49-F238E27FC236}">
                    <a16:creationId xmlns:a16="http://schemas.microsoft.com/office/drawing/2014/main" id="{A7CC28D7-0AF6-4FCE-A93D-8F157A0CE1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7" y="3797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0" name="Text Box 38">
                <a:extLst>
                  <a:ext uri="{FF2B5EF4-FFF2-40B4-BE49-F238E27FC236}">
                    <a16:creationId xmlns:a16="http://schemas.microsoft.com/office/drawing/2014/main" id="{29E26B0E-BC48-4296-96A3-74894745AB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4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  <p:sp>
            <p:nvSpPr>
              <p:cNvPr id="26691" name="Text Box 39">
                <a:extLst>
                  <a:ext uri="{FF2B5EF4-FFF2-40B4-BE49-F238E27FC236}">
                    <a16:creationId xmlns:a16="http://schemas.microsoft.com/office/drawing/2014/main" id="{F10FE756-ECE7-4668-979D-1D52189C8B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0" y="3793"/>
                <a:ext cx="27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600" b="1">
                    <a:solidFill>
                      <a:schemeClr val="accent2"/>
                    </a:solidFill>
                    <a:sym typeface="Symbol" panose="05050102010706020507" pitchFamily="18" charset="2"/>
                  </a:rPr>
                  <a:t></a:t>
                </a:r>
              </a:p>
            </p:txBody>
          </p:sp>
        </p:grpSp>
      </p:grpSp>
      <p:sp>
        <p:nvSpPr>
          <p:cNvPr id="229416" name="Text Box 40">
            <a:extLst>
              <a:ext uri="{FF2B5EF4-FFF2-40B4-BE49-F238E27FC236}">
                <a16:creationId xmlns:a16="http://schemas.microsoft.com/office/drawing/2014/main" id="{3641716C-E4B1-436D-BB24-885BE8395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4778375"/>
            <a:ext cx="2516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当</a:t>
            </a:r>
            <a:r>
              <a:rPr lang="en-US" altLang="zh-CN" sz="2800" b="1" i="1"/>
              <a:t>r</a:t>
            </a:r>
            <a:r>
              <a:rPr lang="zh-CN" altLang="en-US" sz="2800" b="1"/>
              <a:t>＞</a:t>
            </a:r>
            <a:r>
              <a:rPr lang="en-US" altLang="zh-CN" sz="2800" b="1" i="1"/>
              <a:t>R</a:t>
            </a:r>
            <a:r>
              <a:rPr lang="zh-CN" altLang="en-US" sz="2800" b="1"/>
              <a:t>时</a:t>
            </a:r>
            <a:endParaRPr lang="zh-CN" altLang="en-US" sz="2800"/>
          </a:p>
        </p:txBody>
      </p:sp>
      <p:graphicFrame>
        <p:nvGraphicFramePr>
          <p:cNvPr id="229417" name="Object 6">
            <a:extLst>
              <a:ext uri="{FF2B5EF4-FFF2-40B4-BE49-F238E27FC236}">
                <a16:creationId xmlns:a16="http://schemas.microsoft.com/office/drawing/2014/main" id="{17DC1737-B730-442A-B5F4-46A52DF5F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9350" y="5916613"/>
          <a:ext cx="2808288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2" name="Equation" r:id="rId11" imgW="2959100" imgH="774700" progId="Equation.DSMT4">
                  <p:embed/>
                </p:oleObj>
              </mc:Choice>
              <mc:Fallback>
                <p:oleObj name="Equation" r:id="rId11" imgW="2959100" imgH="774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350" y="5916613"/>
                        <a:ext cx="2808288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18" name="AutoShape 42">
            <a:extLst>
              <a:ext uri="{FF2B5EF4-FFF2-40B4-BE49-F238E27FC236}">
                <a16:creationId xmlns:a16="http://schemas.microsoft.com/office/drawing/2014/main" id="{874A11AC-ACDE-4310-812B-1B94597EC13A}"/>
              </a:ext>
            </a:extLst>
          </p:cNvPr>
          <p:cNvSpPr>
            <a:spLocks/>
          </p:cNvSpPr>
          <p:nvPr/>
        </p:nvSpPr>
        <p:spPr bwMode="auto">
          <a:xfrm>
            <a:off x="6578600" y="5624513"/>
            <a:ext cx="215900" cy="762000"/>
          </a:xfrm>
          <a:prstGeom prst="rightBrace">
            <a:avLst>
              <a:gd name="adj1" fmla="val 2941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29419" name="Object 7">
            <a:extLst>
              <a:ext uri="{FF2B5EF4-FFF2-40B4-BE49-F238E27FC236}">
                <a16:creationId xmlns:a16="http://schemas.microsoft.com/office/drawing/2014/main" id="{323EAD79-3F02-4E83-ACFB-353B8E43FD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94500" y="5551488"/>
          <a:ext cx="1660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3" name="Equation" r:id="rId13" imgW="787058" imgH="393529" progId="Equation.DSMT4">
                  <p:embed/>
                </p:oleObj>
              </mc:Choice>
              <mc:Fallback>
                <p:oleObj name="Equation" r:id="rId13" imgW="787058" imgH="39352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0" y="5551488"/>
                        <a:ext cx="16605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21" name="Line 45">
            <a:extLst>
              <a:ext uri="{FF2B5EF4-FFF2-40B4-BE49-F238E27FC236}">
                <a16:creationId xmlns:a16="http://schemas.microsoft.com/office/drawing/2014/main" id="{6EC9F158-3001-4452-BBC4-063AEEB5B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925" y="6438900"/>
            <a:ext cx="237013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22" name="Line 46">
            <a:extLst>
              <a:ext uri="{FF2B5EF4-FFF2-40B4-BE49-F238E27FC236}">
                <a16:creationId xmlns:a16="http://schemas.microsoft.com/office/drawing/2014/main" id="{EC495DDF-12F7-4F42-A67D-AF86E6B297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663" y="5064125"/>
            <a:ext cx="838200" cy="1371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23" name="Object 8">
            <a:extLst>
              <a:ext uri="{FF2B5EF4-FFF2-40B4-BE49-F238E27FC236}">
                <a16:creationId xmlns:a16="http://schemas.microsoft.com/office/drawing/2014/main" id="{CBA37E24-0DD2-4E65-86AC-D274E03056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5113" y="6381750"/>
          <a:ext cx="3905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4" name="公式" r:id="rId15" imgW="164885" imgH="164885" progId="Equation.3">
                  <p:embed/>
                </p:oleObj>
              </mc:Choice>
              <mc:Fallback>
                <p:oleObj name="公式" r:id="rId15" imgW="164885" imgH="16488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6381750"/>
                        <a:ext cx="3905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4" name="Object 9">
            <a:extLst>
              <a:ext uri="{FF2B5EF4-FFF2-40B4-BE49-F238E27FC236}">
                <a16:creationId xmlns:a16="http://schemas.microsoft.com/office/drawing/2014/main" id="{D9F01157-CC43-4FAE-8B32-B6737AC784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463" y="4683125"/>
          <a:ext cx="481012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5" name="公式" r:id="rId17" imgW="203024" imgH="215713" progId="Equation.3">
                  <p:embed/>
                </p:oleObj>
              </mc:Choice>
              <mc:Fallback>
                <p:oleObj name="公式" r:id="rId17" imgW="203024" imgH="215713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463" y="4683125"/>
                        <a:ext cx="481012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25" name="Object 10">
            <a:extLst>
              <a:ext uri="{FF2B5EF4-FFF2-40B4-BE49-F238E27FC236}">
                <a16:creationId xmlns:a16="http://schemas.microsoft.com/office/drawing/2014/main" id="{93854DB8-257E-419D-97A2-4261669ED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800" y="6454775"/>
          <a:ext cx="300038" cy="33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6" name="公式" r:id="rId19" imgW="126835" imgH="139518" progId="Equation.3">
                  <p:embed/>
                </p:oleObj>
              </mc:Choice>
              <mc:Fallback>
                <p:oleObj name="公式" r:id="rId19" imgW="126835" imgH="139518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" y="6454775"/>
                        <a:ext cx="300038" cy="33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26" name="Line 50">
            <a:extLst>
              <a:ext uri="{FF2B5EF4-FFF2-40B4-BE49-F238E27FC236}">
                <a16:creationId xmlns:a16="http://schemas.microsoft.com/office/drawing/2014/main" id="{312B6894-0B8A-4E57-9A04-CB114AA9F8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663" y="4835525"/>
            <a:ext cx="0" cy="1600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9427" name="Text Box 51">
            <a:extLst>
              <a:ext uri="{FF2B5EF4-FFF2-40B4-BE49-F238E27FC236}">
                <a16:creationId xmlns:a16="http://schemas.microsoft.com/office/drawing/2014/main" id="{D973EF60-A423-4CC9-8A74-398894340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62944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sp>
        <p:nvSpPr>
          <p:cNvPr id="229428" name="Freeform 52">
            <a:extLst>
              <a:ext uri="{FF2B5EF4-FFF2-40B4-BE49-F238E27FC236}">
                <a16:creationId xmlns:a16="http://schemas.microsoft.com/office/drawing/2014/main" id="{0BB15DFB-F51A-42BB-A45D-EAEC85C8B530}"/>
              </a:ext>
            </a:extLst>
          </p:cNvPr>
          <p:cNvSpPr>
            <a:spLocks/>
          </p:cNvSpPr>
          <p:nvPr/>
        </p:nvSpPr>
        <p:spPr bwMode="auto">
          <a:xfrm>
            <a:off x="1693863" y="5080000"/>
            <a:ext cx="1295400" cy="1219200"/>
          </a:xfrm>
          <a:custGeom>
            <a:avLst/>
            <a:gdLst>
              <a:gd name="T0" fmla="*/ 0 w 864"/>
              <a:gd name="T1" fmla="*/ 0 h 624"/>
              <a:gd name="T2" fmla="*/ 2147483646 w 864"/>
              <a:gd name="T3" fmla="*/ 2147483646 h 624"/>
              <a:gd name="T4" fmla="*/ 2147483646 w 864"/>
              <a:gd name="T5" fmla="*/ 2147483646 h 624"/>
              <a:gd name="T6" fmla="*/ 2147483646 w 864"/>
              <a:gd name="T7" fmla="*/ 2147483646 h 624"/>
              <a:gd name="T8" fmla="*/ 2147483646 w 864"/>
              <a:gd name="T9" fmla="*/ 2147483646 h 6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64"/>
              <a:gd name="T16" fmla="*/ 0 h 624"/>
              <a:gd name="T17" fmla="*/ 864 w 864"/>
              <a:gd name="T18" fmla="*/ 624 h 6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64" h="624">
                <a:moveTo>
                  <a:pt x="0" y="0"/>
                </a:moveTo>
                <a:cubicBezTo>
                  <a:pt x="0" y="36"/>
                  <a:pt x="0" y="72"/>
                  <a:pt x="48" y="144"/>
                </a:cubicBezTo>
                <a:cubicBezTo>
                  <a:pt x="96" y="216"/>
                  <a:pt x="200" y="360"/>
                  <a:pt x="288" y="432"/>
                </a:cubicBezTo>
                <a:cubicBezTo>
                  <a:pt x="376" y="504"/>
                  <a:pt x="480" y="544"/>
                  <a:pt x="576" y="576"/>
                </a:cubicBezTo>
                <a:cubicBezTo>
                  <a:pt x="672" y="608"/>
                  <a:pt x="768" y="616"/>
                  <a:pt x="864" y="624"/>
                </a:cubicBez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29429" name="Object 11">
            <a:extLst>
              <a:ext uri="{FF2B5EF4-FFF2-40B4-BE49-F238E27FC236}">
                <a16:creationId xmlns:a16="http://schemas.microsoft.com/office/drawing/2014/main" id="{A8B83C4E-E586-47F8-9D6C-50B08C772E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8163" y="5407025"/>
          <a:ext cx="95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7" name="Equation" r:id="rId21" imgW="952087" imgH="431613" progId="Equation.3">
                  <p:embed/>
                </p:oleObj>
              </mc:Choice>
              <mc:Fallback>
                <p:oleObj name="Equation" r:id="rId21" imgW="952087" imgH="43161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8163" y="5407025"/>
                        <a:ext cx="952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30" name="Line 54">
            <a:extLst>
              <a:ext uri="{FF2B5EF4-FFF2-40B4-BE49-F238E27FC236}">
                <a16:creationId xmlns:a16="http://schemas.microsoft.com/office/drawing/2014/main" id="{F44C738A-E825-453F-8C55-B62506A08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5457825"/>
            <a:ext cx="6858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31" name="Line 55">
            <a:extLst>
              <a:ext uri="{FF2B5EF4-FFF2-40B4-BE49-F238E27FC236}">
                <a16:creationId xmlns:a16="http://schemas.microsoft.com/office/drawing/2014/main" id="{5C2C157D-A0CF-42EE-8DFE-5028F383AA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5457825"/>
            <a:ext cx="6858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32" name="Line 56">
            <a:extLst>
              <a:ext uri="{FF2B5EF4-FFF2-40B4-BE49-F238E27FC236}">
                <a16:creationId xmlns:a16="http://schemas.microsoft.com/office/drawing/2014/main" id="{8361317D-64DA-45F9-BC24-89932C263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3863" y="4775200"/>
            <a:ext cx="0" cy="16764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9433" name="Object 12">
            <a:extLst>
              <a:ext uri="{FF2B5EF4-FFF2-40B4-BE49-F238E27FC236}">
                <a16:creationId xmlns:a16="http://schemas.microsoft.com/office/drawing/2014/main" id="{A0DB01C1-6A77-4370-9D72-CE625EA4A6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75" y="5341938"/>
          <a:ext cx="2420938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68" name="Equation" r:id="rId23" imgW="2755900" imgH="571500" progId="Equation.DSMT4">
                  <p:embed/>
                </p:oleObj>
              </mc:Choice>
              <mc:Fallback>
                <p:oleObj name="Equation" r:id="rId23" imgW="2755900" imgH="5715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75" y="5341938"/>
                        <a:ext cx="2420938" cy="5778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8">
            <a:extLst>
              <a:ext uri="{FF2B5EF4-FFF2-40B4-BE49-F238E27FC236}">
                <a16:creationId xmlns:a16="http://schemas.microsoft.com/office/drawing/2014/main" id="{8585F74D-EF96-47C0-8B26-A2FA45839120}"/>
              </a:ext>
            </a:extLst>
          </p:cNvPr>
          <p:cNvGrpSpPr>
            <a:grpSpLocks/>
          </p:cNvGrpSpPr>
          <p:nvPr/>
        </p:nvGrpSpPr>
        <p:grpSpPr bwMode="auto">
          <a:xfrm>
            <a:off x="5122863" y="117475"/>
            <a:ext cx="3638550" cy="922338"/>
            <a:chOff x="3288" y="0"/>
            <a:chExt cx="2292" cy="581"/>
          </a:xfrm>
        </p:grpSpPr>
        <p:graphicFrame>
          <p:nvGraphicFramePr>
            <p:cNvPr id="26681" name="Object 18">
              <a:extLst>
                <a:ext uri="{FF2B5EF4-FFF2-40B4-BE49-F238E27FC236}">
                  <a16:creationId xmlns:a16="http://schemas.microsoft.com/office/drawing/2014/main" id="{B60D9A21-9E15-47F8-8C2B-A82273DB5C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9" y="53"/>
            <a:ext cx="1771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69" name="Equation" r:id="rId25" imgW="3009900" imgH="850900" progId="Equation.DSMT4">
                    <p:embed/>
                  </p:oleObj>
                </mc:Choice>
                <mc:Fallback>
                  <p:oleObj name="Equation" r:id="rId25" imgW="3009900" imgH="85090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9" y="53"/>
                          <a:ext cx="1771" cy="52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0000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82" name="Object 19">
              <a:extLst>
                <a:ext uri="{FF2B5EF4-FFF2-40B4-BE49-F238E27FC236}">
                  <a16:creationId xmlns:a16="http://schemas.microsoft.com/office/drawing/2014/main" id="{373E3BA9-94EF-460C-915B-34B2F991794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0"/>
            <a:ext cx="51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770" name="剪辑" r:id="rId27" imgW="3168581" imgH="2914476" progId="MS_ClipArt_Gallery.2">
                    <p:embed/>
                  </p:oleObj>
                </mc:Choice>
                <mc:Fallback>
                  <p:oleObj name="剪辑" r:id="rId27" imgW="3168581" imgH="2914476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0"/>
                          <a:ext cx="510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9437" name="Object 13">
            <a:extLst>
              <a:ext uri="{FF2B5EF4-FFF2-40B4-BE49-F238E27FC236}">
                <a16:creationId xmlns:a16="http://schemas.microsoft.com/office/drawing/2014/main" id="{02A5B8A0-2151-432E-ABC2-CCE9C07924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975" y="361950"/>
          <a:ext cx="525463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1" name="Equation" r:id="rId29" imgW="75994" imgH="120682" progId="Equation.DSMT4">
                  <p:embed/>
                </p:oleObj>
              </mc:Choice>
              <mc:Fallback>
                <p:oleObj name="Equation" r:id="rId29" imgW="75994" imgH="12068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975" y="361950"/>
                        <a:ext cx="525463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38" name="Text Box 62">
            <a:extLst>
              <a:ext uri="{FF2B5EF4-FFF2-40B4-BE49-F238E27FC236}">
                <a16:creationId xmlns:a16="http://schemas.microsoft.com/office/drawing/2014/main" id="{11E255BE-04CE-45EA-BD4F-64448A2BF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84175"/>
            <a:ext cx="463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     的计算</a:t>
            </a:r>
          </a:p>
        </p:txBody>
      </p:sp>
      <p:sp>
        <p:nvSpPr>
          <p:cNvPr id="229439" name="Oval 63">
            <a:extLst>
              <a:ext uri="{FF2B5EF4-FFF2-40B4-BE49-F238E27FC236}">
                <a16:creationId xmlns:a16="http://schemas.microsoft.com/office/drawing/2014/main" id="{98FD78B4-51E6-4949-B8E3-70403E3C0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51117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0" name="Oval 64">
            <a:extLst>
              <a:ext uri="{FF2B5EF4-FFF2-40B4-BE49-F238E27FC236}">
                <a16:creationId xmlns:a16="http://schemas.microsoft.com/office/drawing/2014/main" id="{D705E650-86D4-43A8-9099-7C72231E6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554513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1" name="Oval 65">
            <a:extLst>
              <a:ext uri="{FF2B5EF4-FFF2-40B4-BE49-F238E27FC236}">
                <a16:creationId xmlns:a16="http://schemas.microsoft.com/office/drawing/2014/main" id="{F7463B53-1933-423F-B1D5-1A830E7D0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369728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29442" name="Line 66">
            <a:extLst>
              <a:ext uri="{FF2B5EF4-FFF2-40B4-BE49-F238E27FC236}">
                <a16:creationId xmlns:a16="http://schemas.microsoft.com/office/drawing/2014/main" id="{E27CB7A9-FDBA-4006-90FF-094A8CF24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0050" y="2176463"/>
            <a:ext cx="1412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43" name="Line 67">
            <a:extLst>
              <a:ext uri="{FF2B5EF4-FFF2-40B4-BE49-F238E27FC236}">
                <a16:creationId xmlns:a16="http://schemas.microsoft.com/office/drawing/2014/main" id="{EF001446-3337-4911-9353-886E024641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4425" y="1089025"/>
            <a:ext cx="153988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68">
            <a:extLst>
              <a:ext uri="{FF2B5EF4-FFF2-40B4-BE49-F238E27FC236}">
                <a16:creationId xmlns:a16="http://schemas.microsoft.com/office/drawing/2014/main" id="{47F61896-3F6E-4996-A251-2D915A6F9785}"/>
              </a:ext>
            </a:extLst>
          </p:cNvPr>
          <p:cNvGrpSpPr>
            <a:grpSpLocks/>
          </p:cNvGrpSpPr>
          <p:nvPr/>
        </p:nvGrpSpPr>
        <p:grpSpPr bwMode="auto">
          <a:xfrm>
            <a:off x="2035175" y="3879850"/>
            <a:ext cx="612775" cy="457200"/>
            <a:chOff x="1282" y="2444"/>
            <a:chExt cx="386" cy="288"/>
          </a:xfrm>
        </p:grpSpPr>
        <p:sp>
          <p:nvSpPr>
            <p:cNvPr id="26679" name="Text Box 69">
              <a:extLst>
                <a:ext uri="{FF2B5EF4-FFF2-40B4-BE49-F238E27FC236}">
                  <a16:creationId xmlns:a16="http://schemas.microsoft.com/office/drawing/2014/main" id="{0305BB88-F795-48C7-A565-08923DA9F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5" y="2444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E</a:t>
              </a:r>
              <a:r>
                <a:rPr lang="en-US" altLang="zh-CN" sz="2400" b="1" i="1" baseline="-25000"/>
                <a:t>i</a:t>
              </a:r>
              <a:endParaRPr lang="en-US" altLang="zh-CN" sz="2400" i="1"/>
            </a:p>
          </p:txBody>
        </p:sp>
        <p:sp>
          <p:nvSpPr>
            <p:cNvPr id="26680" name="Line 70">
              <a:extLst>
                <a:ext uri="{FF2B5EF4-FFF2-40B4-BE49-F238E27FC236}">
                  <a16:creationId xmlns:a16="http://schemas.microsoft.com/office/drawing/2014/main" id="{502D2C33-D313-4E70-8561-D002D2DC59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2" y="2527"/>
              <a:ext cx="79" cy="11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9447" name="Line 71">
            <a:extLst>
              <a:ext uri="{FF2B5EF4-FFF2-40B4-BE49-F238E27FC236}">
                <a16:creationId xmlns:a16="http://schemas.microsoft.com/office/drawing/2014/main" id="{7DEF8C95-1728-4F09-BD32-CC92AB495B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5038" y="3249613"/>
            <a:ext cx="720725" cy="539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48" name="Text Box 72">
            <a:extLst>
              <a:ext uri="{FF2B5EF4-FFF2-40B4-BE49-F238E27FC236}">
                <a16:creationId xmlns:a16="http://schemas.microsoft.com/office/drawing/2014/main" id="{D0D23F2F-CB35-47E0-8B5C-5CBF66274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141663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sp>
        <p:nvSpPr>
          <p:cNvPr id="229449" name="Text Box 73">
            <a:extLst>
              <a:ext uri="{FF2B5EF4-FFF2-40B4-BE49-F238E27FC236}">
                <a16:creationId xmlns:a16="http://schemas.microsoft.com/office/drawing/2014/main" id="{3D83AEFF-D668-4FA6-9285-8462812DD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608388"/>
            <a:ext cx="75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o</a:t>
            </a:r>
          </a:p>
        </p:txBody>
      </p:sp>
      <p:graphicFrame>
        <p:nvGraphicFramePr>
          <p:cNvPr id="229450" name="Object 14">
            <a:extLst>
              <a:ext uri="{FF2B5EF4-FFF2-40B4-BE49-F238E27FC236}">
                <a16:creationId xmlns:a16="http://schemas.microsoft.com/office/drawing/2014/main" id="{8A656BAD-FEF1-4419-ACE5-EAD651A05B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3625" y="4100513"/>
          <a:ext cx="812800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2" name="Equation" r:id="rId31" imgW="914400" imgH="787400" progId="Equation.DSMT4">
                  <p:embed/>
                </p:oleObj>
              </mc:Choice>
              <mc:Fallback>
                <p:oleObj name="Equation" r:id="rId31" imgW="914400" imgH="787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625" y="4100513"/>
                        <a:ext cx="812800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452" name="Object 16">
            <a:extLst>
              <a:ext uri="{FF2B5EF4-FFF2-40B4-BE49-F238E27FC236}">
                <a16:creationId xmlns:a16="http://schemas.microsoft.com/office/drawing/2014/main" id="{B5776380-5692-4FA7-964B-6FF037C33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5800" y="4360863"/>
          <a:ext cx="67786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3" name="Equation" r:id="rId33" imgW="761669" imgH="558558" progId="Equation.DSMT4">
                  <p:embed/>
                </p:oleObj>
              </mc:Choice>
              <mc:Fallback>
                <p:oleObj name="Equation" r:id="rId33" imgW="761669" imgH="558558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4360863"/>
                        <a:ext cx="67786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53" name="AutoShape 77">
            <a:extLst>
              <a:ext uri="{FF2B5EF4-FFF2-40B4-BE49-F238E27FC236}">
                <a16:creationId xmlns:a16="http://schemas.microsoft.com/office/drawing/2014/main" id="{6F935D0D-EB5B-4EAF-BB80-97E57203E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997200"/>
            <a:ext cx="2124075" cy="900113"/>
          </a:xfrm>
          <a:prstGeom prst="cloudCallout">
            <a:avLst>
              <a:gd name="adj1" fmla="val -60537"/>
              <a:gd name="adj2" fmla="val 78750"/>
            </a:avLst>
          </a:prstGeom>
          <a:solidFill>
            <a:srgbClr val="FFFF99"/>
          </a:solidFill>
          <a:ln w="952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/>
          </a:p>
        </p:txBody>
      </p:sp>
      <p:graphicFrame>
        <p:nvGraphicFramePr>
          <p:cNvPr id="229454" name="Object 17">
            <a:extLst>
              <a:ext uri="{FF2B5EF4-FFF2-40B4-BE49-F238E27FC236}">
                <a16:creationId xmlns:a16="http://schemas.microsoft.com/office/drawing/2014/main" id="{5B37D282-DC8A-44E9-8A62-3489EFE21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105150"/>
          <a:ext cx="154781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4" name="Equation" r:id="rId35" imgW="1612900" imgH="723900" progId="Equation.DSMT4">
                  <p:embed/>
                </p:oleObj>
              </mc:Choice>
              <mc:Fallback>
                <p:oleObj name="Equation" r:id="rId35" imgW="1612900" imgH="723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105150"/>
                        <a:ext cx="1547812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9455" name="Picture 79" descr="13-螺线管">
            <a:extLst>
              <a:ext uri="{FF2B5EF4-FFF2-40B4-BE49-F238E27FC236}">
                <a16:creationId xmlns:a16="http://schemas.microsoft.com/office/drawing/2014/main" id="{8758EC57-4FE3-446E-A6BD-BA718156E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13" y="566738"/>
            <a:ext cx="5284787" cy="349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77" name="Text Box 12">
            <a:extLst>
              <a:ext uri="{FF2B5EF4-FFF2-40B4-BE49-F238E27FC236}">
                <a16:creationId xmlns:a16="http://schemas.microsoft.com/office/drawing/2014/main" id="{631248DE-9FDA-4747-82A6-1A45A3EB8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14</a:t>
            </a:r>
          </a:p>
        </p:txBody>
      </p:sp>
      <p:graphicFrame>
        <p:nvGraphicFramePr>
          <p:cNvPr id="229451" name="Object 15">
            <a:extLst>
              <a:ext uri="{FF2B5EF4-FFF2-40B4-BE49-F238E27FC236}">
                <a16:creationId xmlns:a16="http://schemas.microsoft.com/office/drawing/2014/main" id="{31EE47EE-3A76-4EBA-85A3-DB184A1C2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1975" y="4241800"/>
          <a:ext cx="83661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75" name="Equation" r:id="rId38" imgW="838200" imgH="469900" progId="Equation.DSMT4">
                  <p:embed/>
                </p:oleObj>
              </mc:Choice>
              <mc:Fallback>
                <p:oleObj name="Equation" r:id="rId38" imgW="838200" imgH="469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5" y="4241800"/>
                        <a:ext cx="836613" cy="609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9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2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9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229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9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29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29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7" dur="500"/>
                                        <p:tgtEl>
                                          <p:spTgt spid="2294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9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9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29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8" dur="500"/>
                                        <p:tgtEl>
                                          <p:spTgt spid="22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229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2294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29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6" dur="500"/>
                                        <p:tgtEl>
                                          <p:spTgt spid="22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2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3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300" fill="hold"/>
                                        <p:tgtEl>
                                          <p:spTgt spid="229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18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50" dur="500"/>
                                        <p:tgtEl>
                                          <p:spTgt spid="229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29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29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229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29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2" dur="500"/>
                                        <p:tgtEl>
                                          <p:spTgt spid="229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7" dur="500"/>
                                        <p:tgtEl>
                                          <p:spTgt spid="229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1" dur="500"/>
                                        <p:tgtEl>
                                          <p:spTgt spid="229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29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229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9" dur="500"/>
                                        <p:tgtEl>
                                          <p:spTgt spid="229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500"/>
                                        <p:tgtEl>
                                          <p:spTgt spid="229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3" dur="500"/>
                                        <p:tgtEl>
                                          <p:spTgt spid="229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29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29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29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nimBg="1"/>
      <p:bldP spid="229379" grpId="0" animBg="1"/>
      <p:bldP spid="229380" grpId="0" autoUpdateAnimBg="0"/>
      <p:bldP spid="229381" grpId="0" animBg="1"/>
      <p:bldP spid="229383" grpId="0" autoUpdateAnimBg="0"/>
      <p:bldP spid="229384" grpId="0" build="p" autoUpdateAnimBg="0"/>
      <p:bldP spid="229385" grpId="0" autoUpdateAnimBg="0"/>
      <p:bldP spid="229389" grpId="0" animBg="1"/>
      <p:bldP spid="229390" grpId="0"/>
      <p:bldP spid="229416" grpId="0" autoUpdateAnimBg="0"/>
      <p:bldP spid="229418" grpId="0" animBg="1"/>
      <p:bldP spid="229427" grpId="0" autoUpdateAnimBg="0"/>
      <p:bldP spid="229438" grpId="0"/>
      <p:bldP spid="229439" grpId="0" animBg="1"/>
      <p:bldP spid="229440" grpId="0" animBg="1"/>
      <p:bldP spid="229441" grpId="0" animBg="1"/>
      <p:bldP spid="229448" grpId="0"/>
      <p:bldP spid="229449" grpId="0"/>
      <p:bldP spid="2294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>
            <a:extLst>
              <a:ext uri="{FF2B5EF4-FFF2-40B4-BE49-F238E27FC236}">
                <a16:creationId xmlns:a16="http://schemas.microsoft.com/office/drawing/2014/main" id="{99A0AAFB-5CCE-42C6-9A2F-2FA2B1D1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1700213"/>
            <a:ext cx="2341563" cy="2449512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0403" name="Text Box 3">
            <a:extLst>
              <a:ext uri="{FF2B5EF4-FFF2-40B4-BE49-F238E27FC236}">
                <a16:creationId xmlns:a16="http://schemas.microsoft.com/office/drawing/2014/main" id="{3404866D-6DCB-467A-B0EC-9ABCF43E5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1588" y="1027113"/>
            <a:ext cx="675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将单位正电荷从</a:t>
            </a:r>
            <a:r>
              <a:rPr lang="en-US" altLang="zh-CN" sz="2800" b="1" i="1"/>
              <a:t>a</a:t>
            </a:r>
            <a:r>
              <a:rPr lang="en-US" altLang="zh-CN" sz="2800" b="1"/>
              <a:t>→</a:t>
            </a:r>
            <a:r>
              <a:rPr lang="en-US" altLang="zh-CN" sz="2800" b="1" i="1"/>
              <a:t>b</a:t>
            </a:r>
            <a:r>
              <a:rPr lang="zh-CN" altLang="en-US" sz="2800" b="1"/>
              <a:t>，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做功：</a:t>
            </a:r>
          </a:p>
        </p:txBody>
      </p:sp>
      <p:graphicFrame>
        <p:nvGraphicFramePr>
          <p:cNvPr id="230404" name="Object 2">
            <a:extLst>
              <a:ext uri="{FF2B5EF4-FFF2-40B4-BE49-F238E27FC236}">
                <a16:creationId xmlns:a16="http://schemas.microsoft.com/office/drawing/2014/main" id="{B05FB1C0-34C5-45CD-BE81-D47498C55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300" y="2117725"/>
          <a:ext cx="18796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4" name="Equation" r:id="rId3" imgW="2005729" imgH="723586" progId="Equation.DSMT4">
                  <p:embed/>
                </p:oleObj>
              </mc:Choice>
              <mc:Fallback>
                <p:oleObj name="Equation" r:id="rId3" imgW="2005729" imgH="723586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300" y="2117725"/>
                        <a:ext cx="1879600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5" name="Object 3">
            <a:extLst>
              <a:ext uri="{FF2B5EF4-FFF2-40B4-BE49-F238E27FC236}">
                <a16:creationId xmlns:a16="http://schemas.microsoft.com/office/drawing/2014/main" id="{8A0284EC-836F-4C4D-9445-7A4661EBB6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8063" y="1654175"/>
          <a:ext cx="1770062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5" name="Equation" r:id="rId5" imgW="1892300" imgH="1282700" progId="Equation.DSMT4">
                  <p:embed/>
                </p:oleObj>
              </mc:Choice>
              <mc:Fallback>
                <p:oleObj name="Equation" r:id="rId5" imgW="1892300" imgH="1282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063" y="1654175"/>
                        <a:ext cx="1770062" cy="1246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6" name="Object 4">
            <a:extLst>
              <a:ext uri="{FF2B5EF4-FFF2-40B4-BE49-F238E27FC236}">
                <a16:creationId xmlns:a16="http://schemas.microsoft.com/office/drawing/2014/main" id="{A0967EC7-E30A-401F-B64C-A396FDD89B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34163" y="1998663"/>
          <a:ext cx="14414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6" name="Equation" r:id="rId7" imgW="672808" imgH="355446" progId="Equation.DSMT4">
                  <p:embed/>
                </p:oleObj>
              </mc:Choice>
              <mc:Fallback>
                <p:oleObj name="Equation" r:id="rId7" imgW="672808" imgH="3554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163" y="1998663"/>
                        <a:ext cx="14414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7" name="Text Box 7">
            <a:extLst>
              <a:ext uri="{FF2B5EF4-FFF2-40B4-BE49-F238E27FC236}">
                <a16:creationId xmlns:a16="http://schemas.microsoft.com/office/drawing/2014/main" id="{567B752B-F07D-45E4-984A-895ADB425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909888"/>
            <a:ext cx="2697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沿</a:t>
            </a:r>
            <a:r>
              <a:rPr lang="en-US" altLang="zh-CN" sz="2800" b="1">
                <a:ea typeface="黑体" panose="02010609060101010101" pitchFamily="49" charset="-122"/>
              </a:rPr>
              <a:t>3/4</a:t>
            </a:r>
            <a:r>
              <a:rPr lang="zh-CN" altLang="en-US" sz="2800" b="1">
                <a:ea typeface="黑体" panose="02010609060101010101" pitchFamily="49" charset="-122"/>
              </a:rPr>
              <a:t>圆周</a:t>
            </a:r>
          </a:p>
        </p:txBody>
      </p:sp>
      <p:graphicFrame>
        <p:nvGraphicFramePr>
          <p:cNvPr id="230408" name="Object 5">
            <a:extLst>
              <a:ext uri="{FF2B5EF4-FFF2-40B4-BE49-F238E27FC236}">
                <a16:creationId xmlns:a16="http://schemas.microsoft.com/office/drawing/2014/main" id="{0FFE8D5C-FD04-4C4B-8555-03F9296AA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0525" y="3582988"/>
          <a:ext cx="1836738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7" name="Equation" r:id="rId9" imgW="2005729" imgH="723586" progId="Equation.DSMT4">
                  <p:embed/>
                </p:oleObj>
              </mc:Choice>
              <mc:Fallback>
                <p:oleObj name="Equation" r:id="rId9" imgW="2005729" imgH="72358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0525" y="3582988"/>
                        <a:ext cx="1836738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09" name="Object 6">
            <a:extLst>
              <a:ext uri="{FF2B5EF4-FFF2-40B4-BE49-F238E27FC236}">
                <a16:creationId xmlns:a16="http://schemas.microsoft.com/office/drawing/2014/main" id="{B3EFBC4E-5D96-4978-B150-BC87FD4BA2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4088" y="3074988"/>
          <a:ext cx="1824037" cy="1290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8" name="Equation" r:id="rId11" imgW="2235200" imgH="1282700" progId="Equation.DSMT4">
                  <p:embed/>
                </p:oleObj>
              </mc:Choice>
              <mc:Fallback>
                <p:oleObj name="Equation" r:id="rId11" imgW="2235200" imgH="1282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3074988"/>
                        <a:ext cx="1824037" cy="1290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10" name="Object 7">
            <a:extLst>
              <a:ext uri="{FF2B5EF4-FFF2-40B4-BE49-F238E27FC236}">
                <a16:creationId xmlns:a16="http://schemas.microsoft.com/office/drawing/2014/main" id="{3AFB79E1-2964-4C2E-B172-1AFC298453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3506788"/>
          <a:ext cx="17287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9" name="Equation" r:id="rId13" imgW="1930400" imgH="723900" progId="Equation.DSMT4">
                  <p:embed/>
                </p:oleObj>
              </mc:Choice>
              <mc:Fallback>
                <p:oleObj name="Equation" r:id="rId13" imgW="1930400" imgH="723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3506788"/>
                        <a:ext cx="17287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1" name="Text Box 11">
            <a:extLst>
              <a:ext uri="{FF2B5EF4-FFF2-40B4-BE49-F238E27FC236}">
                <a16:creationId xmlns:a16="http://schemas.microsoft.com/office/drawing/2014/main" id="{2DBE738F-81C3-4593-A064-073AA208C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4494213"/>
            <a:ext cx="5988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1º 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∝</a:t>
            </a:r>
            <a:r>
              <a:rPr lang="en-US" altLang="zh-CN" sz="2800"/>
              <a:t>d</a:t>
            </a:r>
            <a:r>
              <a:rPr lang="en-US" altLang="zh-CN" sz="2800" b="1" i="1"/>
              <a:t>B</a:t>
            </a:r>
            <a:r>
              <a:rPr lang="en-US" altLang="zh-CN" sz="2800" b="1"/>
              <a:t>/</a:t>
            </a:r>
            <a:r>
              <a:rPr lang="en-US" altLang="zh-CN" sz="2800"/>
              <a:t>d</a:t>
            </a:r>
            <a:r>
              <a:rPr lang="en-US" altLang="zh-CN" sz="2800" b="1" i="1"/>
              <a:t>t</a:t>
            </a:r>
            <a:r>
              <a:rPr lang="zh-CN" altLang="en-US" sz="2800" b="1"/>
              <a:t>，与</a:t>
            </a:r>
            <a:r>
              <a:rPr lang="en-US" altLang="zh-CN" sz="2800" b="1" i="1"/>
              <a:t>B</a:t>
            </a:r>
            <a:r>
              <a:rPr lang="zh-CN" altLang="en-US" sz="2800" b="1"/>
              <a:t>大小无关。</a:t>
            </a:r>
          </a:p>
        </p:txBody>
      </p:sp>
      <p:sp>
        <p:nvSpPr>
          <p:cNvPr id="230412" name="Text Box 12">
            <a:extLst>
              <a:ext uri="{FF2B5EF4-FFF2-40B4-BE49-F238E27FC236}">
                <a16:creationId xmlns:a16="http://schemas.microsoft.com/office/drawing/2014/main" id="{52C46B91-FCC3-4725-85F6-335593A16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6750" y="5013325"/>
            <a:ext cx="6127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2º</a:t>
            </a:r>
            <a:r>
              <a:rPr lang="en-US" altLang="zh-CN" b="1"/>
              <a:t> </a:t>
            </a:r>
            <a:r>
              <a:rPr lang="en-US" altLang="zh-CN" sz="2800" b="1" i="1"/>
              <a:t>r</a:t>
            </a:r>
            <a:r>
              <a:rPr lang="zh-CN" altLang="en-US" sz="2800" b="1"/>
              <a:t>＞</a:t>
            </a:r>
            <a:r>
              <a:rPr lang="en-US" altLang="zh-CN" sz="2800" b="1" i="1"/>
              <a:t>R</a:t>
            </a:r>
            <a:r>
              <a:rPr lang="zh-CN" altLang="en-US" sz="2800" b="1"/>
              <a:t>，在磁场范围外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/>
              <a:t>≠0</a:t>
            </a:r>
            <a:r>
              <a:rPr lang="zh-CN" altLang="en-US" sz="2800" b="1"/>
              <a:t>。</a:t>
            </a:r>
          </a:p>
        </p:txBody>
      </p:sp>
      <p:sp>
        <p:nvSpPr>
          <p:cNvPr id="230413" name="Text Box 13">
            <a:extLst>
              <a:ext uri="{FF2B5EF4-FFF2-40B4-BE49-F238E27FC236}">
                <a16:creationId xmlns:a16="http://schemas.microsoft.com/office/drawing/2014/main" id="{F095FDF7-C272-41DF-890B-F5AFFCA1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5589588"/>
            <a:ext cx="369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3º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1/4</a:t>
            </a:r>
            <a:r>
              <a:rPr lang="en-US" altLang="zh-CN" sz="2800" b="1" i="1" baseline="-25000"/>
              <a:t>ab</a:t>
            </a:r>
            <a:r>
              <a:rPr lang="en-US" altLang="zh-CN" sz="2800" b="1"/>
              <a:t>≠ </a:t>
            </a:r>
            <a:r>
              <a:rPr lang="en-US" altLang="zh-CN" sz="2800" b="1" i="1"/>
              <a:t>A</a:t>
            </a:r>
            <a:r>
              <a:rPr lang="en-US" altLang="zh-CN" sz="2800" b="1" baseline="-25000"/>
              <a:t>3/4</a:t>
            </a:r>
            <a:r>
              <a:rPr lang="en-US" altLang="zh-CN" sz="2800" b="1" i="1" baseline="-25000"/>
              <a:t>ab</a:t>
            </a:r>
          </a:p>
        </p:txBody>
      </p:sp>
      <p:sp>
        <p:nvSpPr>
          <p:cNvPr id="230414" name="Text Box 14">
            <a:extLst>
              <a:ext uri="{FF2B5EF4-FFF2-40B4-BE49-F238E27FC236}">
                <a16:creationId xmlns:a16="http://schemas.microsoft.com/office/drawing/2014/main" id="{7B854447-39F6-4BBA-867A-90F682327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6223000"/>
            <a:ext cx="66309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即  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作功与路径有关</a:t>
            </a: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非保守力场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4F81CB0E-0668-43C9-9BC8-7EEDA3BADC63}"/>
              </a:ext>
            </a:extLst>
          </p:cNvPr>
          <p:cNvGrpSpPr>
            <a:grpSpLocks/>
          </p:cNvGrpSpPr>
          <p:nvPr/>
        </p:nvGrpSpPr>
        <p:grpSpPr bwMode="auto">
          <a:xfrm>
            <a:off x="6759575" y="1062038"/>
            <a:ext cx="2205038" cy="863600"/>
            <a:chOff x="4258" y="709"/>
            <a:chExt cx="1389" cy="544"/>
          </a:xfrm>
        </p:grpSpPr>
        <p:graphicFrame>
          <p:nvGraphicFramePr>
            <p:cNvPr id="27698" name="Object 8">
              <a:extLst>
                <a:ext uri="{FF2B5EF4-FFF2-40B4-BE49-F238E27FC236}">
                  <a16:creationId xmlns:a16="http://schemas.microsoft.com/office/drawing/2014/main" id="{4DC7A20C-F54F-4F4B-903F-28E12872630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3" y="709"/>
            <a:ext cx="934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0" name="Equation" r:id="rId15" imgW="685502" imgH="355446" progId="Equation.DSMT4">
                    <p:embed/>
                  </p:oleObj>
                </mc:Choice>
                <mc:Fallback>
                  <p:oleObj name="Equation" r:id="rId15" imgW="685502" imgH="355446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3" y="709"/>
                          <a:ext cx="934" cy="532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99" name="Object 9">
              <a:extLst>
                <a:ext uri="{FF2B5EF4-FFF2-40B4-BE49-F238E27FC236}">
                  <a16:creationId xmlns:a16="http://schemas.microsoft.com/office/drawing/2014/main" id="{6FABCC9A-8B7A-485E-846B-B949495AF1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58" y="709"/>
            <a:ext cx="48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731" name="剪辑" r:id="rId17" imgW="3168581" imgH="2914476" progId="MS_ClipArt_Gallery.2">
                    <p:embed/>
                  </p:oleObj>
                </mc:Choice>
                <mc:Fallback>
                  <p:oleObj name="剪辑" r:id="rId17" imgW="3168581" imgH="2914476" progId="MS_ClipArt_Gallery.2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8" y="709"/>
                          <a:ext cx="482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EA5AA101-552A-4475-B28D-D0C08AEF419E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4167188"/>
            <a:ext cx="1944688" cy="990600"/>
            <a:chOff x="158" y="2069"/>
            <a:chExt cx="1225" cy="624"/>
          </a:xfrm>
        </p:grpSpPr>
        <p:sp>
          <p:nvSpPr>
            <p:cNvPr id="27696" name="AutoShape 20">
              <a:extLst>
                <a:ext uri="{FF2B5EF4-FFF2-40B4-BE49-F238E27FC236}">
                  <a16:creationId xmlns:a16="http://schemas.microsoft.com/office/drawing/2014/main" id="{8B0CAB28-2DCD-4933-91B2-A8C820117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069"/>
              <a:ext cx="953" cy="624"/>
            </a:xfrm>
            <a:prstGeom prst="horizontalScroll">
              <a:avLst>
                <a:gd name="adj" fmla="val 12500"/>
              </a:avLst>
            </a:prstGeom>
            <a:gradFill rotWithShape="0">
              <a:gsLst>
                <a:gs pos="0">
                  <a:srgbClr val="A9A900"/>
                </a:gs>
                <a:gs pos="50000">
                  <a:srgbClr val="FFFF00"/>
                </a:gs>
                <a:gs pos="100000">
                  <a:srgbClr val="A9A9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97" name="Text Box 21">
              <a:extLst>
                <a:ext uri="{FF2B5EF4-FFF2-40B4-BE49-F238E27FC236}">
                  <a16:creationId xmlns:a16="http://schemas.microsoft.com/office/drawing/2014/main" id="{A651397E-B8AF-4533-A602-895C388AC9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" y="2213"/>
              <a:ext cx="110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FF0000"/>
                  </a:solidFill>
                  <a:ea typeface="隶书" panose="02010509060101010101" pitchFamily="49" charset="-122"/>
                </a:rPr>
                <a:t>结论：</a:t>
              </a:r>
              <a:endParaRPr lang="zh-CN" altLang="en-US">
                <a:solidFill>
                  <a:srgbClr val="FF0000"/>
                </a:solidFill>
                <a:ea typeface="隶书" panose="02010509060101010101" pitchFamily="49" charset="-122"/>
              </a:endParaRPr>
            </a:p>
          </p:txBody>
        </p:sp>
      </p:grpSp>
      <p:sp>
        <p:nvSpPr>
          <p:cNvPr id="230422" name="Text Box 22">
            <a:extLst>
              <a:ext uri="{FF2B5EF4-FFF2-40B4-BE49-F238E27FC236}">
                <a16:creationId xmlns:a16="http://schemas.microsoft.com/office/drawing/2014/main" id="{DDCB1F43-CAD2-4450-81B4-5723A7D04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313" y="1582738"/>
            <a:ext cx="30241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沿</a:t>
            </a:r>
            <a:r>
              <a:rPr lang="en-US" altLang="zh-CN" sz="2800" b="1">
                <a:ea typeface="黑体" panose="02010609060101010101" pitchFamily="49" charset="-122"/>
              </a:rPr>
              <a:t>1/4</a:t>
            </a:r>
            <a:r>
              <a:rPr lang="zh-CN" altLang="en-US" sz="2800" b="1">
                <a:ea typeface="黑体" panose="02010609060101010101" pitchFamily="49" charset="-122"/>
              </a:rPr>
              <a:t>圆周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230423" name="Text Box 23">
            <a:extLst>
              <a:ext uri="{FF2B5EF4-FFF2-40B4-BE49-F238E27FC236}">
                <a16:creationId xmlns:a16="http://schemas.microsoft.com/office/drawing/2014/main" id="{11E54840-5CC3-4EF9-B6FF-36BAC9D5A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1006475"/>
            <a:ext cx="215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30424" name="Text Box 24">
            <a:extLst>
              <a:ext uri="{FF2B5EF4-FFF2-40B4-BE49-F238E27FC236}">
                <a16:creationId xmlns:a16="http://schemas.microsoft.com/office/drawing/2014/main" id="{B2A84075-61C5-454C-9AF7-141671185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7563" y="414338"/>
            <a:ext cx="673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）将单位正电荷从</a:t>
            </a:r>
            <a:r>
              <a:rPr lang="en-US" altLang="zh-CN" sz="2800" b="1" i="1"/>
              <a:t>a</a:t>
            </a:r>
            <a:r>
              <a:rPr lang="en-US" altLang="zh-CN" sz="2800" b="1"/>
              <a:t>→</a:t>
            </a:r>
            <a:r>
              <a:rPr lang="en-US" altLang="zh-CN" sz="2800" b="1" i="1"/>
              <a:t>b</a:t>
            </a:r>
            <a:r>
              <a:rPr lang="zh-CN" altLang="en-US" sz="2800" b="1"/>
              <a:t>，</a:t>
            </a: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zh-CN" altLang="en-US" sz="2800" b="1"/>
              <a:t>做的功。</a:t>
            </a:r>
            <a:endParaRPr lang="zh-CN" altLang="en-US" sz="2800"/>
          </a:p>
        </p:txBody>
      </p:sp>
      <p:sp>
        <p:nvSpPr>
          <p:cNvPr id="230425" name="Text Box 25">
            <a:extLst>
              <a:ext uri="{FF2B5EF4-FFF2-40B4-BE49-F238E27FC236}">
                <a16:creationId xmlns:a16="http://schemas.microsoft.com/office/drawing/2014/main" id="{06CCCE28-EA95-45E0-A287-A0B3199B8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414338"/>
            <a:ext cx="5795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6. 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</a:t>
            </a:r>
            <a:r>
              <a:rPr lang="zh-CN" altLang="en-US" sz="2800" b="1"/>
              <a:t>求</a:t>
            </a:r>
            <a:r>
              <a:rPr lang="en-US" altLang="zh-CN" sz="2800" b="1"/>
              <a:t>:</a:t>
            </a:r>
          </a:p>
        </p:txBody>
      </p:sp>
      <p:grpSp>
        <p:nvGrpSpPr>
          <p:cNvPr id="4" name="Group 27">
            <a:extLst>
              <a:ext uri="{FF2B5EF4-FFF2-40B4-BE49-F238E27FC236}">
                <a16:creationId xmlns:a16="http://schemas.microsoft.com/office/drawing/2014/main" id="{E64EDF56-779F-499B-9720-6A6121A651FF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881188"/>
            <a:ext cx="1979613" cy="1984375"/>
            <a:chOff x="340" y="1185"/>
            <a:chExt cx="1247" cy="1250"/>
          </a:xfrm>
        </p:grpSpPr>
        <p:sp>
          <p:nvSpPr>
            <p:cNvPr id="27672" name="Oval 28">
              <a:extLst>
                <a:ext uri="{FF2B5EF4-FFF2-40B4-BE49-F238E27FC236}">
                  <a16:creationId xmlns:a16="http://schemas.microsoft.com/office/drawing/2014/main" id="{A359B219-1A8C-431A-9A3E-9D86978E6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1485"/>
              <a:ext cx="672" cy="68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73" name="Line 29">
              <a:extLst>
                <a:ext uri="{FF2B5EF4-FFF2-40B4-BE49-F238E27FC236}">
                  <a16:creationId xmlns:a16="http://schemas.microsoft.com/office/drawing/2014/main" id="{027949C8-6C19-4324-A077-1B0138099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3" y="1634"/>
              <a:ext cx="277" cy="204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4" name="Oval 30">
              <a:extLst>
                <a:ext uri="{FF2B5EF4-FFF2-40B4-BE49-F238E27FC236}">
                  <a16:creationId xmlns:a16="http://schemas.microsoft.com/office/drawing/2014/main" id="{E841284F-F1DF-4441-BEFC-752059521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248"/>
              <a:ext cx="1159" cy="118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75" name="Text Box 31">
              <a:extLst>
                <a:ext uri="{FF2B5EF4-FFF2-40B4-BE49-F238E27FC236}">
                  <a16:creationId xmlns:a16="http://schemas.microsoft.com/office/drawing/2014/main" id="{55C7CCAE-C41A-4EF2-A7A7-9EB6CC88A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26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6" name="Text Box 32">
              <a:extLst>
                <a:ext uri="{FF2B5EF4-FFF2-40B4-BE49-F238E27FC236}">
                  <a16:creationId xmlns:a16="http://schemas.microsoft.com/office/drawing/2014/main" id="{878E56EE-D767-498F-9B79-4972AD703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248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7" name="Text Box 33">
              <a:extLst>
                <a:ext uri="{FF2B5EF4-FFF2-40B4-BE49-F238E27FC236}">
                  <a16:creationId xmlns:a16="http://schemas.microsoft.com/office/drawing/2014/main" id="{BA78E3A1-DABC-46B5-85E6-730C8C2E7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2" y="1260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8" name="Text Box 34">
              <a:extLst>
                <a:ext uri="{FF2B5EF4-FFF2-40B4-BE49-F238E27FC236}">
                  <a16:creationId xmlns:a16="http://schemas.microsoft.com/office/drawing/2014/main" id="{23F9D9FD-B2B7-4A18-ADEB-848963A235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1256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79" name="Text Box 35">
              <a:extLst>
                <a:ext uri="{FF2B5EF4-FFF2-40B4-BE49-F238E27FC236}">
                  <a16:creationId xmlns:a16="http://schemas.microsoft.com/office/drawing/2014/main" id="{9EA56655-B939-4340-B24A-271E7CDEA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" y="1986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0" name="Text Box 36">
              <a:extLst>
                <a:ext uri="{FF2B5EF4-FFF2-40B4-BE49-F238E27FC236}">
                  <a16:creationId xmlns:a16="http://schemas.microsoft.com/office/drawing/2014/main" id="{E358C52B-1B10-4850-8C45-F8C120837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3" y="1982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1" name="Text Box 37">
              <a:extLst>
                <a:ext uri="{FF2B5EF4-FFF2-40B4-BE49-F238E27FC236}">
                  <a16:creationId xmlns:a16="http://schemas.microsoft.com/office/drawing/2014/main" id="{886A778F-D0C6-490C-B0F1-2A01B5304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2" y="1997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2" name="Text Box 38">
              <a:extLst>
                <a:ext uri="{FF2B5EF4-FFF2-40B4-BE49-F238E27FC236}">
                  <a16:creationId xmlns:a16="http://schemas.microsoft.com/office/drawing/2014/main" id="{931972B1-37B0-403B-8AB4-19D672516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5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3" name="Text Box 39">
              <a:extLst>
                <a:ext uri="{FF2B5EF4-FFF2-40B4-BE49-F238E27FC236}">
                  <a16:creationId xmlns:a16="http://schemas.microsoft.com/office/drawing/2014/main" id="{1F5F93BB-F380-4D22-9A16-2A070320D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615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4" name="Text Box 40">
              <a:extLst>
                <a:ext uri="{FF2B5EF4-FFF2-40B4-BE49-F238E27FC236}">
                  <a16:creationId xmlns:a16="http://schemas.microsoft.com/office/drawing/2014/main" id="{E6FE49BE-F8B9-4189-9BC5-22AE198850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" y="1619"/>
              <a:ext cx="27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chemeClr val="accent2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27685" name="Text Box 41">
              <a:extLst>
                <a:ext uri="{FF2B5EF4-FFF2-40B4-BE49-F238E27FC236}">
                  <a16:creationId xmlns:a16="http://schemas.microsoft.com/office/drawing/2014/main" id="{72408FD7-1BDB-4D2C-ABEA-485DB28EB9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9" y="1606"/>
              <a:ext cx="11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3600" b="1">
                <a:solidFill>
                  <a:schemeClr val="accent2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27686" name="Text Box 42">
              <a:extLst>
                <a:ext uri="{FF2B5EF4-FFF2-40B4-BE49-F238E27FC236}">
                  <a16:creationId xmlns:a16="http://schemas.microsoft.com/office/drawing/2014/main" id="{70DD0922-E13E-4695-B6CC-F6A63B20A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1951"/>
              <a:ext cx="36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E</a:t>
              </a:r>
              <a:r>
                <a:rPr lang="en-US" altLang="zh-CN" sz="2400" b="1" i="1" baseline="-25000"/>
                <a:t>i</a:t>
              </a:r>
              <a:endParaRPr lang="en-US" altLang="zh-CN" sz="2400" i="1"/>
            </a:p>
          </p:txBody>
        </p:sp>
        <p:sp>
          <p:nvSpPr>
            <p:cNvPr id="27687" name="Line 43">
              <a:extLst>
                <a:ext uri="{FF2B5EF4-FFF2-40B4-BE49-F238E27FC236}">
                  <a16:creationId xmlns:a16="http://schemas.microsoft.com/office/drawing/2014/main" id="{F111D4A8-3DB3-4AFC-871E-63C9FA284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7" y="1997"/>
              <a:ext cx="79" cy="11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Oval 44">
              <a:extLst>
                <a:ext uri="{FF2B5EF4-FFF2-40B4-BE49-F238E27FC236}">
                  <a16:creationId xmlns:a16="http://schemas.microsoft.com/office/drawing/2014/main" id="{4828D656-2632-4E67-81C2-F4EB8C0E4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1473"/>
              <a:ext cx="59" cy="5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89" name="Text Box 45">
              <a:extLst>
                <a:ext uri="{FF2B5EF4-FFF2-40B4-BE49-F238E27FC236}">
                  <a16:creationId xmlns:a16="http://schemas.microsoft.com/office/drawing/2014/main" id="{3A91FC14-F5F8-428A-B308-872CF022A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" y="1706"/>
              <a:ext cx="2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  <a:endParaRPr lang="en-US" altLang="zh-CN" sz="2800"/>
            </a:p>
          </p:txBody>
        </p:sp>
        <p:sp>
          <p:nvSpPr>
            <p:cNvPr id="27690" name="Text Box 46">
              <a:extLst>
                <a:ext uri="{FF2B5EF4-FFF2-40B4-BE49-F238E27FC236}">
                  <a16:creationId xmlns:a16="http://schemas.microsoft.com/office/drawing/2014/main" id="{3A04EA07-BB1E-4613-AB15-ABF9E2A037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684"/>
              <a:ext cx="29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>
                <a:solidFill>
                  <a:schemeClr val="accent2"/>
                </a:solidFill>
              </a:endParaRPr>
            </a:p>
          </p:txBody>
        </p:sp>
        <p:sp>
          <p:nvSpPr>
            <p:cNvPr id="27691" name="Oval 47">
              <a:extLst>
                <a:ext uri="{FF2B5EF4-FFF2-40B4-BE49-F238E27FC236}">
                  <a16:creationId xmlns:a16="http://schemas.microsoft.com/office/drawing/2014/main" id="{A18DFA14-0B93-4724-B423-B58B1458B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1825"/>
              <a:ext cx="59" cy="58"/>
            </a:xfrm>
            <a:prstGeom prst="ellipse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7692" name="Text Box 48">
              <a:extLst>
                <a:ext uri="{FF2B5EF4-FFF2-40B4-BE49-F238E27FC236}">
                  <a16:creationId xmlns:a16="http://schemas.microsoft.com/office/drawing/2014/main" id="{7EF23DE0-1E27-4560-8074-34546F53E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" y="1185"/>
              <a:ext cx="3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b</a:t>
              </a:r>
              <a:endParaRPr lang="en-US" altLang="zh-CN" sz="2800" i="1"/>
            </a:p>
          </p:txBody>
        </p:sp>
        <p:sp>
          <p:nvSpPr>
            <p:cNvPr id="27693" name="Text Box 49">
              <a:extLst>
                <a:ext uri="{FF2B5EF4-FFF2-40B4-BE49-F238E27FC236}">
                  <a16:creationId xmlns:a16="http://schemas.microsoft.com/office/drawing/2014/main" id="{FFEAEB50-3D07-4A91-A0D1-5400FF0360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4" y="1488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r</a:t>
              </a:r>
            </a:p>
          </p:txBody>
        </p:sp>
        <p:sp>
          <p:nvSpPr>
            <p:cNvPr id="27694" name="Text Box 50">
              <a:extLst>
                <a:ext uri="{FF2B5EF4-FFF2-40B4-BE49-F238E27FC236}">
                  <a16:creationId xmlns:a16="http://schemas.microsoft.com/office/drawing/2014/main" id="{1F40DE49-AA1A-4D64-9B63-033E33A768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64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a</a:t>
              </a:r>
            </a:p>
          </p:txBody>
        </p:sp>
        <p:sp>
          <p:nvSpPr>
            <p:cNvPr id="27695" name="Text Box 51">
              <a:extLst>
                <a:ext uri="{FF2B5EF4-FFF2-40B4-BE49-F238E27FC236}">
                  <a16:creationId xmlns:a16="http://schemas.microsoft.com/office/drawing/2014/main" id="{E6DE6FDB-E730-43D5-BAD5-B61D82874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2" y="1514"/>
              <a:ext cx="19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4000" b="1"/>
                <a:t>.</a:t>
              </a:r>
            </a:p>
          </p:txBody>
        </p:sp>
      </p:grpSp>
      <p:sp>
        <p:nvSpPr>
          <p:cNvPr id="230452" name="Text Box 52">
            <a:extLst>
              <a:ext uri="{FF2B5EF4-FFF2-40B4-BE49-F238E27FC236}">
                <a16:creationId xmlns:a16="http://schemas.microsoft.com/office/drawing/2014/main" id="{81F6BC88-B36F-4BC9-87E9-BFCE0F768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1663" y="3209925"/>
            <a:ext cx="407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accent2"/>
                </a:solidFill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27671" name="Text Box 12">
            <a:extLst>
              <a:ext uri="{FF2B5EF4-FFF2-40B4-BE49-F238E27FC236}">
                <a16:creationId xmlns:a16="http://schemas.microsoft.com/office/drawing/2014/main" id="{5E15D352-D9D9-4A8A-84A6-E053E9F116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15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5" dur="75"/>
                                        <p:tgtEl>
                                          <p:spTgt spid="23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75"/>
                                        <p:tgtEl>
                                          <p:spTgt spid="23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23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1" dur="500"/>
                                        <p:tgtEl>
                                          <p:spTgt spid="23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23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75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75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3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75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nimBg="1"/>
      <p:bldP spid="230403" grpId="0" autoUpdateAnimBg="0"/>
      <p:bldP spid="230407" grpId="0" autoUpdateAnimBg="0"/>
      <p:bldP spid="230411" grpId="0" autoUpdateAnimBg="0"/>
      <p:bldP spid="230412" grpId="0" autoUpdateAnimBg="0"/>
      <p:bldP spid="230413" grpId="0" autoUpdateAnimBg="0"/>
      <p:bldP spid="230414" grpId="0" autoUpdateAnimBg="0"/>
      <p:bldP spid="230422" grpId="0" autoUpdateAnimBg="0"/>
      <p:bldP spid="230423" grpId="0"/>
      <p:bldP spid="230424" grpId="0"/>
      <p:bldP spid="230425" grpId="0"/>
      <p:bldP spid="2304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AAD8B9D1-B9BD-47C5-B663-86314651A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77152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动生电动势</a:t>
            </a: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43AF2D80-604B-4C11-934B-5E14F9423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300163"/>
            <a:ext cx="4760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/>
              <a:t>B</a:t>
            </a:r>
            <a:r>
              <a:rPr lang="zh-CN" altLang="en-US" sz="2800" b="1" dirty="0"/>
              <a:t>不变，导体回路运动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038CEF4E-23D5-4DE9-A0C9-B646A88EF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944688"/>
            <a:ext cx="6129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动生电动势定义（非静电力做功）</a:t>
            </a:r>
            <a:endParaRPr lang="zh-CN" altLang="en-US" sz="2800" dirty="0"/>
          </a:p>
        </p:txBody>
      </p:sp>
      <p:sp>
        <p:nvSpPr>
          <p:cNvPr id="130077" name="AutoShape 29">
            <a:extLst>
              <a:ext uri="{FF2B5EF4-FFF2-40B4-BE49-F238E27FC236}">
                <a16:creationId xmlns:a16="http://schemas.microsoft.com/office/drawing/2014/main" id="{102EE438-7DB5-46F7-AFAB-97E36121B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013" y="1514475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698C9E10-3D08-4D4C-9098-1FDA78340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201738"/>
            <a:ext cx="7588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800" b="1" baseline="-25000" dirty="0">
                <a:sym typeface="Symbol" panose="05050102010706020507" pitchFamily="18" charset="2"/>
              </a:rPr>
              <a:t>动</a:t>
            </a:r>
            <a:endParaRPr lang="zh-CN" altLang="en-US" sz="2800" b="1" i="1" dirty="0"/>
          </a:p>
        </p:txBody>
      </p:sp>
      <p:sp>
        <p:nvSpPr>
          <p:cNvPr id="34829" name="矩形 3">
            <a:extLst>
              <a:ext uri="{FF2B5EF4-FFF2-40B4-BE49-F238E27FC236}">
                <a16:creationId xmlns:a16="http://schemas.microsoft.com/office/drawing/2014/main" id="{7903D8A0-C095-4337-A29C-D01D7BE7D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376613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/>
              <a:t>2. </a:t>
            </a:r>
            <a:r>
              <a:rPr lang="zh-CN" altLang="en-US" sz="2800" b="1" dirty="0"/>
              <a:t>动生电动势的计算</a:t>
            </a:r>
          </a:p>
        </p:txBody>
      </p:sp>
      <p:sp>
        <p:nvSpPr>
          <p:cNvPr id="56336" name="Text Box 2">
            <a:extLst>
              <a:ext uri="{FF2B5EF4-FFF2-40B4-BE49-F238E27FC236}">
                <a16:creationId xmlns:a16="http://schemas.microsoft.com/office/drawing/2014/main" id="{A777032A-8225-4927-AAE5-872F8E27B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4" name="Text Box 4">
            <a:extLst>
              <a:ext uri="{FF2B5EF4-FFF2-40B4-BE49-F238E27FC236}">
                <a16:creationId xmlns:a16="http://schemas.microsoft.com/office/drawing/2014/main" id="{773C17BC-48C2-4014-BB04-E778576D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4103688"/>
            <a:ext cx="4664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方法一：</a:t>
            </a:r>
            <a:r>
              <a:rPr lang="zh-CN" altLang="en-US" sz="2800" b="1" dirty="0"/>
              <a:t>动生电动势定义</a:t>
            </a:r>
          </a:p>
        </p:txBody>
      </p:sp>
      <p:sp>
        <p:nvSpPr>
          <p:cNvPr id="47" name="Text Box 4">
            <a:extLst>
              <a:ext uri="{FF2B5EF4-FFF2-40B4-BE49-F238E27FC236}">
                <a16:creationId xmlns:a16="http://schemas.microsoft.com/office/drawing/2014/main" id="{ED8F3E44-8FA3-4F4E-8396-79E74728E9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5395913"/>
            <a:ext cx="64119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方法二：</a:t>
            </a:r>
            <a:r>
              <a:rPr lang="zh-CN" altLang="en-US" sz="2800" b="1" dirty="0"/>
              <a:t>法拉第电磁感应定律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CAE80F-3ED4-4CBB-AA11-AA0B65E3B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5" y="2489518"/>
            <a:ext cx="3771900" cy="7810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F77B458-36C1-4CE6-84DA-502038C64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" y="4627563"/>
            <a:ext cx="3714750" cy="6858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44C1B2-AE49-4048-AAC1-1AB6930CE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5" y="5947304"/>
            <a:ext cx="3130550" cy="76464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DDBD739-2CD3-44CC-99BC-2F627E47A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9991" y="1379197"/>
            <a:ext cx="2303462" cy="178437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7BC21B6-976D-4E60-B663-8B8B5C31F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9102" y="3638550"/>
            <a:ext cx="35623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840639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75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75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utoUpdateAnimBg="0"/>
      <p:bldP spid="130051" grpId="0" autoUpdateAnimBg="0"/>
      <p:bldP spid="130074" grpId="0" autoUpdateAnimBg="0"/>
      <p:bldP spid="130077" grpId="0" animBg="1"/>
      <p:bldP spid="130078" grpId="0" autoUpdateAnimBg="0"/>
      <p:bldP spid="34829" grpId="0"/>
      <p:bldP spid="44" grpId="0" autoUpdateAnimBg="0"/>
      <p:bldP spid="47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2">
            <a:extLst>
              <a:ext uri="{FF2B5EF4-FFF2-40B4-BE49-F238E27FC236}">
                <a16:creationId xmlns:a16="http://schemas.microsoft.com/office/drawing/2014/main" id="{0C3D1C6D-87F8-4E2C-853E-86881FE6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576263"/>
            <a:ext cx="457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动生电动势</a:t>
            </a:r>
          </a:p>
        </p:txBody>
      </p:sp>
      <p:sp>
        <p:nvSpPr>
          <p:cNvPr id="130051" name="Text Box 3">
            <a:extLst>
              <a:ext uri="{FF2B5EF4-FFF2-40B4-BE49-F238E27FC236}">
                <a16:creationId xmlns:a16="http://schemas.microsoft.com/office/drawing/2014/main" id="{22F7A141-30D7-463A-941C-D7E31FF73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13" y="1104900"/>
            <a:ext cx="47609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i="1" dirty="0"/>
              <a:t>B</a:t>
            </a:r>
            <a:r>
              <a:rPr lang="zh-CN" altLang="en-US" sz="2800" b="1" dirty="0"/>
              <a:t>不变，导体回路运动</a:t>
            </a:r>
            <a:endParaRPr lang="zh-CN" altLang="en-US" sz="2800" i="1" dirty="0">
              <a:solidFill>
                <a:srgbClr val="FF0000"/>
              </a:solidFill>
            </a:endParaRPr>
          </a:p>
        </p:txBody>
      </p:sp>
      <p:sp>
        <p:nvSpPr>
          <p:cNvPr id="130074" name="Text Box 26">
            <a:extLst>
              <a:ext uri="{FF2B5EF4-FFF2-40B4-BE49-F238E27FC236}">
                <a16:creationId xmlns:a16="http://schemas.microsoft.com/office/drawing/2014/main" id="{49B78B67-BAC1-471F-B6EF-DFD4B26F7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1749425"/>
            <a:ext cx="61293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/>
              <a:t>1. </a:t>
            </a:r>
            <a:r>
              <a:rPr lang="zh-CN" altLang="en-US" sz="2800" b="1" dirty="0"/>
              <a:t>动生电动势定义（非静电力做功）</a:t>
            </a:r>
            <a:endParaRPr lang="zh-CN" altLang="en-US" sz="2800" dirty="0"/>
          </a:p>
        </p:txBody>
      </p:sp>
      <p:sp>
        <p:nvSpPr>
          <p:cNvPr id="130077" name="AutoShape 29">
            <a:extLst>
              <a:ext uri="{FF2B5EF4-FFF2-40B4-BE49-F238E27FC236}">
                <a16:creationId xmlns:a16="http://schemas.microsoft.com/office/drawing/2014/main" id="{1B517EBE-B7E3-4FC6-8134-0A783783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013" y="1319213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FF99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130078" name="Text Box 30">
            <a:extLst>
              <a:ext uri="{FF2B5EF4-FFF2-40B4-BE49-F238E27FC236}">
                <a16:creationId xmlns:a16="http://schemas.microsoft.com/office/drawing/2014/main" id="{18204CAA-2E5F-4E13-9F3D-0B15967F1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1006475"/>
            <a:ext cx="758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i="1" dirty="0">
                <a:sym typeface="Symbol" panose="05050102010706020507" pitchFamily="18" charset="2"/>
              </a:rPr>
              <a:t></a:t>
            </a:r>
            <a:r>
              <a:rPr lang="en-US" altLang="zh-CN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2800" b="1" baseline="-25000" dirty="0">
                <a:sym typeface="Symbol" panose="05050102010706020507" pitchFamily="18" charset="2"/>
              </a:rPr>
              <a:t>动</a:t>
            </a:r>
            <a:endParaRPr lang="zh-CN" altLang="en-US" sz="2800" b="1" i="1" dirty="0"/>
          </a:p>
        </p:txBody>
      </p:sp>
      <p:sp>
        <p:nvSpPr>
          <p:cNvPr id="58381" name="Text Box 2">
            <a:extLst>
              <a:ext uri="{FF2B5EF4-FFF2-40B4-BE49-F238E27FC236}">
                <a16:creationId xmlns:a16="http://schemas.microsoft.com/office/drawing/2014/main" id="{77EE2EAC-DEB0-45B1-B54B-DE8CA76D0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49" name="Text Box 6">
            <a:extLst>
              <a:ext uri="{FF2B5EF4-FFF2-40B4-BE49-F238E27FC236}">
                <a16:creationId xmlns:a16="http://schemas.microsoft.com/office/drawing/2014/main" id="{CB1E2ABA-F155-4273-8FFA-002BDECBE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2984500"/>
            <a:ext cx="5905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什么力为</a:t>
            </a:r>
            <a:r>
              <a:rPr lang="zh-CN" altLang="en-US" sz="2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动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的出现提供能量呢？</a:t>
            </a:r>
          </a:p>
        </p:txBody>
      </p:sp>
      <p:sp>
        <p:nvSpPr>
          <p:cNvPr id="123" name="Text Box 12">
            <a:extLst>
              <a:ext uri="{FF2B5EF4-FFF2-40B4-BE49-F238E27FC236}">
                <a16:creationId xmlns:a16="http://schemas.microsoft.com/office/drawing/2014/main" id="{38EC8BB6-E6EE-40F3-902F-28AA7A502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1750" y="4724400"/>
            <a:ext cx="763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要使棒 </a:t>
            </a:r>
            <a:r>
              <a:rPr lang="en-US" altLang="zh-CN" sz="2800" b="1" i="1" dirty="0">
                <a:ea typeface="黑体" panose="02010609060101010101" pitchFamily="49" charset="-122"/>
              </a:rPr>
              <a:t>ab </a:t>
            </a:r>
            <a:r>
              <a:rPr lang="zh-CN" altLang="en-US" sz="2800" b="1" dirty="0">
                <a:ea typeface="黑体" panose="02010609060101010101" pitchFamily="49" charset="-122"/>
              </a:rPr>
              <a:t>保持</a:t>
            </a:r>
            <a:r>
              <a:rPr lang="en-US" altLang="zh-CN" sz="2800" b="1" i="1" dirty="0">
                <a:latin typeface="Book Antiqua" panose="02040602050305030304" pitchFamily="18" charset="0"/>
                <a:ea typeface="黑体" panose="02010609060101010101" pitchFamily="49" charset="-122"/>
              </a:rPr>
              <a:t>v</a:t>
            </a:r>
            <a:r>
              <a:rPr lang="zh-CN" altLang="en-US" sz="2800" b="1" dirty="0">
                <a:ea typeface="黑体" panose="02010609060101010101" pitchFamily="49" charset="-122"/>
              </a:rPr>
              <a:t>运动，则必有外力做功： </a:t>
            </a:r>
          </a:p>
        </p:txBody>
      </p:sp>
      <p:grpSp>
        <p:nvGrpSpPr>
          <p:cNvPr id="124" name="Group 22">
            <a:extLst>
              <a:ext uri="{FF2B5EF4-FFF2-40B4-BE49-F238E27FC236}">
                <a16:creationId xmlns:a16="http://schemas.microsoft.com/office/drawing/2014/main" id="{3DD4236D-BABA-40E6-802A-410F57A1F7B0}"/>
              </a:ext>
            </a:extLst>
          </p:cNvPr>
          <p:cNvGrpSpPr>
            <a:grpSpLocks/>
          </p:cNvGrpSpPr>
          <p:nvPr/>
        </p:nvGrpSpPr>
        <p:grpSpPr bwMode="auto">
          <a:xfrm>
            <a:off x="3368675" y="4132263"/>
            <a:ext cx="2141538" cy="519112"/>
            <a:chOff x="4411" y="2201"/>
            <a:chExt cx="1349" cy="327"/>
          </a:xfrm>
        </p:grpSpPr>
        <p:sp>
          <p:nvSpPr>
            <p:cNvPr id="58394" name="Text Box 23">
              <a:extLst>
                <a:ext uri="{FF2B5EF4-FFF2-40B4-BE49-F238E27FC236}">
                  <a16:creationId xmlns:a16="http://schemas.microsoft.com/office/drawing/2014/main" id="{4BAE0FAE-C001-4315-9C4F-126F99AE55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2201"/>
              <a:ext cx="134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800" dirty="0"/>
                <a:t> </a:t>
              </a:r>
              <a:r>
                <a:rPr lang="en-US" altLang="zh-CN" sz="28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800" b="1" baseline="-25000" dirty="0">
                  <a:solidFill>
                    <a:srgbClr val="FF0000"/>
                  </a:solidFill>
                </a:rPr>
                <a:t>2</a:t>
              </a:r>
              <a:r>
                <a:rPr lang="zh-CN" altLang="en-US" sz="2800" b="1" dirty="0">
                  <a:solidFill>
                    <a:srgbClr val="FF0000"/>
                  </a:solidFill>
                  <a:ea typeface="黑体" panose="02010609060101010101" pitchFamily="49" charset="-122"/>
                </a:rPr>
                <a:t>做负功</a:t>
              </a:r>
              <a:endParaRPr lang="zh-CN" altLang="en-US" sz="2800" dirty="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8395" name="Line 24">
              <a:extLst>
                <a:ext uri="{FF2B5EF4-FFF2-40B4-BE49-F238E27FC236}">
                  <a16:creationId xmlns:a16="http://schemas.microsoft.com/office/drawing/2014/main" id="{56E023CD-2991-44EA-8787-DDF23C833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5" y="2249"/>
              <a:ext cx="89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7" name="Text Box 25">
            <a:extLst>
              <a:ext uri="{FF2B5EF4-FFF2-40B4-BE49-F238E27FC236}">
                <a16:creationId xmlns:a16="http://schemas.microsoft.com/office/drawing/2014/main" id="{E277A53E-EEC4-408C-9359-0D7AC1E66E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5318125"/>
            <a:ext cx="7799387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      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 F</a:t>
            </a:r>
            <a:r>
              <a:rPr lang="zh-CN" altLang="en-US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的作用不提供能量</a:t>
            </a: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只是传递能量。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即外力克服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en-US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总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的一个分力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所做的功</a:t>
            </a:r>
            <a:r>
              <a:rPr lang="en-US" altLang="zh-CN" sz="2800" b="1" dirty="0">
                <a:solidFill>
                  <a:schemeClr val="tx2"/>
                </a:solidFill>
                <a:ea typeface="黑体" panose="02010609060101010101" pitchFamily="49" charset="-122"/>
              </a:rPr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通过另一个分力 </a:t>
            </a:r>
            <a:r>
              <a:rPr lang="en-US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f</a:t>
            </a:r>
            <a:r>
              <a:rPr lang="zh-CN" altLang="zh-CN" sz="2800" b="1" i="1" dirty="0">
                <a:solidFill>
                  <a:schemeClr val="tx2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2800" b="1" baseline="-25000" dirty="0">
                <a:solidFill>
                  <a:schemeClr val="tx2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ea typeface="黑体" panose="02010609060101010101" pitchFamily="49" charset="-122"/>
              </a:rPr>
              <a:t>转换为动生电流的能量。</a:t>
            </a:r>
          </a:p>
        </p:txBody>
      </p:sp>
      <p:grpSp>
        <p:nvGrpSpPr>
          <p:cNvPr id="128" name="Group 92">
            <a:extLst>
              <a:ext uri="{FF2B5EF4-FFF2-40B4-BE49-F238E27FC236}">
                <a16:creationId xmlns:a16="http://schemas.microsoft.com/office/drawing/2014/main" id="{A8B40755-4192-43DF-8230-604CBB5117A0}"/>
              </a:ext>
            </a:extLst>
          </p:cNvPr>
          <p:cNvGrpSpPr>
            <a:grpSpLocks/>
          </p:cNvGrpSpPr>
          <p:nvPr/>
        </p:nvGrpSpPr>
        <p:grpSpPr bwMode="auto">
          <a:xfrm>
            <a:off x="0" y="5126038"/>
            <a:ext cx="1692275" cy="828675"/>
            <a:chOff x="181" y="3067"/>
            <a:chExt cx="1021" cy="522"/>
          </a:xfrm>
        </p:grpSpPr>
        <p:sp>
          <p:nvSpPr>
            <p:cNvPr id="129" name="AutoShape 93">
              <a:extLst>
                <a:ext uri="{FF2B5EF4-FFF2-40B4-BE49-F238E27FC236}">
                  <a16:creationId xmlns:a16="http://schemas.microsoft.com/office/drawing/2014/main" id="{6C99BAD0-0003-4E54-ADD3-7033030E7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" y="3067"/>
              <a:ext cx="749" cy="522"/>
            </a:xfrm>
            <a:prstGeom prst="horizontalScroll">
              <a:avLst>
                <a:gd name="adj" fmla="val 12500"/>
              </a:avLst>
            </a:prstGeom>
            <a:gradFill rotWithShape="1">
              <a:gsLst>
                <a:gs pos="0">
                  <a:srgbClr val="FFCC00"/>
                </a:gs>
                <a:gs pos="50000">
                  <a:schemeClr val="bg1"/>
                </a:gs>
                <a:gs pos="100000">
                  <a:srgbClr val="FFCC00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58393" name="Text Box 94">
              <a:extLst>
                <a:ext uri="{FF2B5EF4-FFF2-40B4-BE49-F238E27FC236}">
                  <a16:creationId xmlns:a16="http://schemas.microsoft.com/office/drawing/2014/main" id="{C693D2EF-B2E3-4270-9BD7-24568C405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" y="3113"/>
              <a:ext cx="93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3600" dirty="0">
                  <a:solidFill>
                    <a:srgbClr val="FF0000"/>
                  </a:solidFill>
                  <a:ea typeface="隶书" panose="02010509060101010101" pitchFamily="49" charset="-122"/>
                </a:rPr>
                <a:t>结论</a:t>
              </a:r>
            </a:p>
          </p:txBody>
        </p:sp>
      </p:grpSp>
      <p:sp>
        <p:nvSpPr>
          <p:cNvPr id="131" name="Line 95">
            <a:extLst>
              <a:ext uri="{FF2B5EF4-FFF2-40B4-BE49-F238E27FC236}">
                <a16:creationId xmlns:a16="http://schemas.microsoft.com/office/drawing/2014/main" id="{F078547F-E636-41FC-8936-AE09889582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3500" y="5413375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2" name="Line 96">
            <a:extLst>
              <a:ext uri="{FF2B5EF4-FFF2-40B4-BE49-F238E27FC236}">
                <a16:creationId xmlns:a16="http://schemas.microsoft.com/office/drawing/2014/main" id="{0C2C09F3-4389-4341-BE6E-B017482724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888" y="5873750"/>
            <a:ext cx="1809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0DACE5-16FF-47B4-88B7-C741F59A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512" y="3155950"/>
            <a:ext cx="2809875" cy="21621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3A2A1F-E2E2-4BCE-AFF2-8185D7BF7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925" y="1006474"/>
            <a:ext cx="2223137" cy="17617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6F13F05-992C-45B2-9CB1-5AF2262BB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06" y="2206625"/>
            <a:ext cx="3667125" cy="6858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29823E2-C397-4883-A9E4-EFFE8DE60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094" y="4117975"/>
            <a:ext cx="3048000" cy="5524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F3E2F59-45F2-4ACD-9E23-A49F870452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75" y="3457100"/>
            <a:ext cx="395287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24309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105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00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00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3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75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utoUpdateAnimBg="0"/>
      <p:bldP spid="130051" grpId="0" autoUpdateAnimBg="0"/>
      <p:bldP spid="130074" grpId="0" autoUpdateAnimBg="0"/>
      <p:bldP spid="130077" grpId="0" animBg="1"/>
      <p:bldP spid="130078" grpId="0" autoUpdateAnimBg="0"/>
      <p:bldP spid="49" grpId="0" autoUpdateAnimBg="0"/>
      <p:bldP spid="123" grpId="0" autoUpdateAnimBg="0"/>
      <p:bldP spid="127" grpId="0" build="p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Text Box 2">
            <a:extLst>
              <a:ext uri="{FF2B5EF4-FFF2-40B4-BE49-F238E27FC236}">
                <a16:creationId xmlns:a16="http://schemas.microsoft.com/office/drawing/2014/main" id="{EF8D3D2F-33DC-4264-9554-4EFE9FDC9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603250"/>
            <a:ext cx="757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感生电动势</a:t>
            </a:r>
            <a:r>
              <a:rPr lang="zh-CN" altLang="en-US" sz="2800" b="1">
                <a:ea typeface="黑体" panose="02010609060101010101" pitchFamily="49" charset="-122"/>
              </a:rPr>
              <a:t>  </a:t>
            </a:r>
            <a:endParaRPr lang="en-US" altLang="zh-CN" sz="2400" b="1">
              <a:solidFill>
                <a:schemeClr val="bg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20169" name="Text Box 9">
            <a:extLst>
              <a:ext uri="{FF2B5EF4-FFF2-40B4-BE49-F238E27FC236}">
                <a16:creationId xmlns:a16="http://schemas.microsoft.com/office/drawing/2014/main" id="{44FE1432-508F-49D9-9661-458380D8F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1057275"/>
            <a:ext cx="674211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i="1" dirty="0">
                <a:sym typeface="Symbol" panose="05050102010706020507" pitchFamily="18" charset="2"/>
              </a:rPr>
              <a:t></a:t>
            </a:r>
            <a:r>
              <a:rPr lang="en-US" altLang="zh-CN" sz="3600" b="1" i="1" baseline="-25000" dirty="0" err="1">
                <a:sym typeface="Symbol" panose="05050102010706020507" pitchFamily="18" charset="2"/>
              </a:rPr>
              <a:t>i</a:t>
            </a:r>
            <a:r>
              <a:rPr lang="zh-CN" altLang="en-US" sz="3600" b="1" baseline="-25000" dirty="0">
                <a:sym typeface="Symbol" panose="05050102010706020507" pitchFamily="18" charset="2"/>
              </a:rPr>
              <a:t>感生</a:t>
            </a:r>
            <a:r>
              <a:rPr lang="zh-CN" altLang="en-US" b="1" dirty="0">
                <a:sym typeface="Symbol" panose="05050102010706020507" pitchFamily="18" charset="2"/>
              </a:rPr>
              <a:t></a:t>
            </a:r>
            <a:r>
              <a:rPr lang="zh-CN" altLang="en-US" sz="2800" b="1" dirty="0"/>
              <a:t>导体回路不动，磁场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变化</a:t>
            </a:r>
          </a:p>
        </p:txBody>
      </p:sp>
      <p:sp>
        <p:nvSpPr>
          <p:cNvPr id="61" name="Text Box 17">
            <a:extLst>
              <a:ext uri="{FF2B5EF4-FFF2-40B4-BE49-F238E27FC236}">
                <a16:creationId xmlns:a16="http://schemas.microsoft.com/office/drawing/2014/main" id="{AD9A87DA-EC9F-496E-961F-80678553F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8" y="2514600"/>
            <a:ext cx="421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磁场 </a:t>
            </a:r>
            <a:r>
              <a:rPr lang="en-US" altLang="zh-CN" sz="2800" b="1" i="1"/>
              <a:t>B</a:t>
            </a:r>
            <a:r>
              <a:rPr lang="en-US" altLang="zh-CN" sz="2800" b="1">
                <a:sym typeface="Symbol" panose="05050102010706020507" pitchFamily="18" charset="2"/>
              </a:rPr>
              <a:t></a:t>
            </a:r>
            <a:r>
              <a:rPr lang="en-US" altLang="zh-CN" sz="2800" b="1" i="1">
                <a:solidFill>
                  <a:srgbClr val="333300"/>
                </a:solidFill>
                <a:sym typeface="Symbol" panose="05050102010706020507" pitchFamily="18" charset="2"/>
              </a:rPr>
              <a:t>t </a:t>
            </a:r>
            <a:r>
              <a:rPr lang="zh-CN" altLang="en-US" sz="2800" b="1"/>
              <a:t>变化的同时</a:t>
            </a:r>
          </a:p>
        </p:txBody>
      </p:sp>
      <p:sp>
        <p:nvSpPr>
          <p:cNvPr id="62" name="Text Box 18">
            <a:extLst>
              <a:ext uri="{FF2B5EF4-FFF2-40B4-BE49-F238E27FC236}">
                <a16:creationId xmlns:a16="http://schemas.microsoft.com/office/drawing/2014/main" id="{C0B6CF8C-4222-41DE-9415-EE04DF1DC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1849438"/>
            <a:ext cx="5719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1. </a:t>
            </a:r>
            <a:r>
              <a:rPr lang="zh-CN" altLang="en-US" sz="2800" b="1"/>
              <a:t>感应电场</a:t>
            </a:r>
          </a:p>
        </p:txBody>
      </p:sp>
      <p:sp>
        <p:nvSpPr>
          <p:cNvPr id="63" name="Text Box 19">
            <a:extLst>
              <a:ext uri="{FF2B5EF4-FFF2-40B4-BE49-F238E27FC236}">
                <a16:creationId xmlns:a16="http://schemas.microsoft.com/office/drawing/2014/main" id="{DA6EF0CF-367A-44B2-88EE-47F9D88C7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1263" y="2416175"/>
            <a:ext cx="2008187" cy="5847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</a:t>
            </a:r>
            <a:endParaRPr lang="zh-CN" altLang="en-US" sz="2800" b="1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sp>
        <p:nvSpPr>
          <p:cNvPr id="64" name="Text Box 20">
            <a:extLst>
              <a:ext uri="{FF2B5EF4-FFF2-40B4-BE49-F238E27FC236}">
                <a16:creationId xmlns:a16="http://schemas.microsoft.com/office/drawing/2014/main" id="{C00D0241-4DDE-4F35-8F29-5A8C6093E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0175" y="2301875"/>
            <a:ext cx="2089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产生</a:t>
            </a:r>
          </a:p>
        </p:txBody>
      </p:sp>
      <p:sp>
        <p:nvSpPr>
          <p:cNvPr id="65" name="Line 21">
            <a:extLst>
              <a:ext uri="{FF2B5EF4-FFF2-40B4-BE49-F238E27FC236}">
                <a16:creationId xmlns:a16="http://schemas.microsoft.com/office/drawing/2014/main" id="{2D62B1F2-E305-4A50-98D2-3642DF39B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975" y="2820988"/>
            <a:ext cx="936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Line 59">
            <a:extLst>
              <a:ext uri="{FF2B5EF4-FFF2-40B4-BE49-F238E27FC236}">
                <a16:creationId xmlns:a16="http://schemas.microsoft.com/office/drawing/2014/main" id="{D3B233A8-D8BF-4195-B8D8-7362558574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8438" y="2586038"/>
            <a:ext cx="14287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54DC6871-26FF-47E3-9EB0-DF129FC5F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3248025"/>
            <a:ext cx="3663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/>
              <a:t>感生电动势</a:t>
            </a:r>
          </a:p>
        </p:txBody>
      </p:sp>
      <p:graphicFrame>
        <p:nvGraphicFramePr>
          <p:cNvPr id="69" name="Object 3">
            <a:extLst>
              <a:ext uri="{FF2B5EF4-FFF2-40B4-BE49-F238E27FC236}">
                <a16:creationId xmlns:a16="http://schemas.microsoft.com/office/drawing/2014/main" id="{EBDA8165-B93C-4D02-BFD3-5DDF3A146C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1075" y="3827463"/>
          <a:ext cx="190341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3" name="Equation" r:id="rId4" imgW="1917700" imgH="647700" progId="Equation.DSMT4">
                  <p:embed/>
                </p:oleObj>
              </mc:Choice>
              <mc:Fallback>
                <p:oleObj name="Equation" r:id="rId4" imgW="1917700" imgH="647700" progId="Equation.DSMT4">
                  <p:embed/>
                  <p:pic>
                    <p:nvPicPr>
                      <p:cNvPr id="69" name="Object 3">
                        <a:extLst>
                          <a:ext uri="{FF2B5EF4-FFF2-40B4-BE49-F238E27FC236}">
                            <a16:creationId xmlns:a16="http://schemas.microsoft.com/office/drawing/2014/main" id="{EBDA8165-B93C-4D02-BFD3-5DDF3A146C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075" y="3827463"/>
                        <a:ext cx="190341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8">
            <a:extLst>
              <a:ext uri="{FF2B5EF4-FFF2-40B4-BE49-F238E27FC236}">
                <a16:creationId xmlns:a16="http://schemas.microsoft.com/office/drawing/2014/main" id="{0D559F02-FF41-4554-93F6-90EA0D1D68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419725"/>
          <a:ext cx="450850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4" name="Equation" r:id="rId6" imgW="190417" imgH="241195" progId="Equation.DSMT4">
                  <p:embed/>
                </p:oleObj>
              </mc:Choice>
              <mc:Fallback>
                <p:oleObj name="Equation" r:id="rId6" imgW="190417" imgH="241195" progId="Equation.DSMT4">
                  <p:embed/>
                  <p:pic>
                    <p:nvPicPr>
                      <p:cNvPr id="70" name="Object 8">
                        <a:extLst>
                          <a:ext uri="{FF2B5EF4-FFF2-40B4-BE49-F238E27FC236}">
                            <a16:creationId xmlns:a16="http://schemas.microsoft.com/office/drawing/2014/main" id="{0D559F02-FF41-4554-93F6-90EA0D1D68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419725"/>
                        <a:ext cx="450850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9">
            <a:extLst>
              <a:ext uri="{FF2B5EF4-FFF2-40B4-BE49-F238E27FC236}">
                <a16:creationId xmlns:a16="http://schemas.microsoft.com/office/drawing/2014/main" id="{3F5C65D8-B4F2-490D-9A5C-BFB1D38B29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688" y="5422900"/>
            <a:ext cx="2620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的环路定律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sp>
        <p:nvSpPr>
          <p:cNvPr id="72" name="Text Box 10">
            <a:extLst>
              <a:ext uri="{FF2B5EF4-FFF2-40B4-BE49-F238E27FC236}">
                <a16:creationId xmlns:a16="http://schemas.microsoft.com/office/drawing/2014/main" id="{E1DF11F1-3A27-4DD4-8D9C-09788331A3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6148388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  <a:r>
              <a:rPr lang="zh-CN" altLang="en-US">
                <a:solidFill>
                  <a:srgbClr val="FF0000"/>
                </a:solidFill>
                <a:ea typeface="隶书" panose="02010509060101010101" pitchFamily="49" charset="-122"/>
              </a:rPr>
              <a:t>：</a:t>
            </a:r>
          </a:p>
        </p:txBody>
      </p:sp>
      <p:grpSp>
        <p:nvGrpSpPr>
          <p:cNvPr id="73" name="Group 11">
            <a:extLst>
              <a:ext uri="{FF2B5EF4-FFF2-40B4-BE49-F238E27FC236}">
                <a16:creationId xmlns:a16="http://schemas.microsoft.com/office/drawing/2014/main" id="{7EFA2648-DB3C-4BB5-95D5-725DDCA2B4F8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6234113"/>
            <a:ext cx="5191125" cy="538162"/>
            <a:chOff x="1152" y="2880"/>
            <a:chExt cx="3270" cy="339"/>
          </a:xfrm>
        </p:grpSpPr>
        <p:graphicFrame>
          <p:nvGraphicFramePr>
            <p:cNvPr id="60441" name="Object 12">
              <a:extLst>
                <a:ext uri="{FF2B5EF4-FFF2-40B4-BE49-F238E27FC236}">
                  <a16:creationId xmlns:a16="http://schemas.microsoft.com/office/drawing/2014/main" id="{6700ED69-29A0-4C1F-989B-8F16ECDB99B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2888"/>
            <a:ext cx="305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25" name="Equation" r:id="rId8" imgW="203024" imgH="215713" progId="Equation.DSMT4">
                    <p:embed/>
                  </p:oleObj>
                </mc:Choice>
                <mc:Fallback>
                  <p:oleObj name="Equation" r:id="rId8" imgW="203024" imgH="215713" progId="Equation.DSMT4">
                    <p:embed/>
                    <p:pic>
                      <p:nvPicPr>
                        <p:cNvPr id="60441" name="Object 12">
                          <a:extLst>
                            <a:ext uri="{FF2B5EF4-FFF2-40B4-BE49-F238E27FC236}">
                              <a16:creationId xmlns:a16="http://schemas.microsoft.com/office/drawing/2014/main" id="{6700ED69-29A0-4C1F-989B-8F16ECDB99B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2888"/>
                          <a:ext cx="305" cy="3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442" name="Object 13">
              <a:extLst>
                <a:ext uri="{FF2B5EF4-FFF2-40B4-BE49-F238E27FC236}">
                  <a16:creationId xmlns:a16="http://schemas.microsoft.com/office/drawing/2014/main" id="{0BA4BFCE-03DD-4FC3-8B74-CA76BD6F39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60" y="2886"/>
            <a:ext cx="313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426" name="Equation" r:id="rId10" imgW="215619" imgH="215619" progId="Equation.DSMT4">
                    <p:embed/>
                  </p:oleObj>
                </mc:Choice>
                <mc:Fallback>
                  <p:oleObj name="Equation" r:id="rId10" imgW="215619" imgH="215619" progId="Equation.DSMT4">
                    <p:embed/>
                    <p:pic>
                      <p:nvPicPr>
                        <p:cNvPr id="60442" name="Object 13">
                          <a:extLst>
                            <a:ext uri="{FF2B5EF4-FFF2-40B4-BE49-F238E27FC236}">
                              <a16:creationId xmlns:a16="http://schemas.microsoft.com/office/drawing/2014/main" id="{0BA4BFCE-03DD-4FC3-8B74-CA76BD6F39E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2886"/>
                          <a:ext cx="313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0443" name="Text Box 14">
              <a:extLst>
                <a:ext uri="{FF2B5EF4-FFF2-40B4-BE49-F238E27FC236}">
                  <a16:creationId xmlns:a16="http://schemas.microsoft.com/office/drawing/2014/main" id="{AAEFE89E-4485-4C93-B872-5F6237DAC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880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与</a:t>
              </a:r>
              <a:endParaRPr lang="zh-CN" altLang="en-US" sz="2800"/>
            </a:p>
          </p:txBody>
        </p:sp>
        <p:sp>
          <p:nvSpPr>
            <p:cNvPr id="60444" name="Text Box 15">
              <a:extLst>
                <a:ext uri="{FF2B5EF4-FFF2-40B4-BE49-F238E27FC236}">
                  <a16:creationId xmlns:a16="http://schemas.microsoft.com/office/drawing/2014/main" id="{6460FEEA-64E6-4A7B-BEF4-9793E286C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2892"/>
              <a:ext cx="252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成右手螺旋关系</a:t>
              </a:r>
              <a:endParaRPr lang="zh-CN" altLang="en-US" sz="2800"/>
            </a:p>
          </p:txBody>
        </p:sp>
      </p:grpSp>
      <p:sp>
        <p:nvSpPr>
          <p:cNvPr id="78" name="Text Box 16">
            <a:extLst>
              <a:ext uri="{FF2B5EF4-FFF2-40B4-BE49-F238E27FC236}">
                <a16:creationId xmlns:a16="http://schemas.microsoft.com/office/drawing/2014/main" id="{A9CEF1EB-A836-46B9-AD55-42ABDF5AA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4497388"/>
            <a:ext cx="5699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若导体为闭合回路</a:t>
            </a:r>
            <a:r>
              <a:rPr lang="en-US" altLang="zh-CN" sz="2800" b="1"/>
              <a:t>,  </a:t>
            </a:r>
            <a:r>
              <a:rPr lang="zh-CN" altLang="en-US" sz="2800" b="1"/>
              <a:t>则</a:t>
            </a:r>
            <a:endParaRPr lang="zh-CN" altLang="en-US" sz="2800"/>
          </a:p>
        </p:txBody>
      </p:sp>
      <p:graphicFrame>
        <p:nvGraphicFramePr>
          <p:cNvPr id="79" name="Object 19">
            <a:extLst>
              <a:ext uri="{FF2B5EF4-FFF2-40B4-BE49-F238E27FC236}">
                <a16:creationId xmlns:a16="http://schemas.microsoft.com/office/drawing/2014/main" id="{7A31F179-2B8E-4E9A-A3E8-59F72B015A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138" y="5233988"/>
          <a:ext cx="3652837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7" name="Equation" r:id="rId12" imgW="3733800" imgH="850900" progId="Equation.DSMT4">
                  <p:embed/>
                </p:oleObj>
              </mc:Choice>
              <mc:Fallback>
                <p:oleObj name="Equation" r:id="rId12" imgW="3733800" imgH="850900" progId="Equation.DSMT4">
                  <p:embed/>
                  <p:pic>
                    <p:nvPicPr>
                      <p:cNvPr id="79" name="Object 19">
                        <a:extLst>
                          <a:ext uri="{FF2B5EF4-FFF2-40B4-BE49-F238E27FC236}">
                            <a16:creationId xmlns:a16="http://schemas.microsoft.com/office/drawing/2014/main" id="{7A31F179-2B8E-4E9A-A3E8-59F72B015A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5233988"/>
                        <a:ext cx="3652837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AutoShape 20">
            <a:extLst>
              <a:ext uri="{FF2B5EF4-FFF2-40B4-BE49-F238E27FC236}">
                <a16:creationId xmlns:a16="http://schemas.microsoft.com/office/drawing/2014/main" id="{0E3C7EC3-EA6D-44F6-A1BA-5950C4E4F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5575300"/>
            <a:ext cx="914400" cy="196850"/>
          </a:xfrm>
          <a:prstGeom prst="rightArrow">
            <a:avLst>
              <a:gd name="adj1" fmla="val 50000"/>
              <a:gd name="adj2" fmla="val 116129"/>
            </a:avLst>
          </a:prstGeom>
          <a:solidFill>
            <a:srgbClr val="FF0000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21">
            <a:extLst>
              <a:ext uri="{FF2B5EF4-FFF2-40B4-BE49-F238E27FC236}">
                <a16:creationId xmlns:a16="http://schemas.microsoft.com/office/drawing/2014/main" id="{38F23D29-926A-4DFD-8FFD-66A99370B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97313"/>
            <a:ext cx="3421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感生电动势</a:t>
            </a:r>
            <a:r>
              <a:rPr lang="zh-CN" altLang="en-US" sz="2800" b="1">
                <a:solidFill>
                  <a:srgbClr val="FF3300"/>
                </a:solidFill>
                <a:ea typeface="黑体" panose="02010609060101010101" pitchFamily="49" charset="-122"/>
              </a:rPr>
              <a:t>定义</a:t>
            </a:r>
          </a:p>
        </p:txBody>
      </p:sp>
      <p:sp>
        <p:nvSpPr>
          <p:cNvPr id="82" name="Text Box 22">
            <a:extLst>
              <a:ext uri="{FF2B5EF4-FFF2-40B4-BE49-F238E27FC236}">
                <a16:creationId xmlns:a16="http://schemas.microsoft.com/office/drawing/2014/main" id="{9D6AF254-CE70-4A73-9E53-5EB832C21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763" y="3230563"/>
            <a:ext cx="541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  <a:ea typeface="黑体" panose="02010609060101010101" pitchFamily="49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感应电场的环路定理</a:t>
            </a:r>
          </a:p>
        </p:txBody>
      </p:sp>
      <p:sp>
        <p:nvSpPr>
          <p:cNvPr id="83" name="Rectangle 23">
            <a:extLst>
              <a:ext uri="{FF2B5EF4-FFF2-40B4-BE49-F238E27FC236}">
                <a16:creationId xmlns:a16="http://schemas.microsoft.com/office/drawing/2014/main" id="{CDA0D848-5B2F-465A-B7C6-8911DE7FF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5194300"/>
            <a:ext cx="3636962" cy="9906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4" name="Oval 26">
            <a:extLst>
              <a:ext uri="{FF2B5EF4-FFF2-40B4-BE49-F238E27FC236}">
                <a16:creationId xmlns:a16="http://schemas.microsoft.com/office/drawing/2014/main" id="{BF2B1F90-D0F2-41AC-A6C0-9A5A26246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588" y="56070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60440" name="Text Box 2">
            <a:extLst>
              <a:ext uri="{FF2B5EF4-FFF2-40B4-BE49-F238E27FC236}">
                <a16:creationId xmlns:a16="http://schemas.microsoft.com/office/drawing/2014/main" id="{38CA50BD-D31A-42E1-A8E9-51C969CEF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2312137661"/>
      </p:ext>
    </p:ext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2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20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275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75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75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3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75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75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75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5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2" grpId="0" autoUpdateAnimBg="0"/>
      <p:bldP spid="220169" grpId="0" autoUpdateAnimBg="0"/>
      <p:bldP spid="61" grpId="0" autoUpdateAnimBg="0"/>
      <p:bldP spid="62" grpId="0" autoUpdateAnimBg="0"/>
      <p:bldP spid="63" grpId="0" animBg="1" autoUpdateAnimBg="0"/>
      <p:bldP spid="64" grpId="0"/>
      <p:bldP spid="68" grpId="0" autoUpdateAnimBg="0"/>
      <p:bldP spid="71" grpId="0"/>
      <p:bldP spid="72" grpId="0" autoUpdateAnimBg="0"/>
      <p:bldP spid="78" grpId="0" autoUpdateAnimBg="0"/>
      <p:bldP spid="80" grpId="0" animBg="1"/>
      <p:bldP spid="81" grpId="0" autoUpdateAnimBg="0"/>
      <p:bldP spid="82" grpId="0" autoUpdateAnimBg="0"/>
      <p:bldP spid="83" grpId="0" animBg="1"/>
      <p:bldP spid="8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>
            <a:extLst>
              <a:ext uri="{FF2B5EF4-FFF2-40B4-BE49-F238E27FC236}">
                <a16:creationId xmlns:a16="http://schemas.microsoft.com/office/drawing/2014/main" id="{C085E337-36ED-42AB-AFC4-17C2A2839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4128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427" name="Line 3">
            <a:extLst>
              <a:ext uri="{FF2B5EF4-FFF2-40B4-BE49-F238E27FC236}">
                <a16:creationId xmlns:a16="http://schemas.microsoft.com/office/drawing/2014/main" id="{5B3DEDA9-507C-4923-9FE5-4C2F054A0D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92275" y="2459038"/>
            <a:ext cx="812800" cy="307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428" name="Line 4">
            <a:extLst>
              <a:ext uri="{FF2B5EF4-FFF2-40B4-BE49-F238E27FC236}">
                <a16:creationId xmlns:a16="http://schemas.microsoft.com/office/drawing/2014/main" id="{E59DC53B-F57F-4949-842D-0EE9029849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300288" y="2103438"/>
            <a:ext cx="166687" cy="35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1429" name="Object 2">
            <a:extLst>
              <a:ext uri="{FF2B5EF4-FFF2-40B4-BE49-F238E27FC236}">
                <a16:creationId xmlns:a16="http://schemas.microsoft.com/office/drawing/2014/main" id="{4A0E0A52-C1C7-4BF0-88E0-1AC7E300F8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2775" y="1976438"/>
          <a:ext cx="4810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4" name="公式" r:id="rId3" imgW="88969" imgH="108150" progId="Equation.3">
                  <p:embed/>
                </p:oleObj>
              </mc:Choice>
              <mc:Fallback>
                <p:oleObj name="公式" r:id="rId3" imgW="88969" imgH="10815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775" y="1976438"/>
                        <a:ext cx="48101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30" name="Text Box 6">
            <a:extLst>
              <a:ext uri="{FF2B5EF4-FFF2-40B4-BE49-F238E27FC236}">
                <a16:creationId xmlns:a16="http://schemas.microsoft.com/office/drawing/2014/main" id="{B20ABA67-6FB5-4090-AF07-3B9B9332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" y="395288"/>
            <a:ext cx="85090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  </a:t>
            </a:r>
            <a:r>
              <a:rPr lang="zh-CN" altLang="en-US" sz="2800" b="1"/>
              <a:t>在</a:t>
            </a: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6</a:t>
            </a:r>
            <a:r>
              <a:rPr lang="zh-CN" altLang="en-US" sz="2800" b="1"/>
              <a:t>的磁场中，如图放入一边长为</a:t>
            </a:r>
            <a:r>
              <a:rPr lang="en-US" altLang="zh-CN" sz="2800" b="1" i="1"/>
              <a:t>L</a:t>
            </a:r>
            <a:r>
              <a:rPr lang="zh-CN" altLang="en-US" sz="2800" b="1"/>
              <a:t>的正方形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导体回路</a:t>
            </a:r>
            <a:r>
              <a:rPr lang="zh-CN" altLang="en-US" sz="2800"/>
              <a:t>。</a:t>
            </a:r>
            <a:r>
              <a:rPr lang="zh-CN" altLang="en-US" sz="2800" b="1"/>
              <a:t>求：</a:t>
            </a:r>
          </a:p>
        </p:txBody>
      </p:sp>
      <p:sp>
        <p:nvSpPr>
          <p:cNvPr id="231431" name="Text Box 7">
            <a:extLst>
              <a:ext uri="{FF2B5EF4-FFF2-40B4-BE49-F238E27FC236}">
                <a16:creationId xmlns:a16="http://schemas.microsoft.com/office/drawing/2014/main" id="{2B843190-188F-436B-96FF-D81875593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2350" y="836613"/>
            <a:ext cx="558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）回路各边的感应电动势；</a:t>
            </a:r>
          </a:p>
        </p:txBody>
      </p:sp>
      <p:sp>
        <p:nvSpPr>
          <p:cNvPr id="231432" name="Text Box 8">
            <a:extLst>
              <a:ext uri="{FF2B5EF4-FFF2-40B4-BE49-F238E27FC236}">
                <a16:creationId xmlns:a16="http://schemas.microsoft.com/office/drawing/2014/main" id="{C98320C6-90F9-4884-B44F-F55E44FA5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0" y="1484313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31433" name="Text Box 9">
            <a:extLst>
              <a:ext uri="{FF2B5EF4-FFF2-40B4-BE49-F238E27FC236}">
                <a16:creationId xmlns:a16="http://schemas.microsoft.com/office/drawing/2014/main" id="{C9805B60-218C-4290-AF19-2757A473B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1484313"/>
            <a:ext cx="39608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）由图可知</a:t>
            </a:r>
            <a:endParaRPr lang="zh-CN" altLang="en-US" sz="2800"/>
          </a:p>
        </p:txBody>
      </p:sp>
      <p:graphicFrame>
        <p:nvGraphicFramePr>
          <p:cNvPr id="231434" name="Object 3">
            <a:extLst>
              <a:ext uri="{FF2B5EF4-FFF2-40B4-BE49-F238E27FC236}">
                <a16:creationId xmlns:a16="http://schemas.microsoft.com/office/drawing/2014/main" id="{16E114CE-4E44-4E21-A231-4725D0F9F1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2125" y="2095500"/>
          <a:ext cx="16446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5" name="Equation" r:id="rId5" imgW="1435100" imgH="419100" progId="Equation.DSMT4">
                  <p:embed/>
                </p:oleObj>
              </mc:Choice>
              <mc:Fallback>
                <p:oleObj name="Equation" r:id="rId5" imgW="1435100" imgH="419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5" y="2095500"/>
                        <a:ext cx="1644650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5" name="Object 4">
            <a:extLst>
              <a:ext uri="{FF2B5EF4-FFF2-40B4-BE49-F238E27FC236}">
                <a16:creationId xmlns:a16="http://schemas.microsoft.com/office/drawing/2014/main" id="{88A43740-DDD1-432D-BFA2-706A32FD28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6300" y="2609850"/>
          <a:ext cx="12922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6" name="Equation" r:id="rId7" imgW="1117600" imgH="419100" progId="Equation.DSMT4">
                  <p:embed/>
                </p:oleObj>
              </mc:Choice>
              <mc:Fallback>
                <p:oleObj name="Equation" r:id="rId7" imgW="11176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6300" y="2609850"/>
                        <a:ext cx="12922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6" name="Object 5">
            <a:extLst>
              <a:ext uri="{FF2B5EF4-FFF2-40B4-BE49-F238E27FC236}">
                <a16:creationId xmlns:a16="http://schemas.microsoft.com/office/drawing/2014/main" id="{6DD5130F-04D0-4FD4-8391-4AB110DA7A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6013" y="2328863"/>
          <a:ext cx="2247900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7" name="Equation" r:id="rId9" imgW="2082800" imgH="457200" progId="Equation.DSMT4">
                  <p:embed/>
                </p:oleObj>
              </mc:Choice>
              <mc:Fallback>
                <p:oleObj name="Equation" r:id="rId9" imgW="20828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6013" y="2328863"/>
                        <a:ext cx="2247900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7" name="Object 6">
            <a:extLst>
              <a:ext uri="{FF2B5EF4-FFF2-40B4-BE49-F238E27FC236}">
                <a16:creationId xmlns:a16="http://schemas.microsoft.com/office/drawing/2014/main" id="{2850BDBE-F7C4-42A9-B918-DF47873803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8613" y="3168650"/>
          <a:ext cx="1873250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8" name="Equation" r:id="rId11" imgW="1816100" imgH="647700" progId="Equation.DSMT4">
                  <p:embed/>
                </p:oleObj>
              </mc:Choice>
              <mc:Fallback>
                <p:oleObj name="Equation" r:id="rId11" imgW="1816100" imgH="6477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8613" y="3168650"/>
                        <a:ext cx="1873250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8" name="Object 7">
            <a:extLst>
              <a:ext uri="{FF2B5EF4-FFF2-40B4-BE49-F238E27FC236}">
                <a16:creationId xmlns:a16="http://schemas.microsoft.com/office/drawing/2014/main" id="{C1C85A0B-BFA1-41A2-BF90-4A9EFED732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8375" y="3176588"/>
          <a:ext cx="1779588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9" name="Equation" r:id="rId13" imgW="1752600" imgH="647700" progId="Equation.DSMT4">
                  <p:embed/>
                </p:oleObj>
              </mc:Choice>
              <mc:Fallback>
                <p:oleObj name="Equation" r:id="rId13" imgW="1752600" imgH="647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75" y="3176588"/>
                        <a:ext cx="1779588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9" name="Object 8">
            <a:extLst>
              <a:ext uri="{FF2B5EF4-FFF2-40B4-BE49-F238E27FC236}">
                <a16:creationId xmlns:a16="http://schemas.microsoft.com/office/drawing/2014/main" id="{D6038949-D933-4809-B616-AECB13878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3946525"/>
          <a:ext cx="2265363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0" name="Equation" r:id="rId15" imgW="2184400" imgH="711200" progId="Equation.DSMT4">
                  <p:embed/>
                </p:oleObj>
              </mc:Choice>
              <mc:Fallback>
                <p:oleObj name="Equation" r:id="rId15" imgW="2184400" imgH="71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3946525"/>
                        <a:ext cx="2265363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0" name="Object 9">
            <a:extLst>
              <a:ext uri="{FF2B5EF4-FFF2-40B4-BE49-F238E27FC236}">
                <a16:creationId xmlns:a16="http://schemas.microsoft.com/office/drawing/2014/main" id="{67B60FC1-6537-474C-A63C-199F30AAEE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050" y="4810125"/>
          <a:ext cx="1762125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1" name="Equation" r:id="rId17" imgW="1778000" imgH="711200" progId="Equation.DSMT4">
                  <p:embed/>
                </p:oleObj>
              </mc:Choice>
              <mc:Fallback>
                <p:oleObj name="Equation" r:id="rId17" imgW="17780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050" y="4810125"/>
                        <a:ext cx="1762125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41" name="Object 10">
            <a:extLst>
              <a:ext uri="{FF2B5EF4-FFF2-40B4-BE49-F238E27FC236}">
                <a16:creationId xmlns:a16="http://schemas.microsoft.com/office/drawing/2014/main" id="{9B07084A-C156-4B99-8FF6-9C8784EF22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4797425"/>
          <a:ext cx="147796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2" name="Equation" r:id="rId19" imgW="1447172" imgH="723586" progId="Equation.DSMT4">
                  <p:embed/>
                </p:oleObj>
              </mc:Choice>
              <mc:Fallback>
                <p:oleObj name="Equation" r:id="rId19" imgW="1447172" imgH="723586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4797425"/>
                        <a:ext cx="1477962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42" name="Text Box 18">
            <a:extLst>
              <a:ext uri="{FF2B5EF4-FFF2-40B4-BE49-F238E27FC236}">
                <a16:creationId xmlns:a16="http://schemas.microsoft.com/office/drawing/2014/main" id="{5ED45EC5-17F4-46FE-A180-F29D3D60E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5805488"/>
            <a:ext cx="18335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同理</a:t>
            </a:r>
            <a:endParaRPr lang="zh-CN" altLang="en-US" sz="2800"/>
          </a:p>
        </p:txBody>
      </p:sp>
      <p:graphicFrame>
        <p:nvGraphicFramePr>
          <p:cNvPr id="231443" name="Object 11">
            <a:extLst>
              <a:ext uri="{FF2B5EF4-FFF2-40B4-BE49-F238E27FC236}">
                <a16:creationId xmlns:a16="http://schemas.microsoft.com/office/drawing/2014/main" id="{908481D1-88FA-4DB1-9997-2ABCBF2CB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5734050"/>
          <a:ext cx="22320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3" name="Equation" r:id="rId21" imgW="1930400" imgH="723900" progId="Equation.DSMT4">
                  <p:embed/>
                </p:oleObj>
              </mc:Choice>
              <mc:Fallback>
                <p:oleObj name="Equation" r:id="rId21" imgW="1930400" imgH="7239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734050"/>
                        <a:ext cx="2232025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2">
            <a:extLst>
              <a:ext uri="{FF2B5EF4-FFF2-40B4-BE49-F238E27FC236}">
                <a16:creationId xmlns:a16="http://schemas.microsoft.com/office/drawing/2014/main" id="{83A5893B-4B36-4745-BF7D-72EEBC895334}"/>
              </a:ext>
            </a:extLst>
          </p:cNvPr>
          <p:cNvGrpSpPr>
            <a:grpSpLocks/>
          </p:cNvGrpSpPr>
          <p:nvPr/>
        </p:nvGrpSpPr>
        <p:grpSpPr bwMode="auto">
          <a:xfrm>
            <a:off x="676275" y="1700213"/>
            <a:ext cx="2133600" cy="2133600"/>
            <a:chOff x="426" y="1071"/>
            <a:chExt cx="1344" cy="1344"/>
          </a:xfrm>
        </p:grpSpPr>
        <p:sp>
          <p:nvSpPr>
            <p:cNvPr id="28707" name="Rectangle 21">
              <a:extLst>
                <a:ext uri="{FF2B5EF4-FFF2-40B4-BE49-F238E27FC236}">
                  <a16:creationId xmlns:a16="http://schemas.microsoft.com/office/drawing/2014/main" id="{E0A24302-3EC6-4ED9-B6BC-D8D3BF635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1285"/>
              <a:ext cx="464" cy="456"/>
            </a:xfrm>
            <a:prstGeom prst="rect">
              <a:avLst/>
            </a:prstGeom>
            <a:noFill/>
            <a:ln w="38100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8708" name="Object 19">
              <a:extLst>
                <a:ext uri="{FF2B5EF4-FFF2-40B4-BE49-F238E27FC236}">
                  <a16:creationId xmlns:a16="http://schemas.microsoft.com/office/drawing/2014/main" id="{5983B1DC-10FB-4414-98E0-B1EF743108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82" y="173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54" name="公式" r:id="rId23" imgW="126835" imgH="139518" progId="Equation.3">
                    <p:embed/>
                  </p:oleObj>
                </mc:Choice>
                <mc:Fallback>
                  <p:oleObj name="公式" r:id="rId23" imgW="126835" imgH="139518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2" y="173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9" name="Object 20">
              <a:extLst>
                <a:ext uri="{FF2B5EF4-FFF2-40B4-BE49-F238E27FC236}">
                  <a16:creationId xmlns:a16="http://schemas.microsoft.com/office/drawing/2014/main" id="{8544A767-CB77-4451-8E08-B3A6649A19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54" y="1167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55" name="公式" r:id="rId25" imgW="114201" imgH="139579" progId="Equation.3">
                    <p:embed/>
                  </p:oleObj>
                </mc:Choice>
                <mc:Fallback>
                  <p:oleObj name="公式" r:id="rId25" imgW="114201" imgH="139579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4" y="1167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10" name="Object 21">
              <a:extLst>
                <a:ext uri="{FF2B5EF4-FFF2-40B4-BE49-F238E27FC236}">
                  <a16:creationId xmlns:a16="http://schemas.microsoft.com/office/drawing/2014/main" id="{71B858AC-EA22-4BD9-9C95-FDF4ABF3D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8" y="1093"/>
            <a:ext cx="187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56" name="公式" r:id="rId27" imgW="126725" imgH="177415" progId="Equation.3">
                    <p:embed/>
                  </p:oleObj>
                </mc:Choice>
                <mc:Fallback>
                  <p:oleObj name="公式" r:id="rId27" imgW="126725" imgH="17741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8" y="1093"/>
                          <a:ext cx="187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711" name="Oval 25">
              <a:extLst>
                <a:ext uri="{FF2B5EF4-FFF2-40B4-BE49-F238E27FC236}">
                  <a16:creationId xmlns:a16="http://schemas.microsoft.com/office/drawing/2014/main" id="{1FCE6E7E-0961-4F50-9C8B-9D3285D32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1071"/>
              <a:ext cx="1344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28712" name="Group 26">
              <a:extLst>
                <a:ext uri="{FF2B5EF4-FFF2-40B4-BE49-F238E27FC236}">
                  <a16:creationId xmlns:a16="http://schemas.microsoft.com/office/drawing/2014/main" id="{4738D32A-08BE-4E24-97CD-6B2C95E6E2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8" y="1935"/>
              <a:ext cx="137" cy="127"/>
              <a:chOff x="1090" y="3836"/>
              <a:chExt cx="110" cy="100"/>
            </a:xfrm>
          </p:grpSpPr>
          <p:grpSp>
            <p:nvGrpSpPr>
              <p:cNvPr id="28780" name="Group 27">
                <a:extLst>
                  <a:ext uri="{FF2B5EF4-FFF2-40B4-BE49-F238E27FC236}">
                    <a16:creationId xmlns:a16="http://schemas.microsoft.com/office/drawing/2014/main" id="{3B31E3C2-9AB1-4EA3-9882-51A1321F1F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82" name="Line 28">
                  <a:extLst>
                    <a:ext uri="{FF2B5EF4-FFF2-40B4-BE49-F238E27FC236}">
                      <a16:creationId xmlns:a16="http://schemas.microsoft.com/office/drawing/2014/main" id="{F403CCAA-D457-4715-9A2A-22F403272B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83" name="Line 29">
                  <a:extLst>
                    <a:ext uri="{FF2B5EF4-FFF2-40B4-BE49-F238E27FC236}">
                      <a16:creationId xmlns:a16="http://schemas.microsoft.com/office/drawing/2014/main" id="{B8D3D07E-7467-43F8-A7B4-4E7890C821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81" name="Line 30">
                <a:extLst>
                  <a:ext uri="{FF2B5EF4-FFF2-40B4-BE49-F238E27FC236}">
                    <a16:creationId xmlns:a16="http://schemas.microsoft.com/office/drawing/2014/main" id="{08D21C3B-D35F-42B7-B1D5-EC5A12636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3" name="Group 31">
              <a:extLst>
                <a:ext uri="{FF2B5EF4-FFF2-40B4-BE49-F238E27FC236}">
                  <a16:creationId xmlns:a16="http://schemas.microsoft.com/office/drawing/2014/main" id="{1318AEFD-D142-46B6-8B53-94D1E535D3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1695"/>
              <a:ext cx="137" cy="126"/>
              <a:chOff x="1090" y="3836"/>
              <a:chExt cx="110" cy="100"/>
            </a:xfrm>
          </p:grpSpPr>
          <p:grpSp>
            <p:nvGrpSpPr>
              <p:cNvPr id="28776" name="Group 32">
                <a:extLst>
                  <a:ext uri="{FF2B5EF4-FFF2-40B4-BE49-F238E27FC236}">
                    <a16:creationId xmlns:a16="http://schemas.microsoft.com/office/drawing/2014/main" id="{E7D1E108-5D99-4701-B9B3-591C08057F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8" name="Line 33">
                  <a:extLst>
                    <a:ext uri="{FF2B5EF4-FFF2-40B4-BE49-F238E27FC236}">
                      <a16:creationId xmlns:a16="http://schemas.microsoft.com/office/drawing/2014/main" id="{463BD3B1-9A5B-40B7-A12A-2C5F34FB3B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9" name="Line 34">
                  <a:extLst>
                    <a:ext uri="{FF2B5EF4-FFF2-40B4-BE49-F238E27FC236}">
                      <a16:creationId xmlns:a16="http://schemas.microsoft.com/office/drawing/2014/main" id="{D1ECD4C2-C250-4BD2-9DDF-B2E69C4D8F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7" name="Line 35">
                <a:extLst>
                  <a:ext uri="{FF2B5EF4-FFF2-40B4-BE49-F238E27FC236}">
                    <a16:creationId xmlns:a16="http://schemas.microsoft.com/office/drawing/2014/main" id="{62ACCAA0-AFB3-44FD-B9E2-77DAC429E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4" name="Group 36">
              <a:extLst>
                <a:ext uri="{FF2B5EF4-FFF2-40B4-BE49-F238E27FC236}">
                  <a16:creationId xmlns:a16="http://schemas.microsoft.com/office/drawing/2014/main" id="{2EC975A7-EDEF-4791-917E-EBD35EA3C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6" y="1455"/>
              <a:ext cx="137" cy="126"/>
              <a:chOff x="1090" y="3836"/>
              <a:chExt cx="110" cy="100"/>
            </a:xfrm>
          </p:grpSpPr>
          <p:grpSp>
            <p:nvGrpSpPr>
              <p:cNvPr id="28772" name="Group 37">
                <a:extLst>
                  <a:ext uri="{FF2B5EF4-FFF2-40B4-BE49-F238E27FC236}">
                    <a16:creationId xmlns:a16="http://schemas.microsoft.com/office/drawing/2014/main" id="{82DD5219-DB44-4834-979D-ED083050EE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4" name="Line 38">
                  <a:extLst>
                    <a:ext uri="{FF2B5EF4-FFF2-40B4-BE49-F238E27FC236}">
                      <a16:creationId xmlns:a16="http://schemas.microsoft.com/office/drawing/2014/main" id="{3BACCF89-580B-438A-8353-23D7C1655E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5" name="Line 39">
                  <a:extLst>
                    <a:ext uri="{FF2B5EF4-FFF2-40B4-BE49-F238E27FC236}">
                      <a16:creationId xmlns:a16="http://schemas.microsoft.com/office/drawing/2014/main" id="{D1FC0E24-EBAE-4BAC-9B89-ECAA25C41D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73" name="Line 40">
                <a:extLst>
                  <a:ext uri="{FF2B5EF4-FFF2-40B4-BE49-F238E27FC236}">
                    <a16:creationId xmlns:a16="http://schemas.microsoft.com/office/drawing/2014/main" id="{E72806FA-874F-45B2-9360-21E605E4D6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5" name="Group 41">
              <a:extLst>
                <a:ext uri="{FF2B5EF4-FFF2-40B4-BE49-F238E27FC236}">
                  <a16:creationId xmlns:a16="http://schemas.microsoft.com/office/drawing/2014/main" id="{35D22EF7-0077-4BED-93D9-B857D1D19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" y="1665"/>
              <a:ext cx="137" cy="126"/>
              <a:chOff x="1090" y="3836"/>
              <a:chExt cx="110" cy="100"/>
            </a:xfrm>
          </p:grpSpPr>
          <p:grpSp>
            <p:nvGrpSpPr>
              <p:cNvPr id="28768" name="Group 42">
                <a:extLst>
                  <a:ext uri="{FF2B5EF4-FFF2-40B4-BE49-F238E27FC236}">
                    <a16:creationId xmlns:a16="http://schemas.microsoft.com/office/drawing/2014/main" id="{6D247F4C-1775-42EF-8D6A-FDD6C9C922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70" name="Line 43">
                  <a:extLst>
                    <a:ext uri="{FF2B5EF4-FFF2-40B4-BE49-F238E27FC236}">
                      <a16:creationId xmlns:a16="http://schemas.microsoft.com/office/drawing/2014/main" id="{791614C1-434E-4B33-B8C0-7EC8BD54F1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71" name="Line 44">
                  <a:extLst>
                    <a:ext uri="{FF2B5EF4-FFF2-40B4-BE49-F238E27FC236}">
                      <a16:creationId xmlns:a16="http://schemas.microsoft.com/office/drawing/2014/main" id="{9A865C5A-5F7E-4E7A-9292-24616A0A65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9" name="Line 45">
                <a:extLst>
                  <a:ext uri="{FF2B5EF4-FFF2-40B4-BE49-F238E27FC236}">
                    <a16:creationId xmlns:a16="http://schemas.microsoft.com/office/drawing/2014/main" id="{B2E0527C-F7A2-4FCD-8CCB-C0B5A0646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6" name="Group 46">
              <a:extLst>
                <a:ext uri="{FF2B5EF4-FFF2-40B4-BE49-F238E27FC236}">
                  <a16:creationId xmlns:a16="http://schemas.microsoft.com/office/drawing/2014/main" id="{8287121F-28CD-4036-ABBA-EBA5B3A53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2" y="1425"/>
              <a:ext cx="137" cy="126"/>
              <a:chOff x="1090" y="3836"/>
              <a:chExt cx="110" cy="100"/>
            </a:xfrm>
          </p:grpSpPr>
          <p:grpSp>
            <p:nvGrpSpPr>
              <p:cNvPr id="28764" name="Group 47">
                <a:extLst>
                  <a:ext uri="{FF2B5EF4-FFF2-40B4-BE49-F238E27FC236}">
                    <a16:creationId xmlns:a16="http://schemas.microsoft.com/office/drawing/2014/main" id="{DFF694E0-0A3E-47C3-9163-D34CEAA268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6" name="Line 48">
                  <a:extLst>
                    <a:ext uri="{FF2B5EF4-FFF2-40B4-BE49-F238E27FC236}">
                      <a16:creationId xmlns:a16="http://schemas.microsoft.com/office/drawing/2014/main" id="{E5B177E0-1D2E-466D-A6D4-948F660E21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7" name="Line 49">
                  <a:extLst>
                    <a:ext uri="{FF2B5EF4-FFF2-40B4-BE49-F238E27FC236}">
                      <a16:creationId xmlns:a16="http://schemas.microsoft.com/office/drawing/2014/main" id="{844AE3D9-ED03-4693-AD71-160FB7B50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5" name="Line 50">
                <a:extLst>
                  <a:ext uri="{FF2B5EF4-FFF2-40B4-BE49-F238E27FC236}">
                    <a16:creationId xmlns:a16="http://schemas.microsoft.com/office/drawing/2014/main" id="{64BE6B5D-38A3-4FA0-B8FD-2F85EB1D4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7" name="Group 51">
              <a:extLst>
                <a:ext uri="{FF2B5EF4-FFF2-40B4-BE49-F238E27FC236}">
                  <a16:creationId xmlns:a16="http://schemas.microsoft.com/office/drawing/2014/main" id="{A84FD1A4-3114-436C-9DBB-272F6F3AB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5" y="1713"/>
              <a:ext cx="137" cy="126"/>
              <a:chOff x="1090" y="3836"/>
              <a:chExt cx="110" cy="100"/>
            </a:xfrm>
          </p:grpSpPr>
          <p:grpSp>
            <p:nvGrpSpPr>
              <p:cNvPr id="28760" name="Group 52">
                <a:extLst>
                  <a:ext uri="{FF2B5EF4-FFF2-40B4-BE49-F238E27FC236}">
                    <a16:creationId xmlns:a16="http://schemas.microsoft.com/office/drawing/2014/main" id="{F9812D9A-2A2F-4574-A143-92CC83005C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62" name="Line 53">
                  <a:extLst>
                    <a:ext uri="{FF2B5EF4-FFF2-40B4-BE49-F238E27FC236}">
                      <a16:creationId xmlns:a16="http://schemas.microsoft.com/office/drawing/2014/main" id="{C40C82E3-DAE9-4557-A9BC-50B9E996E6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63" name="Line 54">
                  <a:extLst>
                    <a:ext uri="{FF2B5EF4-FFF2-40B4-BE49-F238E27FC236}">
                      <a16:creationId xmlns:a16="http://schemas.microsoft.com/office/drawing/2014/main" id="{4EEFB6BB-692F-495F-B0DC-B5C57A9AF9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61" name="Line 55">
                <a:extLst>
                  <a:ext uri="{FF2B5EF4-FFF2-40B4-BE49-F238E27FC236}">
                    <a16:creationId xmlns:a16="http://schemas.microsoft.com/office/drawing/2014/main" id="{C521E54F-5643-4711-95C9-DAD72F398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8" name="Group 56">
              <a:extLst>
                <a:ext uri="{FF2B5EF4-FFF2-40B4-BE49-F238E27FC236}">
                  <a16:creationId xmlns:a16="http://schemas.microsoft.com/office/drawing/2014/main" id="{B5B1E95A-E0D9-4FB1-A3FC-EDB1B250AF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" y="1424"/>
              <a:ext cx="137" cy="127"/>
              <a:chOff x="1090" y="3836"/>
              <a:chExt cx="110" cy="100"/>
            </a:xfrm>
          </p:grpSpPr>
          <p:grpSp>
            <p:nvGrpSpPr>
              <p:cNvPr id="28756" name="Group 57">
                <a:extLst>
                  <a:ext uri="{FF2B5EF4-FFF2-40B4-BE49-F238E27FC236}">
                    <a16:creationId xmlns:a16="http://schemas.microsoft.com/office/drawing/2014/main" id="{CECD3E90-3CBB-42AD-ABCD-476C04022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8" name="Line 58">
                  <a:extLst>
                    <a:ext uri="{FF2B5EF4-FFF2-40B4-BE49-F238E27FC236}">
                      <a16:creationId xmlns:a16="http://schemas.microsoft.com/office/drawing/2014/main" id="{9E94EEF4-0DA6-4382-A5F9-939810563A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9" name="Line 59">
                  <a:extLst>
                    <a:ext uri="{FF2B5EF4-FFF2-40B4-BE49-F238E27FC236}">
                      <a16:creationId xmlns:a16="http://schemas.microsoft.com/office/drawing/2014/main" id="{FF938C3F-A9E4-4DDE-ADBA-4BAE7A3114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7" name="Line 60">
                <a:extLst>
                  <a:ext uri="{FF2B5EF4-FFF2-40B4-BE49-F238E27FC236}">
                    <a16:creationId xmlns:a16="http://schemas.microsoft.com/office/drawing/2014/main" id="{381EFA43-5E11-478E-A1C9-D1230DCBF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19" name="Group 61">
              <a:extLst>
                <a:ext uri="{FF2B5EF4-FFF2-40B4-BE49-F238E27FC236}">
                  <a16:creationId xmlns:a16="http://schemas.microsoft.com/office/drawing/2014/main" id="{A1C27032-862C-4DB6-A6CF-9920071547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713"/>
              <a:ext cx="137" cy="126"/>
              <a:chOff x="1090" y="3836"/>
              <a:chExt cx="110" cy="100"/>
            </a:xfrm>
          </p:grpSpPr>
          <p:grpSp>
            <p:nvGrpSpPr>
              <p:cNvPr id="28752" name="Group 62">
                <a:extLst>
                  <a:ext uri="{FF2B5EF4-FFF2-40B4-BE49-F238E27FC236}">
                    <a16:creationId xmlns:a16="http://schemas.microsoft.com/office/drawing/2014/main" id="{9241996B-8B8F-40DB-A24E-CF503CAB2F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4" name="Line 63">
                  <a:extLst>
                    <a:ext uri="{FF2B5EF4-FFF2-40B4-BE49-F238E27FC236}">
                      <a16:creationId xmlns:a16="http://schemas.microsoft.com/office/drawing/2014/main" id="{4ACBCA35-2D69-477F-B3FD-575CF3F14D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5" name="Line 64">
                  <a:extLst>
                    <a:ext uri="{FF2B5EF4-FFF2-40B4-BE49-F238E27FC236}">
                      <a16:creationId xmlns:a16="http://schemas.microsoft.com/office/drawing/2014/main" id="{566E6107-015E-44E9-94B4-64536BC872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53" name="Line 65">
                <a:extLst>
                  <a:ext uri="{FF2B5EF4-FFF2-40B4-BE49-F238E27FC236}">
                    <a16:creationId xmlns:a16="http://schemas.microsoft.com/office/drawing/2014/main" id="{897BD30C-0FB9-489D-889D-14BC4B8D4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720" name="Oval 66">
              <a:extLst>
                <a:ext uri="{FF2B5EF4-FFF2-40B4-BE49-F238E27FC236}">
                  <a16:creationId xmlns:a16="http://schemas.microsoft.com/office/drawing/2014/main" id="{BEF056EC-12E0-4473-9E25-370821116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1708"/>
              <a:ext cx="60" cy="6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8721" name="Text Box 67">
              <a:extLst>
                <a:ext uri="{FF2B5EF4-FFF2-40B4-BE49-F238E27FC236}">
                  <a16:creationId xmlns:a16="http://schemas.microsoft.com/office/drawing/2014/main" id="{D7D76BC5-8BB3-443D-A5C2-78F8C24B7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5" y="1608"/>
              <a:ext cx="29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o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grpSp>
          <p:nvGrpSpPr>
            <p:cNvPr id="28722" name="Group 68">
              <a:extLst>
                <a:ext uri="{FF2B5EF4-FFF2-40B4-BE49-F238E27FC236}">
                  <a16:creationId xmlns:a16="http://schemas.microsoft.com/office/drawing/2014/main" id="{81D7573E-18D8-439F-8143-22D1E5A4E9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9" y="1936"/>
              <a:ext cx="137" cy="126"/>
              <a:chOff x="1090" y="3836"/>
              <a:chExt cx="110" cy="100"/>
            </a:xfrm>
          </p:grpSpPr>
          <p:grpSp>
            <p:nvGrpSpPr>
              <p:cNvPr id="28748" name="Group 69">
                <a:extLst>
                  <a:ext uri="{FF2B5EF4-FFF2-40B4-BE49-F238E27FC236}">
                    <a16:creationId xmlns:a16="http://schemas.microsoft.com/office/drawing/2014/main" id="{4D6BC2E9-E7F1-479D-9391-7374DA10E0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50" name="Line 70">
                  <a:extLst>
                    <a:ext uri="{FF2B5EF4-FFF2-40B4-BE49-F238E27FC236}">
                      <a16:creationId xmlns:a16="http://schemas.microsoft.com/office/drawing/2014/main" id="{98D72455-64FE-4AA1-A251-A8D8C64B2D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51" name="Line 71">
                  <a:extLst>
                    <a:ext uri="{FF2B5EF4-FFF2-40B4-BE49-F238E27FC236}">
                      <a16:creationId xmlns:a16="http://schemas.microsoft.com/office/drawing/2014/main" id="{C3160F2B-E061-4C19-8813-8C8E3A248A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9" name="Line 72">
                <a:extLst>
                  <a:ext uri="{FF2B5EF4-FFF2-40B4-BE49-F238E27FC236}">
                    <a16:creationId xmlns:a16="http://schemas.microsoft.com/office/drawing/2014/main" id="{7E0038C4-4D2C-4B79-A653-7C1CDB54F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3" name="Group 73">
              <a:extLst>
                <a:ext uri="{FF2B5EF4-FFF2-40B4-BE49-F238E27FC236}">
                  <a16:creationId xmlns:a16="http://schemas.microsoft.com/office/drawing/2014/main" id="{CC12D6B7-1699-4604-8C65-0CC6FDE2DF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3" y="1936"/>
              <a:ext cx="137" cy="126"/>
              <a:chOff x="1090" y="3836"/>
              <a:chExt cx="110" cy="100"/>
            </a:xfrm>
          </p:grpSpPr>
          <p:grpSp>
            <p:nvGrpSpPr>
              <p:cNvPr id="28744" name="Group 74">
                <a:extLst>
                  <a:ext uri="{FF2B5EF4-FFF2-40B4-BE49-F238E27FC236}">
                    <a16:creationId xmlns:a16="http://schemas.microsoft.com/office/drawing/2014/main" id="{F2532DDE-4A0A-4E47-BD6F-7FC1376BAA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6" name="Line 75">
                  <a:extLst>
                    <a:ext uri="{FF2B5EF4-FFF2-40B4-BE49-F238E27FC236}">
                      <a16:creationId xmlns:a16="http://schemas.microsoft.com/office/drawing/2014/main" id="{179948D8-53BE-474F-94F7-9513D0CEFB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7" name="Line 76">
                  <a:extLst>
                    <a:ext uri="{FF2B5EF4-FFF2-40B4-BE49-F238E27FC236}">
                      <a16:creationId xmlns:a16="http://schemas.microsoft.com/office/drawing/2014/main" id="{99EF97B4-BB97-42C4-8F03-C2AE5D25F7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5" name="Line 77">
                <a:extLst>
                  <a:ext uri="{FF2B5EF4-FFF2-40B4-BE49-F238E27FC236}">
                    <a16:creationId xmlns:a16="http://schemas.microsoft.com/office/drawing/2014/main" id="{2CADA685-47FB-4524-9FEA-424C2C56D2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4" name="Group 78">
              <a:extLst>
                <a:ext uri="{FF2B5EF4-FFF2-40B4-BE49-F238E27FC236}">
                  <a16:creationId xmlns:a16="http://schemas.microsoft.com/office/drawing/2014/main" id="{B3403771-A8BF-44DA-8713-C3F616DBF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3" y="2193"/>
              <a:ext cx="137" cy="126"/>
              <a:chOff x="1090" y="3836"/>
              <a:chExt cx="110" cy="100"/>
            </a:xfrm>
          </p:grpSpPr>
          <p:grpSp>
            <p:nvGrpSpPr>
              <p:cNvPr id="28740" name="Group 79">
                <a:extLst>
                  <a:ext uri="{FF2B5EF4-FFF2-40B4-BE49-F238E27FC236}">
                    <a16:creationId xmlns:a16="http://schemas.microsoft.com/office/drawing/2014/main" id="{EB7EC11B-6B2C-41CC-A5FD-936443AC44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42" name="Line 80">
                  <a:extLst>
                    <a:ext uri="{FF2B5EF4-FFF2-40B4-BE49-F238E27FC236}">
                      <a16:creationId xmlns:a16="http://schemas.microsoft.com/office/drawing/2014/main" id="{1F772748-DB2F-4F9E-AF9A-D167DE958F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43" name="Line 81">
                  <a:extLst>
                    <a:ext uri="{FF2B5EF4-FFF2-40B4-BE49-F238E27FC236}">
                      <a16:creationId xmlns:a16="http://schemas.microsoft.com/office/drawing/2014/main" id="{D8B7AE1C-F9CA-4562-BB8F-9DB274C18C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41" name="Line 82">
                <a:extLst>
                  <a:ext uri="{FF2B5EF4-FFF2-40B4-BE49-F238E27FC236}">
                    <a16:creationId xmlns:a16="http://schemas.microsoft.com/office/drawing/2014/main" id="{E74AC5A8-AB68-4B19-B73F-AC67D58B06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5" name="Group 83">
              <a:extLst>
                <a:ext uri="{FF2B5EF4-FFF2-40B4-BE49-F238E27FC236}">
                  <a16:creationId xmlns:a16="http://schemas.microsoft.com/office/drawing/2014/main" id="{45AE9381-6E53-452B-B87C-92D463D8B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2193"/>
              <a:ext cx="137" cy="126"/>
              <a:chOff x="1090" y="3836"/>
              <a:chExt cx="110" cy="100"/>
            </a:xfrm>
          </p:grpSpPr>
          <p:grpSp>
            <p:nvGrpSpPr>
              <p:cNvPr id="28736" name="Group 84">
                <a:extLst>
                  <a:ext uri="{FF2B5EF4-FFF2-40B4-BE49-F238E27FC236}">
                    <a16:creationId xmlns:a16="http://schemas.microsoft.com/office/drawing/2014/main" id="{BDBF2AEB-3C6B-4700-9128-73C85575C8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8" name="Line 85">
                  <a:extLst>
                    <a:ext uri="{FF2B5EF4-FFF2-40B4-BE49-F238E27FC236}">
                      <a16:creationId xmlns:a16="http://schemas.microsoft.com/office/drawing/2014/main" id="{F221F166-13FC-446C-9B79-CF80A1ED2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9" name="Line 86">
                  <a:extLst>
                    <a:ext uri="{FF2B5EF4-FFF2-40B4-BE49-F238E27FC236}">
                      <a16:creationId xmlns:a16="http://schemas.microsoft.com/office/drawing/2014/main" id="{2D5F3394-725F-4956-B228-9BBF54C4EB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7" name="Line 87">
                <a:extLst>
                  <a:ext uri="{FF2B5EF4-FFF2-40B4-BE49-F238E27FC236}">
                    <a16:creationId xmlns:a16="http://schemas.microsoft.com/office/drawing/2014/main" id="{85951F1A-E8F1-49A4-8B36-623275EB3E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6" name="Group 88">
              <a:extLst>
                <a:ext uri="{FF2B5EF4-FFF2-40B4-BE49-F238E27FC236}">
                  <a16:creationId xmlns:a16="http://schemas.microsoft.com/office/drawing/2014/main" id="{CA2EEDA8-DD99-4FB4-A688-315D87980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1" y="1167"/>
              <a:ext cx="137" cy="126"/>
              <a:chOff x="1090" y="3836"/>
              <a:chExt cx="110" cy="100"/>
            </a:xfrm>
          </p:grpSpPr>
          <p:grpSp>
            <p:nvGrpSpPr>
              <p:cNvPr id="28732" name="Group 89">
                <a:extLst>
                  <a:ext uri="{FF2B5EF4-FFF2-40B4-BE49-F238E27FC236}">
                    <a16:creationId xmlns:a16="http://schemas.microsoft.com/office/drawing/2014/main" id="{C0CE7470-4708-4646-87DF-3F4CF4BD1F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4" name="Line 90">
                  <a:extLst>
                    <a:ext uri="{FF2B5EF4-FFF2-40B4-BE49-F238E27FC236}">
                      <a16:creationId xmlns:a16="http://schemas.microsoft.com/office/drawing/2014/main" id="{334EEE73-6941-40A3-B001-53A80788CA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5" name="Line 91">
                  <a:extLst>
                    <a:ext uri="{FF2B5EF4-FFF2-40B4-BE49-F238E27FC236}">
                      <a16:creationId xmlns:a16="http://schemas.microsoft.com/office/drawing/2014/main" id="{4FD5E4C4-635B-4B16-9643-1EED10889D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33" name="Line 92">
                <a:extLst>
                  <a:ext uri="{FF2B5EF4-FFF2-40B4-BE49-F238E27FC236}">
                    <a16:creationId xmlns:a16="http://schemas.microsoft.com/office/drawing/2014/main" id="{4923D7C7-17CA-4D9A-B07A-10113AB35B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727" name="Group 93">
              <a:extLst>
                <a:ext uri="{FF2B5EF4-FFF2-40B4-BE49-F238E27FC236}">
                  <a16:creationId xmlns:a16="http://schemas.microsoft.com/office/drawing/2014/main" id="{E269FE0B-3E05-44EA-AD08-D2FD0F4DAB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8" y="1167"/>
              <a:ext cx="137" cy="126"/>
              <a:chOff x="1090" y="3836"/>
              <a:chExt cx="110" cy="100"/>
            </a:xfrm>
          </p:grpSpPr>
          <p:grpSp>
            <p:nvGrpSpPr>
              <p:cNvPr id="28728" name="Group 94">
                <a:extLst>
                  <a:ext uri="{FF2B5EF4-FFF2-40B4-BE49-F238E27FC236}">
                    <a16:creationId xmlns:a16="http://schemas.microsoft.com/office/drawing/2014/main" id="{7A69C503-F6EE-47E3-8343-23288FF7A1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28730" name="Line 95">
                  <a:extLst>
                    <a:ext uri="{FF2B5EF4-FFF2-40B4-BE49-F238E27FC236}">
                      <a16:creationId xmlns:a16="http://schemas.microsoft.com/office/drawing/2014/main" id="{D922E5CD-C3D4-4F55-BC01-0FE9BFC59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8731" name="Line 96">
                  <a:extLst>
                    <a:ext uri="{FF2B5EF4-FFF2-40B4-BE49-F238E27FC236}">
                      <a16:creationId xmlns:a16="http://schemas.microsoft.com/office/drawing/2014/main" id="{DC7B280A-B428-4A98-882D-C09D3319E8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729" name="Line 97">
                <a:extLst>
                  <a:ext uri="{FF2B5EF4-FFF2-40B4-BE49-F238E27FC236}">
                    <a16:creationId xmlns:a16="http://schemas.microsoft.com/office/drawing/2014/main" id="{C513BC0C-FC1D-4A2C-A8A2-4279443FA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1522" name="AutoShape 98">
            <a:extLst>
              <a:ext uri="{FF2B5EF4-FFF2-40B4-BE49-F238E27FC236}">
                <a16:creationId xmlns:a16="http://schemas.microsoft.com/office/drawing/2014/main" id="{4D3506FF-8453-4095-A28E-CF5B8222B819}"/>
              </a:ext>
            </a:extLst>
          </p:cNvPr>
          <p:cNvSpPr>
            <a:spLocks/>
          </p:cNvSpPr>
          <p:nvPr/>
        </p:nvSpPr>
        <p:spPr bwMode="auto">
          <a:xfrm>
            <a:off x="6065838" y="237648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1523" name="Line 99">
            <a:extLst>
              <a:ext uri="{FF2B5EF4-FFF2-40B4-BE49-F238E27FC236}">
                <a16:creationId xmlns:a16="http://schemas.microsoft.com/office/drawing/2014/main" id="{37F21AA3-B56E-45F7-9A58-0BCB1868F2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9675" y="2281238"/>
            <a:ext cx="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1524" name="Object 12">
            <a:extLst>
              <a:ext uri="{FF2B5EF4-FFF2-40B4-BE49-F238E27FC236}">
                <a16:creationId xmlns:a16="http://schemas.microsoft.com/office/drawing/2014/main" id="{F41F3537-CC95-41DC-80CB-DF35F1451F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1675" y="2382838"/>
          <a:ext cx="27463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57" name="公式" r:id="rId29" imgW="114102" imgH="126780" progId="Equation.3">
                  <p:embed/>
                </p:oleObj>
              </mc:Choice>
              <mc:Fallback>
                <p:oleObj name="公式" r:id="rId29" imgW="114102" imgH="1267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1675" y="2382838"/>
                        <a:ext cx="274638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101">
            <a:extLst>
              <a:ext uri="{FF2B5EF4-FFF2-40B4-BE49-F238E27FC236}">
                <a16:creationId xmlns:a16="http://schemas.microsoft.com/office/drawing/2014/main" id="{1CCAD881-2A71-4706-B6E8-7286DE228E38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4102100"/>
            <a:ext cx="2674938" cy="793750"/>
            <a:chOff x="416" y="2584"/>
            <a:chExt cx="1685" cy="500"/>
          </a:xfrm>
        </p:grpSpPr>
        <p:graphicFrame>
          <p:nvGraphicFramePr>
            <p:cNvPr id="28705" name="Object 17">
              <a:extLst>
                <a:ext uri="{FF2B5EF4-FFF2-40B4-BE49-F238E27FC236}">
                  <a16:creationId xmlns:a16="http://schemas.microsoft.com/office/drawing/2014/main" id="{550FC954-E5CD-4C46-9E40-ADF01B9851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47" y="2584"/>
            <a:ext cx="1254" cy="4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58" name="Equation" r:id="rId31" imgW="1943100" imgH="647700" progId="Equation.DSMT4">
                    <p:embed/>
                  </p:oleObj>
                </mc:Choice>
                <mc:Fallback>
                  <p:oleObj name="Equation" r:id="rId31" imgW="1943100" imgH="6477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7" y="2584"/>
                          <a:ext cx="1254" cy="42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6" name="Object 18">
              <a:extLst>
                <a:ext uri="{FF2B5EF4-FFF2-40B4-BE49-F238E27FC236}">
                  <a16:creationId xmlns:a16="http://schemas.microsoft.com/office/drawing/2014/main" id="{8D23F0BF-1A8E-4386-9332-49251E199F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2604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59" name="剪辑" r:id="rId33" imgW="3168581" imgH="2914476" progId="MS_ClipArt_Gallery.2">
                    <p:embed/>
                  </p:oleObj>
                </mc:Choice>
                <mc:Fallback>
                  <p:oleObj name="剪辑" r:id="rId33" imgW="3168581" imgH="2914476" progId="MS_ClipArt_Gallery.2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2604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1528" name="Object 13">
            <a:extLst>
              <a:ext uri="{FF2B5EF4-FFF2-40B4-BE49-F238E27FC236}">
                <a16:creationId xmlns:a16="http://schemas.microsoft.com/office/drawing/2014/main" id="{6035DC62-540A-4813-9B86-3A85F99D2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7450" y="2259013"/>
          <a:ext cx="3825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60" name="Equation" r:id="rId35" imgW="101480" imgH="120682" progId="Equation.DSMT4">
                  <p:embed/>
                </p:oleObj>
              </mc:Choice>
              <mc:Fallback>
                <p:oleObj name="Equation" r:id="rId35" imgW="101480" imgH="120682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7450" y="2259013"/>
                        <a:ext cx="3825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1424" name="Group 105">
            <a:extLst>
              <a:ext uri="{FF2B5EF4-FFF2-40B4-BE49-F238E27FC236}">
                <a16:creationId xmlns:a16="http://schemas.microsoft.com/office/drawing/2014/main" id="{DE0A5D73-2A36-4560-A5EA-B6404956375A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5013325"/>
            <a:ext cx="2182813" cy="781050"/>
            <a:chOff x="416" y="3158"/>
            <a:chExt cx="1375" cy="492"/>
          </a:xfrm>
        </p:grpSpPr>
        <p:graphicFrame>
          <p:nvGraphicFramePr>
            <p:cNvPr id="28703" name="Object 15">
              <a:extLst>
                <a:ext uri="{FF2B5EF4-FFF2-40B4-BE49-F238E27FC236}">
                  <a16:creationId xmlns:a16="http://schemas.microsoft.com/office/drawing/2014/main" id="{92B7056A-863B-4833-B2D2-739C11E2CD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3158"/>
            <a:ext cx="9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1" name="Equation" r:id="rId37" imgW="1524000" imgH="723900" progId="Equation.DSMT4">
                    <p:embed/>
                  </p:oleObj>
                </mc:Choice>
                <mc:Fallback>
                  <p:oleObj name="Equation" r:id="rId37" imgW="1524000" imgH="72390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3158"/>
                          <a:ext cx="952" cy="456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04" name="Object 16">
              <a:extLst>
                <a:ext uri="{FF2B5EF4-FFF2-40B4-BE49-F238E27FC236}">
                  <a16:creationId xmlns:a16="http://schemas.microsoft.com/office/drawing/2014/main" id="{30D7BED0-BA21-40E6-AB9B-3E27998A39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6" y="3170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2" name="剪辑" r:id="rId39" imgW="3168581" imgH="2914476" progId="MS_ClipArt_Gallery.2">
                    <p:embed/>
                  </p:oleObj>
                </mc:Choice>
                <mc:Fallback>
                  <p:oleObj name="剪辑" r:id="rId39" imgW="3168581" imgH="2914476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" y="3170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1425" name="Group 108">
            <a:extLst>
              <a:ext uri="{FF2B5EF4-FFF2-40B4-BE49-F238E27FC236}">
                <a16:creationId xmlns:a16="http://schemas.microsoft.com/office/drawing/2014/main" id="{7468BEE3-BDBA-4826-A574-6F3712AA2D61}"/>
              </a:ext>
            </a:extLst>
          </p:cNvPr>
          <p:cNvGrpSpPr>
            <a:grpSpLocks/>
          </p:cNvGrpSpPr>
          <p:nvPr/>
        </p:nvGrpSpPr>
        <p:grpSpPr bwMode="auto">
          <a:xfrm>
            <a:off x="2047875" y="2535238"/>
            <a:ext cx="314325" cy="304800"/>
            <a:chOff x="960" y="1152"/>
            <a:chExt cx="198" cy="192"/>
          </a:xfrm>
        </p:grpSpPr>
        <p:sp>
          <p:nvSpPr>
            <p:cNvPr id="28701" name="Freeform 109">
              <a:extLst>
                <a:ext uri="{FF2B5EF4-FFF2-40B4-BE49-F238E27FC236}">
                  <a16:creationId xmlns:a16="http://schemas.microsoft.com/office/drawing/2014/main" id="{A564D340-35AC-4703-A7AF-790BA704E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1219"/>
              <a:ext cx="29" cy="77"/>
            </a:xfrm>
            <a:custGeom>
              <a:avLst/>
              <a:gdLst>
                <a:gd name="T0" fmla="*/ 0 w 29"/>
                <a:gd name="T1" fmla="*/ 0 h 77"/>
                <a:gd name="T2" fmla="*/ 29 w 29"/>
                <a:gd name="T3" fmla="*/ 77 h 77"/>
                <a:gd name="T4" fmla="*/ 0 60000 65536"/>
                <a:gd name="T5" fmla="*/ 0 60000 65536"/>
                <a:gd name="T6" fmla="*/ 0 w 29"/>
                <a:gd name="T7" fmla="*/ 0 h 77"/>
                <a:gd name="T8" fmla="*/ 29 w 29"/>
                <a:gd name="T9" fmla="*/ 77 h 7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" h="77">
                  <a:moveTo>
                    <a:pt x="0" y="0"/>
                  </a:moveTo>
                  <a:cubicBezTo>
                    <a:pt x="26" y="25"/>
                    <a:pt x="29" y="41"/>
                    <a:pt x="29" y="77"/>
                  </a:cubicBezTo>
                </a:path>
              </a:pathLst>
            </a:cu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702" name="Object 14">
              <a:extLst>
                <a:ext uri="{FF2B5EF4-FFF2-40B4-BE49-F238E27FC236}">
                  <a16:creationId xmlns:a16="http://schemas.microsoft.com/office/drawing/2014/main" id="{9C37B40D-E1AB-4A99-9E8C-6FD9D0FE5D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8" y="1152"/>
            <a:ext cx="15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863" name="公式" r:id="rId41" imgW="139579" imgH="177646" progId="Equation.3">
                    <p:embed/>
                  </p:oleObj>
                </mc:Choice>
                <mc:Fallback>
                  <p:oleObj name="公式" r:id="rId41" imgW="139579" imgH="177646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152"/>
                          <a:ext cx="15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700" name="Text Box 12">
            <a:extLst>
              <a:ext uri="{FF2B5EF4-FFF2-40B4-BE49-F238E27FC236}">
                <a16:creationId xmlns:a16="http://schemas.microsoft.com/office/drawing/2014/main" id="{A63AB4C8-0157-4F48-9DD6-E4FC04B57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16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1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23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23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7" dur="500"/>
                                        <p:tgtEl>
                                          <p:spTgt spid="23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3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3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3" dur="500"/>
                                        <p:tgtEl>
                                          <p:spTgt spid="23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1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3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00" fill="hold"/>
                                        <p:tgtEl>
                                          <p:spTgt spid="2314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6" grpId="0" animBg="1"/>
      <p:bldP spid="231430" grpId="0" autoUpdateAnimBg="0"/>
      <p:bldP spid="231431" grpId="0" autoUpdateAnimBg="0"/>
      <p:bldP spid="231432" grpId="0" autoUpdateAnimBg="0"/>
      <p:bldP spid="231433" grpId="0" autoUpdateAnimBg="0"/>
      <p:bldP spid="231442" grpId="0" autoUpdateAnimBg="0"/>
      <p:bldP spid="2315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>
            <a:extLst>
              <a:ext uri="{FF2B5EF4-FFF2-40B4-BE49-F238E27FC236}">
                <a16:creationId xmlns:a16="http://schemas.microsoft.com/office/drawing/2014/main" id="{3E9A4F6C-7F0C-4E9E-A5E9-99883126B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981075"/>
            <a:ext cx="2520950" cy="2628900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1" name="Rectangle 3">
            <a:extLst>
              <a:ext uri="{FF2B5EF4-FFF2-40B4-BE49-F238E27FC236}">
                <a16:creationId xmlns:a16="http://schemas.microsoft.com/office/drawing/2014/main" id="{B4674AA2-3490-4FF0-B6B2-07909E23A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36950"/>
            <a:ext cx="2519363" cy="3249613"/>
          </a:xfrm>
          <a:prstGeom prst="rect">
            <a:avLst/>
          </a:prstGeom>
          <a:solidFill>
            <a:srgbClr val="F8F8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2452" name="Text Box 4">
            <a:extLst>
              <a:ext uri="{FF2B5EF4-FFF2-40B4-BE49-F238E27FC236}">
                <a16:creationId xmlns:a16="http://schemas.microsoft.com/office/drawing/2014/main" id="{1CA5485F-D301-4E08-B590-4ADAFB9CB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1685925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  <a:endParaRPr lang="zh-CN" altLang="en-US" sz="2800" b="1"/>
          </a:p>
        </p:txBody>
      </p:sp>
      <p:sp>
        <p:nvSpPr>
          <p:cNvPr id="232453" name="Text Box 5">
            <a:extLst>
              <a:ext uri="{FF2B5EF4-FFF2-40B4-BE49-F238E27FC236}">
                <a16:creationId xmlns:a16="http://schemas.microsoft.com/office/drawing/2014/main" id="{3DF06659-FCC1-462D-B020-DA00E2F48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2420938"/>
            <a:ext cx="13319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或</a:t>
            </a:r>
            <a:endParaRPr lang="zh-CN" altLang="en-US" sz="2800"/>
          </a:p>
        </p:txBody>
      </p:sp>
      <p:graphicFrame>
        <p:nvGraphicFramePr>
          <p:cNvPr id="232454" name="Object 2">
            <a:extLst>
              <a:ext uri="{FF2B5EF4-FFF2-40B4-BE49-F238E27FC236}">
                <a16:creationId xmlns:a16="http://schemas.microsoft.com/office/drawing/2014/main" id="{762DC835-057B-4E8A-A361-87A0A1033E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2308225"/>
          <a:ext cx="18018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0" name="Equation" r:id="rId3" imgW="977476" imgH="393529" progId="Equation.DSMT4">
                  <p:embed/>
                </p:oleObj>
              </mc:Choice>
              <mc:Fallback>
                <p:oleObj name="Equation" r:id="rId3" imgW="977476" imgH="393529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308225"/>
                        <a:ext cx="18018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5" name="Object 3">
            <a:extLst>
              <a:ext uri="{FF2B5EF4-FFF2-40B4-BE49-F238E27FC236}">
                <a16:creationId xmlns:a16="http://schemas.microsoft.com/office/drawing/2014/main" id="{5F82FD80-B030-464F-849E-D2D03BC6F2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0288" y="2349500"/>
          <a:ext cx="108743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1" name="Equation" r:id="rId5" imgW="1079032" imgH="723586" progId="Equation.DSMT4">
                  <p:embed/>
                </p:oleObj>
              </mc:Choice>
              <mc:Fallback>
                <p:oleObj name="Equation" r:id="rId5" imgW="1079032" imgH="723586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0288" y="2349500"/>
                        <a:ext cx="108743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7" name="Object 4">
            <a:extLst>
              <a:ext uri="{FF2B5EF4-FFF2-40B4-BE49-F238E27FC236}">
                <a16:creationId xmlns:a16="http://schemas.microsoft.com/office/drawing/2014/main" id="{38E3FDE1-7427-4896-B964-448F9EE069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2330450"/>
          <a:ext cx="1411288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2" name="Equation" r:id="rId7" imgW="1485900" imgH="787400" progId="Equation.DSMT4">
                  <p:embed/>
                </p:oleObj>
              </mc:Choice>
              <mc:Fallback>
                <p:oleObj name="Equation" r:id="rId7" imgW="1485900" imgH="787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330450"/>
                        <a:ext cx="1411288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8" name="Object 5">
            <a:extLst>
              <a:ext uri="{FF2B5EF4-FFF2-40B4-BE49-F238E27FC236}">
                <a16:creationId xmlns:a16="http://schemas.microsoft.com/office/drawing/2014/main" id="{D2572A40-1716-4341-9FDD-F9411D13AA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8763" y="1758950"/>
          <a:ext cx="17986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3" name="Equation" r:id="rId9" imgW="1676400" imgH="431800" progId="Equation.DSMT4">
                  <p:embed/>
                </p:oleObj>
              </mc:Choice>
              <mc:Fallback>
                <p:oleObj name="Equation" r:id="rId9" imgW="16764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1758950"/>
                        <a:ext cx="17986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459" name="Object 6">
            <a:extLst>
              <a:ext uri="{FF2B5EF4-FFF2-40B4-BE49-F238E27FC236}">
                <a16:creationId xmlns:a16="http://schemas.microsoft.com/office/drawing/2014/main" id="{13955D41-1C98-4A11-B8D8-D2F3124D40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70575" y="1628775"/>
          <a:ext cx="1219200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4" name="Equation" r:id="rId11" imgW="1040948" imgH="723586" progId="Equation.DSMT4">
                  <p:embed/>
                </p:oleObj>
              </mc:Choice>
              <mc:Fallback>
                <p:oleObj name="Equation" r:id="rId11" imgW="1040948" imgH="72358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0575" y="1628775"/>
                        <a:ext cx="1219200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54BAA49A-8E65-46A5-BBB2-A57B067C54BE}"/>
              </a:ext>
            </a:extLst>
          </p:cNvPr>
          <p:cNvGrpSpPr>
            <a:grpSpLocks/>
          </p:cNvGrpSpPr>
          <p:nvPr/>
        </p:nvGrpSpPr>
        <p:grpSpPr bwMode="auto">
          <a:xfrm>
            <a:off x="460375" y="1125538"/>
            <a:ext cx="2178050" cy="2133600"/>
            <a:chOff x="290" y="527"/>
            <a:chExt cx="1372" cy="1344"/>
          </a:xfrm>
        </p:grpSpPr>
        <p:sp>
          <p:nvSpPr>
            <p:cNvPr id="29764" name="Line 13">
              <a:extLst>
                <a:ext uri="{FF2B5EF4-FFF2-40B4-BE49-F238E27FC236}">
                  <a16:creationId xmlns:a16="http://schemas.microsoft.com/office/drawing/2014/main" id="{1ECE7BF7-BF1D-4769-A9B7-5E4BB1709E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0" y="1055"/>
              <a:ext cx="432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65" name="Line 14">
              <a:extLst>
                <a:ext uri="{FF2B5EF4-FFF2-40B4-BE49-F238E27FC236}">
                  <a16:creationId xmlns:a16="http://schemas.microsoft.com/office/drawing/2014/main" id="{43E396A0-40B3-4407-AAE5-EA0B1445E3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46" y="815"/>
              <a:ext cx="96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66" name="Object 18">
              <a:extLst>
                <a:ext uri="{FF2B5EF4-FFF2-40B4-BE49-F238E27FC236}">
                  <a16:creationId xmlns:a16="http://schemas.microsoft.com/office/drawing/2014/main" id="{51A0B8CF-61B9-4AD8-A3CE-8247DB8E68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8" y="719"/>
            <a:ext cx="303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5" name="公式" r:id="rId13" imgW="88969" imgH="108150" progId="Equation.3">
                    <p:embed/>
                  </p:oleObj>
                </mc:Choice>
                <mc:Fallback>
                  <p:oleObj name="公式" r:id="rId13" imgW="88969" imgH="10815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719"/>
                          <a:ext cx="303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67" name="Group 16">
              <a:extLst>
                <a:ext uri="{FF2B5EF4-FFF2-40B4-BE49-F238E27FC236}">
                  <a16:creationId xmlns:a16="http://schemas.microsoft.com/office/drawing/2014/main" id="{570AF5F3-7A86-4812-876B-A694401188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" y="527"/>
              <a:ext cx="1344" cy="1344"/>
              <a:chOff x="0" y="576"/>
              <a:chExt cx="1344" cy="1344"/>
            </a:xfrm>
          </p:grpSpPr>
          <p:sp>
            <p:nvSpPr>
              <p:cNvPr id="29774" name="Rectangle 17">
                <a:extLst>
                  <a:ext uri="{FF2B5EF4-FFF2-40B4-BE49-F238E27FC236}">
                    <a16:creationId xmlns:a16="http://schemas.microsoft.com/office/drawing/2014/main" id="{48365F03-C705-4D0B-B475-E0C62B7B4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816"/>
                <a:ext cx="480" cy="480"/>
              </a:xfrm>
              <a:prstGeom prst="rect">
                <a:avLst/>
              </a:prstGeom>
              <a:noFill/>
              <a:ln w="38100">
                <a:solidFill>
                  <a:srgbClr val="A5002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aphicFrame>
            <p:nvGraphicFramePr>
              <p:cNvPr id="29775" name="Object 22">
                <a:extLst>
                  <a:ext uri="{FF2B5EF4-FFF2-40B4-BE49-F238E27FC236}">
                    <a16:creationId xmlns:a16="http://schemas.microsoft.com/office/drawing/2014/main" id="{F600876A-D506-4184-BA7C-3E247EE5CBD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56" y="1279"/>
              <a:ext cx="189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26" name="公式" r:id="rId15" imgW="126835" imgH="139518" progId="Equation.3">
                      <p:embed/>
                    </p:oleObj>
                  </mc:Choice>
                  <mc:Fallback>
                    <p:oleObj name="公式" r:id="rId15" imgW="126835" imgH="139518" progId="Equation.3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6" y="1279"/>
                            <a:ext cx="189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6" name="Object 23">
                <a:extLst>
                  <a:ext uri="{FF2B5EF4-FFF2-40B4-BE49-F238E27FC236}">
                    <a16:creationId xmlns:a16="http://schemas.microsoft.com/office/drawing/2014/main" id="{12667D3E-A34C-47AD-A68B-A51F56C6AAB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8" y="672"/>
              <a:ext cx="171" cy="2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27" name="公式" r:id="rId17" imgW="114201" imgH="139579" progId="Equation.3">
                      <p:embed/>
                    </p:oleObj>
                  </mc:Choice>
                  <mc:Fallback>
                    <p:oleObj name="公式" r:id="rId17" imgW="114201" imgH="139579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" y="672"/>
                            <a:ext cx="171" cy="2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777" name="Object 24">
                <a:extLst>
                  <a:ext uri="{FF2B5EF4-FFF2-40B4-BE49-F238E27FC236}">
                    <a16:creationId xmlns:a16="http://schemas.microsoft.com/office/drawing/2014/main" id="{C2B77D0E-84D4-45DC-ABCE-3100CE457CD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52" y="598"/>
              <a:ext cx="187" cy="2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28" name="公式" r:id="rId19" imgW="126725" imgH="177415" progId="Equation.3">
                      <p:embed/>
                    </p:oleObj>
                  </mc:Choice>
                  <mc:Fallback>
                    <p:oleObj name="公式" r:id="rId19" imgW="126725" imgH="177415" progId="Equation.3">
                      <p:embed/>
                      <p:pic>
                        <p:nvPicPr>
                          <p:cNvPr id="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52" y="598"/>
                            <a:ext cx="187" cy="2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778" name="Oval 21">
                <a:extLst>
                  <a:ext uri="{FF2B5EF4-FFF2-40B4-BE49-F238E27FC236}">
                    <a16:creationId xmlns:a16="http://schemas.microsoft.com/office/drawing/2014/main" id="{584470A2-FC66-4311-BCF5-CEF03B580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76"/>
                <a:ext cx="1344" cy="134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grpSp>
            <p:nvGrpSpPr>
              <p:cNvPr id="29779" name="Group 22">
                <a:extLst>
                  <a:ext uri="{FF2B5EF4-FFF2-40B4-BE49-F238E27FC236}">
                    <a16:creationId xmlns:a16="http://schemas.microsoft.com/office/drawing/2014/main" id="{D1B2D9C6-8AAC-47A4-9A2A-453F0795FF2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440"/>
                <a:ext cx="137" cy="127"/>
                <a:chOff x="1090" y="3836"/>
                <a:chExt cx="110" cy="100"/>
              </a:xfrm>
            </p:grpSpPr>
            <p:grpSp>
              <p:nvGrpSpPr>
                <p:cNvPr id="29847" name="Group 23">
                  <a:extLst>
                    <a:ext uri="{FF2B5EF4-FFF2-40B4-BE49-F238E27FC236}">
                      <a16:creationId xmlns:a16="http://schemas.microsoft.com/office/drawing/2014/main" id="{87E62DBF-BFC6-4B14-8DF0-BE1014D1B1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9" name="Line 24">
                    <a:extLst>
                      <a:ext uri="{FF2B5EF4-FFF2-40B4-BE49-F238E27FC236}">
                        <a16:creationId xmlns:a16="http://schemas.microsoft.com/office/drawing/2014/main" id="{6B03A798-4717-4249-B022-56CF1B3AA0A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50" name="Line 25">
                    <a:extLst>
                      <a:ext uri="{FF2B5EF4-FFF2-40B4-BE49-F238E27FC236}">
                        <a16:creationId xmlns:a16="http://schemas.microsoft.com/office/drawing/2014/main" id="{D6E061DD-C581-4CC6-B1D1-4BB444780F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8" name="Line 26">
                  <a:extLst>
                    <a:ext uri="{FF2B5EF4-FFF2-40B4-BE49-F238E27FC236}">
                      <a16:creationId xmlns:a16="http://schemas.microsoft.com/office/drawing/2014/main" id="{3DCD8587-7142-4C60-ADB3-641020374D1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0" name="Group 27">
                <a:extLst>
                  <a:ext uri="{FF2B5EF4-FFF2-40B4-BE49-F238E27FC236}">
                    <a16:creationId xmlns:a16="http://schemas.microsoft.com/office/drawing/2014/main" id="{BB9A559D-4399-4873-9F52-DDBAB5C68C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1200"/>
                <a:ext cx="137" cy="126"/>
                <a:chOff x="1090" y="3836"/>
                <a:chExt cx="110" cy="100"/>
              </a:xfrm>
            </p:grpSpPr>
            <p:grpSp>
              <p:nvGrpSpPr>
                <p:cNvPr id="29843" name="Group 28">
                  <a:extLst>
                    <a:ext uri="{FF2B5EF4-FFF2-40B4-BE49-F238E27FC236}">
                      <a16:creationId xmlns:a16="http://schemas.microsoft.com/office/drawing/2014/main" id="{C8E96C62-D69D-40D9-914C-06317E5B3E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5" name="Line 29">
                    <a:extLst>
                      <a:ext uri="{FF2B5EF4-FFF2-40B4-BE49-F238E27FC236}">
                        <a16:creationId xmlns:a16="http://schemas.microsoft.com/office/drawing/2014/main" id="{54B56D45-7467-49E5-9CDB-4DD05007A99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6" name="Line 30">
                    <a:extLst>
                      <a:ext uri="{FF2B5EF4-FFF2-40B4-BE49-F238E27FC236}">
                        <a16:creationId xmlns:a16="http://schemas.microsoft.com/office/drawing/2014/main" id="{AB53608B-5E43-4A89-915D-EFE1AA967B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4" name="Line 31">
                  <a:extLst>
                    <a:ext uri="{FF2B5EF4-FFF2-40B4-BE49-F238E27FC236}">
                      <a16:creationId xmlns:a16="http://schemas.microsoft.com/office/drawing/2014/main" id="{310BABCF-A055-473A-9CB4-383288DC9F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1" name="Group 32">
                <a:extLst>
                  <a:ext uri="{FF2B5EF4-FFF2-40B4-BE49-F238E27FC236}">
                    <a16:creationId xmlns:a16="http://schemas.microsoft.com/office/drawing/2014/main" id="{6C79CFF3-C0D1-45A6-A7E3-2508D85F33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0" y="960"/>
                <a:ext cx="137" cy="126"/>
                <a:chOff x="1090" y="3836"/>
                <a:chExt cx="110" cy="100"/>
              </a:xfrm>
            </p:grpSpPr>
            <p:grpSp>
              <p:nvGrpSpPr>
                <p:cNvPr id="29839" name="Group 33">
                  <a:extLst>
                    <a:ext uri="{FF2B5EF4-FFF2-40B4-BE49-F238E27FC236}">
                      <a16:creationId xmlns:a16="http://schemas.microsoft.com/office/drawing/2014/main" id="{A1E65951-AA6B-4803-B3C4-F68494B62C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41" name="Line 34">
                    <a:extLst>
                      <a:ext uri="{FF2B5EF4-FFF2-40B4-BE49-F238E27FC236}">
                        <a16:creationId xmlns:a16="http://schemas.microsoft.com/office/drawing/2014/main" id="{631B9BB8-3AB0-4844-A65F-052AFB5C0FE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42" name="Line 35">
                    <a:extLst>
                      <a:ext uri="{FF2B5EF4-FFF2-40B4-BE49-F238E27FC236}">
                        <a16:creationId xmlns:a16="http://schemas.microsoft.com/office/drawing/2014/main" id="{2E8B5E1C-0F3A-432D-95EB-FA99A038392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40" name="Line 36">
                  <a:extLst>
                    <a:ext uri="{FF2B5EF4-FFF2-40B4-BE49-F238E27FC236}">
                      <a16:creationId xmlns:a16="http://schemas.microsoft.com/office/drawing/2014/main" id="{FB4AD2DD-69BD-437D-985C-593A1DEF7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2" name="Group 37">
                <a:extLst>
                  <a:ext uri="{FF2B5EF4-FFF2-40B4-BE49-F238E27FC236}">
                    <a16:creationId xmlns:a16="http://schemas.microsoft.com/office/drawing/2014/main" id="{06B05C27-14C8-4977-A413-88FEF3B47E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1170"/>
                <a:ext cx="137" cy="126"/>
                <a:chOff x="1090" y="3836"/>
                <a:chExt cx="110" cy="100"/>
              </a:xfrm>
            </p:grpSpPr>
            <p:grpSp>
              <p:nvGrpSpPr>
                <p:cNvPr id="29835" name="Group 38">
                  <a:extLst>
                    <a:ext uri="{FF2B5EF4-FFF2-40B4-BE49-F238E27FC236}">
                      <a16:creationId xmlns:a16="http://schemas.microsoft.com/office/drawing/2014/main" id="{C2C9BDFA-82B9-44C6-B196-BAD8D2E300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7" name="Line 39">
                    <a:extLst>
                      <a:ext uri="{FF2B5EF4-FFF2-40B4-BE49-F238E27FC236}">
                        <a16:creationId xmlns:a16="http://schemas.microsoft.com/office/drawing/2014/main" id="{6327FE16-D4B3-4D97-A6EF-DC92D3D656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8" name="Line 40">
                    <a:extLst>
                      <a:ext uri="{FF2B5EF4-FFF2-40B4-BE49-F238E27FC236}">
                        <a16:creationId xmlns:a16="http://schemas.microsoft.com/office/drawing/2014/main" id="{E1FC2F14-F600-4C05-A334-2D40F6571A2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6" name="Line 41">
                  <a:extLst>
                    <a:ext uri="{FF2B5EF4-FFF2-40B4-BE49-F238E27FC236}">
                      <a16:creationId xmlns:a16="http://schemas.microsoft.com/office/drawing/2014/main" id="{88FA486D-A9F3-4BC9-8417-E5147E42FE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3" name="Group 42">
                <a:extLst>
                  <a:ext uri="{FF2B5EF4-FFF2-40B4-BE49-F238E27FC236}">
                    <a16:creationId xmlns:a16="http://schemas.microsoft.com/office/drawing/2014/main" id="{2514D87B-C01F-4401-8E64-3A4FCCF51D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930"/>
                <a:ext cx="137" cy="126"/>
                <a:chOff x="1090" y="3836"/>
                <a:chExt cx="110" cy="100"/>
              </a:xfrm>
            </p:grpSpPr>
            <p:grpSp>
              <p:nvGrpSpPr>
                <p:cNvPr id="29831" name="Group 43">
                  <a:extLst>
                    <a:ext uri="{FF2B5EF4-FFF2-40B4-BE49-F238E27FC236}">
                      <a16:creationId xmlns:a16="http://schemas.microsoft.com/office/drawing/2014/main" id="{370E8FB2-AA19-4D5A-85F0-E2117466DC1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33" name="Line 44">
                    <a:extLst>
                      <a:ext uri="{FF2B5EF4-FFF2-40B4-BE49-F238E27FC236}">
                        <a16:creationId xmlns:a16="http://schemas.microsoft.com/office/drawing/2014/main" id="{E0029BA2-4FED-4FF1-8C05-56FC7C10EBD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4" name="Line 45">
                    <a:extLst>
                      <a:ext uri="{FF2B5EF4-FFF2-40B4-BE49-F238E27FC236}">
                        <a16:creationId xmlns:a16="http://schemas.microsoft.com/office/drawing/2014/main" id="{C0CEECE5-49B5-40CA-8E0C-83522871CA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32" name="Line 46">
                  <a:extLst>
                    <a:ext uri="{FF2B5EF4-FFF2-40B4-BE49-F238E27FC236}">
                      <a16:creationId xmlns:a16="http://schemas.microsoft.com/office/drawing/2014/main" id="{24511EBA-FEFC-443A-9B5A-10F42851F0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4" name="Group 47">
                <a:extLst>
                  <a:ext uri="{FF2B5EF4-FFF2-40B4-BE49-F238E27FC236}">
                    <a16:creationId xmlns:a16="http://schemas.microsoft.com/office/drawing/2014/main" id="{50AC1D72-87E7-45C6-B105-4056BA3002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9" y="1218"/>
                <a:ext cx="137" cy="126"/>
                <a:chOff x="1090" y="3836"/>
                <a:chExt cx="110" cy="100"/>
              </a:xfrm>
            </p:grpSpPr>
            <p:grpSp>
              <p:nvGrpSpPr>
                <p:cNvPr id="29827" name="Group 48">
                  <a:extLst>
                    <a:ext uri="{FF2B5EF4-FFF2-40B4-BE49-F238E27FC236}">
                      <a16:creationId xmlns:a16="http://schemas.microsoft.com/office/drawing/2014/main" id="{D3FF4202-6FF1-4C8F-832B-D751DBD936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9" name="Line 49">
                    <a:extLst>
                      <a:ext uri="{FF2B5EF4-FFF2-40B4-BE49-F238E27FC236}">
                        <a16:creationId xmlns:a16="http://schemas.microsoft.com/office/drawing/2014/main" id="{831BABD9-B8B0-4040-9FD6-83FC8825EE2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30" name="Line 50">
                    <a:extLst>
                      <a:ext uri="{FF2B5EF4-FFF2-40B4-BE49-F238E27FC236}">
                        <a16:creationId xmlns:a16="http://schemas.microsoft.com/office/drawing/2014/main" id="{F1C1F175-2DD4-4176-8E68-01A8834AC3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8" name="Line 51">
                  <a:extLst>
                    <a:ext uri="{FF2B5EF4-FFF2-40B4-BE49-F238E27FC236}">
                      <a16:creationId xmlns:a16="http://schemas.microsoft.com/office/drawing/2014/main" id="{EEB62887-22F9-4CC0-AA57-8F7A24B3D2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5" name="Group 52">
                <a:extLst>
                  <a:ext uri="{FF2B5EF4-FFF2-40B4-BE49-F238E27FC236}">
                    <a16:creationId xmlns:a16="http://schemas.microsoft.com/office/drawing/2014/main" id="{F9D1B0C8-B03E-42A7-923B-506795DF7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0" y="929"/>
                <a:ext cx="137" cy="127"/>
                <a:chOff x="1090" y="3836"/>
                <a:chExt cx="110" cy="100"/>
              </a:xfrm>
            </p:grpSpPr>
            <p:grpSp>
              <p:nvGrpSpPr>
                <p:cNvPr id="29823" name="Group 53">
                  <a:extLst>
                    <a:ext uri="{FF2B5EF4-FFF2-40B4-BE49-F238E27FC236}">
                      <a16:creationId xmlns:a16="http://schemas.microsoft.com/office/drawing/2014/main" id="{662B6F85-69E2-44CD-9092-57BD9F6D28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5" name="Line 54">
                    <a:extLst>
                      <a:ext uri="{FF2B5EF4-FFF2-40B4-BE49-F238E27FC236}">
                        <a16:creationId xmlns:a16="http://schemas.microsoft.com/office/drawing/2014/main" id="{3CE6787C-89EA-463C-AFBE-071AC78E90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6" name="Line 55">
                    <a:extLst>
                      <a:ext uri="{FF2B5EF4-FFF2-40B4-BE49-F238E27FC236}">
                        <a16:creationId xmlns:a16="http://schemas.microsoft.com/office/drawing/2014/main" id="{B41B9A8F-E21A-4123-A1FD-186540154A5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4" name="Line 56">
                  <a:extLst>
                    <a:ext uri="{FF2B5EF4-FFF2-40B4-BE49-F238E27FC236}">
                      <a16:creationId xmlns:a16="http://schemas.microsoft.com/office/drawing/2014/main" id="{77CEFBC6-5F5E-4D51-90F1-7792EA21E3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86" name="Group 57">
                <a:extLst>
                  <a:ext uri="{FF2B5EF4-FFF2-40B4-BE49-F238E27FC236}">
                    <a16:creationId xmlns:a16="http://schemas.microsoft.com/office/drawing/2014/main" id="{CF9B5615-A1B6-4439-A371-50639A79C4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1218"/>
                <a:ext cx="137" cy="126"/>
                <a:chOff x="1090" y="3836"/>
                <a:chExt cx="110" cy="100"/>
              </a:xfrm>
            </p:grpSpPr>
            <p:grpSp>
              <p:nvGrpSpPr>
                <p:cNvPr id="29819" name="Group 58">
                  <a:extLst>
                    <a:ext uri="{FF2B5EF4-FFF2-40B4-BE49-F238E27FC236}">
                      <a16:creationId xmlns:a16="http://schemas.microsoft.com/office/drawing/2014/main" id="{D64A6AB0-F38C-4AEC-B768-B29CFB27E5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21" name="Line 59">
                    <a:extLst>
                      <a:ext uri="{FF2B5EF4-FFF2-40B4-BE49-F238E27FC236}">
                        <a16:creationId xmlns:a16="http://schemas.microsoft.com/office/drawing/2014/main" id="{A1AFEE6D-F6D1-464C-B538-EA49CE9B748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22" name="Line 60">
                    <a:extLst>
                      <a:ext uri="{FF2B5EF4-FFF2-40B4-BE49-F238E27FC236}">
                        <a16:creationId xmlns:a16="http://schemas.microsoft.com/office/drawing/2014/main" id="{9B123F19-9A18-4561-BDE2-E11CD1B0FAE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20" name="Line 61">
                  <a:extLst>
                    <a:ext uri="{FF2B5EF4-FFF2-40B4-BE49-F238E27FC236}">
                      <a16:creationId xmlns:a16="http://schemas.microsoft.com/office/drawing/2014/main" id="{A611626B-8EB6-4341-812B-1500675C30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9787" name="Oval 62">
                <a:extLst>
                  <a:ext uri="{FF2B5EF4-FFF2-40B4-BE49-F238E27FC236}">
                    <a16:creationId xmlns:a16="http://schemas.microsoft.com/office/drawing/2014/main" id="{543ACB50-09AB-4C27-9052-E02150F58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1237"/>
                <a:ext cx="60" cy="60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9788" name="Text Box 63">
                <a:extLst>
                  <a:ext uri="{FF2B5EF4-FFF2-40B4-BE49-F238E27FC236}">
                    <a16:creationId xmlns:a16="http://schemas.microsoft.com/office/drawing/2014/main" id="{EDBC6FFC-C995-4777-A5EC-09EDF45270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" y="1161"/>
                <a:ext cx="29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b="1" i="1"/>
                  <a:t>o</a:t>
                </a:r>
                <a:endParaRPr lang="en-US" altLang="zh-CN" sz="2800" i="1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29789" name="Group 64">
                <a:extLst>
                  <a:ext uri="{FF2B5EF4-FFF2-40B4-BE49-F238E27FC236}">
                    <a16:creationId xmlns:a16="http://schemas.microsoft.com/office/drawing/2014/main" id="{DCD4FE4D-D282-44F2-AE4C-0B583EC478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3" y="1441"/>
                <a:ext cx="137" cy="126"/>
                <a:chOff x="1090" y="3836"/>
                <a:chExt cx="110" cy="100"/>
              </a:xfrm>
            </p:grpSpPr>
            <p:grpSp>
              <p:nvGrpSpPr>
                <p:cNvPr id="29815" name="Group 65">
                  <a:extLst>
                    <a:ext uri="{FF2B5EF4-FFF2-40B4-BE49-F238E27FC236}">
                      <a16:creationId xmlns:a16="http://schemas.microsoft.com/office/drawing/2014/main" id="{6DF5EBC7-61BD-477F-B90C-EB2FCC89C9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7" name="Line 66">
                    <a:extLst>
                      <a:ext uri="{FF2B5EF4-FFF2-40B4-BE49-F238E27FC236}">
                        <a16:creationId xmlns:a16="http://schemas.microsoft.com/office/drawing/2014/main" id="{3227D85F-626C-45C5-9290-01E61C25F95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8" name="Line 67">
                    <a:extLst>
                      <a:ext uri="{FF2B5EF4-FFF2-40B4-BE49-F238E27FC236}">
                        <a16:creationId xmlns:a16="http://schemas.microsoft.com/office/drawing/2014/main" id="{13DEBC50-6080-4B84-AEE8-D6E02172E5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6" name="Line 68">
                  <a:extLst>
                    <a:ext uri="{FF2B5EF4-FFF2-40B4-BE49-F238E27FC236}">
                      <a16:creationId xmlns:a16="http://schemas.microsoft.com/office/drawing/2014/main" id="{E71DFCA5-F3B5-4E9D-96AC-BBAA52FEC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0" name="Group 69">
                <a:extLst>
                  <a:ext uri="{FF2B5EF4-FFF2-40B4-BE49-F238E27FC236}">
                    <a16:creationId xmlns:a16="http://schemas.microsoft.com/office/drawing/2014/main" id="{4E8EC134-3099-4F51-867D-1A42FE8917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7" y="1441"/>
                <a:ext cx="137" cy="126"/>
                <a:chOff x="1090" y="3836"/>
                <a:chExt cx="110" cy="100"/>
              </a:xfrm>
            </p:grpSpPr>
            <p:grpSp>
              <p:nvGrpSpPr>
                <p:cNvPr id="29811" name="Group 70">
                  <a:extLst>
                    <a:ext uri="{FF2B5EF4-FFF2-40B4-BE49-F238E27FC236}">
                      <a16:creationId xmlns:a16="http://schemas.microsoft.com/office/drawing/2014/main" id="{072260C3-1BB7-4812-B25E-6A89DDF4042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13" name="Line 71">
                    <a:extLst>
                      <a:ext uri="{FF2B5EF4-FFF2-40B4-BE49-F238E27FC236}">
                        <a16:creationId xmlns:a16="http://schemas.microsoft.com/office/drawing/2014/main" id="{B9B0FDC9-8095-43A5-AF50-F40E5D62A1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4" name="Line 72">
                    <a:extLst>
                      <a:ext uri="{FF2B5EF4-FFF2-40B4-BE49-F238E27FC236}">
                        <a16:creationId xmlns:a16="http://schemas.microsoft.com/office/drawing/2014/main" id="{6A92FB4F-6A74-4ECE-A7FB-112C702DCEB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12" name="Line 73">
                  <a:extLst>
                    <a:ext uri="{FF2B5EF4-FFF2-40B4-BE49-F238E27FC236}">
                      <a16:creationId xmlns:a16="http://schemas.microsoft.com/office/drawing/2014/main" id="{CFF293B3-1578-4C40-9462-DC9903DFC5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1" name="Group 74">
                <a:extLst>
                  <a:ext uri="{FF2B5EF4-FFF2-40B4-BE49-F238E27FC236}">
                    <a16:creationId xmlns:a16="http://schemas.microsoft.com/office/drawing/2014/main" id="{D48FCAD5-10D3-48E2-B640-FD91C97C3E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7" y="1698"/>
                <a:ext cx="137" cy="126"/>
                <a:chOff x="1090" y="3836"/>
                <a:chExt cx="110" cy="100"/>
              </a:xfrm>
            </p:grpSpPr>
            <p:grpSp>
              <p:nvGrpSpPr>
                <p:cNvPr id="29807" name="Group 75">
                  <a:extLst>
                    <a:ext uri="{FF2B5EF4-FFF2-40B4-BE49-F238E27FC236}">
                      <a16:creationId xmlns:a16="http://schemas.microsoft.com/office/drawing/2014/main" id="{7B443802-7BB7-49ED-8A03-765CAE45BF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9" name="Line 76">
                    <a:extLst>
                      <a:ext uri="{FF2B5EF4-FFF2-40B4-BE49-F238E27FC236}">
                        <a16:creationId xmlns:a16="http://schemas.microsoft.com/office/drawing/2014/main" id="{0579DD85-4B36-4BC9-8159-45CA4ADE54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10" name="Line 77">
                    <a:extLst>
                      <a:ext uri="{FF2B5EF4-FFF2-40B4-BE49-F238E27FC236}">
                        <a16:creationId xmlns:a16="http://schemas.microsoft.com/office/drawing/2014/main" id="{94C2920F-1916-4761-BF86-3CF6CAFA77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8" name="Line 78">
                  <a:extLst>
                    <a:ext uri="{FF2B5EF4-FFF2-40B4-BE49-F238E27FC236}">
                      <a16:creationId xmlns:a16="http://schemas.microsoft.com/office/drawing/2014/main" id="{E420BB44-FB34-4788-8082-7D4571C56FD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2" name="Group 79">
                <a:extLst>
                  <a:ext uri="{FF2B5EF4-FFF2-40B4-BE49-F238E27FC236}">
                    <a16:creationId xmlns:a16="http://schemas.microsoft.com/office/drawing/2014/main" id="{233CA246-2D03-421A-850A-71B473F983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698"/>
                <a:ext cx="137" cy="126"/>
                <a:chOff x="1090" y="3836"/>
                <a:chExt cx="110" cy="100"/>
              </a:xfrm>
            </p:grpSpPr>
            <p:grpSp>
              <p:nvGrpSpPr>
                <p:cNvPr id="29803" name="Group 80">
                  <a:extLst>
                    <a:ext uri="{FF2B5EF4-FFF2-40B4-BE49-F238E27FC236}">
                      <a16:creationId xmlns:a16="http://schemas.microsoft.com/office/drawing/2014/main" id="{4FE4F4EE-1844-4319-817D-420A6A35AD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5" name="Line 81">
                    <a:extLst>
                      <a:ext uri="{FF2B5EF4-FFF2-40B4-BE49-F238E27FC236}">
                        <a16:creationId xmlns:a16="http://schemas.microsoft.com/office/drawing/2014/main" id="{4EEE0CF3-B9C0-4DE0-B312-151792E25F8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6" name="Line 82">
                    <a:extLst>
                      <a:ext uri="{FF2B5EF4-FFF2-40B4-BE49-F238E27FC236}">
                        <a16:creationId xmlns:a16="http://schemas.microsoft.com/office/drawing/2014/main" id="{3C3E6CC8-4410-454D-8D35-C501EA8BDCA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4" name="Line 83">
                  <a:extLst>
                    <a:ext uri="{FF2B5EF4-FFF2-40B4-BE49-F238E27FC236}">
                      <a16:creationId xmlns:a16="http://schemas.microsoft.com/office/drawing/2014/main" id="{0684F17A-F2BE-45E0-9219-BC9E5E23C3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3" name="Group 84">
                <a:extLst>
                  <a:ext uri="{FF2B5EF4-FFF2-40B4-BE49-F238E27FC236}">
                    <a16:creationId xmlns:a16="http://schemas.microsoft.com/office/drawing/2014/main" id="{381A83BA-62E0-43D2-AA16-1812F927E5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5" y="672"/>
                <a:ext cx="137" cy="126"/>
                <a:chOff x="1090" y="3836"/>
                <a:chExt cx="110" cy="100"/>
              </a:xfrm>
            </p:grpSpPr>
            <p:grpSp>
              <p:nvGrpSpPr>
                <p:cNvPr id="29799" name="Group 85">
                  <a:extLst>
                    <a:ext uri="{FF2B5EF4-FFF2-40B4-BE49-F238E27FC236}">
                      <a16:creationId xmlns:a16="http://schemas.microsoft.com/office/drawing/2014/main" id="{EA36A4A7-9EB6-4F20-9D49-22DFF850AA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801" name="Line 86">
                    <a:extLst>
                      <a:ext uri="{FF2B5EF4-FFF2-40B4-BE49-F238E27FC236}">
                        <a16:creationId xmlns:a16="http://schemas.microsoft.com/office/drawing/2014/main" id="{E140DBCA-4FE4-4A02-AD61-5AD3FB6F8F6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802" name="Line 87">
                    <a:extLst>
                      <a:ext uri="{FF2B5EF4-FFF2-40B4-BE49-F238E27FC236}">
                        <a16:creationId xmlns:a16="http://schemas.microsoft.com/office/drawing/2014/main" id="{ABB7E1FD-C28C-4A34-9EE7-118071A6AA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800" name="Line 88">
                  <a:extLst>
                    <a:ext uri="{FF2B5EF4-FFF2-40B4-BE49-F238E27FC236}">
                      <a16:creationId xmlns:a16="http://schemas.microsoft.com/office/drawing/2014/main" id="{E90DD28C-8A2E-4319-8BD3-BB0ED0590C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794" name="Group 89">
                <a:extLst>
                  <a:ext uri="{FF2B5EF4-FFF2-40B4-BE49-F238E27FC236}">
                    <a16:creationId xmlns:a16="http://schemas.microsoft.com/office/drawing/2014/main" id="{4FF6406F-FA57-41D3-8710-4763484EA5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672"/>
                <a:ext cx="137" cy="126"/>
                <a:chOff x="1090" y="3836"/>
                <a:chExt cx="110" cy="100"/>
              </a:xfrm>
            </p:grpSpPr>
            <p:grpSp>
              <p:nvGrpSpPr>
                <p:cNvPr id="29795" name="Group 90">
                  <a:extLst>
                    <a:ext uri="{FF2B5EF4-FFF2-40B4-BE49-F238E27FC236}">
                      <a16:creationId xmlns:a16="http://schemas.microsoft.com/office/drawing/2014/main" id="{4BDCBB7B-1DFF-4F53-80A8-DFD902D05BD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90" y="3836"/>
                  <a:ext cx="110" cy="100"/>
                  <a:chOff x="1090" y="3836"/>
                  <a:chExt cx="110" cy="100"/>
                </a:xfrm>
              </p:grpSpPr>
              <p:sp>
                <p:nvSpPr>
                  <p:cNvPr id="29797" name="Line 91">
                    <a:extLst>
                      <a:ext uri="{FF2B5EF4-FFF2-40B4-BE49-F238E27FC236}">
                        <a16:creationId xmlns:a16="http://schemas.microsoft.com/office/drawing/2014/main" id="{0DAB0247-07AA-46C3-A1D9-788FD395F1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04" y="3840"/>
                    <a:ext cx="96" cy="96"/>
                  </a:xfrm>
                  <a:prstGeom prst="line">
                    <a:avLst/>
                  </a:prstGeom>
                  <a:noFill/>
                  <a:ln w="19050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9798" name="Line 92">
                    <a:extLst>
                      <a:ext uri="{FF2B5EF4-FFF2-40B4-BE49-F238E27FC236}">
                        <a16:creationId xmlns:a16="http://schemas.microsoft.com/office/drawing/2014/main" id="{BD83762A-2038-46F3-81E3-1ED37AF832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90" y="3836"/>
                    <a:ext cx="96" cy="96"/>
                  </a:xfrm>
                  <a:prstGeom prst="line">
                    <a:avLst/>
                  </a:prstGeom>
                  <a:noFill/>
                  <a:ln w="28575">
                    <a:solidFill>
                      <a:schemeClr val="accent2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9796" name="Line 93">
                  <a:extLst>
                    <a:ext uri="{FF2B5EF4-FFF2-40B4-BE49-F238E27FC236}">
                      <a16:creationId xmlns:a16="http://schemas.microsoft.com/office/drawing/2014/main" id="{38C6D936-1655-41A8-984D-0FC1E622CB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9768" name="Line 94">
              <a:extLst>
                <a:ext uri="{FF2B5EF4-FFF2-40B4-BE49-F238E27FC236}">
                  <a16:creationId xmlns:a16="http://schemas.microsoft.com/office/drawing/2014/main" id="{DA391A3B-DFD4-4947-8FAD-43337CE4F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2" y="959"/>
              <a:ext cx="0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9769" name="Object 19">
              <a:extLst>
                <a:ext uri="{FF2B5EF4-FFF2-40B4-BE49-F238E27FC236}">
                  <a16:creationId xmlns:a16="http://schemas.microsoft.com/office/drawing/2014/main" id="{F80062A9-6FF5-4201-8370-A9CDDEE388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6" y="1007"/>
            <a:ext cx="173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29" name="公式" r:id="rId21" imgW="114102" imgH="126780" progId="Equation.3">
                    <p:embed/>
                  </p:oleObj>
                </mc:Choice>
                <mc:Fallback>
                  <p:oleObj name="公式" r:id="rId21" imgW="114102" imgH="1267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6" y="1007"/>
                          <a:ext cx="173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70" name="Object 20">
              <a:extLst>
                <a:ext uri="{FF2B5EF4-FFF2-40B4-BE49-F238E27FC236}">
                  <a16:creationId xmlns:a16="http://schemas.microsoft.com/office/drawing/2014/main" id="{F8888332-C8B4-4D68-B57F-524782241D6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35" y="959"/>
            <a:ext cx="22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0" name="Equation" r:id="rId23" imgW="88969" imgH="108150" progId="Equation.DSMT4">
                    <p:embed/>
                  </p:oleObj>
                </mc:Choice>
                <mc:Fallback>
                  <p:oleObj name="Equation" r:id="rId23" imgW="88969" imgH="10815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5" y="959"/>
                          <a:ext cx="227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71" name="Group 97">
              <a:extLst>
                <a:ext uri="{FF2B5EF4-FFF2-40B4-BE49-F238E27FC236}">
                  <a16:creationId xmlns:a16="http://schemas.microsoft.com/office/drawing/2014/main" id="{F39C2A07-BF58-4F03-83F7-8F933D1EEE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4" y="1103"/>
              <a:ext cx="198" cy="192"/>
              <a:chOff x="960" y="1152"/>
              <a:chExt cx="198" cy="192"/>
            </a:xfrm>
          </p:grpSpPr>
          <p:sp>
            <p:nvSpPr>
              <p:cNvPr id="29772" name="Freeform 98">
                <a:extLst>
                  <a:ext uri="{FF2B5EF4-FFF2-40B4-BE49-F238E27FC236}">
                    <a16:creationId xmlns:a16="http://schemas.microsoft.com/office/drawing/2014/main" id="{25F87292-CC02-4E6F-BFC1-CE820C4DE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" y="1219"/>
                <a:ext cx="29" cy="77"/>
              </a:xfrm>
              <a:custGeom>
                <a:avLst/>
                <a:gdLst>
                  <a:gd name="T0" fmla="*/ 0 w 29"/>
                  <a:gd name="T1" fmla="*/ 0 h 77"/>
                  <a:gd name="T2" fmla="*/ 29 w 29"/>
                  <a:gd name="T3" fmla="*/ 77 h 77"/>
                  <a:gd name="T4" fmla="*/ 0 60000 65536"/>
                  <a:gd name="T5" fmla="*/ 0 60000 65536"/>
                  <a:gd name="T6" fmla="*/ 0 w 29"/>
                  <a:gd name="T7" fmla="*/ 0 h 77"/>
                  <a:gd name="T8" fmla="*/ 29 w 29"/>
                  <a:gd name="T9" fmla="*/ 77 h 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9" h="77">
                    <a:moveTo>
                      <a:pt x="0" y="0"/>
                    </a:moveTo>
                    <a:cubicBezTo>
                      <a:pt x="26" y="25"/>
                      <a:pt x="29" y="41"/>
                      <a:pt x="29" y="77"/>
                    </a:cubicBezTo>
                  </a:path>
                </a:pathLst>
              </a:custGeom>
              <a:noFill/>
              <a:ln w="19050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9773" name="Object 21">
                <a:extLst>
                  <a:ext uri="{FF2B5EF4-FFF2-40B4-BE49-F238E27FC236}">
                    <a16:creationId xmlns:a16="http://schemas.microsoft.com/office/drawing/2014/main" id="{B6A6A404-AE5D-49BF-87A5-52D1AE51CA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8" y="1152"/>
              <a:ext cx="15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9931" name="公式" r:id="rId25" imgW="139579" imgH="177646" progId="Equation.3">
                      <p:embed/>
                    </p:oleObj>
                  </mc:Choice>
                  <mc:Fallback>
                    <p:oleObj name="公式" r:id="rId25" imgW="139579" imgH="177646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152"/>
                            <a:ext cx="150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32548" name="Text Box 100">
            <a:extLst>
              <a:ext uri="{FF2B5EF4-FFF2-40B4-BE49-F238E27FC236}">
                <a16:creationId xmlns:a16="http://schemas.microsoft.com/office/drawing/2014/main" id="{56A49D21-9C81-4F59-A759-66678F07C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8488" y="3140075"/>
            <a:ext cx="4097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3</a:t>
            </a:r>
            <a:r>
              <a:rPr lang="zh-CN" altLang="en-US" sz="2800" b="1"/>
              <a:t>）</a:t>
            </a: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有静电场！</a:t>
            </a:r>
            <a:endParaRPr lang="zh-CN" altLang="en-US" sz="2800">
              <a:ea typeface="黑体" panose="02010609060101010101" pitchFamily="49" charset="-122"/>
            </a:endParaRPr>
          </a:p>
        </p:txBody>
      </p:sp>
      <p:grpSp>
        <p:nvGrpSpPr>
          <p:cNvPr id="232577" name="Group 101">
            <a:extLst>
              <a:ext uri="{FF2B5EF4-FFF2-40B4-BE49-F238E27FC236}">
                <a16:creationId xmlns:a16="http://schemas.microsoft.com/office/drawing/2014/main" id="{40EF1EE8-290A-47CE-A9AC-C9E0B3D7561C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3817938"/>
            <a:ext cx="1882775" cy="2995612"/>
            <a:chOff x="384" y="2152"/>
            <a:chExt cx="1341" cy="1993"/>
          </a:xfrm>
        </p:grpSpPr>
        <p:sp>
          <p:nvSpPr>
            <p:cNvPr id="29733" name="Line 102">
              <a:extLst>
                <a:ext uri="{FF2B5EF4-FFF2-40B4-BE49-F238E27FC236}">
                  <a16:creationId xmlns:a16="http://schemas.microsoft.com/office/drawing/2014/main" id="{287BCBCC-9392-4F4F-94B6-A6EB8D253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4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4" name="Line 103">
              <a:extLst>
                <a:ext uri="{FF2B5EF4-FFF2-40B4-BE49-F238E27FC236}">
                  <a16:creationId xmlns:a16="http://schemas.microsoft.com/office/drawing/2014/main" id="{B0A89EF0-1D4E-433B-9B6A-9F8D8B3E4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20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5" name="Line 104">
              <a:extLst>
                <a:ext uri="{FF2B5EF4-FFF2-40B4-BE49-F238E27FC236}">
                  <a16:creationId xmlns:a16="http://schemas.microsoft.com/office/drawing/2014/main" id="{6358521F-6C97-4EF6-99FD-1C00EE5F4D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4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6" name="Line 105">
              <a:extLst>
                <a:ext uri="{FF2B5EF4-FFF2-40B4-BE49-F238E27FC236}">
                  <a16:creationId xmlns:a16="http://schemas.microsoft.com/office/drawing/2014/main" id="{A6D90C37-F2C6-4D21-946C-F0BD908E8C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34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37" name="Rectangle 106">
              <a:extLst>
                <a:ext uri="{FF2B5EF4-FFF2-40B4-BE49-F238E27FC236}">
                  <a16:creationId xmlns:a16="http://schemas.microsoft.com/office/drawing/2014/main" id="{2D1B1EA2-5734-40FE-BFB1-9E05A3A2A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2688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8" name="Rectangle 107">
              <a:extLst>
                <a:ext uri="{FF2B5EF4-FFF2-40B4-BE49-F238E27FC236}">
                  <a16:creationId xmlns:a16="http://schemas.microsoft.com/office/drawing/2014/main" id="{03E974B2-B40C-416F-8B5F-778206AB5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8" y="2684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39" name="Line 108">
              <a:extLst>
                <a:ext uri="{FF2B5EF4-FFF2-40B4-BE49-F238E27FC236}">
                  <a16:creationId xmlns:a16="http://schemas.microsoft.com/office/drawing/2014/main" id="{24C003F5-70D1-46DB-97D2-914FB1A39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0" name="Rectangle 109">
              <a:extLst>
                <a:ext uri="{FF2B5EF4-FFF2-40B4-BE49-F238E27FC236}">
                  <a16:creationId xmlns:a16="http://schemas.microsoft.com/office/drawing/2014/main" id="{CC14B63F-CBFE-4362-8374-6A0556EE9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" y="336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1" name="Line 110">
              <a:extLst>
                <a:ext uri="{FF2B5EF4-FFF2-40B4-BE49-F238E27FC236}">
                  <a16:creationId xmlns:a16="http://schemas.microsoft.com/office/drawing/2014/main" id="{7AAC5F3D-CBE9-4AD6-A27D-0D127D4ED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3638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2" name="Line 111">
              <a:extLst>
                <a:ext uri="{FF2B5EF4-FFF2-40B4-BE49-F238E27FC236}">
                  <a16:creationId xmlns:a16="http://schemas.microsoft.com/office/drawing/2014/main" id="{E0975FA2-FD09-4CA1-A5B8-D7F3A72763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" y="3868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3" name="Rectangle 112">
              <a:extLst>
                <a:ext uri="{FF2B5EF4-FFF2-40B4-BE49-F238E27FC236}">
                  <a16:creationId xmlns:a16="http://schemas.microsoft.com/office/drawing/2014/main" id="{1CA66A13-B151-489B-B68C-D2016D1AB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4" y="3312"/>
              <a:ext cx="144" cy="28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44" name="Line 113">
              <a:extLst>
                <a:ext uri="{FF2B5EF4-FFF2-40B4-BE49-F238E27FC236}">
                  <a16:creationId xmlns:a16="http://schemas.microsoft.com/office/drawing/2014/main" id="{43358DD0-5FCB-4C0D-96A1-3EF6500EA9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4" y="3862"/>
              <a:ext cx="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9745" name="Group 114">
              <a:extLst>
                <a:ext uri="{FF2B5EF4-FFF2-40B4-BE49-F238E27FC236}">
                  <a16:creationId xmlns:a16="http://schemas.microsoft.com/office/drawing/2014/main" id="{25166238-160A-49AB-BEB3-D9F8E4A4B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4" y="3706"/>
              <a:ext cx="192" cy="56"/>
              <a:chOff x="2064" y="3408"/>
              <a:chExt cx="192" cy="56"/>
            </a:xfrm>
          </p:grpSpPr>
          <p:sp>
            <p:nvSpPr>
              <p:cNvPr id="29762" name="Line 115">
                <a:extLst>
                  <a:ext uri="{FF2B5EF4-FFF2-40B4-BE49-F238E27FC236}">
                    <a16:creationId xmlns:a16="http://schemas.microsoft.com/office/drawing/2014/main" id="{F2F21AE7-6062-493E-B2C3-F4CF310C8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3" name="Line 116">
                <a:extLst>
                  <a:ext uri="{FF2B5EF4-FFF2-40B4-BE49-F238E27FC236}">
                    <a16:creationId xmlns:a16="http://schemas.microsoft.com/office/drawing/2014/main" id="{BDF7D6ED-9B7B-478C-B33A-E9E9D2D3D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746" name="Group 117">
              <a:extLst>
                <a:ext uri="{FF2B5EF4-FFF2-40B4-BE49-F238E27FC236}">
                  <a16:creationId xmlns:a16="http://schemas.microsoft.com/office/drawing/2014/main" id="{05480D24-3A39-4E19-A3A0-A4BC57BDF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0" y="3072"/>
              <a:ext cx="192" cy="56"/>
              <a:chOff x="2064" y="3408"/>
              <a:chExt cx="192" cy="56"/>
            </a:xfrm>
          </p:grpSpPr>
          <p:sp>
            <p:nvSpPr>
              <p:cNvPr id="29760" name="Line 118">
                <a:extLst>
                  <a:ext uri="{FF2B5EF4-FFF2-40B4-BE49-F238E27FC236}">
                    <a16:creationId xmlns:a16="http://schemas.microsoft.com/office/drawing/2014/main" id="{EFBFD555-48C6-4ACF-ADBF-453C772A01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3408"/>
                <a:ext cx="19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761" name="Line 119">
                <a:extLst>
                  <a:ext uri="{FF2B5EF4-FFF2-40B4-BE49-F238E27FC236}">
                    <a16:creationId xmlns:a16="http://schemas.microsoft.com/office/drawing/2014/main" id="{28D887A2-8D3D-4EAB-89BE-FE8970CDA7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464"/>
                <a:ext cx="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9747" name="Line 120">
              <a:extLst>
                <a:ext uri="{FF2B5EF4-FFF2-40B4-BE49-F238E27FC236}">
                  <a16:creationId xmlns:a16="http://schemas.microsoft.com/office/drawing/2014/main" id="{7D02EC35-3051-4F31-AEEB-15E4025D7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377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8" name="Line 121">
              <a:extLst>
                <a:ext uri="{FF2B5EF4-FFF2-40B4-BE49-F238E27FC236}">
                  <a16:creationId xmlns:a16="http://schemas.microsoft.com/office/drawing/2014/main" id="{92583139-44CD-468C-BDDE-5DCA26BBAC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3610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49" name="Line 122">
              <a:extLst>
                <a:ext uri="{FF2B5EF4-FFF2-40B4-BE49-F238E27FC236}">
                  <a16:creationId xmlns:a16="http://schemas.microsoft.com/office/drawing/2014/main" id="{11581927-4694-4DF7-B9B1-D3DE015C2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4" y="2966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0" name="Line 123">
              <a:extLst>
                <a:ext uri="{FF2B5EF4-FFF2-40B4-BE49-F238E27FC236}">
                  <a16:creationId xmlns:a16="http://schemas.microsoft.com/office/drawing/2014/main" id="{3D9752D3-2E19-4067-ABE3-5285A3308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12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51" name="Oval 124">
              <a:extLst>
                <a:ext uri="{FF2B5EF4-FFF2-40B4-BE49-F238E27FC236}">
                  <a16:creationId xmlns:a16="http://schemas.microsoft.com/office/drawing/2014/main" id="{77D16397-9DB3-4559-804F-060A9A3CE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408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2" name="Oval 125">
              <a:extLst>
                <a:ext uri="{FF2B5EF4-FFF2-40B4-BE49-F238E27FC236}">
                  <a16:creationId xmlns:a16="http://schemas.microsoft.com/office/drawing/2014/main" id="{8F64F551-9582-479A-B378-4EA0488CF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" y="2174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3" name="Oval 126">
              <a:extLst>
                <a:ext uri="{FF2B5EF4-FFF2-40B4-BE49-F238E27FC236}">
                  <a16:creationId xmlns:a16="http://schemas.microsoft.com/office/drawing/2014/main" id="{00EC7485-58C3-4F3D-B83B-49F3F9F1E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" y="3206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9754" name="Oval 127">
              <a:extLst>
                <a:ext uri="{FF2B5EF4-FFF2-40B4-BE49-F238E27FC236}">
                  <a16:creationId xmlns:a16="http://schemas.microsoft.com/office/drawing/2014/main" id="{65E01479-A3A6-4F1B-90B4-2B608E971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" y="312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55" name="Object 14">
              <a:extLst>
                <a:ext uri="{FF2B5EF4-FFF2-40B4-BE49-F238E27FC236}">
                  <a16:creationId xmlns:a16="http://schemas.microsoft.com/office/drawing/2014/main" id="{46685692-14C6-4ECA-AC54-074C9C73FC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4" y="3024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2" name="公式" r:id="rId27" imgW="126835" imgH="139518" progId="Equation.3">
                    <p:embed/>
                  </p:oleObj>
                </mc:Choice>
                <mc:Fallback>
                  <p:oleObj name="公式" r:id="rId27" imgW="126835" imgH="139518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3024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6" name="Object 15">
              <a:extLst>
                <a:ext uri="{FF2B5EF4-FFF2-40B4-BE49-F238E27FC236}">
                  <a16:creationId xmlns:a16="http://schemas.microsoft.com/office/drawing/2014/main" id="{2E75E592-DF05-401D-85C5-9B173DDACB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9" y="3936"/>
            <a:ext cx="189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3" name="公式" r:id="rId29" imgW="126835" imgH="139518" progId="Equation.3">
                    <p:embed/>
                  </p:oleObj>
                </mc:Choice>
                <mc:Fallback>
                  <p:oleObj name="公式" r:id="rId29" imgW="126835" imgH="13951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9" y="3936"/>
                          <a:ext cx="189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7" name="Object 16">
              <a:extLst>
                <a:ext uri="{FF2B5EF4-FFF2-40B4-BE49-F238E27FC236}">
                  <a16:creationId xmlns:a16="http://schemas.microsoft.com/office/drawing/2014/main" id="{3F4B56F3-BEE6-4C0B-B156-D99716971E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36" y="3120"/>
            <a:ext cx="189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4" name="公式" r:id="rId31" imgW="126725" imgH="177415" progId="Equation.3">
                    <p:embed/>
                  </p:oleObj>
                </mc:Choice>
                <mc:Fallback>
                  <p:oleObj name="公式" r:id="rId31" imgW="126725" imgH="177415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3120"/>
                          <a:ext cx="189" cy="2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58" name="Object 17">
              <a:extLst>
                <a:ext uri="{FF2B5EF4-FFF2-40B4-BE49-F238E27FC236}">
                  <a16:creationId xmlns:a16="http://schemas.microsoft.com/office/drawing/2014/main" id="{8CDE168B-4790-4C08-947E-EFBBFB1FA5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8" y="2152"/>
            <a:ext cx="171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35" name="公式" r:id="rId33" imgW="114201" imgH="139579" progId="Equation.3">
                    <p:embed/>
                  </p:oleObj>
                </mc:Choice>
                <mc:Fallback>
                  <p:oleObj name="公式" r:id="rId33" imgW="114201" imgH="13957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8" y="2152"/>
                          <a:ext cx="171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59" name="Line 132">
              <a:extLst>
                <a:ext uri="{FF2B5EF4-FFF2-40B4-BE49-F238E27FC236}">
                  <a16:creationId xmlns:a16="http://schemas.microsoft.com/office/drawing/2014/main" id="{C0291833-2E4C-482F-AE2F-38E527C98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784"/>
              <a:ext cx="0" cy="6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2581" name="Text Box 133">
            <a:extLst>
              <a:ext uri="{FF2B5EF4-FFF2-40B4-BE49-F238E27FC236}">
                <a16:creationId xmlns:a16="http://schemas.microsoft.com/office/drawing/2014/main" id="{F3704134-B5BC-40C4-9DBA-A80AA82AD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738" y="3270250"/>
            <a:ext cx="2598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等效电路</a:t>
            </a:r>
          </a:p>
        </p:txBody>
      </p:sp>
      <p:sp>
        <p:nvSpPr>
          <p:cNvPr id="232582" name="Text Box 134">
            <a:extLst>
              <a:ext uri="{FF2B5EF4-FFF2-40B4-BE49-F238E27FC236}">
                <a16:creationId xmlns:a16="http://schemas.microsoft.com/office/drawing/2014/main" id="{CE953906-F13A-4ECF-B77A-DD50399A0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213" y="3644900"/>
            <a:ext cx="63007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sym typeface="Symbol" panose="05050102010706020507" pitchFamily="18" charset="2"/>
              </a:rPr>
              <a:t>       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ab</a:t>
            </a:r>
            <a:r>
              <a:rPr lang="en-US" altLang="zh-CN" sz="2800" b="1"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bc</a:t>
            </a:r>
            <a:r>
              <a:rPr lang="zh-CN" altLang="en-US" sz="2800" b="1">
                <a:sym typeface="Symbol" panose="05050102010706020507" pitchFamily="18" charset="2"/>
              </a:rPr>
              <a:t>会使正电荷在</a:t>
            </a:r>
            <a:r>
              <a:rPr lang="en-US" altLang="zh-CN" sz="2800" b="1" i="1">
                <a:sym typeface="Symbol" panose="05050102010706020507" pitchFamily="18" charset="2"/>
              </a:rPr>
              <a:t>c</a:t>
            </a:r>
            <a:r>
              <a:rPr lang="zh-CN" altLang="en-US" sz="2800" b="1">
                <a:sym typeface="Symbol" panose="05050102010706020507" pitchFamily="18" charset="2"/>
              </a:rPr>
              <a:t>点聚集，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而</a:t>
            </a:r>
            <a:r>
              <a:rPr lang="en-US" altLang="zh-CN" sz="2800" b="1" i="1">
                <a:sym typeface="Symbol" panose="05050102010706020507" pitchFamily="18" charset="2"/>
              </a:rPr>
              <a:t>a</a:t>
            </a:r>
            <a:r>
              <a:rPr lang="zh-CN" altLang="en-US" sz="2800" b="1">
                <a:sym typeface="Symbol" panose="05050102010706020507" pitchFamily="18" charset="2"/>
              </a:rPr>
              <a:t>点有负电荷积累从而出现静电场</a:t>
            </a:r>
          </a:p>
        </p:txBody>
      </p:sp>
      <p:graphicFrame>
        <p:nvGraphicFramePr>
          <p:cNvPr id="232583" name="Object 7">
            <a:extLst>
              <a:ext uri="{FF2B5EF4-FFF2-40B4-BE49-F238E27FC236}">
                <a16:creationId xmlns:a16="http://schemas.microsoft.com/office/drawing/2014/main" id="{1BC83FA8-5E5E-4A0F-98EC-9B547E29F2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3155950"/>
          <a:ext cx="21875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6" name="Equation" r:id="rId35" imgW="2095500" imgH="457200" progId="Equation.DSMT4">
                  <p:embed/>
                </p:oleObj>
              </mc:Choice>
              <mc:Fallback>
                <p:oleObj name="Equation" r:id="rId35" imgW="209550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3155950"/>
                        <a:ext cx="21875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4" name="Object 8">
            <a:extLst>
              <a:ext uri="{FF2B5EF4-FFF2-40B4-BE49-F238E27FC236}">
                <a16:creationId xmlns:a16="http://schemas.microsoft.com/office/drawing/2014/main" id="{552F6142-16C5-4716-8C33-53E2F1E88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05613" y="6045200"/>
          <a:ext cx="15478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7" name="Equation" r:id="rId37" imgW="1320227" imgH="431613" progId="Equation.DSMT4">
                  <p:embed/>
                </p:oleObj>
              </mc:Choice>
              <mc:Fallback>
                <p:oleObj name="Equation" r:id="rId37" imgW="1320227" imgH="4316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5613" y="6045200"/>
                        <a:ext cx="154781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85" name="Text Box 137">
            <a:extLst>
              <a:ext uri="{FF2B5EF4-FFF2-40B4-BE49-F238E27FC236}">
                <a16:creationId xmlns:a16="http://schemas.microsoft.com/office/drawing/2014/main" id="{A177CD24-062A-4C62-B3C5-F81BEE48F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63" y="4591050"/>
            <a:ext cx="2562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sz="3600" b="1" baseline="-25000"/>
              <a:t>o</a:t>
            </a:r>
            <a:r>
              <a:rPr lang="en-US" altLang="zh-CN" sz="3600" b="1" i="1" baseline="-25000"/>
              <a:t>c</a:t>
            </a:r>
            <a:r>
              <a:rPr lang="en-US" altLang="zh-CN" sz="2800" b="1"/>
              <a:t>=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a</a:t>
            </a:r>
            <a:r>
              <a:rPr lang="en-US" altLang="zh-CN" b="1" i="1" baseline="-25000"/>
              <a:t> </a:t>
            </a:r>
            <a:r>
              <a:rPr lang="en-US" altLang="zh-CN" sz="2800" b="1"/>
              <a:t>– </a:t>
            </a:r>
            <a:r>
              <a:rPr lang="en-US" altLang="zh-CN" sz="2800" b="1" i="1"/>
              <a:t>V</a:t>
            </a:r>
            <a:r>
              <a:rPr lang="en-US" altLang="zh-CN" sz="3600" b="1" i="1" baseline="-25000"/>
              <a:t>c</a:t>
            </a:r>
          </a:p>
        </p:txBody>
      </p:sp>
      <p:sp>
        <p:nvSpPr>
          <p:cNvPr id="232586" name="Text Box 138">
            <a:extLst>
              <a:ext uri="{FF2B5EF4-FFF2-40B4-BE49-F238E27FC236}">
                <a16:creationId xmlns:a16="http://schemas.microsoft.com/office/drawing/2014/main" id="{200E686A-652D-40B3-BEBE-BBE036979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600" y="4581525"/>
            <a:ext cx="2365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= 0 – </a:t>
            </a:r>
            <a:r>
              <a:rPr lang="en-US" altLang="zh-CN" sz="2800" b="1">
                <a:sym typeface="Symbol" panose="05050102010706020507" pitchFamily="18" charset="2"/>
              </a:rPr>
              <a:t></a:t>
            </a:r>
            <a:r>
              <a:rPr lang="en-US" altLang="zh-CN" sz="2800" b="1"/>
              <a:t> </a:t>
            </a:r>
            <a:r>
              <a:rPr lang="en-US" altLang="zh-CN" sz="2800" b="1" i="1">
                <a:sym typeface="Math1" pitchFamily="2" charset="2"/>
              </a:rPr>
              <a:t>I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  <a:r>
              <a:rPr lang="en-US" altLang="zh-CN" sz="2800" b="1" i="1">
                <a:sym typeface="Math1" pitchFamily="2" charset="2"/>
              </a:rPr>
              <a:t>R</a:t>
            </a:r>
            <a:r>
              <a:rPr lang="en-US" altLang="zh-CN" sz="2800" b="1" i="1" baseline="-25000">
                <a:sym typeface="Math1" pitchFamily="2" charset="2"/>
              </a:rPr>
              <a:t>i</a:t>
            </a:r>
          </a:p>
        </p:txBody>
      </p:sp>
      <p:sp>
        <p:nvSpPr>
          <p:cNvPr id="232587" name="Text Box 139">
            <a:extLst>
              <a:ext uri="{FF2B5EF4-FFF2-40B4-BE49-F238E27FC236}">
                <a16:creationId xmlns:a16="http://schemas.microsoft.com/office/drawing/2014/main" id="{8E1E65FF-3976-47EE-AC5C-8BC16E977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4388" y="6021388"/>
            <a:ext cx="170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&lt; 0</a:t>
            </a:r>
          </a:p>
        </p:txBody>
      </p:sp>
      <p:graphicFrame>
        <p:nvGraphicFramePr>
          <p:cNvPr id="232588" name="Object 9">
            <a:extLst>
              <a:ext uri="{FF2B5EF4-FFF2-40B4-BE49-F238E27FC236}">
                <a16:creationId xmlns:a16="http://schemas.microsoft.com/office/drawing/2014/main" id="{34663F5F-3BE5-40D9-9BB1-76ED2D4210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0213" y="5102225"/>
          <a:ext cx="2236787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8" name="Equation" r:id="rId39" imgW="2222500" imgH="774700" progId="Equation.DSMT4">
                  <p:embed/>
                </p:oleObj>
              </mc:Choice>
              <mc:Fallback>
                <p:oleObj name="Equation" r:id="rId39" imgW="2222500" imgH="7747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0213" y="5102225"/>
                        <a:ext cx="2236787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2589" name="Object 10">
            <a:extLst>
              <a:ext uri="{FF2B5EF4-FFF2-40B4-BE49-F238E27FC236}">
                <a16:creationId xmlns:a16="http://schemas.microsoft.com/office/drawing/2014/main" id="{557F6A5F-7412-4378-8396-50803F891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8300" y="5903913"/>
          <a:ext cx="150653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39" name="Equation" r:id="rId41" imgW="1473200" imgH="762000" progId="Equation.DSMT4">
                  <p:embed/>
                </p:oleObj>
              </mc:Choice>
              <mc:Fallback>
                <p:oleObj name="Equation" r:id="rId41" imgW="1473200" imgH="762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8300" y="5903913"/>
                        <a:ext cx="150653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2590" name="Text Box 142">
            <a:extLst>
              <a:ext uri="{FF2B5EF4-FFF2-40B4-BE49-F238E27FC236}">
                <a16:creationId xmlns:a16="http://schemas.microsoft.com/office/drawing/2014/main" id="{C2470B90-E2A4-4BEA-8B1B-25BC50B8F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27025"/>
            <a:ext cx="78486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7.</a:t>
            </a:r>
            <a:r>
              <a:rPr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</a:t>
            </a:r>
            <a:r>
              <a:rPr lang="zh-CN" altLang="en-US" sz="2800" b="1">
                <a:sym typeface="Symbol" panose="05050102010706020507" pitchFamily="18" charset="2"/>
              </a:rPr>
              <a:t>求</a:t>
            </a: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）回路总的感应电动势</a:t>
            </a:r>
            <a:r>
              <a:rPr lang="zh-CN" altLang="en-US" sz="2800" b="1" i="1">
                <a:sym typeface="Symbol" panose="05050102010706020507" pitchFamily="18" charset="2"/>
              </a:rPr>
              <a:t></a:t>
            </a:r>
            <a:r>
              <a:rPr lang="en-US" altLang="zh-CN" sz="2800" b="1" i="1" baseline="-25000">
                <a:sym typeface="Symbol" panose="05050102010706020507" pitchFamily="18" charset="2"/>
              </a:rPr>
              <a:t>i</a:t>
            </a:r>
            <a:r>
              <a:rPr lang="zh-CN" altLang="en-US" sz="2800" b="1" baseline="-25000">
                <a:sym typeface="Symbol" panose="05050102010706020507" pitchFamily="18" charset="2"/>
              </a:rPr>
              <a:t>总</a:t>
            </a:r>
            <a:r>
              <a:rPr lang="zh-CN" altLang="en-US" sz="2800" b="1">
                <a:sym typeface="Symbol" panose="05050102010706020507" pitchFamily="18" charset="2"/>
              </a:rPr>
              <a:t>；</a:t>
            </a:r>
            <a:r>
              <a:rPr lang="zh-CN" altLang="en-US" sz="2800" b="1"/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（</a:t>
            </a:r>
            <a:r>
              <a:rPr lang="en-US" altLang="zh-CN" sz="2800" b="1"/>
              <a:t>3</a:t>
            </a:r>
            <a:r>
              <a:rPr lang="zh-CN" altLang="en-US" sz="2800" b="1"/>
              <a:t>）回路内有静电场吗？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                            若有</a:t>
            </a:r>
            <a:r>
              <a:rPr lang="en-US" altLang="zh-CN" sz="2800" b="1"/>
              <a:t>, </a:t>
            </a:r>
            <a:r>
              <a:rPr lang="en-US" altLang="zh-CN" sz="2800" b="1" i="1"/>
              <a:t>c</a:t>
            </a:r>
            <a:r>
              <a:rPr lang="zh-CN" altLang="en-US" sz="2800" b="1"/>
              <a:t>与</a:t>
            </a:r>
            <a:r>
              <a:rPr lang="en-US" altLang="zh-CN" sz="2800" b="1" i="1"/>
              <a:t>a</a:t>
            </a:r>
            <a:r>
              <a:rPr lang="zh-CN" altLang="en-US" sz="2800" b="1"/>
              <a:t>哪点电势高。</a:t>
            </a:r>
          </a:p>
        </p:txBody>
      </p:sp>
      <p:sp>
        <p:nvSpPr>
          <p:cNvPr id="232591" name="Text Box 143">
            <a:extLst>
              <a:ext uri="{FF2B5EF4-FFF2-40B4-BE49-F238E27FC236}">
                <a16:creationId xmlns:a16="http://schemas.microsoft.com/office/drawing/2014/main" id="{CCE93E12-3E00-49C5-B293-70C530799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1757363"/>
            <a:ext cx="180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</a:t>
            </a:r>
          </a:p>
        </p:txBody>
      </p:sp>
      <p:sp>
        <p:nvSpPr>
          <p:cNvPr id="232592" name="Text Box 144">
            <a:extLst>
              <a:ext uri="{FF2B5EF4-FFF2-40B4-BE49-F238E27FC236}">
                <a16:creationId xmlns:a16="http://schemas.microsoft.com/office/drawing/2014/main" id="{1AA53753-6C89-49C2-B431-4DFEECF45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4500" y="2636838"/>
            <a:ext cx="38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sp>
        <p:nvSpPr>
          <p:cNvPr id="232593" name="Text Box 145">
            <a:extLst>
              <a:ext uri="{FF2B5EF4-FFF2-40B4-BE49-F238E27FC236}">
                <a16:creationId xmlns:a16="http://schemas.microsoft.com/office/drawing/2014/main" id="{FAAA0C15-383F-473E-8957-328CEBB09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2012950"/>
            <a:ext cx="3889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 b="1"/>
              <a:t>总</a:t>
            </a:r>
          </a:p>
        </p:txBody>
      </p:sp>
      <p:grpSp>
        <p:nvGrpSpPr>
          <p:cNvPr id="232580" name="Group 146">
            <a:extLst>
              <a:ext uri="{FF2B5EF4-FFF2-40B4-BE49-F238E27FC236}">
                <a16:creationId xmlns:a16="http://schemas.microsoft.com/office/drawing/2014/main" id="{9C7DF5DA-C799-4573-AD99-72E4DDB842CC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549275"/>
            <a:ext cx="1944687" cy="1300163"/>
            <a:chOff x="4377" y="436"/>
            <a:chExt cx="1225" cy="819"/>
          </a:xfrm>
        </p:grpSpPr>
        <p:graphicFrame>
          <p:nvGraphicFramePr>
            <p:cNvPr id="29729" name="Object 11">
              <a:extLst>
                <a:ext uri="{FF2B5EF4-FFF2-40B4-BE49-F238E27FC236}">
                  <a16:creationId xmlns:a16="http://schemas.microsoft.com/office/drawing/2014/main" id="{DEFA060C-96AC-450F-8B03-E5EC12EE079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30" y="482"/>
            <a:ext cx="6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0" name="Equation" r:id="rId43" imgW="1028254" imgH="431613" progId="Equation.DSMT4">
                    <p:embed/>
                  </p:oleObj>
                </mc:Choice>
                <mc:Fallback>
                  <p:oleObj name="Equation" r:id="rId43" imgW="1028254" imgH="431613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0" y="482"/>
                          <a:ext cx="64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30" name="Object 12">
              <a:extLst>
                <a:ext uri="{FF2B5EF4-FFF2-40B4-BE49-F238E27FC236}">
                  <a16:creationId xmlns:a16="http://schemas.microsoft.com/office/drawing/2014/main" id="{EF5B8064-E682-47DC-89D3-1A2B19BCBA7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7" y="799"/>
            <a:ext cx="65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1" name="Equation" r:id="rId45" imgW="1091726" imgH="761669" progId="Equation.DSMT4">
                    <p:embed/>
                  </p:oleObj>
                </mc:Choice>
                <mc:Fallback>
                  <p:oleObj name="Equation" r:id="rId45" imgW="1091726" imgH="761669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7" y="799"/>
                          <a:ext cx="654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31" name="Rectangle 149">
              <a:extLst>
                <a:ext uri="{FF2B5EF4-FFF2-40B4-BE49-F238E27FC236}">
                  <a16:creationId xmlns:a16="http://schemas.microsoft.com/office/drawing/2014/main" id="{E81E34C7-9097-47E4-9C2B-7BFF450AA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436"/>
              <a:ext cx="817" cy="817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29732" name="Object 13">
              <a:extLst>
                <a:ext uri="{FF2B5EF4-FFF2-40B4-BE49-F238E27FC236}">
                  <a16:creationId xmlns:a16="http://schemas.microsoft.com/office/drawing/2014/main" id="{62ABD8A7-232B-4CA4-A08D-6708497AF2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572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942" name="剪辑" r:id="rId47" imgW="3168581" imgH="2914476" progId="MS_ClipArt_Gallery.2">
                    <p:embed/>
                  </p:oleObj>
                </mc:Choice>
                <mc:Fallback>
                  <p:oleObj name="剪辑" r:id="rId47" imgW="3168581" imgH="2914476" progId="MS_ClipArt_Gallery.2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572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9724" name="Text Box 12">
            <a:extLst>
              <a:ext uri="{FF2B5EF4-FFF2-40B4-BE49-F238E27FC236}">
                <a16:creationId xmlns:a16="http://schemas.microsoft.com/office/drawing/2014/main" id="{F1AA761C-3FF6-4FF6-8262-D838A2C268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17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8B85BD-D8FC-424B-B35B-25B7C6921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3" y="458946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53C63246-AFE6-47BC-8018-ED10FF770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5578475"/>
            <a:ext cx="4079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999A24D8-A8FB-4B01-B4A2-19200F5F0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0600" y="5586413"/>
            <a:ext cx="4079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3CE138F2-C80B-4A9F-847F-D35BBA55F0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4595813"/>
            <a:ext cx="406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</a:rPr>
              <a:t>R</a:t>
            </a:r>
            <a:endParaRPr lang="zh-CN" altLang="en-US" sz="24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25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25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3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2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3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3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2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75"/>
                                        <p:tgtEl>
                                          <p:spTgt spid="232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3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3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4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500" fill="hold"/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720"/>
                            </p:stCondLst>
                            <p:childTnLst>
                              <p:par>
                                <p:cTn id="87" presetID="34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8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8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9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325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7" dur="500"/>
                                        <p:tgtEl>
                                          <p:spTgt spid="23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23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3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2" dur="500"/>
                                        <p:tgtEl>
                                          <p:spTgt spid="23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232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3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32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3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5" dur="500"/>
                                        <p:tgtEl>
                                          <p:spTgt spid="23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232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2325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0" grpId="0" animBg="1"/>
      <p:bldP spid="232451" grpId="0" animBg="1"/>
      <p:bldP spid="232452" grpId="0" autoUpdateAnimBg="0"/>
      <p:bldP spid="232453" grpId="0" autoUpdateAnimBg="0"/>
      <p:bldP spid="232548" grpId="0"/>
      <p:bldP spid="232581" grpId="0"/>
      <p:bldP spid="232582" grpId="0" autoUpdateAnimBg="0"/>
      <p:bldP spid="232585" grpId="0" autoUpdateAnimBg="0"/>
      <p:bldP spid="232586" grpId="0" autoUpdateAnimBg="0"/>
      <p:bldP spid="232587" grpId="0" autoUpdateAnimBg="0"/>
      <p:bldP spid="232590" grpId="0" build="allAtOnce" autoUpdateAnimBg="0"/>
      <p:bldP spid="232591" grpId="0" autoUpdateAnimBg="0"/>
      <p:bldP spid="232592" grpId="0"/>
      <p:bldP spid="232593" grpId="0"/>
      <p:bldP spid="3" grpId="0"/>
      <p:bldP spid="152" grpId="0"/>
      <p:bldP spid="153" grpId="0"/>
      <p:bldP spid="15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AutoShape 2">
            <a:extLst>
              <a:ext uri="{FF2B5EF4-FFF2-40B4-BE49-F238E27FC236}">
                <a16:creationId xmlns:a16="http://schemas.microsoft.com/office/drawing/2014/main" id="{2F906609-D449-421B-84C0-D308B3D4C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9688" y="3822700"/>
            <a:ext cx="939800" cy="1971675"/>
          </a:xfrm>
          <a:prstGeom prst="wedgeRectCallout">
            <a:avLst>
              <a:gd name="adj1" fmla="val -57264"/>
              <a:gd name="adj2" fmla="val 64574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>
              <a:ea typeface="楷体_GB2312" pitchFamily="49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5E692CA5-887F-4CC6-AE71-D7E3F817C7F0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304800"/>
            <a:ext cx="4332287" cy="1122363"/>
            <a:chOff x="1179" y="1071"/>
            <a:chExt cx="2949" cy="793"/>
          </a:xfrm>
        </p:grpSpPr>
        <p:graphicFrame>
          <p:nvGraphicFramePr>
            <p:cNvPr id="30753" name="Object 17">
              <a:extLst>
                <a:ext uri="{FF2B5EF4-FFF2-40B4-BE49-F238E27FC236}">
                  <a16:creationId xmlns:a16="http://schemas.microsoft.com/office/drawing/2014/main" id="{5549CFE0-6D19-4A12-845E-0F499EE5C0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0" y="1089"/>
            <a:ext cx="1922" cy="6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7" name="Equation" r:id="rId4" imgW="3048000" imgH="850900" progId="Equation.DSMT4">
                    <p:embed/>
                  </p:oleObj>
                </mc:Choice>
                <mc:Fallback>
                  <p:oleObj name="Equation" r:id="rId4" imgW="3048000" imgH="8509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0" y="1089"/>
                          <a:ext cx="1922" cy="6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4" name="Rectangle 5">
              <a:extLst>
                <a:ext uri="{FF2B5EF4-FFF2-40B4-BE49-F238E27FC236}">
                  <a16:creationId xmlns:a16="http://schemas.microsoft.com/office/drawing/2014/main" id="{BB271ED6-2C77-433F-9679-461696A2C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" y="1109"/>
              <a:ext cx="2223" cy="589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0755" name="Object 18">
              <a:extLst>
                <a:ext uri="{FF2B5EF4-FFF2-40B4-BE49-F238E27FC236}">
                  <a16:creationId xmlns:a16="http://schemas.microsoft.com/office/drawing/2014/main" id="{7844F34C-E0BD-4AA5-A21F-0B0C0AC631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79" y="1071"/>
            <a:ext cx="771" cy="7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8" name="剪辑" r:id="rId6" imgW="3168581" imgH="2914476" progId="MS_ClipArt_Gallery.2">
                    <p:embed/>
                  </p:oleObj>
                </mc:Choice>
                <mc:Fallback>
                  <p:oleObj name="剪辑" r:id="rId6" imgW="3168581" imgH="2914476" progId="MS_ClipArt_Gallery.2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9" y="1071"/>
                          <a:ext cx="771" cy="7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0888" name="Oval 8">
            <a:extLst>
              <a:ext uri="{FF2B5EF4-FFF2-40B4-BE49-F238E27FC236}">
                <a16:creationId xmlns:a16="http://schemas.microsoft.com/office/drawing/2014/main" id="{D04B38A6-455D-4F60-8871-D3A21D89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963" y="663575"/>
            <a:ext cx="136525" cy="13811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50889" name="Text Box 9">
            <a:extLst>
              <a:ext uri="{FF2B5EF4-FFF2-40B4-BE49-F238E27FC236}">
                <a16:creationId xmlns:a16="http://schemas.microsoft.com/office/drawing/2014/main" id="{8F105A89-84A9-4088-8F10-05C3FC67C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1392238"/>
            <a:ext cx="282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补充说明：</a:t>
            </a:r>
          </a:p>
        </p:txBody>
      </p:sp>
      <p:graphicFrame>
        <p:nvGraphicFramePr>
          <p:cNvPr id="250890" name="Object 2">
            <a:extLst>
              <a:ext uri="{FF2B5EF4-FFF2-40B4-BE49-F238E27FC236}">
                <a16:creationId xmlns:a16="http://schemas.microsoft.com/office/drawing/2014/main" id="{93EBB78C-0255-4EBE-B7D3-50E64D8D78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6825" y="1452563"/>
          <a:ext cx="369888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9" name="Equation" r:id="rId8" imgW="380835" imgH="495085" progId="Equation.DSMT4">
                  <p:embed/>
                </p:oleObj>
              </mc:Choice>
              <mc:Fallback>
                <p:oleObj name="Equation" r:id="rId8" imgW="380835" imgH="4950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1452563"/>
                        <a:ext cx="369888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1" name="Text Box 11">
            <a:extLst>
              <a:ext uri="{FF2B5EF4-FFF2-40B4-BE49-F238E27FC236}">
                <a16:creationId xmlns:a16="http://schemas.microsoft.com/office/drawing/2014/main" id="{F34BA3C8-976F-4D76-ACE0-93C2D5D1E4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275" y="1430338"/>
            <a:ext cx="583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——</a:t>
            </a:r>
            <a:r>
              <a:rPr lang="zh-CN" altLang="en-US" sz="2800" b="1"/>
              <a:t>非保守场不能引入势函数</a:t>
            </a:r>
            <a:endParaRPr lang="zh-CN" altLang="en-US" sz="2800"/>
          </a:p>
        </p:txBody>
      </p:sp>
      <p:sp>
        <p:nvSpPr>
          <p:cNvPr id="250892" name="Text Box 12">
            <a:extLst>
              <a:ext uri="{FF2B5EF4-FFF2-40B4-BE49-F238E27FC236}">
                <a16:creationId xmlns:a16="http://schemas.microsoft.com/office/drawing/2014/main" id="{3194A610-9334-44BA-9EEE-92B0DF196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2038350"/>
            <a:ext cx="640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但它对在场中的导体提供电动势</a:t>
            </a:r>
          </a:p>
        </p:txBody>
      </p:sp>
      <p:graphicFrame>
        <p:nvGraphicFramePr>
          <p:cNvPr id="250893" name="Object 3">
            <a:extLst>
              <a:ext uri="{FF2B5EF4-FFF2-40B4-BE49-F238E27FC236}">
                <a16:creationId xmlns:a16="http://schemas.microsoft.com/office/drawing/2014/main" id="{CD9E72E6-C563-414C-9C2B-CEE1DCB98D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5275" y="2051050"/>
          <a:ext cx="16160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0" name="Equation" r:id="rId10" imgW="1600200" imgH="584200" progId="Equation.DSMT4">
                  <p:embed/>
                </p:oleObj>
              </mc:Choice>
              <mc:Fallback>
                <p:oleObj name="Equation" r:id="rId10" imgW="1600200" imgH="584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5275" y="2051050"/>
                        <a:ext cx="16160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4" name="Text Box 14">
            <a:extLst>
              <a:ext uri="{FF2B5EF4-FFF2-40B4-BE49-F238E27FC236}">
                <a16:creationId xmlns:a16="http://schemas.microsoft.com/office/drawing/2014/main" id="{34DA2242-BFBB-4E91-ADA8-BE60EDEC0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8" y="2670175"/>
            <a:ext cx="845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1º</a:t>
            </a:r>
            <a:r>
              <a:rPr lang="zh-CN" altLang="en-US" sz="2800" b="1"/>
              <a:t>导体不闭合时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使导体内电荷重新分布</a:t>
            </a:r>
            <a:r>
              <a:rPr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</a:t>
            </a:r>
            <a:r>
              <a:rPr lang="zh-CN" altLang="en-US" sz="2800" b="1"/>
              <a:t>产生</a:t>
            </a:r>
            <a:endParaRPr lang="zh-CN" altLang="en-US" sz="2800" b="1" i="1"/>
          </a:p>
        </p:txBody>
      </p:sp>
      <p:graphicFrame>
        <p:nvGraphicFramePr>
          <p:cNvPr id="250895" name="Object 4">
            <a:extLst>
              <a:ext uri="{FF2B5EF4-FFF2-40B4-BE49-F238E27FC236}">
                <a16:creationId xmlns:a16="http://schemas.microsoft.com/office/drawing/2014/main" id="{25EA36AE-3B68-4C34-86DC-B2D5D0B94F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2113" y="3186113"/>
          <a:ext cx="18002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1" name="Equation" r:id="rId12" imgW="1739900" imgH="457200" progId="Equation.DSMT4">
                  <p:embed/>
                </p:oleObj>
              </mc:Choice>
              <mc:Fallback>
                <p:oleObj name="Equation" r:id="rId12" imgW="17399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2113" y="3186113"/>
                        <a:ext cx="18002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96" name="Text Box 16">
            <a:extLst>
              <a:ext uri="{FF2B5EF4-FFF2-40B4-BE49-F238E27FC236}">
                <a16:creationId xmlns:a16="http://schemas.microsoft.com/office/drawing/2014/main" id="{58F18B22-78E7-49B7-9C8F-7ACCCBBFA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3619500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达平衡时</a:t>
            </a:r>
            <a:endParaRPr lang="zh-CN" altLang="en-US" sz="2800"/>
          </a:p>
        </p:txBody>
      </p:sp>
      <p:graphicFrame>
        <p:nvGraphicFramePr>
          <p:cNvPr id="250897" name="Object 5">
            <a:extLst>
              <a:ext uri="{FF2B5EF4-FFF2-40B4-BE49-F238E27FC236}">
                <a16:creationId xmlns:a16="http://schemas.microsoft.com/office/drawing/2014/main" id="{36099DCB-3BDB-4513-844E-512B4E4AA1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76713" y="3648075"/>
          <a:ext cx="1296987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2" name="Equation" r:id="rId14" imgW="1358900" imgH="457200" progId="Equation.DSMT4">
                  <p:embed/>
                </p:oleObj>
              </mc:Choice>
              <mc:Fallback>
                <p:oleObj name="Equation" r:id="rId14" imgW="13589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3648075"/>
                        <a:ext cx="1296987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>
            <a:extLst>
              <a:ext uri="{FF2B5EF4-FFF2-40B4-BE49-F238E27FC236}">
                <a16:creationId xmlns:a16="http://schemas.microsoft.com/office/drawing/2014/main" id="{D92BB0DB-908E-4C67-BDE8-FAC2E672E712}"/>
              </a:ext>
            </a:extLst>
          </p:cNvPr>
          <p:cNvGrpSpPr>
            <a:grpSpLocks/>
          </p:cNvGrpSpPr>
          <p:nvPr/>
        </p:nvGrpSpPr>
        <p:grpSpPr bwMode="auto">
          <a:xfrm>
            <a:off x="1654175" y="4105275"/>
            <a:ext cx="5257800" cy="606425"/>
            <a:chOff x="1152" y="2229"/>
            <a:chExt cx="3312" cy="382"/>
          </a:xfrm>
        </p:grpSpPr>
        <p:graphicFrame>
          <p:nvGraphicFramePr>
            <p:cNvPr id="30751" name="Object 16">
              <a:extLst>
                <a:ext uri="{FF2B5EF4-FFF2-40B4-BE49-F238E27FC236}">
                  <a16:creationId xmlns:a16="http://schemas.microsoft.com/office/drawing/2014/main" id="{E2AB326A-1E73-4686-B61B-B9B2F1D1A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93" y="2229"/>
            <a:ext cx="30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3" name="Equation" r:id="rId16" imgW="88969" imgH="146211" progId="Equation.DSMT4">
                    <p:embed/>
                  </p:oleObj>
                </mc:Choice>
                <mc:Fallback>
                  <p:oleObj name="Equation" r:id="rId16" imgW="88969" imgH="146211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93" y="2229"/>
                          <a:ext cx="302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52" name="Text Box 20">
              <a:extLst>
                <a:ext uri="{FF2B5EF4-FFF2-40B4-BE49-F238E27FC236}">
                  <a16:creationId xmlns:a16="http://schemas.microsoft.com/office/drawing/2014/main" id="{CD33CA87-81A8-4EDE-A857-D215CA06AB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48"/>
              <a:ext cx="33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由于    的存在，则出现电势差</a:t>
              </a:r>
              <a:endParaRPr lang="zh-CN" altLang="en-US" sz="28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250901" name="Text Box 21">
            <a:extLst>
              <a:ext uri="{FF2B5EF4-FFF2-40B4-BE49-F238E27FC236}">
                <a16:creationId xmlns:a16="http://schemas.microsoft.com/office/drawing/2014/main" id="{2F995CDF-0F27-435E-8305-593BC00DC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163888"/>
            <a:ext cx="4808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则导体内的总电场</a:t>
            </a:r>
          </a:p>
        </p:txBody>
      </p:sp>
      <p:graphicFrame>
        <p:nvGraphicFramePr>
          <p:cNvPr id="250902" name="Object 6">
            <a:extLst>
              <a:ext uri="{FF2B5EF4-FFF2-40B4-BE49-F238E27FC236}">
                <a16:creationId xmlns:a16="http://schemas.microsoft.com/office/drawing/2014/main" id="{98C8E3C1-F624-4AFB-96E8-687C8EFB99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62625" y="3616325"/>
          <a:ext cx="863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4" name="公式" r:id="rId18" imgW="368140" imgH="215806" progId="Equation.3">
                  <p:embed/>
                </p:oleObj>
              </mc:Choice>
              <mc:Fallback>
                <p:oleObj name="公式" r:id="rId18" imgW="368140" imgH="21580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25" y="3616325"/>
                        <a:ext cx="8636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3" name="Text Box 23">
            <a:extLst>
              <a:ext uri="{FF2B5EF4-FFF2-40B4-BE49-F238E27FC236}">
                <a16:creationId xmlns:a16="http://schemas.microsoft.com/office/drawing/2014/main" id="{9CB91E17-3CCB-4386-846E-C45472B7A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4643438"/>
            <a:ext cx="3165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tx2"/>
                </a:solidFill>
              </a:rPr>
              <a:t>2º</a:t>
            </a:r>
            <a:r>
              <a:rPr lang="zh-CN" altLang="en-US" sz="2800" b="1"/>
              <a:t>在导体内有</a:t>
            </a:r>
            <a:endParaRPr lang="zh-CN" altLang="en-US" sz="2800"/>
          </a:p>
        </p:txBody>
      </p:sp>
      <p:graphicFrame>
        <p:nvGraphicFramePr>
          <p:cNvPr id="250904" name="Object 7">
            <a:extLst>
              <a:ext uri="{FF2B5EF4-FFF2-40B4-BE49-F238E27FC236}">
                <a16:creationId xmlns:a16="http://schemas.microsoft.com/office/drawing/2014/main" id="{E0171752-8F67-46BC-B8F6-FA337DE35A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6388" y="4659313"/>
          <a:ext cx="3395662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5" name="Equation" r:id="rId20" imgW="3657600" imgH="558800" progId="Equation.DSMT4">
                  <p:embed/>
                </p:oleObj>
              </mc:Choice>
              <mc:Fallback>
                <p:oleObj name="Equation" r:id="rId20" imgW="3657600" imgH="558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6388" y="4659313"/>
                        <a:ext cx="3395662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5" name="Text Box 25">
            <a:extLst>
              <a:ext uri="{FF2B5EF4-FFF2-40B4-BE49-F238E27FC236}">
                <a16:creationId xmlns:a16="http://schemas.microsoft.com/office/drawing/2014/main" id="{DCAAC615-2C4A-4A65-A8B4-9DBFD8949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4288" y="5273675"/>
            <a:ext cx="427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静电平衡时</a:t>
            </a:r>
            <a:endParaRPr lang="zh-CN" altLang="en-US" sz="2800"/>
          </a:p>
        </p:txBody>
      </p:sp>
      <p:graphicFrame>
        <p:nvGraphicFramePr>
          <p:cNvPr id="250906" name="Object 8">
            <a:extLst>
              <a:ext uri="{FF2B5EF4-FFF2-40B4-BE49-F238E27FC236}">
                <a16:creationId xmlns:a16="http://schemas.microsoft.com/office/drawing/2014/main" id="{B6AB8B26-6843-4498-A9B7-E91F12659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5300663"/>
          <a:ext cx="3024187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6" name="Equation" r:id="rId22" imgW="3009900" imgH="558800" progId="Equation.DSMT4">
                  <p:embed/>
                </p:oleObj>
              </mc:Choice>
              <mc:Fallback>
                <p:oleObj name="Equation" r:id="rId22" imgW="3009900" imgH="558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300663"/>
                        <a:ext cx="3024187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07" name="Text Box 27">
            <a:extLst>
              <a:ext uri="{FF2B5EF4-FFF2-40B4-BE49-F238E27FC236}">
                <a16:creationId xmlns:a16="http://schemas.microsoft.com/office/drawing/2014/main" id="{6E18AC32-20FB-48C0-B3F2-F569CA9FE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5945188"/>
            <a:ext cx="97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即</a:t>
            </a:r>
          </a:p>
        </p:txBody>
      </p:sp>
      <p:graphicFrame>
        <p:nvGraphicFramePr>
          <p:cNvPr id="250908" name="Object 9">
            <a:extLst>
              <a:ext uri="{FF2B5EF4-FFF2-40B4-BE49-F238E27FC236}">
                <a16:creationId xmlns:a16="http://schemas.microsoft.com/office/drawing/2014/main" id="{636C10CB-A6A2-4EB1-8F13-4C0E467074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54163" y="5959475"/>
          <a:ext cx="24415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7" name="Equation" r:id="rId24" imgW="2781300" imgH="558800" progId="Equation.DSMT4">
                  <p:embed/>
                </p:oleObj>
              </mc:Choice>
              <mc:Fallback>
                <p:oleObj name="Equation" r:id="rId24" imgW="2781300" imgH="558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5959475"/>
                        <a:ext cx="24415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09" name="Object 10">
            <a:extLst>
              <a:ext uri="{FF2B5EF4-FFF2-40B4-BE49-F238E27FC236}">
                <a16:creationId xmlns:a16="http://schemas.microsoft.com/office/drawing/2014/main" id="{CECE7151-6E28-48B4-87DE-2500DAB4D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4488" y="5930900"/>
          <a:ext cx="1487487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8" name="公式" r:id="rId26" imgW="672808" imgH="228501" progId="Equation.3">
                  <p:embed/>
                </p:oleObj>
              </mc:Choice>
              <mc:Fallback>
                <p:oleObj name="公式" r:id="rId26" imgW="672808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4488" y="5930900"/>
                        <a:ext cx="1487487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910" name="Text Box 30">
            <a:extLst>
              <a:ext uri="{FF2B5EF4-FFF2-40B4-BE49-F238E27FC236}">
                <a16:creationId xmlns:a16="http://schemas.microsoft.com/office/drawing/2014/main" id="{4F9FD289-3B27-4D4D-A9A1-7D5F731AF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5075" y="3941763"/>
            <a:ext cx="103822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开路时电源的端电压</a:t>
            </a:r>
          </a:p>
        </p:txBody>
      </p:sp>
      <p:graphicFrame>
        <p:nvGraphicFramePr>
          <p:cNvPr id="250911" name="Object 11">
            <a:extLst>
              <a:ext uri="{FF2B5EF4-FFF2-40B4-BE49-F238E27FC236}">
                <a16:creationId xmlns:a16="http://schemas.microsoft.com/office/drawing/2014/main" id="{8EBD53CB-7FA4-4F75-9C64-B10BDABE30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86325" y="5994400"/>
          <a:ext cx="9159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9" name="Equation" r:id="rId28" imgW="1066337" imgH="393529" progId="Equation.DSMT4">
                  <p:embed/>
                </p:oleObj>
              </mc:Choice>
              <mc:Fallback>
                <p:oleObj name="Equation" r:id="rId28" imgW="1066337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6325" y="5994400"/>
                        <a:ext cx="9159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2" name="Object 12">
            <a:extLst>
              <a:ext uri="{FF2B5EF4-FFF2-40B4-BE49-F238E27FC236}">
                <a16:creationId xmlns:a16="http://schemas.microsoft.com/office/drawing/2014/main" id="{136332DC-2B84-4DD3-8D71-D504B51C60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0813" y="5978525"/>
          <a:ext cx="94615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0" name="Equation" r:id="rId30" imgW="888614" imgH="431613" progId="Equation.DSMT4">
                  <p:embed/>
                </p:oleObj>
              </mc:Choice>
              <mc:Fallback>
                <p:oleObj name="Equation" r:id="rId30" imgW="888614" imgH="431613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813" y="5978525"/>
                        <a:ext cx="94615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3" name="Object 13">
            <a:extLst>
              <a:ext uri="{FF2B5EF4-FFF2-40B4-BE49-F238E27FC236}">
                <a16:creationId xmlns:a16="http://schemas.microsoft.com/office/drawing/2014/main" id="{33B02561-C886-4955-BF2D-F4D4F50952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43588" y="6037263"/>
          <a:ext cx="5048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1" name="公式" r:id="rId32" imgW="533169" imgH="393529" progId="Equation.3">
                  <p:embed/>
                </p:oleObj>
              </mc:Choice>
              <mc:Fallback>
                <p:oleObj name="公式" r:id="rId32" imgW="533169" imgH="39352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3588" y="6037263"/>
                        <a:ext cx="5048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4" name="Object 14">
            <a:extLst>
              <a:ext uri="{FF2B5EF4-FFF2-40B4-BE49-F238E27FC236}">
                <a16:creationId xmlns:a16="http://schemas.microsoft.com/office/drawing/2014/main" id="{B9714710-0E4B-4347-99E8-56B14096C2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59738" y="2716213"/>
          <a:ext cx="419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2" name="Equation" r:id="rId34" imgW="298416" imgH="381077" progId="Equation.DSMT4">
                  <p:embed/>
                </p:oleObj>
              </mc:Choice>
              <mc:Fallback>
                <p:oleObj name="Equation" r:id="rId34" imgW="298416" imgH="381077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9738" y="2716213"/>
                        <a:ext cx="4191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0915" name="Object 15">
            <a:extLst>
              <a:ext uri="{FF2B5EF4-FFF2-40B4-BE49-F238E27FC236}">
                <a16:creationId xmlns:a16="http://schemas.microsoft.com/office/drawing/2014/main" id="{AAF49750-0021-483C-94C1-6396A70DFE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70263" y="5321300"/>
          <a:ext cx="9159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3" name="Equation" r:id="rId36" imgW="736772" imgH="291958" progId="Equation.DSMT4">
                  <p:embed/>
                </p:oleObj>
              </mc:Choice>
              <mc:Fallback>
                <p:oleObj name="Equation" r:id="rId36" imgW="736772" imgH="29195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263" y="5321300"/>
                        <a:ext cx="9159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0" name="Text Box 12">
            <a:extLst>
              <a:ext uri="{FF2B5EF4-FFF2-40B4-BE49-F238E27FC236}">
                <a16:creationId xmlns:a16="http://schemas.microsoft.com/office/drawing/2014/main" id="{1471133B-EEF9-4326-AEF0-BD9EC5995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19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75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50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500"/>
                                        <p:tgtEl>
                                          <p:spTgt spid="25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" fill="hold"/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3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50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50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75"/>
                                        <p:tgtEl>
                                          <p:spTgt spid="25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6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6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509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" fill="hold"/>
                                        <p:tgtEl>
                                          <p:spTgt spid="2509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3" dur="300"/>
                                        <p:tgtEl>
                                          <p:spTgt spid="25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1" dur="500"/>
                                        <p:tgtEl>
                                          <p:spTgt spid="25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5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5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09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509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09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0" dur="500"/>
                                        <p:tgtEl>
                                          <p:spTgt spid="25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75" fill="hold"/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509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 animBg="1"/>
      <p:bldP spid="250888" grpId="0" animBg="1"/>
      <p:bldP spid="250889" grpId="0" autoUpdateAnimBg="0"/>
      <p:bldP spid="250891" grpId="0"/>
      <p:bldP spid="250892" grpId="0" autoUpdateAnimBg="0"/>
      <p:bldP spid="250894" grpId="0" autoUpdateAnimBg="0"/>
      <p:bldP spid="250896" grpId="0" autoUpdateAnimBg="0"/>
      <p:bldP spid="250901" grpId="0" autoUpdateAnimBg="0"/>
      <p:bldP spid="250903" grpId="0" autoUpdateAnimBg="0"/>
      <p:bldP spid="250905" grpId="0" autoUpdateAnimBg="0"/>
      <p:bldP spid="250907" grpId="0" autoUpdateAnimBg="0"/>
      <p:bldP spid="250910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1">
            <a:extLst>
              <a:ext uri="{FF2B5EF4-FFF2-40B4-BE49-F238E27FC236}">
                <a16:creationId xmlns:a16="http://schemas.microsoft.com/office/drawing/2014/main" id="{DD0E3EF8-4B1D-479C-8B5F-04C48EBB1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2771" name="组合 36">
            <a:extLst>
              <a:ext uri="{FF2B5EF4-FFF2-40B4-BE49-F238E27FC236}">
                <a16:creationId xmlns:a16="http://schemas.microsoft.com/office/drawing/2014/main" id="{29EE2B53-A4AD-43F8-96FE-68534E8151F1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97125" cy="2465388"/>
            <a:chOff x="5476126" y="1726059"/>
            <a:chExt cx="2397430" cy="2465125"/>
          </a:xfrm>
        </p:grpSpPr>
        <p:sp>
          <p:nvSpPr>
            <p:cNvPr id="32799" name="椭圆 2">
              <a:extLst>
                <a:ext uri="{FF2B5EF4-FFF2-40B4-BE49-F238E27FC236}">
                  <a16:creationId xmlns:a16="http://schemas.microsoft.com/office/drawing/2014/main" id="{BDBB6ECC-9E5D-4F4C-B815-BE9A7001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2800" name="文本框 4">
              <a:extLst>
                <a:ext uri="{FF2B5EF4-FFF2-40B4-BE49-F238E27FC236}">
                  <a16:creationId xmlns:a16="http://schemas.microsoft.com/office/drawing/2014/main" id="{36E0BECF-C95D-48E1-9D7A-E91619DF0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1" name="文本框 7">
              <a:extLst>
                <a:ext uri="{FF2B5EF4-FFF2-40B4-BE49-F238E27FC236}">
                  <a16:creationId xmlns:a16="http://schemas.microsoft.com/office/drawing/2014/main" id="{08CA3FF7-D916-4F06-B4D7-A27A57E06F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2" name="文本框 8">
              <a:extLst>
                <a:ext uri="{FF2B5EF4-FFF2-40B4-BE49-F238E27FC236}">
                  <a16:creationId xmlns:a16="http://schemas.microsoft.com/office/drawing/2014/main" id="{34DFF735-B179-440D-A3A2-85B471172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3" name="文本框 10">
              <a:extLst>
                <a:ext uri="{FF2B5EF4-FFF2-40B4-BE49-F238E27FC236}">
                  <a16:creationId xmlns:a16="http://schemas.microsoft.com/office/drawing/2014/main" id="{9C33099F-18B4-4E9D-BD73-688D9AE177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4" name="文本框 12">
              <a:extLst>
                <a:ext uri="{FF2B5EF4-FFF2-40B4-BE49-F238E27FC236}">
                  <a16:creationId xmlns:a16="http://schemas.microsoft.com/office/drawing/2014/main" id="{29D4250A-587E-45A9-9D87-A2DA0487E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5" name="文本框 13">
              <a:extLst>
                <a:ext uri="{FF2B5EF4-FFF2-40B4-BE49-F238E27FC236}">
                  <a16:creationId xmlns:a16="http://schemas.microsoft.com/office/drawing/2014/main" id="{CC3EF749-472F-42C7-8E39-25822823FE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6" name="文本框 14">
              <a:extLst>
                <a:ext uri="{FF2B5EF4-FFF2-40B4-BE49-F238E27FC236}">
                  <a16:creationId xmlns:a16="http://schemas.microsoft.com/office/drawing/2014/main" id="{B092ACB5-6EA8-4DB1-AA2D-63EB518ED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7" name="文本框 15">
              <a:extLst>
                <a:ext uri="{FF2B5EF4-FFF2-40B4-BE49-F238E27FC236}">
                  <a16:creationId xmlns:a16="http://schemas.microsoft.com/office/drawing/2014/main" id="{B889F451-25F6-4734-84D6-D050A0152E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8" name="文本框 16">
              <a:extLst>
                <a:ext uri="{FF2B5EF4-FFF2-40B4-BE49-F238E27FC236}">
                  <a16:creationId xmlns:a16="http://schemas.microsoft.com/office/drawing/2014/main" id="{0DAE7302-83CC-4C9F-ABFF-4F18FBC6C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09" name="文本框 17">
              <a:extLst>
                <a:ext uri="{FF2B5EF4-FFF2-40B4-BE49-F238E27FC236}">
                  <a16:creationId xmlns:a16="http://schemas.microsoft.com/office/drawing/2014/main" id="{3FBCAF6F-2EFA-487D-97A5-53FF8AC77D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0" name="文本框 18">
              <a:extLst>
                <a:ext uri="{FF2B5EF4-FFF2-40B4-BE49-F238E27FC236}">
                  <a16:creationId xmlns:a16="http://schemas.microsoft.com/office/drawing/2014/main" id="{DFC60EC0-D337-4ED0-B202-92CF60906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1" name="文本框 19">
              <a:extLst>
                <a:ext uri="{FF2B5EF4-FFF2-40B4-BE49-F238E27FC236}">
                  <a16:creationId xmlns:a16="http://schemas.microsoft.com/office/drawing/2014/main" id="{5B682B7E-1480-4106-BFE4-887C25AE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2" name="文本框 20">
              <a:extLst>
                <a:ext uri="{FF2B5EF4-FFF2-40B4-BE49-F238E27FC236}">
                  <a16:creationId xmlns:a16="http://schemas.microsoft.com/office/drawing/2014/main" id="{A07E3B4A-09AF-4AD4-B534-D2F2498BF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3" name="文本框 21">
              <a:extLst>
                <a:ext uri="{FF2B5EF4-FFF2-40B4-BE49-F238E27FC236}">
                  <a16:creationId xmlns:a16="http://schemas.microsoft.com/office/drawing/2014/main" id="{72579DA5-88B8-4674-8DAA-78A7CC6E3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4" name="文本框 22">
              <a:extLst>
                <a:ext uri="{FF2B5EF4-FFF2-40B4-BE49-F238E27FC236}">
                  <a16:creationId xmlns:a16="http://schemas.microsoft.com/office/drawing/2014/main" id="{B68401A2-BED6-4DFA-8F9A-356DAFAEC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5" name="文本框 23">
              <a:extLst>
                <a:ext uri="{FF2B5EF4-FFF2-40B4-BE49-F238E27FC236}">
                  <a16:creationId xmlns:a16="http://schemas.microsoft.com/office/drawing/2014/main" id="{16BAEDD2-F541-4A3E-8798-1D7595EDF8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2816" name="文本框 24">
              <a:extLst>
                <a:ext uri="{FF2B5EF4-FFF2-40B4-BE49-F238E27FC236}">
                  <a16:creationId xmlns:a16="http://schemas.microsoft.com/office/drawing/2014/main" id="{6F52416B-1120-4FB1-AB36-AA6077B2A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2817" name="直接箭头连接符 26">
              <a:extLst>
                <a:ext uri="{FF2B5EF4-FFF2-40B4-BE49-F238E27FC236}">
                  <a16:creationId xmlns:a16="http://schemas.microsoft.com/office/drawing/2014/main" id="{550C67D9-BDFC-4376-9D14-14940AC7F63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2818" name="文本框 27">
              <a:extLst>
                <a:ext uri="{FF2B5EF4-FFF2-40B4-BE49-F238E27FC236}">
                  <a16:creationId xmlns:a16="http://schemas.microsoft.com/office/drawing/2014/main" id="{DA60E0D2-520F-44EE-9FBB-E9417BA345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2819" name="矩形 28">
              <a:extLst>
                <a:ext uri="{FF2B5EF4-FFF2-40B4-BE49-F238E27FC236}">
                  <a16:creationId xmlns:a16="http://schemas.microsoft.com/office/drawing/2014/main" id="{A70DEBA6-5DC5-4820-A106-1F22D79F4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2820" name="文本框 31">
              <a:extLst>
                <a:ext uri="{FF2B5EF4-FFF2-40B4-BE49-F238E27FC236}">
                  <a16:creationId xmlns:a16="http://schemas.microsoft.com/office/drawing/2014/main" id="{5E5A3AAF-8476-4252-88C0-2ED113B86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2821" name="文本框 32">
              <a:extLst>
                <a:ext uri="{FF2B5EF4-FFF2-40B4-BE49-F238E27FC236}">
                  <a16:creationId xmlns:a16="http://schemas.microsoft.com/office/drawing/2014/main" id="{38C7BFA2-B145-43EC-A3BC-5771FB3EBC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0599" y="3702324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2822" name="文本框 33">
              <a:extLst>
                <a:ext uri="{FF2B5EF4-FFF2-40B4-BE49-F238E27FC236}">
                  <a16:creationId xmlns:a16="http://schemas.microsoft.com/office/drawing/2014/main" id="{679EF5A2-25C8-4E4D-8650-DD5D44FE5B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1298" y="3729519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2823" name="文本框 34">
              <a:extLst>
                <a:ext uri="{FF2B5EF4-FFF2-40B4-BE49-F238E27FC236}">
                  <a16:creationId xmlns:a16="http://schemas.microsoft.com/office/drawing/2014/main" id="{3D105586-66EA-46C1-B0B8-A5BD6A733C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6072" y="252470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2772" name="组合 38">
            <a:extLst>
              <a:ext uri="{FF2B5EF4-FFF2-40B4-BE49-F238E27FC236}">
                <a16:creationId xmlns:a16="http://schemas.microsoft.com/office/drawing/2014/main" id="{ED55E1B7-5DDD-4C11-88AE-CD0094204ECF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2795" name="Group 58">
              <a:extLst>
                <a:ext uri="{FF2B5EF4-FFF2-40B4-BE49-F238E27FC236}">
                  <a16:creationId xmlns:a16="http://schemas.microsoft.com/office/drawing/2014/main" id="{259CA1E5-1976-4B41-A5AF-0119B78363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2797" name="Object 18">
                <a:extLst>
                  <a:ext uri="{FF2B5EF4-FFF2-40B4-BE49-F238E27FC236}">
                    <a16:creationId xmlns:a16="http://schemas.microsoft.com/office/drawing/2014/main" id="{A42C50F6-B229-4252-ADF6-6B82E4DDBA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857" name="Equation" r:id="rId3" imgW="3009900" imgH="850900" progId="Equation.DSMT4">
                      <p:embed/>
                    </p:oleObj>
                  </mc:Choice>
                  <mc:Fallback>
                    <p:oleObj name="Equation" r:id="rId3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8" name="Object 19">
                <a:extLst>
                  <a:ext uri="{FF2B5EF4-FFF2-40B4-BE49-F238E27FC236}">
                    <a16:creationId xmlns:a16="http://schemas.microsoft.com/office/drawing/2014/main" id="{28576710-E9A3-45FD-94EA-E62E4A1E191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2858" name="剪辑" r:id="rId5" imgW="3156070" imgH="2908442" progId="MS_ClipArt_Gallery.2">
                      <p:embed/>
                    </p:oleObj>
                  </mc:Choice>
                  <mc:Fallback>
                    <p:oleObj name="剪辑" r:id="rId5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2796" name="Oval 63">
              <a:extLst>
                <a:ext uri="{FF2B5EF4-FFF2-40B4-BE49-F238E27FC236}">
                  <a16:creationId xmlns:a16="http://schemas.microsoft.com/office/drawing/2014/main" id="{ED1E9895-B423-4BE5-967D-22FA3163D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2773" name="Text Box 4">
            <a:extLst>
              <a:ext uri="{FF2B5EF4-FFF2-40B4-BE49-F238E27FC236}">
                <a16:creationId xmlns:a16="http://schemas.microsoft.com/office/drawing/2014/main" id="{E11E0FA4-F515-4480-ABAC-C48FAC3D1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347913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47" name="Text Box 8">
            <a:extLst>
              <a:ext uri="{FF2B5EF4-FFF2-40B4-BE49-F238E27FC236}">
                <a16:creationId xmlns:a16="http://schemas.microsoft.com/office/drawing/2014/main" id="{CD60DE77-645A-4C70-89DD-4516487D4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2359025"/>
            <a:ext cx="65659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1.</a:t>
            </a:r>
            <a:r>
              <a:rPr lang="zh-CN" altLang="en-US" sz="2800" b="1">
                <a:sym typeface="Symbol" panose="05050102010706020507" pitchFamily="18" charset="2"/>
              </a:rPr>
              <a:t>分别取半径为</a:t>
            </a:r>
            <a:r>
              <a:rPr lang="en-US" altLang="zh-CN" sz="2800" b="1" i="1">
                <a:sym typeface="Symbol" panose="05050102010706020507" pitchFamily="18" charset="2"/>
              </a:rPr>
              <a:t>R</a:t>
            </a:r>
            <a:r>
              <a:rPr lang="zh-CN" altLang="en-US" sz="2800" b="1">
                <a:sym typeface="Symbol" panose="05050102010706020507" pitchFamily="18" charset="2"/>
              </a:rPr>
              <a:t>和</a:t>
            </a:r>
            <a:r>
              <a:rPr lang="en-US" altLang="zh-CN" sz="2800" b="1" i="1">
                <a:sym typeface="Symbol" panose="05050102010706020507" pitchFamily="18" charset="2"/>
              </a:rPr>
              <a:t>        </a:t>
            </a:r>
            <a:r>
              <a:rPr lang="zh-CN" altLang="en-US" sz="2800" b="1">
                <a:sym typeface="Symbol" panose="05050102010706020507" pitchFamily="18" charset="2"/>
              </a:rPr>
              <a:t>的电场线为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257F8359-2653-48C2-834C-4C6CA95A5650}"/>
              </a:ext>
            </a:extLst>
          </p:cNvPr>
          <p:cNvGrpSpPr>
            <a:grpSpLocks/>
          </p:cNvGrpSpPr>
          <p:nvPr/>
        </p:nvGrpSpPr>
        <p:grpSpPr bwMode="auto">
          <a:xfrm>
            <a:off x="6515100" y="2725738"/>
            <a:ext cx="2060575" cy="2055812"/>
            <a:chOff x="2844682" y="4113994"/>
            <a:chExt cx="2061609" cy="2054831"/>
          </a:xfrm>
        </p:grpSpPr>
        <p:sp>
          <p:nvSpPr>
            <p:cNvPr id="32793" name="椭圆 47">
              <a:extLst>
                <a:ext uri="{FF2B5EF4-FFF2-40B4-BE49-F238E27FC236}">
                  <a16:creationId xmlns:a16="http://schemas.microsoft.com/office/drawing/2014/main" id="{D24768C9-AAB8-4A8B-A664-5F4C47254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054831" cy="2054831"/>
            </a:xfrm>
            <a:prstGeom prst="ellipse">
              <a:avLst/>
            </a:prstGeom>
            <a:noFill/>
            <a:ln w="50800" algn="ctr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4640C87A-E48F-46A8-BAD2-982043FBF88A}"/>
                </a:ext>
              </a:extLst>
            </p:cNvPr>
            <p:cNvSpPr/>
            <p:nvPr/>
          </p:nvSpPr>
          <p:spPr bwMode="auto">
            <a:xfrm rot="21385143">
              <a:off x="2844682" y="4570976"/>
              <a:ext cx="876740" cy="1091679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DC44CC86-C583-4FA9-B469-1A520454C44C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2327275"/>
            <a:ext cx="2895600" cy="2894013"/>
            <a:chOff x="2851460" y="4113994"/>
            <a:chExt cx="2894718" cy="2894718"/>
          </a:xfrm>
        </p:grpSpPr>
        <p:sp>
          <p:nvSpPr>
            <p:cNvPr id="32791" name="椭圆 53">
              <a:extLst>
                <a:ext uri="{FF2B5EF4-FFF2-40B4-BE49-F238E27FC236}">
                  <a16:creationId xmlns:a16="http://schemas.microsoft.com/office/drawing/2014/main" id="{48017E98-AA67-4197-B214-C2193FD77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894718" cy="2894718"/>
            </a:xfrm>
            <a:prstGeom prst="ellipse">
              <a:avLst/>
            </a:prstGeom>
            <a:noFill/>
            <a:ln w="50800" algn="ctr">
              <a:solidFill>
                <a:srgbClr val="FFC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5" name="弧形 54">
              <a:extLst>
                <a:ext uri="{FF2B5EF4-FFF2-40B4-BE49-F238E27FC236}">
                  <a16:creationId xmlns:a16="http://schemas.microsoft.com/office/drawing/2014/main" id="{3D6A4253-51C3-4DA3-AF70-D65E59A6E03C}"/>
                </a:ext>
              </a:extLst>
            </p:cNvPr>
            <p:cNvSpPr/>
            <p:nvPr/>
          </p:nvSpPr>
          <p:spPr bwMode="auto">
            <a:xfrm rot="21385143">
              <a:off x="2902245" y="4750737"/>
              <a:ext cx="876033" cy="1090878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CC69DDD6-38BA-4E26-96AC-00E2642AF2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84588" y="2347913"/>
          <a:ext cx="81597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59" name="Equation" r:id="rId7" imgW="330057" imgH="215806" progId="Equation.DSMT4">
                  <p:embed/>
                </p:oleObj>
              </mc:Choice>
              <mc:Fallback>
                <p:oleObj name="Equation" r:id="rId7" imgW="330057" imgH="215806" progId="Equation.DSMT4">
                  <p:embed/>
                  <p:pic>
                    <p:nvPicPr>
                      <p:cNvPr id="0" name="对象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2347913"/>
                        <a:ext cx="81597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F79C2E91-B75A-4781-A717-1880CA89B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3382963"/>
          <a:ext cx="2781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0" name="Equation" r:id="rId9" imgW="2781300" imgH="635000" progId="Equation.DSMT4">
                  <p:embed/>
                </p:oleObj>
              </mc:Choice>
              <mc:Fallback>
                <p:oleObj name="Equation" r:id="rId9" imgW="2781300" imgH="635000" progId="Equation.DSMT4">
                  <p:embed/>
                  <p:pic>
                    <p:nvPicPr>
                      <p:cNvPr id="0" name="对象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3382963"/>
                        <a:ext cx="2781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文本框 57">
            <a:extLst>
              <a:ext uri="{FF2B5EF4-FFF2-40B4-BE49-F238E27FC236}">
                <a16:creationId xmlns:a16="http://schemas.microsoft.com/office/drawing/2014/main" id="{9688DEAC-3BAC-427A-B7A3-69FFFFD49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368675"/>
            <a:ext cx="10874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9" name="Object 4">
            <a:extLst>
              <a:ext uri="{FF2B5EF4-FFF2-40B4-BE49-F238E27FC236}">
                <a16:creationId xmlns:a16="http://schemas.microsoft.com/office/drawing/2014/main" id="{DC88269A-C98B-42B9-8BE5-31DC43A2F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4127500"/>
          <a:ext cx="1217613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1" name="Equation" r:id="rId11" imgW="1371600" imgH="571500" progId="Equation.DSMT4">
                  <p:embed/>
                </p:oleObj>
              </mc:Choice>
              <mc:Fallback>
                <p:oleObj name="Equation" r:id="rId11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127500"/>
                        <a:ext cx="1217613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14">
            <a:extLst>
              <a:ext uri="{FF2B5EF4-FFF2-40B4-BE49-F238E27FC236}">
                <a16:creationId xmlns:a16="http://schemas.microsoft.com/office/drawing/2014/main" id="{215A85BB-B729-41E6-9A63-7F596F0D7C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2825" y="4140200"/>
          <a:ext cx="1006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2" name="Equation" r:id="rId13" imgW="1129810" imgH="393529" progId="Equation.DSMT4">
                  <p:embed/>
                </p:oleObj>
              </mc:Choice>
              <mc:Fallback>
                <p:oleObj name="Equation" r:id="rId13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4140200"/>
                        <a:ext cx="1006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2">
            <a:extLst>
              <a:ext uri="{FF2B5EF4-FFF2-40B4-BE49-F238E27FC236}">
                <a16:creationId xmlns:a16="http://schemas.microsoft.com/office/drawing/2014/main" id="{FF4DC0C5-FB8C-4234-BCD2-22154BBC09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2563" y="3597275"/>
          <a:ext cx="147002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3" name="Equation" r:id="rId15" imgW="622030" imgH="342751" progId="Equation.DSMT4">
                  <p:embed/>
                </p:oleObj>
              </mc:Choice>
              <mc:Fallback>
                <p:oleObj name="Equation" r:id="rId15" imgW="622030" imgH="34275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2563" y="3597275"/>
                        <a:ext cx="147002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AutoShape 13">
            <a:extLst>
              <a:ext uri="{FF2B5EF4-FFF2-40B4-BE49-F238E27FC236}">
                <a16:creationId xmlns:a16="http://schemas.microsoft.com/office/drawing/2014/main" id="{2AF003E5-6AF8-4331-A4C3-E436034ABDE9}"/>
              </a:ext>
            </a:extLst>
          </p:cNvPr>
          <p:cNvSpPr>
            <a:spLocks/>
          </p:cNvSpPr>
          <p:nvPr/>
        </p:nvSpPr>
        <p:spPr bwMode="auto">
          <a:xfrm>
            <a:off x="3759200" y="359886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D71EAC9-858A-4C15-80DC-19F11E6655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4862513"/>
          <a:ext cx="31750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4" name="Equation" r:id="rId17" imgW="3175000" imgH="635000" progId="Equation.DSMT4">
                  <p:embed/>
                </p:oleObj>
              </mc:Choice>
              <mc:Fallback>
                <p:oleObj name="Equation" r:id="rId17" imgW="3175000" imgH="635000" progId="Equation.DSMT4">
                  <p:embed/>
                  <p:pic>
                    <p:nvPicPr>
                      <p:cNvPr id="0" name="对象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4862513"/>
                        <a:ext cx="31750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文本框 63">
            <a:extLst>
              <a:ext uri="{FF2B5EF4-FFF2-40B4-BE49-F238E27FC236}">
                <a16:creationId xmlns:a16="http://schemas.microsoft.com/office/drawing/2014/main" id="{79469661-F02D-46F6-A53A-DAEE51CE4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4840288"/>
            <a:ext cx="10874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点：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5" name="Object 4">
            <a:extLst>
              <a:ext uri="{FF2B5EF4-FFF2-40B4-BE49-F238E27FC236}">
                <a16:creationId xmlns:a16="http://schemas.microsoft.com/office/drawing/2014/main" id="{D30B8439-D0E7-4E3C-B185-E628ED0188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62025" y="5599113"/>
          <a:ext cx="1217613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5" name="Equation" r:id="rId19" imgW="1371600" imgH="571500" progId="Equation.DSMT4">
                  <p:embed/>
                </p:oleObj>
              </mc:Choice>
              <mc:Fallback>
                <p:oleObj name="Equation" r:id="rId19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2025" y="5599113"/>
                        <a:ext cx="1217613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14">
            <a:extLst>
              <a:ext uri="{FF2B5EF4-FFF2-40B4-BE49-F238E27FC236}">
                <a16:creationId xmlns:a16="http://schemas.microsoft.com/office/drawing/2014/main" id="{A7705AFD-C981-4EF6-A34C-859860107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2825" y="5611813"/>
          <a:ext cx="10064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6" name="Equation" r:id="rId20" imgW="1129810" imgH="393529" progId="Equation.DSMT4">
                  <p:embed/>
                </p:oleObj>
              </mc:Choice>
              <mc:Fallback>
                <p:oleObj name="Equation" r:id="rId20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2825" y="5611813"/>
                        <a:ext cx="10064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ct 2">
            <a:extLst>
              <a:ext uri="{FF2B5EF4-FFF2-40B4-BE49-F238E27FC236}">
                <a16:creationId xmlns:a16="http://schemas.microsoft.com/office/drawing/2014/main" id="{A26AFAD6-216E-468D-A03E-52538361B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2625" y="5060950"/>
          <a:ext cx="158908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67" name="Equation" r:id="rId21" imgW="672808" imgH="368140" progId="Equation.DSMT4">
                  <p:embed/>
                </p:oleObj>
              </mc:Choice>
              <mc:Fallback>
                <p:oleObj name="Equation" r:id="rId21" imgW="672808" imgH="3681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25" y="5060950"/>
                        <a:ext cx="1589088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AutoShape 13">
            <a:extLst>
              <a:ext uri="{FF2B5EF4-FFF2-40B4-BE49-F238E27FC236}">
                <a16:creationId xmlns:a16="http://schemas.microsoft.com/office/drawing/2014/main" id="{0BA42972-5A61-444E-835E-EA361EF6DEBE}"/>
              </a:ext>
            </a:extLst>
          </p:cNvPr>
          <p:cNvSpPr>
            <a:spLocks/>
          </p:cNvSpPr>
          <p:nvPr/>
        </p:nvSpPr>
        <p:spPr bwMode="auto">
          <a:xfrm>
            <a:off x="4173538" y="5084763"/>
            <a:ext cx="215900" cy="850900"/>
          </a:xfrm>
          <a:prstGeom prst="rightBrace">
            <a:avLst>
              <a:gd name="adj1" fmla="val 3284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32790" name="Text Box 62">
            <a:extLst>
              <a:ext uri="{FF2B5EF4-FFF2-40B4-BE49-F238E27FC236}">
                <a16:creationId xmlns:a16="http://schemas.microsoft.com/office/drawing/2014/main" id="{597F1EA0-B887-4E7A-890E-939DEFCE7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8" grpId="0"/>
      <p:bldP spid="62" grpId="0" animBg="1"/>
      <p:bldP spid="64" grpId="0"/>
      <p:bldP spid="6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文本框 1">
            <a:extLst>
              <a:ext uri="{FF2B5EF4-FFF2-40B4-BE49-F238E27FC236}">
                <a16:creationId xmlns:a16="http://schemas.microsoft.com/office/drawing/2014/main" id="{B7DA33AE-297D-4791-81F1-3663B0B28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5" name="组合 36">
            <a:extLst>
              <a:ext uri="{FF2B5EF4-FFF2-40B4-BE49-F238E27FC236}">
                <a16:creationId xmlns:a16="http://schemas.microsoft.com/office/drawing/2014/main" id="{402FEAA7-7852-4202-8B15-1801343264AD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98712" cy="2320925"/>
            <a:chOff x="5476126" y="1726059"/>
            <a:chExt cx="2399223" cy="2320030"/>
          </a:xfrm>
        </p:grpSpPr>
        <p:sp>
          <p:nvSpPr>
            <p:cNvPr id="33831" name="椭圆 2">
              <a:extLst>
                <a:ext uri="{FF2B5EF4-FFF2-40B4-BE49-F238E27FC236}">
                  <a16:creationId xmlns:a16="http://schemas.microsoft.com/office/drawing/2014/main" id="{3661920A-CF65-49A1-8AC9-069A17A9F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3832" name="文本框 4">
              <a:extLst>
                <a:ext uri="{FF2B5EF4-FFF2-40B4-BE49-F238E27FC236}">
                  <a16:creationId xmlns:a16="http://schemas.microsoft.com/office/drawing/2014/main" id="{4C321966-D4BA-48F3-8731-1CF0CE82B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3" name="文本框 7">
              <a:extLst>
                <a:ext uri="{FF2B5EF4-FFF2-40B4-BE49-F238E27FC236}">
                  <a16:creationId xmlns:a16="http://schemas.microsoft.com/office/drawing/2014/main" id="{FADCE212-B64D-40D2-8500-E17938D41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4" name="文本框 8">
              <a:extLst>
                <a:ext uri="{FF2B5EF4-FFF2-40B4-BE49-F238E27FC236}">
                  <a16:creationId xmlns:a16="http://schemas.microsoft.com/office/drawing/2014/main" id="{FBDA1BCB-1F0A-4B5C-AF69-BC49218E4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5" name="文本框 10">
              <a:extLst>
                <a:ext uri="{FF2B5EF4-FFF2-40B4-BE49-F238E27FC236}">
                  <a16:creationId xmlns:a16="http://schemas.microsoft.com/office/drawing/2014/main" id="{D2F9AADA-70A5-41E2-96DE-ABF077006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6" name="文本框 12">
              <a:extLst>
                <a:ext uri="{FF2B5EF4-FFF2-40B4-BE49-F238E27FC236}">
                  <a16:creationId xmlns:a16="http://schemas.microsoft.com/office/drawing/2014/main" id="{20D09427-BC6D-41EE-B984-3ADB0C8A4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7" name="文本框 13">
              <a:extLst>
                <a:ext uri="{FF2B5EF4-FFF2-40B4-BE49-F238E27FC236}">
                  <a16:creationId xmlns:a16="http://schemas.microsoft.com/office/drawing/2014/main" id="{75B16B46-C8D3-47B8-A875-BA2F07299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8" name="文本框 14">
              <a:extLst>
                <a:ext uri="{FF2B5EF4-FFF2-40B4-BE49-F238E27FC236}">
                  <a16:creationId xmlns:a16="http://schemas.microsoft.com/office/drawing/2014/main" id="{A1A6AD91-7600-4A00-822A-E7A382117D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39" name="文本框 15">
              <a:extLst>
                <a:ext uri="{FF2B5EF4-FFF2-40B4-BE49-F238E27FC236}">
                  <a16:creationId xmlns:a16="http://schemas.microsoft.com/office/drawing/2014/main" id="{857060A6-68C0-4B0A-BC28-C6DFF64CD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0" name="文本框 16">
              <a:extLst>
                <a:ext uri="{FF2B5EF4-FFF2-40B4-BE49-F238E27FC236}">
                  <a16:creationId xmlns:a16="http://schemas.microsoft.com/office/drawing/2014/main" id="{9D2937DC-C1FE-4DA1-B839-8A1B0AE92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1" name="文本框 17">
              <a:extLst>
                <a:ext uri="{FF2B5EF4-FFF2-40B4-BE49-F238E27FC236}">
                  <a16:creationId xmlns:a16="http://schemas.microsoft.com/office/drawing/2014/main" id="{99798EF5-C5E0-40B7-8A1F-2351E689A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2" name="文本框 18">
              <a:extLst>
                <a:ext uri="{FF2B5EF4-FFF2-40B4-BE49-F238E27FC236}">
                  <a16:creationId xmlns:a16="http://schemas.microsoft.com/office/drawing/2014/main" id="{EB6EF922-75D2-4354-8FAF-60096160CC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3" name="文本框 19">
              <a:extLst>
                <a:ext uri="{FF2B5EF4-FFF2-40B4-BE49-F238E27FC236}">
                  <a16:creationId xmlns:a16="http://schemas.microsoft.com/office/drawing/2014/main" id="{AE9060C3-D44B-4D6A-ABEE-D48840752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4" name="文本框 20">
              <a:extLst>
                <a:ext uri="{FF2B5EF4-FFF2-40B4-BE49-F238E27FC236}">
                  <a16:creationId xmlns:a16="http://schemas.microsoft.com/office/drawing/2014/main" id="{1343B029-7555-46FF-B419-7CAC34C46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5" name="文本框 21">
              <a:extLst>
                <a:ext uri="{FF2B5EF4-FFF2-40B4-BE49-F238E27FC236}">
                  <a16:creationId xmlns:a16="http://schemas.microsoft.com/office/drawing/2014/main" id="{99E7824F-8DAB-4A8E-B1D1-B21827C0D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6" name="文本框 22">
              <a:extLst>
                <a:ext uri="{FF2B5EF4-FFF2-40B4-BE49-F238E27FC236}">
                  <a16:creationId xmlns:a16="http://schemas.microsoft.com/office/drawing/2014/main" id="{5EABF895-E2EC-4DA8-98EC-0117AC63E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7" name="文本框 23">
              <a:extLst>
                <a:ext uri="{FF2B5EF4-FFF2-40B4-BE49-F238E27FC236}">
                  <a16:creationId xmlns:a16="http://schemas.microsoft.com/office/drawing/2014/main" id="{018215ED-3643-4C30-895C-1EB7EBBC6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3848" name="文本框 24">
              <a:extLst>
                <a:ext uri="{FF2B5EF4-FFF2-40B4-BE49-F238E27FC236}">
                  <a16:creationId xmlns:a16="http://schemas.microsoft.com/office/drawing/2014/main" id="{2AD460C9-6E48-43E7-9F15-B215E720F3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3849" name="直接箭头连接符 26">
              <a:extLst>
                <a:ext uri="{FF2B5EF4-FFF2-40B4-BE49-F238E27FC236}">
                  <a16:creationId xmlns:a16="http://schemas.microsoft.com/office/drawing/2014/main" id="{56CDED26-CC3C-4672-9EA3-DB02790838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850" name="文本框 27">
              <a:extLst>
                <a:ext uri="{FF2B5EF4-FFF2-40B4-BE49-F238E27FC236}">
                  <a16:creationId xmlns:a16="http://schemas.microsoft.com/office/drawing/2014/main" id="{CFA9D032-38B6-43CB-BEA6-08BDEAE21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3851" name="矩形 28">
              <a:extLst>
                <a:ext uri="{FF2B5EF4-FFF2-40B4-BE49-F238E27FC236}">
                  <a16:creationId xmlns:a16="http://schemas.microsoft.com/office/drawing/2014/main" id="{9791235F-A9AC-4A05-8C30-6F2EB27CD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3852" name="文本框 31">
              <a:extLst>
                <a:ext uri="{FF2B5EF4-FFF2-40B4-BE49-F238E27FC236}">
                  <a16:creationId xmlns:a16="http://schemas.microsoft.com/office/drawing/2014/main" id="{7C120955-B212-4D22-950F-2F84DB35C5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3853" name="文本框 32">
              <a:extLst>
                <a:ext uri="{FF2B5EF4-FFF2-40B4-BE49-F238E27FC236}">
                  <a16:creationId xmlns:a16="http://schemas.microsoft.com/office/drawing/2014/main" id="{ABC65CA9-E985-4886-99B3-AB5C84B91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292" y="3524746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3854" name="文本框 33">
              <a:extLst>
                <a:ext uri="{FF2B5EF4-FFF2-40B4-BE49-F238E27FC236}">
                  <a16:creationId xmlns:a16="http://schemas.microsoft.com/office/drawing/2014/main" id="{047682C9-E489-44FB-86FA-24CE1B7EF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5499" y="3584424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3855" name="文本框 34">
              <a:extLst>
                <a:ext uri="{FF2B5EF4-FFF2-40B4-BE49-F238E27FC236}">
                  <a16:creationId xmlns:a16="http://schemas.microsoft.com/office/drawing/2014/main" id="{133AB94B-2B6A-442B-88C3-97B843C0B6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531" y="23849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3796" name="组合 38">
            <a:extLst>
              <a:ext uri="{FF2B5EF4-FFF2-40B4-BE49-F238E27FC236}">
                <a16:creationId xmlns:a16="http://schemas.microsoft.com/office/drawing/2014/main" id="{BD40ABFD-4888-45EC-AF38-930849D25BE1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3827" name="Group 58">
              <a:extLst>
                <a:ext uri="{FF2B5EF4-FFF2-40B4-BE49-F238E27FC236}">
                  <a16:creationId xmlns:a16="http://schemas.microsoft.com/office/drawing/2014/main" id="{9E99DCD5-14F4-4317-B086-99F0D848B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3829" name="Object 18">
                <a:extLst>
                  <a:ext uri="{FF2B5EF4-FFF2-40B4-BE49-F238E27FC236}">
                    <a16:creationId xmlns:a16="http://schemas.microsoft.com/office/drawing/2014/main" id="{BB4634C8-4408-4F2F-9AEB-394384AA08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98" name="Equation" r:id="rId4" imgW="3009900" imgH="850900" progId="Equation.DSMT4">
                      <p:embed/>
                    </p:oleObj>
                  </mc:Choice>
                  <mc:Fallback>
                    <p:oleObj name="Equation" r:id="rId4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830" name="Object 19">
                <a:extLst>
                  <a:ext uri="{FF2B5EF4-FFF2-40B4-BE49-F238E27FC236}">
                    <a16:creationId xmlns:a16="http://schemas.microsoft.com/office/drawing/2014/main" id="{B699A430-EE8C-41F7-ACA8-C64D28A5B9C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899" name="剪辑" r:id="rId6" imgW="3156070" imgH="2908442" progId="MS_ClipArt_Gallery.2">
                      <p:embed/>
                    </p:oleObj>
                  </mc:Choice>
                  <mc:Fallback>
                    <p:oleObj name="剪辑" r:id="rId6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3828" name="Oval 63">
              <a:extLst>
                <a:ext uri="{FF2B5EF4-FFF2-40B4-BE49-F238E27FC236}">
                  <a16:creationId xmlns:a16="http://schemas.microsoft.com/office/drawing/2014/main" id="{935D2570-C8F3-4138-8587-6FA7BA647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3797" name="Text Box 4">
            <a:extLst>
              <a:ext uri="{FF2B5EF4-FFF2-40B4-BE49-F238E27FC236}">
                <a16:creationId xmlns:a16="http://schemas.microsoft.com/office/drawing/2014/main" id="{42305711-4FC6-4668-94D3-6BE98F49A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2352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FC0037B-DBC9-476B-9866-E6571CB67CEA}"/>
              </a:ext>
            </a:extLst>
          </p:cNvPr>
          <p:cNvGrpSpPr>
            <a:grpSpLocks/>
          </p:cNvGrpSpPr>
          <p:nvPr/>
        </p:nvGrpSpPr>
        <p:grpSpPr bwMode="auto">
          <a:xfrm>
            <a:off x="6329363" y="2498725"/>
            <a:ext cx="2392362" cy="2541588"/>
            <a:chOff x="2851460" y="4113994"/>
            <a:chExt cx="2249756" cy="2287471"/>
          </a:xfrm>
        </p:grpSpPr>
        <p:sp>
          <p:nvSpPr>
            <p:cNvPr id="33825" name="椭圆 47">
              <a:extLst>
                <a:ext uri="{FF2B5EF4-FFF2-40B4-BE49-F238E27FC236}">
                  <a16:creationId xmlns:a16="http://schemas.microsoft.com/office/drawing/2014/main" id="{DC6A20C4-3C65-4737-BF31-EFE62DCDD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249756" cy="2287471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BB24E804-BD10-4811-BC64-B01620CE0DF3}"/>
                </a:ext>
              </a:extLst>
            </p:cNvPr>
            <p:cNvSpPr/>
            <p:nvPr/>
          </p:nvSpPr>
          <p:spPr bwMode="auto">
            <a:xfrm rot="21385143">
              <a:off x="2873853" y="4571202"/>
              <a:ext cx="876316" cy="1091585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33799" name="Text Box 62">
            <a:extLst>
              <a:ext uri="{FF2B5EF4-FFF2-40B4-BE49-F238E27FC236}">
                <a16:creationId xmlns:a16="http://schemas.microsoft.com/office/drawing/2014/main" id="{5D36ABA1-2FC2-4D40-8B0B-D24B63E0E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11C24770-2868-4C3D-9881-E60E4AF72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271713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</a:t>
            </a:r>
            <a:r>
              <a:rPr lang="zh-CN" altLang="en-US" sz="2800" b="1"/>
              <a:t>由图可知</a:t>
            </a:r>
            <a:endParaRPr lang="zh-CN" altLang="en-US" sz="2800"/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D0BB4CE7-FF11-452A-ACEC-B042775F74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2816225"/>
          <a:ext cx="1323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0" name="Equation" r:id="rId8" imgW="1244060" imgH="406224" progId="Equation.DSMT4">
                  <p:embed/>
                </p:oleObj>
              </mc:Choice>
              <mc:Fallback>
                <p:oleObj name="Equation" r:id="rId8" imgW="1244060" imgH="4062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816225"/>
                        <a:ext cx="1323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4">
            <a:extLst>
              <a:ext uri="{FF2B5EF4-FFF2-40B4-BE49-F238E27FC236}">
                <a16:creationId xmlns:a16="http://schemas.microsoft.com/office/drawing/2014/main" id="{AC957FB3-29D2-4230-B5AA-427B6C27A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3268663"/>
          <a:ext cx="13319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1" name="Equation" r:id="rId10" imgW="1282700" imgH="406400" progId="Equation.DSMT4">
                  <p:embed/>
                </p:oleObj>
              </mc:Choice>
              <mc:Fallback>
                <p:oleObj name="Equation" r:id="rId10" imgW="1282700" imgH="40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68663"/>
                        <a:ext cx="13319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">
            <a:extLst>
              <a:ext uri="{FF2B5EF4-FFF2-40B4-BE49-F238E27FC236}">
                <a16:creationId xmlns:a16="http://schemas.microsoft.com/office/drawing/2014/main" id="{A2265B37-59A7-4F22-8415-C461227EF3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2949575"/>
          <a:ext cx="24669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Equation" r:id="rId12" imgW="2286000" imgH="406400" progId="Equation.DSMT4">
                  <p:embed/>
                </p:oleObj>
              </mc:Choice>
              <mc:Fallback>
                <p:oleObj name="Equation" r:id="rId12" imgW="2286000" imgH="4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949575"/>
                        <a:ext cx="24669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AutoShape 98">
            <a:extLst>
              <a:ext uri="{FF2B5EF4-FFF2-40B4-BE49-F238E27FC236}">
                <a16:creationId xmlns:a16="http://schemas.microsoft.com/office/drawing/2014/main" id="{2339C4E5-ED14-4910-9182-2360A7E04525}"/>
              </a:ext>
            </a:extLst>
          </p:cNvPr>
          <p:cNvSpPr>
            <a:spLocks/>
          </p:cNvSpPr>
          <p:nvPr/>
        </p:nvSpPr>
        <p:spPr bwMode="auto">
          <a:xfrm>
            <a:off x="2381250" y="297973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75" name="对象 74">
            <a:extLst>
              <a:ext uri="{FF2B5EF4-FFF2-40B4-BE49-F238E27FC236}">
                <a16:creationId xmlns:a16="http://schemas.microsoft.com/office/drawing/2014/main" id="{8CC2715B-9CA3-4E2E-876C-FE6F0979C4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488" y="4467225"/>
          <a:ext cx="2311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3" name="Equation" r:id="rId14" imgW="2311400" imgH="571500" progId="Equation.DSMT4">
                  <p:embed/>
                </p:oleObj>
              </mc:Choice>
              <mc:Fallback>
                <p:oleObj name="Equation" r:id="rId14" imgW="2311400" imgH="571500" progId="Equation.DSMT4">
                  <p:embed/>
                  <p:pic>
                    <p:nvPicPr>
                      <p:cNvPr id="0" name="对象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4467225"/>
                        <a:ext cx="2311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4">
            <a:extLst>
              <a:ext uri="{FF2B5EF4-FFF2-40B4-BE49-F238E27FC236}">
                <a16:creationId xmlns:a16="http://schemas.microsoft.com/office/drawing/2014/main" id="{E2B167D0-1E41-46B3-B0B1-C2A5BB4EC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3838" y="5048250"/>
          <a:ext cx="121761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4" name="Equation" r:id="rId16" imgW="1371600" imgH="571500" progId="Equation.DSMT4">
                  <p:embed/>
                </p:oleObj>
              </mc:Choice>
              <mc:Fallback>
                <p:oleObj name="Equation" r:id="rId16" imgW="1371600" imgH="571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8" y="5048250"/>
                        <a:ext cx="1217612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14">
            <a:extLst>
              <a:ext uri="{FF2B5EF4-FFF2-40B4-BE49-F238E27FC236}">
                <a16:creationId xmlns:a16="http://schemas.microsoft.com/office/drawing/2014/main" id="{144A55D3-79A9-4D97-8E5B-7CAC857454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8763" y="5048250"/>
          <a:ext cx="1006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" name="Equation" r:id="rId18" imgW="1129810" imgH="393529" progId="Equation.DSMT4">
                  <p:embed/>
                </p:oleObj>
              </mc:Choice>
              <mc:Fallback>
                <p:oleObj name="Equation" r:id="rId18" imgW="1129810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5048250"/>
                        <a:ext cx="1006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2">
            <a:extLst>
              <a:ext uri="{FF2B5EF4-FFF2-40B4-BE49-F238E27FC236}">
                <a16:creationId xmlns:a16="http://schemas.microsoft.com/office/drawing/2014/main" id="{4852E4D0-5869-435E-B98A-311099D46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6875" y="4616450"/>
          <a:ext cx="1468438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6" name="Equation" r:id="rId20" imgW="622030" imgH="342751" progId="Equation.DSMT4">
                  <p:embed/>
                </p:oleObj>
              </mc:Choice>
              <mc:Fallback>
                <p:oleObj name="Equation" r:id="rId20" imgW="622030" imgH="342751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4616450"/>
                        <a:ext cx="1468438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AutoShape 13">
            <a:extLst>
              <a:ext uri="{FF2B5EF4-FFF2-40B4-BE49-F238E27FC236}">
                <a16:creationId xmlns:a16="http://schemas.microsoft.com/office/drawing/2014/main" id="{D43F52B1-8CDC-4FF4-A34B-6026D7733A85}"/>
              </a:ext>
            </a:extLst>
          </p:cNvPr>
          <p:cNvSpPr>
            <a:spLocks/>
          </p:cNvSpPr>
          <p:nvPr/>
        </p:nvSpPr>
        <p:spPr bwMode="auto">
          <a:xfrm>
            <a:off x="2711450" y="4687888"/>
            <a:ext cx="171450" cy="674687"/>
          </a:xfrm>
          <a:prstGeom prst="rightBrace">
            <a:avLst>
              <a:gd name="adj1" fmla="val 32866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8">
            <a:extLst>
              <a:ext uri="{FF2B5EF4-FFF2-40B4-BE49-F238E27FC236}">
                <a16:creationId xmlns:a16="http://schemas.microsoft.com/office/drawing/2014/main" id="{06641009-0108-41BE-9481-98503D004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3609975"/>
            <a:ext cx="55832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Symbol" panose="05050102010706020507" pitchFamily="18" charset="2"/>
              </a:rPr>
              <a:t>取半径为</a:t>
            </a:r>
            <a:r>
              <a:rPr lang="en-US" altLang="zh-CN" sz="2800" b="1" i="1">
                <a:sym typeface="Symbol" panose="05050102010706020507" pitchFamily="18" charset="2"/>
              </a:rPr>
              <a:t>r</a:t>
            </a:r>
            <a:r>
              <a:rPr lang="zh-CN" altLang="en-US" sz="2800" b="1">
                <a:sym typeface="Symbol" panose="05050102010706020507" pitchFamily="18" charset="2"/>
              </a:rPr>
              <a:t>的电场线为积分路径，方向沿逆时针方向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33811" name="直接箭头连接符 5">
            <a:extLst>
              <a:ext uri="{FF2B5EF4-FFF2-40B4-BE49-F238E27FC236}">
                <a16:creationId xmlns:a16="http://schemas.microsoft.com/office/drawing/2014/main" id="{D98F749D-A704-428A-895F-99F03A686BF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78725" y="3771900"/>
            <a:ext cx="650875" cy="1063625"/>
          </a:xfrm>
          <a:prstGeom prst="straightConnector1">
            <a:avLst/>
          </a:prstGeom>
          <a:noFill/>
          <a:ln w="41275" algn="ctr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直接箭头连接符 82">
            <a:extLst>
              <a:ext uri="{FF2B5EF4-FFF2-40B4-BE49-F238E27FC236}">
                <a16:creationId xmlns:a16="http://schemas.microsoft.com/office/drawing/2014/main" id="{EF68A287-2E82-4914-8A3B-F6BA6EF4D20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8247063" y="4294188"/>
            <a:ext cx="765175" cy="517525"/>
          </a:xfrm>
          <a:prstGeom prst="straightConnector1">
            <a:avLst/>
          </a:prstGeom>
          <a:noFill/>
          <a:ln w="41275" algn="ctr">
            <a:solidFill>
              <a:srgbClr val="FF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3" name="直接连接符 30">
            <a:extLst>
              <a:ext uri="{FF2B5EF4-FFF2-40B4-BE49-F238E27FC236}">
                <a16:creationId xmlns:a16="http://schemas.microsoft.com/office/drawing/2014/main" id="{21408341-9D33-4F86-9CB2-D3DDA5FB748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210550" y="4835525"/>
            <a:ext cx="303213" cy="0"/>
          </a:xfrm>
          <a:prstGeom prst="line">
            <a:avLst/>
          </a:prstGeom>
          <a:noFill/>
          <a:ln w="53975" algn="ctr">
            <a:solidFill>
              <a:schemeClr val="tx1">
                <a:alpha val="98822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3814" name="组合 49">
            <a:extLst>
              <a:ext uri="{FF2B5EF4-FFF2-40B4-BE49-F238E27FC236}">
                <a16:creationId xmlns:a16="http://schemas.microsoft.com/office/drawing/2014/main" id="{26A2CBEF-3719-4F7D-B49A-F265103C3FFE}"/>
              </a:ext>
            </a:extLst>
          </p:cNvPr>
          <p:cNvGrpSpPr>
            <a:grpSpLocks/>
          </p:cNvGrpSpPr>
          <p:nvPr/>
        </p:nvGrpSpPr>
        <p:grpSpPr bwMode="auto">
          <a:xfrm>
            <a:off x="7970838" y="4968875"/>
            <a:ext cx="566737" cy="523875"/>
            <a:chOff x="7542149" y="5770621"/>
            <a:chExt cx="565975" cy="523220"/>
          </a:xfrm>
        </p:grpSpPr>
        <p:sp>
          <p:nvSpPr>
            <p:cNvPr id="33823" name="文本框 35">
              <a:extLst>
                <a:ext uri="{FF2B5EF4-FFF2-40B4-BE49-F238E27FC236}">
                  <a16:creationId xmlns:a16="http://schemas.microsoft.com/office/drawing/2014/main" id="{A9B3C04F-81C3-4420-8FD4-41EA301292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2149" y="5770621"/>
              <a:ext cx="48442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d</a:t>
              </a:r>
              <a:r>
                <a:rPr lang="en-US" altLang="zh-CN" sz="2800" b="1" i="1"/>
                <a:t>l</a:t>
              </a:r>
            </a:p>
          </p:txBody>
        </p:sp>
        <p:cxnSp>
          <p:nvCxnSpPr>
            <p:cNvPr id="33824" name="直接箭头连接符 41">
              <a:extLst>
                <a:ext uri="{FF2B5EF4-FFF2-40B4-BE49-F238E27FC236}">
                  <a16:creationId xmlns:a16="http://schemas.microsoft.com/office/drawing/2014/main" id="{F8DD4D85-C9D6-4BBB-9E17-B9EC84E8EF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818633" y="5801443"/>
              <a:ext cx="289491" cy="3455"/>
            </a:xfrm>
            <a:prstGeom prst="straightConnector1">
              <a:avLst/>
            </a:prstGeom>
            <a:noFill/>
            <a:ln w="412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815" name="组合 84">
            <a:extLst>
              <a:ext uri="{FF2B5EF4-FFF2-40B4-BE49-F238E27FC236}">
                <a16:creationId xmlns:a16="http://schemas.microsoft.com/office/drawing/2014/main" id="{3A20D22C-5E4A-4338-A041-697262F1D8D9}"/>
              </a:ext>
            </a:extLst>
          </p:cNvPr>
          <p:cNvGrpSpPr>
            <a:grpSpLocks/>
          </p:cNvGrpSpPr>
          <p:nvPr/>
        </p:nvGrpSpPr>
        <p:grpSpPr bwMode="auto">
          <a:xfrm>
            <a:off x="8729663" y="3803650"/>
            <a:ext cx="488950" cy="527050"/>
            <a:chOff x="8749628" y="3855801"/>
            <a:chExt cx="489236" cy="526005"/>
          </a:xfrm>
        </p:grpSpPr>
        <p:sp>
          <p:nvSpPr>
            <p:cNvPr id="33821" name="文本框 25">
              <a:extLst>
                <a:ext uri="{FF2B5EF4-FFF2-40B4-BE49-F238E27FC236}">
                  <a16:creationId xmlns:a16="http://schemas.microsoft.com/office/drawing/2014/main" id="{F6CCB4C8-4058-4CCD-9DC3-75275C0CEE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49628" y="3858586"/>
              <a:ext cx="48923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E</a:t>
              </a:r>
              <a:r>
                <a:rPr lang="en-US" altLang="zh-CN" sz="2800" b="1" baseline="-25000"/>
                <a:t>i</a:t>
              </a:r>
            </a:p>
          </p:txBody>
        </p:sp>
        <p:cxnSp>
          <p:nvCxnSpPr>
            <p:cNvPr id="33822" name="直接箭头连接符 83">
              <a:extLst>
                <a:ext uri="{FF2B5EF4-FFF2-40B4-BE49-F238E27FC236}">
                  <a16:creationId xmlns:a16="http://schemas.microsoft.com/office/drawing/2014/main" id="{0D402095-9B87-486D-B739-8503101C8DA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880274" y="3855801"/>
              <a:ext cx="289491" cy="3455"/>
            </a:xfrm>
            <a:prstGeom prst="straightConnector1">
              <a:avLst/>
            </a:prstGeom>
            <a:noFill/>
            <a:ln w="4127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7F615E5C-4F6A-4697-BBF8-61C70636FF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050" y="5302250"/>
          <a:ext cx="452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7" name="Equation" r:id="rId22" imgW="4521200" imgH="812800" progId="Equation.DSMT4">
                  <p:embed/>
                </p:oleObj>
              </mc:Choice>
              <mc:Fallback>
                <p:oleObj name="Equation" r:id="rId22" imgW="4521200" imgH="812800" progId="Equation.DSMT4">
                  <p:embed/>
                  <p:pic>
                    <p:nvPicPr>
                      <p:cNvPr id="0" name="对象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5302250"/>
                        <a:ext cx="45212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571E67F7-A401-445C-BD26-E1DF87BF83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68400" y="5934075"/>
          <a:ext cx="18288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8" name="Equation" r:id="rId24" imgW="1828800" imgH="812800" progId="Equation.DSMT4">
                  <p:embed/>
                </p:oleObj>
              </mc:Choice>
              <mc:Fallback>
                <p:oleObj name="Equation" r:id="rId24" imgW="1828800" imgH="812800" progId="Equation.DSMT4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5934075"/>
                        <a:ext cx="18288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801934D4-33EC-4F7F-B339-626D6C4B8A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8800" y="5951538"/>
          <a:ext cx="2590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9" name="Equation" r:id="rId26" imgW="2590800" imgH="914400" progId="Equation.DSMT4">
                  <p:embed/>
                </p:oleObj>
              </mc:Choice>
              <mc:Fallback>
                <p:oleObj name="Equation" r:id="rId26" imgW="2590800" imgH="914400" progId="Equation.DSMT4">
                  <p:embed/>
                  <p:pic>
                    <p:nvPicPr>
                      <p:cNvPr id="0" name="对象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5951538"/>
                        <a:ext cx="2590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7E36F16C-09F9-4779-959B-8B8504A186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9138" y="5992813"/>
          <a:ext cx="120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0" name="Equation" r:id="rId28" imgW="1206500" imgH="812800" progId="Equation.DSMT4">
                  <p:embed/>
                </p:oleObj>
              </mc:Choice>
              <mc:Fallback>
                <p:oleObj name="Equation" r:id="rId28" imgW="1206500" imgH="812800" progId="Equation.DSMT4">
                  <p:embed/>
                  <p:pic>
                    <p:nvPicPr>
                      <p:cNvPr id="0" name="对象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9138" y="5992813"/>
                        <a:ext cx="1206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44B5494E-962D-4417-B8B8-DA9D3E6FF8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99313" y="6205538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11" name="Equation" r:id="rId30" imgW="825142" imgH="406224" progId="Equation.DSMT4">
                  <p:embed/>
                </p:oleObj>
              </mc:Choice>
              <mc:Fallback>
                <p:oleObj name="Equation" r:id="rId30" imgW="825142" imgH="406224" progId="Equation.DSMT4">
                  <p:embed/>
                  <p:pic>
                    <p:nvPicPr>
                      <p:cNvPr id="0" name="对象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9313" y="6205538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 animBg="1"/>
      <p:bldP spid="80" grpId="0" animBg="1"/>
      <p:bldP spid="8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文本框 1">
            <a:extLst>
              <a:ext uri="{FF2B5EF4-FFF2-40B4-BE49-F238E27FC236}">
                <a16:creationId xmlns:a16="http://schemas.microsoft.com/office/drawing/2014/main" id="{CFBF8CAB-6BDA-44D6-B8A8-9A1E14A2A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919163"/>
            <a:ext cx="9113838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图示是一半径为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的圆柱形磁场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，其以恒定变化率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= 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/d</a:t>
            </a:r>
            <a:r>
              <a:rPr lang="en-US" altLang="zh-CN" sz="2800" b="1" i="1">
                <a:latin typeface="黑体" panose="02010609060101010101" pitchFamily="49" charset="-122"/>
                <a:ea typeface="黑体" panose="02010609060101010101" pitchFamily="49" charset="-122"/>
              </a:rPr>
              <a:t>t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增加，一正方形导体回路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ACDO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放在磁场中。求：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1.A,C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两点的感应电场；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正方形每边中的感应电动势。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5843" name="组合 36">
            <a:extLst>
              <a:ext uri="{FF2B5EF4-FFF2-40B4-BE49-F238E27FC236}">
                <a16:creationId xmlns:a16="http://schemas.microsoft.com/office/drawing/2014/main" id="{4010AEAB-7F02-4EFE-AF2F-FA5B5AD1AC9A}"/>
              </a:ext>
            </a:extLst>
          </p:cNvPr>
          <p:cNvGrpSpPr>
            <a:grpSpLocks/>
          </p:cNvGrpSpPr>
          <p:nvPr/>
        </p:nvGrpSpPr>
        <p:grpSpPr bwMode="auto">
          <a:xfrm>
            <a:off x="6526213" y="2746375"/>
            <a:ext cx="2374900" cy="2401888"/>
            <a:chOff x="5476126" y="1726059"/>
            <a:chExt cx="2374450" cy="2401467"/>
          </a:xfrm>
        </p:grpSpPr>
        <p:sp>
          <p:nvSpPr>
            <p:cNvPr id="35864" name="椭圆 2">
              <a:extLst>
                <a:ext uri="{FF2B5EF4-FFF2-40B4-BE49-F238E27FC236}">
                  <a16:creationId xmlns:a16="http://schemas.microsoft.com/office/drawing/2014/main" id="{56FDC70D-3EE0-44EC-A2E8-7E57FC057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6126" y="1726059"/>
              <a:ext cx="2054831" cy="20548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5865" name="文本框 4">
              <a:extLst>
                <a:ext uri="{FF2B5EF4-FFF2-40B4-BE49-F238E27FC236}">
                  <a16:creationId xmlns:a16="http://schemas.microsoft.com/office/drawing/2014/main" id="{CB06080B-7D4F-44A7-B483-7644D3F5C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6" name="文本框 7">
              <a:extLst>
                <a:ext uri="{FF2B5EF4-FFF2-40B4-BE49-F238E27FC236}">
                  <a16:creationId xmlns:a16="http://schemas.microsoft.com/office/drawing/2014/main" id="{2BB29F1B-4B24-4F3F-BFB5-0D3AE1C022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7" name="文本框 8">
              <a:extLst>
                <a:ext uri="{FF2B5EF4-FFF2-40B4-BE49-F238E27FC236}">
                  <a16:creationId xmlns:a16="http://schemas.microsoft.com/office/drawing/2014/main" id="{D2E770A8-A258-4A74-8F9F-2E0D98304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8" name="文本框 10">
              <a:extLst>
                <a:ext uri="{FF2B5EF4-FFF2-40B4-BE49-F238E27FC236}">
                  <a16:creationId xmlns:a16="http://schemas.microsoft.com/office/drawing/2014/main" id="{BE172B60-368E-4B07-B1FE-D8CD41C764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11647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69" name="文本框 12">
              <a:extLst>
                <a:ext uri="{FF2B5EF4-FFF2-40B4-BE49-F238E27FC236}">
                  <a16:creationId xmlns:a16="http://schemas.microsoft.com/office/drawing/2014/main" id="{0142DC59-FD51-47A1-A288-39AA30331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0" name="文本框 13">
              <a:extLst>
                <a:ext uri="{FF2B5EF4-FFF2-40B4-BE49-F238E27FC236}">
                  <a16:creationId xmlns:a16="http://schemas.microsoft.com/office/drawing/2014/main" id="{230F8107-30DB-46F3-BF15-836428063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1" name="文本框 14">
              <a:extLst>
                <a:ext uri="{FF2B5EF4-FFF2-40B4-BE49-F238E27FC236}">
                  <a16:creationId xmlns:a16="http://schemas.microsoft.com/office/drawing/2014/main" id="{BBBCD4C8-DA28-4610-A152-B87D402FF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2" name="文本框 15">
              <a:extLst>
                <a:ext uri="{FF2B5EF4-FFF2-40B4-BE49-F238E27FC236}">
                  <a16:creationId xmlns:a16="http://schemas.microsoft.com/office/drawing/2014/main" id="{ADFEC86C-3867-4AC8-9DCD-5FF30BCD6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578141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3" name="文本框 16">
              <a:extLst>
                <a:ext uri="{FF2B5EF4-FFF2-40B4-BE49-F238E27FC236}">
                  <a16:creationId xmlns:a16="http://schemas.microsoft.com/office/drawing/2014/main" id="{4CC4E42C-7D5E-4446-8E64-63CD5931A4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994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4" name="文本框 17">
              <a:extLst>
                <a:ext uri="{FF2B5EF4-FFF2-40B4-BE49-F238E27FC236}">
                  <a16:creationId xmlns:a16="http://schemas.microsoft.com/office/drawing/2014/main" id="{9A2CFE56-6938-402B-A1BF-3FB7A9E3C0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6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5" name="文本框 18">
              <a:extLst>
                <a:ext uri="{FF2B5EF4-FFF2-40B4-BE49-F238E27FC236}">
                  <a16:creationId xmlns:a16="http://schemas.microsoft.com/office/drawing/2014/main" id="{41D35AF9-E3CD-4B73-8E70-52CEECF69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0830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6" name="文本框 19">
              <a:extLst>
                <a:ext uri="{FF2B5EF4-FFF2-40B4-BE49-F238E27FC236}">
                  <a16:creationId xmlns:a16="http://schemas.microsoft.com/office/drawing/2014/main" id="{CC1AE923-5ECC-4148-B65F-BCDA1BF57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3815" y="2963084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7" name="文本框 20">
              <a:extLst>
                <a:ext uri="{FF2B5EF4-FFF2-40B4-BE49-F238E27FC236}">
                  <a16:creationId xmlns:a16="http://schemas.microsoft.com/office/drawing/2014/main" id="{1C62BCBA-6CF6-443B-9C3D-4E8A4EC56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26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8" name="文本框 21">
              <a:extLst>
                <a:ext uri="{FF2B5EF4-FFF2-40B4-BE49-F238E27FC236}">
                  <a16:creationId xmlns:a16="http://schemas.microsoft.com/office/drawing/2014/main" id="{7BB53EDE-3203-48B5-A95C-74A195CF4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9899" y="331922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79" name="文本框 22">
              <a:extLst>
                <a:ext uri="{FF2B5EF4-FFF2-40B4-BE49-F238E27FC236}">
                  <a16:creationId xmlns:a16="http://schemas.microsoft.com/office/drawing/2014/main" id="{5299A19E-340F-436D-8644-1DB50E54F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258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80" name="文本框 23">
              <a:extLst>
                <a:ext uri="{FF2B5EF4-FFF2-40B4-BE49-F238E27FC236}">
                  <a16:creationId xmlns:a16="http://schemas.microsoft.com/office/drawing/2014/main" id="{1FCDB7DA-EB18-4A4F-A8E3-B121319EA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072" y="1760335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accent2"/>
                  </a:solidFill>
                </a:rPr>
                <a:t>×</a:t>
              </a:r>
            </a:p>
          </p:txBody>
        </p:sp>
        <p:sp>
          <p:nvSpPr>
            <p:cNvPr id="35881" name="文本框 24">
              <a:extLst>
                <a:ext uri="{FF2B5EF4-FFF2-40B4-BE49-F238E27FC236}">
                  <a16:creationId xmlns:a16="http://schemas.microsoft.com/office/drawing/2014/main" id="{1624274F-8724-46F5-B702-61F858B06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11854" y="1776934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solidFill>
                    <a:schemeClr val="accent2"/>
                  </a:solidFill>
                </a:rPr>
                <a:t>B</a:t>
              </a:r>
            </a:p>
          </p:txBody>
        </p:sp>
        <p:cxnSp>
          <p:nvCxnSpPr>
            <p:cNvPr id="35882" name="直接箭头连接符 26">
              <a:extLst>
                <a:ext uri="{FF2B5EF4-FFF2-40B4-BE49-F238E27FC236}">
                  <a16:creationId xmlns:a16="http://schemas.microsoft.com/office/drawing/2014/main" id="{DA631730-4EBE-4BA0-9465-22D68EB9B1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513816" y="2223843"/>
              <a:ext cx="863181" cy="550180"/>
            </a:xfrm>
            <a:prstGeom prst="straightConnector1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83" name="文本框 27">
              <a:extLst>
                <a:ext uri="{FF2B5EF4-FFF2-40B4-BE49-F238E27FC236}">
                  <a16:creationId xmlns:a16="http://schemas.microsoft.com/office/drawing/2014/main" id="{B5112654-B19B-4BBA-A709-CA44047CC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2105" y="1954671"/>
              <a:ext cx="458780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/>
                <a:t>R</a:t>
              </a:r>
            </a:p>
          </p:txBody>
        </p:sp>
        <p:sp>
          <p:nvSpPr>
            <p:cNvPr id="35884" name="矩形 28">
              <a:extLst>
                <a:ext uri="{FF2B5EF4-FFF2-40B4-BE49-F238E27FC236}">
                  <a16:creationId xmlns:a16="http://schemas.microsoft.com/office/drawing/2014/main" id="{FD21777A-CB99-4D84-AAAC-F067EF1B8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4089" y="2767877"/>
              <a:ext cx="1006868" cy="1027416"/>
            </a:xfrm>
            <a:prstGeom prst="rect">
              <a:avLst/>
            </a:prstGeom>
            <a:noFill/>
            <a:ln w="3492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35885" name="文本框 31">
              <a:extLst>
                <a:ext uri="{FF2B5EF4-FFF2-40B4-BE49-F238E27FC236}">
                  <a16:creationId xmlns:a16="http://schemas.microsoft.com/office/drawing/2014/main" id="{AD628303-B4F7-4FED-89AA-9AA3D29709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43076" y="2499576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O</a:t>
              </a:r>
            </a:p>
          </p:txBody>
        </p:sp>
        <p:sp>
          <p:nvSpPr>
            <p:cNvPr id="35886" name="文本框 32">
              <a:extLst>
                <a:ext uri="{FF2B5EF4-FFF2-40B4-BE49-F238E27FC236}">
                  <a16:creationId xmlns:a16="http://schemas.microsoft.com/office/drawing/2014/main" id="{1671625B-349D-41FA-9592-79C76C2F0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85292" y="3524746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A</a:t>
              </a:r>
            </a:p>
          </p:txBody>
        </p:sp>
        <p:sp>
          <p:nvSpPr>
            <p:cNvPr id="35887" name="文本框 33">
              <a:extLst>
                <a:ext uri="{FF2B5EF4-FFF2-40B4-BE49-F238E27FC236}">
                  <a16:creationId xmlns:a16="http://schemas.microsoft.com/office/drawing/2014/main" id="{0794C564-F68F-49DE-A07A-53D2E844F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0726" y="3665861"/>
              <a:ext cx="38985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C</a:t>
              </a:r>
            </a:p>
          </p:txBody>
        </p:sp>
        <p:sp>
          <p:nvSpPr>
            <p:cNvPr id="35888" name="文本框 34">
              <a:extLst>
                <a:ext uri="{FF2B5EF4-FFF2-40B4-BE49-F238E27FC236}">
                  <a16:creationId xmlns:a16="http://schemas.microsoft.com/office/drawing/2014/main" id="{CD18720D-43A3-45CE-8D03-1083AE48E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9531" y="2384998"/>
              <a:ext cx="4074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400" b="1" i="1">
                  <a:solidFill>
                    <a:srgbClr val="FF0000"/>
                  </a:solidFill>
                </a:rPr>
                <a:t>D</a:t>
              </a:r>
            </a:p>
          </p:txBody>
        </p:sp>
      </p:grpSp>
      <p:grpSp>
        <p:nvGrpSpPr>
          <p:cNvPr id="35844" name="组合 38">
            <a:extLst>
              <a:ext uri="{FF2B5EF4-FFF2-40B4-BE49-F238E27FC236}">
                <a16:creationId xmlns:a16="http://schemas.microsoft.com/office/drawing/2014/main" id="{A2F9FE85-54B7-4435-BE74-F323B5C208DC}"/>
              </a:ext>
            </a:extLst>
          </p:cNvPr>
          <p:cNvGrpSpPr>
            <a:grpSpLocks/>
          </p:cNvGrpSpPr>
          <p:nvPr/>
        </p:nvGrpSpPr>
        <p:grpSpPr bwMode="auto">
          <a:xfrm>
            <a:off x="5341938" y="-17463"/>
            <a:ext cx="3638550" cy="922338"/>
            <a:chOff x="5467510" y="66765"/>
            <a:chExt cx="3638550" cy="922338"/>
          </a:xfrm>
        </p:grpSpPr>
        <p:grpSp>
          <p:nvGrpSpPr>
            <p:cNvPr id="35860" name="Group 58">
              <a:extLst>
                <a:ext uri="{FF2B5EF4-FFF2-40B4-BE49-F238E27FC236}">
                  <a16:creationId xmlns:a16="http://schemas.microsoft.com/office/drawing/2014/main" id="{6ED71D52-2568-4A87-B976-E5D7BAD1E7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7510" y="66765"/>
              <a:ext cx="3638550" cy="922338"/>
              <a:chOff x="3288" y="0"/>
              <a:chExt cx="2292" cy="581"/>
            </a:xfrm>
          </p:grpSpPr>
          <p:graphicFrame>
            <p:nvGraphicFramePr>
              <p:cNvPr id="35862" name="Object 18">
                <a:extLst>
                  <a:ext uri="{FF2B5EF4-FFF2-40B4-BE49-F238E27FC236}">
                    <a16:creationId xmlns:a16="http://schemas.microsoft.com/office/drawing/2014/main" id="{04FF46B4-D48A-4E3B-9BDA-8C193B42E6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09" y="53"/>
              <a:ext cx="1771" cy="5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13" name="Equation" r:id="rId4" imgW="3009900" imgH="850900" progId="Equation.DSMT4">
                      <p:embed/>
                    </p:oleObj>
                  </mc:Choice>
                  <mc:Fallback>
                    <p:oleObj name="Equation" r:id="rId4" imgW="3009900" imgH="8509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9" y="53"/>
                            <a:ext cx="1771" cy="528"/>
                          </a:xfrm>
                          <a:prstGeom prst="rect">
                            <a:avLst/>
                          </a:prstGeom>
                          <a:noFill/>
                          <a:ln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0000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3" name="Object 19">
                <a:extLst>
                  <a:ext uri="{FF2B5EF4-FFF2-40B4-BE49-F238E27FC236}">
                    <a16:creationId xmlns:a16="http://schemas.microsoft.com/office/drawing/2014/main" id="{6EE4FF16-A351-4CD2-B781-7933170CC48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88" y="0"/>
              <a:ext cx="510" cy="5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14" name="剪辑" r:id="rId6" imgW="3156070" imgH="2908442" progId="MS_ClipArt_Gallery.2">
                      <p:embed/>
                    </p:oleObj>
                  </mc:Choice>
                  <mc:Fallback>
                    <p:oleObj name="剪辑" r:id="rId6" imgW="3156070" imgH="2908442" progId="MS_ClipArt_Gallery.2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88" y="0"/>
                            <a:ext cx="510" cy="5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bg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>
                                      <a:alpha val="74997"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5861" name="Oval 63">
              <a:extLst>
                <a:ext uri="{FF2B5EF4-FFF2-40B4-BE49-F238E27FC236}">
                  <a16:creationId xmlns:a16="http://schemas.microsoft.com/office/drawing/2014/main" id="{EC8B7831-E5E2-470C-ADCA-C4D3EACF7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3283" y="511175"/>
              <a:ext cx="144462" cy="1444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35845" name="Text Box 4">
            <a:extLst>
              <a:ext uri="{FF2B5EF4-FFF2-40B4-BE49-F238E27FC236}">
                <a16:creationId xmlns:a16="http://schemas.microsoft.com/office/drawing/2014/main" id="{C9506C73-BBF2-48E8-A240-0B32FE1EE1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2235200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</a:p>
        </p:txBody>
      </p:sp>
      <p:grpSp>
        <p:nvGrpSpPr>
          <p:cNvPr id="35846" name="组合 51">
            <a:extLst>
              <a:ext uri="{FF2B5EF4-FFF2-40B4-BE49-F238E27FC236}">
                <a16:creationId xmlns:a16="http://schemas.microsoft.com/office/drawing/2014/main" id="{3C009B25-2562-4CB0-B3F5-8AF1D885E09B}"/>
              </a:ext>
            </a:extLst>
          </p:cNvPr>
          <p:cNvGrpSpPr>
            <a:grpSpLocks/>
          </p:cNvGrpSpPr>
          <p:nvPr/>
        </p:nvGrpSpPr>
        <p:grpSpPr bwMode="auto">
          <a:xfrm>
            <a:off x="6329363" y="2498725"/>
            <a:ext cx="2392362" cy="2541588"/>
            <a:chOff x="2851460" y="4113994"/>
            <a:chExt cx="2249756" cy="2287471"/>
          </a:xfrm>
        </p:grpSpPr>
        <p:sp>
          <p:nvSpPr>
            <p:cNvPr id="35858" name="椭圆 47">
              <a:extLst>
                <a:ext uri="{FF2B5EF4-FFF2-40B4-BE49-F238E27FC236}">
                  <a16:creationId xmlns:a16="http://schemas.microsoft.com/office/drawing/2014/main" id="{5B8D38B2-19F6-411F-B403-9C470E584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460" y="4113994"/>
              <a:ext cx="2249756" cy="2287471"/>
            </a:xfrm>
            <a:prstGeom prst="ellipse">
              <a:avLst/>
            </a:prstGeom>
            <a:noFill/>
            <a:ln w="50800" algn="ctr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1600">
                <a:solidFill>
                  <a:schemeClr val="accent2"/>
                </a:solidFill>
              </a:endParaRPr>
            </a:p>
          </p:txBody>
        </p:sp>
        <p:sp>
          <p:nvSpPr>
            <p:cNvPr id="51" name="弧形 50">
              <a:extLst>
                <a:ext uri="{FF2B5EF4-FFF2-40B4-BE49-F238E27FC236}">
                  <a16:creationId xmlns:a16="http://schemas.microsoft.com/office/drawing/2014/main" id="{65ABE5DD-876C-4342-8EF8-63FA9429D5B9}"/>
                </a:ext>
              </a:extLst>
            </p:cNvPr>
            <p:cNvSpPr/>
            <p:nvPr/>
          </p:nvSpPr>
          <p:spPr bwMode="auto">
            <a:xfrm rot="21385143">
              <a:off x="2873853" y="4571202"/>
              <a:ext cx="876316" cy="1091585"/>
            </a:xfrm>
            <a:prstGeom prst="arc">
              <a:avLst>
                <a:gd name="adj1" fmla="val 10148609"/>
                <a:gd name="adj2" fmla="val 14109388"/>
              </a:avLst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stealth" w="lg" len="lg"/>
              <a:tailEnd type="none" w="sm" len="sm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/>
            </a:p>
          </p:txBody>
        </p:sp>
      </p:grpSp>
      <p:sp>
        <p:nvSpPr>
          <p:cNvPr id="35847" name="Text Box 62">
            <a:extLst>
              <a:ext uri="{FF2B5EF4-FFF2-40B4-BE49-F238E27FC236}">
                <a16:creationId xmlns:a16="http://schemas.microsoft.com/office/drawing/2014/main" id="{8FEF6ADC-7FF3-44EE-B961-D0E2D15D4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" y="220663"/>
            <a:ext cx="5619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感应电场和感应电动势的计算</a:t>
            </a:r>
          </a:p>
        </p:txBody>
      </p:sp>
      <p:sp>
        <p:nvSpPr>
          <p:cNvPr id="70" name="Text Box 9">
            <a:extLst>
              <a:ext uri="{FF2B5EF4-FFF2-40B4-BE49-F238E27FC236}">
                <a16:creationId xmlns:a16="http://schemas.microsoft.com/office/drawing/2014/main" id="{18691B28-04D7-4FF0-8C48-2378389F62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271713"/>
            <a:ext cx="3960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2. </a:t>
            </a:r>
            <a:r>
              <a:rPr lang="zh-CN" altLang="en-US" sz="2800" b="1">
                <a:solidFill>
                  <a:srgbClr val="FF0000"/>
                </a:solidFill>
              </a:rPr>
              <a:t>解法二</a:t>
            </a:r>
            <a:endParaRPr lang="zh-CN" altLang="en-US" sz="2800">
              <a:solidFill>
                <a:srgbClr val="FF0000"/>
              </a:solidFill>
            </a:endParaRPr>
          </a:p>
        </p:txBody>
      </p:sp>
      <p:graphicFrame>
        <p:nvGraphicFramePr>
          <p:cNvPr id="71" name="Object 3">
            <a:extLst>
              <a:ext uri="{FF2B5EF4-FFF2-40B4-BE49-F238E27FC236}">
                <a16:creationId xmlns:a16="http://schemas.microsoft.com/office/drawing/2014/main" id="{2B0BF51C-B8B1-4379-8047-F91585ED6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475" y="2816225"/>
          <a:ext cx="13239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5" name="Equation" r:id="rId8" imgW="1244060" imgH="406224" progId="Equation.DSMT4">
                  <p:embed/>
                </p:oleObj>
              </mc:Choice>
              <mc:Fallback>
                <p:oleObj name="Equation" r:id="rId8" imgW="1244060" imgH="40622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2816225"/>
                        <a:ext cx="132397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4">
            <a:extLst>
              <a:ext uri="{FF2B5EF4-FFF2-40B4-BE49-F238E27FC236}">
                <a16:creationId xmlns:a16="http://schemas.microsoft.com/office/drawing/2014/main" id="{1F11A730-2331-45D5-AEF2-66A6622714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3600" y="3268663"/>
          <a:ext cx="13319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6" name="Equation" r:id="rId10" imgW="1282700" imgH="406400" progId="Equation.DSMT4">
                  <p:embed/>
                </p:oleObj>
              </mc:Choice>
              <mc:Fallback>
                <p:oleObj name="Equation" r:id="rId10" imgW="1282700" imgH="406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68663"/>
                        <a:ext cx="13319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">
            <a:extLst>
              <a:ext uri="{FF2B5EF4-FFF2-40B4-BE49-F238E27FC236}">
                <a16:creationId xmlns:a16="http://schemas.microsoft.com/office/drawing/2014/main" id="{FBCB7D03-B752-4204-936B-ABEA2C80D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2949575"/>
          <a:ext cx="24669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7" name="Equation" r:id="rId12" imgW="2286000" imgH="406400" progId="Equation.DSMT4">
                  <p:embed/>
                </p:oleObj>
              </mc:Choice>
              <mc:Fallback>
                <p:oleObj name="Equation" r:id="rId12" imgW="2286000" imgH="406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2949575"/>
                        <a:ext cx="24669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" name="AutoShape 98">
            <a:extLst>
              <a:ext uri="{FF2B5EF4-FFF2-40B4-BE49-F238E27FC236}">
                <a16:creationId xmlns:a16="http://schemas.microsoft.com/office/drawing/2014/main" id="{F9E704C4-F806-4361-8312-BC03F7263C4C}"/>
              </a:ext>
            </a:extLst>
          </p:cNvPr>
          <p:cNvSpPr>
            <a:spLocks/>
          </p:cNvSpPr>
          <p:nvPr/>
        </p:nvSpPr>
        <p:spPr bwMode="auto">
          <a:xfrm>
            <a:off x="2381250" y="2979738"/>
            <a:ext cx="152400" cy="533400"/>
          </a:xfrm>
          <a:prstGeom prst="righ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81" name="Text Box 8">
            <a:extLst>
              <a:ext uri="{FF2B5EF4-FFF2-40B4-BE49-F238E27FC236}">
                <a16:creationId xmlns:a16="http://schemas.microsoft.com/office/drawing/2014/main" id="{E9209388-76AC-45BF-87F9-57EDC36D3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3609975"/>
            <a:ext cx="61134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假设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OAC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为闭合导体回路，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OA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、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OC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感应电动势为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，只有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AC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上有感应电动势</a:t>
            </a:r>
            <a:endParaRPr lang="en-US" altLang="zh-CN" sz="2800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6BFA05A3-36D8-4CC0-88DE-479562E191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5475" y="4552950"/>
          <a:ext cx="38989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8" name="Equation" r:id="rId14" imgW="3898900" imgH="850900" progId="Equation.DSMT4">
                  <p:embed/>
                </p:oleObj>
              </mc:Choice>
              <mc:Fallback>
                <p:oleObj name="Equation" r:id="rId14" imgW="3898900" imgH="850900" progId="Equation.DSMT4">
                  <p:embed/>
                  <p:pic>
                    <p:nvPicPr>
                      <p:cNvPr id="0" name="对象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4552950"/>
                        <a:ext cx="38989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对象 88">
            <a:extLst>
              <a:ext uri="{FF2B5EF4-FFF2-40B4-BE49-F238E27FC236}">
                <a16:creationId xmlns:a16="http://schemas.microsoft.com/office/drawing/2014/main" id="{43F9DFAD-4430-45AE-890F-58CF9E4AB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5088" y="5278438"/>
          <a:ext cx="1257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19" name="Equation" r:id="rId16" imgW="1256755" imgH="812447" progId="Equation.DSMT4">
                  <p:embed/>
                </p:oleObj>
              </mc:Choice>
              <mc:Fallback>
                <p:oleObj name="Equation" r:id="rId16" imgW="1256755" imgH="812447" progId="Equation.DSMT4">
                  <p:embed/>
                  <p:pic>
                    <p:nvPicPr>
                      <p:cNvPr id="0" name="对象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5088" y="5278438"/>
                        <a:ext cx="12573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6BD7AF2A-3725-4510-A083-82ED419BAB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89400" y="5518150"/>
          <a:ext cx="825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20" name="Equation" r:id="rId18" imgW="825142" imgH="406224" progId="Equation.DSMT4">
                  <p:embed/>
                </p:oleObj>
              </mc:Choice>
              <mc:Fallback>
                <p:oleObj name="Equation" r:id="rId18" imgW="825142" imgH="406224" progId="Equation.DSMT4">
                  <p:embed/>
                  <p:pic>
                    <p:nvPicPr>
                      <p:cNvPr id="0" name="对象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9400" y="5518150"/>
                        <a:ext cx="8255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857" name="直接连接符 6">
            <a:extLst>
              <a:ext uri="{FF2B5EF4-FFF2-40B4-BE49-F238E27FC236}">
                <a16:creationId xmlns:a16="http://schemas.microsoft.com/office/drawing/2014/main" id="{2AF51E68-579A-426B-AEA8-0A615D6C08EA}"/>
              </a:ext>
            </a:extLst>
          </p:cNvPr>
          <p:cNvCxnSpPr>
            <a:cxnSpLocks noChangeShapeType="1"/>
            <a:stCxn id="35885" idx="3"/>
          </p:cNvCxnSpPr>
          <p:nvPr/>
        </p:nvCxnSpPr>
        <p:spPr bwMode="auto">
          <a:xfrm>
            <a:off x="7600950" y="3751263"/>
            <a:ext cx="963613" cy="1084262"/>
          </a:xfrm>
          <a:prstGeom prst="line">
            <a:avLst/>
          </a:prstGeom>
          <a:noFill/>
          <a:ln w="34925" algn="ctr">
            <a:solidFill>
              <a:srgbClr val="FFC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4" grpId="0" animBg="1"/>
      <p:bldP spid="8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Line 2">
            <a:extLst>
              <a:ext uri="{FF2B5EF4-FFF2-40B4-BE49-F238E27FC236}">
                <a16:creationId xmlns:a16="http://schemas.microsoft.com/office/drawing/2014/main" id="{4DA13A64-1427-4156-99A6-6E04685AC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3500438"/>
            <a:ext cx="9001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499" name="Rectangle 3">
            <a:extLst>
              <a:ext uri="{FF2B5EF4-FFF2-40B4-BE49-F238E27FC236}">
                <a16:creationId xmlns:a16="http://schemas.microsoft.com/office/drawing/2014/main" id="{E53E9845-F542-4626-BB0A-D435A159B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5" y="3355975"/>
            <a:ext cx="144463" cy="252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500" name="Text Box 4">
            <a:extLst>
              <a:ext uri="{FF2B5EF4-FFF2-40B4-BE49-F238E27FC236}">
                <a16:creationId xmlns:a16="http://schemas.microsoft.com/office/drawing/2014/main" id="{014D3306-F6CD-4D3B-BAED-A469D43E3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2738" y="1379538"/>
            <a:ext cx="489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对任意形状的回路都成立！</a:t>
            </a:r>
          </a:p>
        </p:txBody>
      </p:sp>
      <p:sp>
        <p:nvSpPr>
          <p:cNvPr id="234501" name="AutoShape 5">
            <a:extLst>
              <a:ext uri="{FF2B5EF4-FFF2-40B4-BE49-F238E27FC236}">
                <a16:creationId xmlns:a16="http://schemas.microsoft.com/office/drawing/2014/main" id="{E9F1ABC5-2C73-4B64-9762-13E88E619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7513"/>
            <a:ext cx="1800225" cy="1484312"/>
          </a:xfrm>
          <a:prstGeom prst="irregularSeal1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502" name="Rectangle 6">
            <a:extLst>
              <a:ext uri="{FF2B5EF4-FFF2-40B4-BE49-F238E27FC236}">
                <a16:creationId xmlns:a16="http://schemas.microsoft.com/office/drawing/2014/main" id="{5C98E1F2-A6D1-46FB-9F38-FD2C6478D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728663"/>
            <a:ext cx="2508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rgbClr val="FF0000"/>
                </a:solidFill>
                <a:ea typeface="隶书" panose="02010509060101010101" pitchFamily="49" charset="-122"/>
              </a:rPr>
              <a:t>注意</a:t>
            </a:r>
            <a:endParaRPr lang="zh-CN" altLang="en-US" sz="400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grpSp>
        <p:nvGrpSpPr>
          <p:cNvPr id="2" name="Group 139">
            <a:extLst>
              <a:ext uri="{FF2B5EF4-FFF2-40B4-BE49-F238E27FC236}">
                <a16:creationId xmlns:a16="http://schemas.microsoft.com/office/drawing/2014/main" id="{1F6872AE-DEAF-4EDE-9ACA-AD232FEF0078}"/>
              </a:ext>
            </a:extLst>
          </p:cNvPr>
          <p:cNvGrpSpPr>
            <a:grpSpLocks/>
          </p:cNvGrpSpPr>
          <p:nvPr/>
        </p:nvGrpSpPr>
        <p:grpSpPr bwMode="auto">
          <a:xfrm>
            <a:off x="2409825" y="465138"/>
            <a:ext cx="3606800" cy="909637"/>
            <a:chOff x="1334" y="293"/>
            <a:chExt cx="2272" cy="573"/>
          </a:xfrm>
        </p:grpSpPr>
        <p:graphicFrame>
          <p:nvGraphicFramePr>
            <p:cNvPr id="38023" name="Object 9">
              <a:extLst>
                <a:ext uri="{FF2B5EF4-FFF2-40B4-BE49-F238E27FC236}">
                  <a16:creationId xmlns:a16="http://schemas.microsoft.com/office/drawing/2014/main" id="{A63D3B37-8B49-4490-B864-51519D872E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4" y="336"/>
            <a:ext cx="1638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54" name="Equation" r:id="rId3" imgW="3060700" imgH="850900" progId="Equation.DSMT4">
                    <p:embed/>
                  </p:oleObj>
                </mc:Choice>
                <mc:Fallback>
                  <p:oleObj name="Equation" r:id="rId3" imgW="3060700" imgH="8509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4" y="336"/>
                          <a:ext cx="1638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24" name="Rectangle 10">
              <a:extLst>
                <a:ext uri="{FF2B5EF4-FFF2-40B4-BE49-F238E27FC236}">
                  <a16:creationId xmlns:a16="http://schemas.microsoft.com/office/drawing/2014/main" id="{BE636A75-775B-4E7B-9CF9-ABF0DB227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6" y="323"/>
              <a:ext cx="1840" cy="49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38025" name="Object 10">
              <a:extLst>
                <a:ext uri="{FF2B5EF4-FFF2-40B4-BE49-F238E27FC236}">
                  <a16:creationId xmlns:a16="http://schemas.microsoft.com/office/drawing/2014/main" id="{BF93C1AA-124D-450D-819E-C345EAB4C6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4" y="293"/>
            <a:ext cx="453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55" name="剪辑" r:id="rId5" imgW="3168581" imgH="2914476" progId="MS_ClipArt_Gallery.2">
                    <p:embed/>
                  </p:oleObj>
                </mc:Choice>
                <mc:Fallback>
                  <p:oleObj name="剪辑" r:id="rId5" imgW="3168581" imgH="2914476" progId="MS_ClipArt_Gallery.2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4" y="293"/>
                          <a:ext cx="453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026" name="Oval 12">
              <a:extLst>
                <a:ext uri="{FF2B5EF4-FFF2-40B4-BE49-F238E27FC236}">
                  <a16:creationId xmlns:a16="http://schemas.microsoft.com/office/drawing/2014/main" id="{803FFCBB-54F8-43CA-A086-22FB6F3D6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7" y="536"/>
              <a:ext cx="101" cy="9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4509" name="Oval 13">
            <a:extLst>
              <a:ext uri="{FF2B5EF4-FFF2-40B4-BE49-F238E27FC236}">
                <a16:creationId xmlns:a16="http://schemas.microsoft.com/office/drawing/2014/main" id="{22CFA34E-2C4A-4130-AC64-18C66DB1B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2227263"/>
            <a:ext cx="1939925" cy="1893887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3" name="Group 14">
            <a:extLst>
              <a:ext uri="{FF2B5EF4-FFF2-40B4-BE49-F238E27FC236}">
                <a16:creationId xmlns:a16="http://schemas.microsoft.com/office/drawing/2014/main" id="{9B240178-9455-4A7B-9955-0E4E4472C1C1}"/>
              </a:ext>
            </a:extLst>
          </p:cNvPr>
          <p:cNvGrpSpPr>
            <a:grpSpLocks/>
          </p:cNvGrpSpPr>
          <p:nvPr/>
        </p:nvGrpSpPr>
        <p:grpSpPr bwMode="auto">
          <a:xfrm>
            <a:off x="1908175" y="2168525"/>
            <a:ext cx="2016125" cy="1955800"/>
            <a:chOff x="1247" y="935"/>
            <a:chExt cx="1270" cy="1232"/>
          </a:xfrm>
        </p:grpSpPr>
        <p:sp>
          <p:nvSpPr>
            <p:cNvPr id="37968" name="Oval 15">
              <a:extLst>
                <a:ext uri="{FF2B5EF4-FFF2-40B4-BE49-F238E27FC236}">
                  <a16:creationId xmlns:a16="http://schemas.microsoft.com/office/drawing/2014/main" id="{07628A26-FB22-46E0-B790-EBC2A2E6D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935"/>
              <a:ext cx="1270" cy="123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7969" name="Oval 16">
              <a:extLst>
                <a:ext uri="{FF2B5EF4-FFF2-40B4-BE49-F238E27FC236}">
                  <a16:creationId xmlns:a16="http://schemas.microsoft.com/office/drawing/2014/main" id="{BE303420-53B3-4445-96D1-8AB161E5A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" y="1193"/>
              <a:ext cx="709" cy="69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37970" name="Group 17">
              <a:extLst>
                <a:ext uri="{FF2B5EF4-FFF2-40B4-BE49-F238E27FC236}">
                  <a16:creationId xmlns:a16="http://schemas.microsoft.com/office/drawing/2014/main" id="{933274B3-9B83-4B57-985F-1905757252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4" y="1808"/>
              <a:ext cx="148" cy="132"/>
              <a:chOff x="1090" y="3836"/>
              <a:chExt cx="110" cy="100"/>
            </a:xfrm>
          </p:grpSpPr>
          <p:grpSp>
            <p:nvGrpSpPr>
              <p:cNvPr id="38019" name="Group 18">
                <a:extLst>
                  <a:ext uri="{FF2B5EF4-FFF2-40B4-BE49-F238E27FC236}">
                    <a16:creationId xmlns:a16="http://schemas.microsoft.com/office/drawing/2014/main" id="{90465248-47F5-4322-92BF-DD7D77862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21" name="Line 19">
                  <a:extLst>
                    <a:ext uri="{FF2B5EF4-FFF2-40B4-BE49-F238E27FC236}">
                      <a16:creationId xmlns:a16="http://schemas.microsoft.com/office/drawing/2014/main" id="{9F614E3B-2316-4DC1-BFC1-345D0B068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22" name="Line 20">
                  <a:extLst>
                    <a:ext uri="{FF2B5EF4-FFF2-40B4-BE49-F238E27FC236}">
                      <a16:creationId xmlns:a16="http://schemas.microsoft.com/office/drawing/2014/main" id="{3ACB5577-9793-4244-9178-51A6956BBB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20" name="Line 21">
                <a:extLst>
                  <a:ext uri="{FF2B5EF4-FFF2-40B4-BE49-F238E27FC236}">
                    <a16:creationId xmlns:a16="http://schemas.microsoft.com/office/drawing/2014/main" id="{DF2A76A9-2D60-4F19-9341-E028292135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1" name="Group 22">
              <a:extLst>
                <a:ext uri="{FF2B5EF4-FFF2-40B4-BE49-F238E27FC236}">
                  <a16:creationId xmlns:a16="http://schemas.microsoft.com/office/drawing/2014/main" id="{184B04AD-1428-467B-B62F-7ADFF1EDC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1461"/>
              <a:ext cx="147" cy="130"/>
              <a:chOff x="1090" y="3836"/>
              <a:chExt cx="110" cy="100"/>
            </a:xfrm>
          </p:grpSpPr>
          <p:grpSp>
            <p:nvGrpSpPr>
              <p:cNvPr id="38015" name="Group 23">
                <a:extLst>
                  <a:ext uri="{FF2B5EF4-FFF2-40B4-BE49-F238E27FC236}">
                    <a16:creationId xmlns:a16="http://schemas.microsoft.com/office/drawing/2014/main" id="{2E818100-2158-4BB9-A7D0-BB464D2AE9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17" name="Line 24">
                  <a:extLst>
                    <a:ext uri="{FF2B5EF4-FFF2-40B4-BE49-F238E27FC236}">
                      <a16:creationId xmlns:a16="http://schemas.microsoft.com/office/drawing/2014/main" id="{22A9DEA2-2EB3-439B-8F55-4DD96F990F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8" name="Line 25">
                  <a:extLst>
                    <a:ext uri="{FF2B5EF4-FFF2-40B4-BE49-F238E27FC236}">
                      <a16:creationId xmlns:a16="http://schemas.microsoft.com/office/drawing/2014/main" id="{2ECECBBB-B2FA-41A1-A896-66B5ECF0ED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16" name="Line 26">
                <a:extLst>
                  <a:ext uri="{FF2B5EF4-FFF2-40B4-BE49-F238E27FC236}">
                    <a16:creationId xmlns:a16="http://schemas.microsoft.com/office/drawing/2014/main" id="{D96472FC-43C4-48D8-BB78-56F5C8B47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2" name="Group 27">
              <a:extLst>
                <a:ext uri="{FF2B5EF4-FFF2-40B4-BE49-F238E27FC236}">
                  <a16:creationId xmlns:a16="http://schemas.microsoft.com/office/drawing/2014/main" id="{D149C26C-E1BE-4C95-9B9F-F7C27AA3B4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4" y="1112"/>
              <a:ext cx="147" cy="131"/>
              <a:chOff x="1090" y="3836"/>
              <a:chExt cx="110" cy="100"/>
            </a:xfrm>
          </p:grpSpPr>
          <p:grpSp>
            <p:nvGrpSpPr>
              <p:cNvPr id="38011" name="Group 28">
                <a:extLst>
                  <a:ext uri="{FF2B5EF4-FFF2-40B4-BE49-F238E27FC236}">
                    <a16:creationId xmlns:a16="http://schemas.microsoft.com/office/drawing/2014/main" id="{36CD8CBF-7051-462E-8631-E5AF4CED1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13" name="Line 29">
                  <a:extLst>
                    <a:ext uri="{FF2B5EF4-FFF2-40B4-BE49-F238E27FC236}">
                      <a16:creationId xmlns:a16="http://schemas.microsoft.com/office/drawing/2014/main" id="{1AC1EF1D-E204-4614-BA67-478E7EC7D8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4" name="Line 30">
                  <a:extLst>
                    <a:ext uri="{FF2B5EF4-FFF2-40B4-BE49-F238E27FC236}">
                      <a16:creationId xmlns:a16="http://schemas.microsoft.com/office/drawing/2014/main" id="{A75ACE5E-C098-416E-8DF8-48E48A6CD5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12" name="Line 31">
                <a:extLst>
                  <a:ext uri="{FF2B5EF4-FFF2-40B4-BE49-F238E27FC236}">
                    <a16:creationId xmlns:a16="http://schemas.microsoft.com/office/drawing/2014/main" id="{C1DE0155-2546-4CBB-B5CC-A13C20FDF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3" name="Group 32">
              <a:extLst>
                <a:ext uri="{FF2B5EF4-FFF2-40B4-BE49-F238E27FC236}">
                  <a16:creationId xmlns:a16="http://schemas.microsoft.com/office/drawing/2014/main" id="{E38FFAB7-1BDF-405E-A28B-BE3AED2DBC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2" y="1461"/>
              <a:ext cx="147" cy="130"/>
              <a:chOff x="1090" y="3836"/>
              <a:chExt cx="110" cy="100"/>
            </a:xfrm>
          </p:grpSpPr>
          <p:grpSp>
            <p:nvGrpSpPr>
              <p:cNvPr id="38007" name="Group 33">
                <a:extLst>
                  <a:ext uri="{FF2B5EF4-FFF2-40B4-BE49-F238E27FC236}">
                    <a16:creationId xmlns:a16="http://schemas.microsoft.com/office/drawing/2014/main" id="{761E8B5B-02DF-47D6-8798-BA363E46C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9" name="Line 34">
                  <a:extLst>
                    <a:ext uri="{FF2B5EF4-FFF2-40B4-BE49-F238E27FC236}">
                      <a16:creationId xmlns:a16="http://schemas.microsoft.com/office/drawing/2014/main" id="{AA4331F3-9895-4D5C-A8BA-171EA0DB03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10" name="Line 35">
                  <a:extLst>
                    <a:ext uri="{FF2B5EF4-FFF2-40B4-BE49-F238E27FC236}">
                      <a16:creationId xmlns:a16="http://schemas.microsoft.com/office/drawing/2014/main" id="{ED9198AF-05B3-4F33-85BE-2A390CBA3D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8" name="Line 36">
                <a:extLst>
                  <a:ext uri="{FF2B5EF4-FFF2-40B4-BE49-F238E27FC236}">
                    <a16:creationId xmlns:a16="http://schemas.microsoft.com/office/drawing/2014/main" id="{DABD6DC9-71F5-4C7A-A545-50AB83BBBA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4" name="Group 37">
              <a:extLst>
                <a:ext uri="{FF2B5EF4-FFF2-40B4-BE49-F238E27FC236}">
                  <a16:creationId xmlns:a16="http://schemas.microsoft.com/office/drawing/2014/main" id="{749D4BFA-AD73-4D29-81FA-DAA0D7CB2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6" y="1106"/>
              <a:ext cx="148" cy="131"/>
              <a:chOff x="1090" y="3836"/>
              <a:chExt cx="110" cy="100"/>
            </a:xfrm>
          </p:grpSpPr>
          <p:grpSp>
            <p:nvGrpSpPr>
              <p:cNvPr id="38003" name="Group 38">
                <a:extLst>
                  <a:ext uri="{FF2B5EF4-FFF2-40B4-BE49-F238E27FC236}">
                    <a16:creationId xmlns:a16="http://schemas.microsoft.com/office/drawing/2014/main" id="{ECAB068A-99C0-47AC-87B3-5F2A1BFD45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5" name="Line 39">
                  <a:extLst>
                    <a:ext uri="{FF2B5EF4-FFF2-40B4-BE49-F238E27FC236}">
                      <a16:creationId xmlns:a16="http://schemas.microsoft.com/office/drawing/2014/main" id="{BBE3A9CB-5CD5-4FE8-BCFF-9A6FA7E571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06" name="Line 40">
                  <a:extLst>
                    <a:ext uri="{FF2B5EF4-FFF2-40B4-BE49-F238E27FC236}">
                      <a16:creationId xmlns:a16="http://schemas.microsoft.com/office/drawing/2014/main" id="{5798ED9E-001B-477C-998C-ED64F64788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4" name="Line 41">
                <a:extLst>
                  <a:ext uri="{FF2B5EF4-FFF2-40B4-BE49-F238E27FC236}">
                    <a16:creationId xmlns:a16="http://schemas.microsoft.com/office/drawing/2014/main" id="{E6435F6F-42CD-4CA9-B2E6-6676B4DE2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5" name="Group 42">
              <a:extLst>
                <a:ext uri="{FF2B5EF4-FFF2-40B4-BE49-F238E27FC236}">
                  <a16:creationId xmlns:a16="http://schemas.microsoft.com/office/drawing/2014/main" id="{D7F7E23A-6FED-4503-AFBA-E78515F8F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5" y="1442"/>
              <a:ext cx="147" cy="131"/>
              <a:chOff x="1090" y="3836"/>
              <a:chExt cx="110" cy="100"/>
            </a:xfrm>
          </p:grpSpPr>
          <p:grpSp>
            <p:nvGrpSpPr>
              <p:cNvPr id="37999" name="Group 43">
                <a:extLst>
                  <a:ext uri="{FF2B5EF4-FFF2-40B4-BE49-F238E27FC236}">
                    <a16:creationId xmlns:a16="http://schemas.microsoft.com/office/drawing/2014/main" id="{17E0E266-6F9B-4811-AA90-8F0F0E8328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8001" name="Line 44">
                  <a:extLst>
                    <a:ext uri="{FF2B5EF4-FFF2-40B4-BE49-F238E27FC236}">
                      <a16:creationId xmlns:a16="http://schemas.microsoft.com/office/drawing/2014/main" id="{2E946EAF-9E3F-4A44-A04E-025913D223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002" name="Line 45">
                  <a:extLst>
                    <a:ext uri="{FF2B5EF4-FFF2-40B4-BE49-F238E27FC236}">
                      <a16:creationId xmlns:a16="http://schemas.microsoft.com/office/drawing/2014/main" id="{9589033E-774D-4684-B8A9-94938E72E4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000" name="Line 46">
                <a:extLst>
                  <a:ext uri="{FF2B5EF4-FFF2-40B4-BE49-F238E27FC236}">
                    <a16:creationId xmlns:a16="http://schemas.microsoft.com/office/drawing/2014/main" id="{CAF568A9-5830-4133-8418-F784AEB6C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6" name="Group 47">
              <a:extLst>
                <a:ext uri="{FF2B5EF4-FFF2-40B4-BE49-F238E27FC236}">
                  <a16:creationId xmlns:a16="http://schemas.microsoft.com/office/drawing/2014/main" id="{767C1D6C-31C9-4823-B93A-264358B9FA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0" y="1119"/>
              <a:ext cx="148" cy="131"/>
              <a:chOff x="1090" y="3836"/>
              <a:chExt cx="110" cy="100"/>
            </a:xfrm>
          </p:grpSpPr>
          <p:grpSp>
            <p:nvGrpSpPr>
              <p:cNvPr id="37995" name="Group 48">
                <a:extLst>
                  <a:ext uri="{FF2B5EF4-FFF2-40B4-BE49-F238E27FC236}">
                    <a16:creationId xmlns:a16="http://schemas.microsoft.com/office/drawing/2014/main" id="{38300FF2-AEBD-4701-BAD1-50E9C75880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97" name="Line 49">
                  <a:extLst>
                    <a:ext uri="{FF2B5EF4-FFF2-40B4-BE49-F238E27FC236}">
                      <a16:creationId xmlns:a16="http://schemas.microsoft.com/office/drawing/2014/main" id="{A1F4DA19-D76C-4127-8EDF-0F9988AE941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8" name="Line 50">
                  <a:extLst>
                    <a:ext uri="{FF2B5EF4-FFF2-40B4-BE49-F238E27FC236}">
                      <a16:creationId xmlns:a16="http://schemas.microsoft.com/office/drawing/2014/main" id="{019ECC88-E3B1-45AC-A5B7-163C093E1B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96" name="Line 51">
                <a:extLst>
                  <a:ext uri="{FF2B5EF4-FFF2-40B4-BE49-F238E27FC236}">
                    <a16:creationId xmlns:a16="http://schemas.microsoft.com/office/drawing/2014/main" id="{3D88D89A-8098-40DD-AFB7-4FA7D117F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7" name="Group 52">
              <a:extLst>
                <a:ext uri="{FF2B5EF4-FFF2-40B4-BE49-F238E27FC236}">
                  <a16:creationId xmlns:a16="http://schemas.microsoft.com/office/drawing/2014/main" id="{62EF8FD0-31AF-4975-93E7-7AABB1EED6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4" y="1461"/>
              <a:ext cx="147" cy="130"/>
              <a:chOff x="1090" y="3836"/>
              <a:chExt cx="110" cy="100"/>
            </a:xfrm>
          </p:grpSpPr>
          <p:grpSp>
            <p:nvGrpSpPr>
              <p:cNvPr id="37991" name="Group 53">
                <a:extLst>
                  <a:ext uri="{FF2B5EF4-FFF2-40B4-BE49-F238E27FC236}">
                    <a16:creationId xmlns:a16="http://schemas.microsoft.com/office/drawing/2014/main" id="{9F4CAB6E-3E7E-4864-87D6-66CBCA8AC2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93" name="Line 54">
                  <a:extLst>
                    <a:ext uri="{FF2B5EF4-FFF2-40B4-BE49-F238E27FC236}">
                      <a16:creationId xmlns:a16="http://schemas.microsoft.com/office/drawing/2014/main" id="{2C7260CF-61B8-481B-8409-C501CA99A6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4" name="Line 55">
                  <a:extLst>
                    <a:ext uri="{FF2B5EF4-FFF2-40B4-BE49-F238E27FC236}">
                      <a16:creationId xmlns:a16="http://schemas.microsoft.com/office/drawing/2014/main" id="{734C738F-FC59-4E4E-83AE-AD23AE88B9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92" name="Line 56">
                <a:extLst>
                  <a:ext uri="{FF2B5EF4-FFF2-40B4-BE49-F238E27FC236}">
                    <a16:creationId xmlns:a16="http://schemas.microsoft.com/office/drawing/2014/main" id="{6884AFCF-3772-46E5-B7CE-184743F36F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8" name="Group 57">
              <a:extLst>
                <a:ext uri="{FF2B5EF4-FFF2-40B4-BE49-F238E27FC236}">
                  <a16:creationId xmlns:a16="http://schemas.microsoft.com/office/drawing/2014/main" id="{EBE77725-90E6-4B1D-9D47-0D0D804FB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8" y="1809"/>
              <a:ext cx="148" cy="131"/>
              <a:chOff x="1090" y="3836"/>
              <a:chExt cx="110" cy="100"/>
            </a:xfrm>
          </p:grpSpPr>
          <p:grpSp>
            <p:nvGrpSpPr>
              <p:cNvPr id="37987" name="Group 58">
                <a:extLst>
                  <a:ext uri="{FF2B5EF4-FFF2-40B4-BE49-F238E27FC236}">
                    <a16:creationId xmlns:a16="http://schemas.microsoft.com/office/drawing/2014/main" id="{356D7BC8-FBD4-4BCD-A37A-8155DE400A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89" name="Line 59">
                  <a:extLst>
                    <a:ext uri="{FF2B5EF4-FFF2-40B4-BE49-F238E27FC236}">
                      <a16:creationId xmlns:a16="http://schemas.microsoft.com/office/drawing/2014/main" id="{BBA631D5-ED33-42D3-B1BD-015A98E96C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90" name="Line 60">
                  <a:extLst>
                    <a:ext uri="{FF2B5EF4-FFF2-40B4-BE49-F238E27FC236}">
                      <a16:creationId xmlns:a16="http://schemas.microsoft.com/office/drawing/2014/main" id="{3C6E784E-5BE8-4FC1-BB39-59C4CFF3D6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88" name="Line 61">
                <a:extLst>
                  <a:ext uri="{FF2B5EF4-FFF2-40B4-BE49-F238E27FC236}">
                    <a16:creationId xmlns:a16="http://schemas.microsoft.com/office/drawing/2014/main" id="{3B9E17F1-FA88-40EB-9C5E-658F6FE54E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79" name="Group 62">
              <a:extLst>
                <a:ext uri="{FF2B5EF4-FFF2-40B4-BE49-F238E27FC236}">
                  <a16:creationId xmlns:a16="http://schemas.microsoft.com/office/drawing/2014/main" id="{99910593-8B6B-4C24-A85B-463F6F2FB9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6" y="1809"/>
              <a:ext cx="148" cy="131"/>
              <a:chOff x="1090" y="3836"/>
              <a:chExt cx="110" cy="100"/>
            </a:xfrm>
          </p:grpSpPr>
          <p:grpSp>
            <p:nvGrpSpPr>
              <p:cNvPr id="37983" name="Group 63">
                <a:extLst>
                  <a:ext uri="{FF2B5EF4-FFF2-40B4-BE49-F238E27FC236}">
                    <a16:creationId xmlns:a16="http://schemas.microsoft.com/office/drawing/2014/main" id="{5041D23D-4CEE-418A-87D5-846BCC6660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85" name="Line 64">
                  <a:extLst>
                    <a:ext uri="{FF2B5EF4-FFF2-40B4-BE49-F238E27FC236}">
                      <a16:creationId xmlns:a16="http://schemas.microsoft.com/office/drawing/2014/main" id="{BCA35886-9536-4CA2-A388-F23D99A076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86" name="Line 65">
                  <a:extLst>
                    <a:ext uri="{FF2B5EF4-FFF2-40B4-BE49-F238E27FC236}">
                      <a16:creationId xmlns:a16="http://schemas.microsoft.com/office/drawing/2014/main" id="{2F6F90D9-3E42-477A-9052-70DA5C92DE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84" name="Line 66">
                <a:extLst>
                  <a:ext uri="{FF2B5EF4-FFF2-40B4-BE49-F238E27FC236}">
                    <a16:creationId xmlns:a16="http://schemas.microsoft.com/office/drawing/2014/main" id="{E00574AF-862F-4A4D-9600-359BE48907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80" name="Line 67">
              <a:extLst>
                <a:ext uri="{FF2B5EF4-FFF2-40B4-BE49-F238E27FC236}">
                  <a16:creationId xmlns:a16="http://schemas.microsoft.com/office/drawing/2014/main" id="{85D62C8B-BE1F-4ECD-AF7E-2CB92E2050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45" y="1790"/>
              <a:ext cx="104" cy="5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7981" name="Object 8">
              <a:extLst>
                <a:ext uri="{FF2B5EF4-FFF2-40B4-BE49-F238E27FC236}">
                  <a16:creationId xmlns:a16="http://schemas.microsoft.com/office/drawing/2014/main" id="{64BB82C3-0EFE-4F5A-8624-465F37A266D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77" y="1570"/>
            <a:ext cx="312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56" name="公式" r:id="rId7" imgW="203024" imgH="215713" progId="Equation.3">
                    <p:embed/>
                  </p:oleObj>
                </mc:Choice>
                <mc:Fallback>
                  <p:oleObj name="公式" r:id="rId7" imgW="203024" imgH="215713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77" y="1570"/>
                          <a:ext cx="312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82" name="Text Box 69">
              <a:extLst>
                <a:ext uri="{FF2B5EF4-FFF2-40B4-BE49-F238E27FC236}">
                  <a16:creationId xmlns:a16="http://schemas.microsoft.com/office/drawing/2014/main" id="{5517884B-8542-4F13-B057-50288D768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1" y="132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.</a:t>
              </a:r>
            </a:p>
          </p:txBody>
        </p:sp>
      </p:grpSp>
      <p:grpSp>
        <p:nvGrpSpPr>
          <p:cNvPr id="24" name="Group 70">
            <a:extLst>
              <a:ext uri="{FF2B5EF4-FFF2-40B4-BE49-F238E27FC236}">
                <a16:creationId xmlns:a16="http://schemas.microsoft.com/office/drawing/2014/main" id="{C8E6B1DC-52DC-441C-A8C3-8EFC7B228A66}"/>
              </a:ext>
            </a:extLst>
          </p:cNvPr>
          <p:cNvGrpSpPr>
            <a:grpSpLocks/>
          </p:cNvGrpSpPr>
          <p:nvPr/>
        </p:nvGrpSpPr>
        <p:grpSpPr bwMode="auto">
          <a:xfrm>
            <a:off x="4978400" y="2509838"/>
            <a:ext cx="1746250" cy="1323975"/>
            <a:chOff x="3136" y="1128"/>
            <a:chExt cx="1100" cy="834"/>
          </a:xfrm>
        </p:grpSpPr>
        <p:grpSp>
          <p:nvGrpSpPr>
            <p:cNvPr id="37919" name="Group 71">
              <a:extLst>
                <a:ext uri="{FF2B5EF4-FFF2-40B4-BE49-F238E27FC236}">
                  <a16:creationId xmlns:a16="http://schemas.microsoft.com/office/drawing/2014/main" id="{B3EDE8AC-1AA6-4B15-9EFF-428B368567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8" y="1830"/>
              <a:ext cx="148" cy="132"/>
              <a:chOff x="1090" y="3836"/>
              <a:chExt cx="110" cy="100"/>
            </a:xfrm>
          </p:grpSpPr>
          <p:grpSp>
            <p:nvGrpSpPr>
              <p:cNvPr id="37964" name="Group 72">
                <a:extLst>
                  <a:ext uri="{FF2B5EF4-FFF2-40B4-BE49-F238E27FC236}">
                    <a16:creationId xmlns:a16="http://schemas.microsoft.com/office/drawing/2014/main" id="{879B1747-D624-4D6A-BBAE-A41B4E8C02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66" name="Line 73">
                  <a:extLst>
                    <a:ext uri="{FF2B5EF4-FFF2-40B4-BE49-F238E27FC236}">
                      <a16:creationId xmlns:a16="http://schemas.microsoft.com/office/drawing/2014/main" id="{F43BFFCF-7DCF-4EC6-B44D-1F19113446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7" name="Line 74">
                  <a:extLst>
                    <a:ext uri="{FF2B5EF4-FFF2-40B4-BE49-F238E27FC236}">
                      <a16:creationId xmlns:a16="http://schemas.microsoft.com/office/drawing/2014/main" id="{0AC4FCA4-04F1-4F00-9EDD-223FEB9E07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65" name="Line 75">
                <a:extLst>
                  <a:ext uri="{FF2B5EF4-FFF2-40B4-BE49-F238E27FC236}">
                    <a16:creationId xmlns:a16="http://schemas.microsoft.com/office/drawing/2014/main" id="{7BCFEA8A-D6D3-4515-922F-FE58C17DCB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0" name="Group 76">
              <a:extLst>
                <a:ext uri="{FF2B5EF4-FFF2-40B4-BE49-F238E27FC236}">
                  <a16:creationId xmlns:a16="http://schemas.microsoft.com/office/drawing/2014/main" id="{28273113-BED9-432C-B46D-A8F1581C74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6" y="1483"/>
              <a:ext cx="147" cy="130"/>
              <a:chOff x="1090" y="3836"/>
              <a:chExt cx="110" cy="100"/>
            </a:xfrm>
          </p:grpSpPr>
          <p:grpSp>
            <p:nvGrpSpPr>
              <p:cNvPr id="37960" name="Group 77">
                <a:extLst>
                  <a:ext uri="{FF2B5EF4-FFF2-40B4-BE49-F238E27FC236}">
                    <a16:creationId xmlns:a16="http://schemas.microsoft.com/office/drawing/2014/main" id="{D172923D-8843-4D94-97C1-0078E6E774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62" name="Line 78">
                  <a:extLst>
                    <a:ext uri="{FF2B5EF4-FFF2-40B4-BE49-F238E27FC236}">
                      <a16:creationId xmlns:a16="http://schemas.microsoft.com/office/drawing/2014/main" id="{8F2AB6C2-5988-41EE-96C8-32F9A41F9A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63" name="Line 79">
                  <a:extLst>
                    <a:ext uri="{FF2B5EF4-FFF2-40B4-BE49-F238E27FC236}">
                      <a16:creationId xmlns:a16="http://schemas.microsoft.com/office/drawing/2014/main" id="{7077A82D-5790-4DF3-A83E-101A021069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61" name="Line 80">
                <a:extLst>
                  <a:ext uri="{FF2B5EF4-FFF2-40B4-BE49-F238E27FC236}">
                    <a16:creationId xmlns:a16="http://schemas.microsoft.com/office/drawing/2014/main" id="{02F0081B-C834-41C0-9E7B-C331F09F8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1" name="Group 81">
              <a:extLst>
                <a:ext uri="{FF2B5EF4-FFF2-40B4-BE49-F238E27FC236}">
                  <a16:creationId xmlns:a16="http://schemas.microsoft.com/office/drawing/2014/main" id="{720237FB-855B-4053-9574-35C9FA0DEF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8" y="1134"/>
              <a:ext cx="147" cy="131"/>
              <a:chOff x="1090" y="3836"/>
              <a:chExt cx="110" cy="100"/>
            </a:xfrm>
          </p:grpSpPr>
          <p:grpSp>
            <p:nvGrpSpPr>
              <p:cNvPr id="37956" name="Group 82">
                <a:extLst>
                  <a:ext uri="{FF2B5EF4-FFF2-40B4-BE49-F238E27FC236}">
                    <a16:creationId xmlns:a16="http://schemas.microsoft.com/office/drawing/2014/main" id="{BB28712E-1A48-41B6-8D5B-C71DF85BB3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8" name="Line 83">
                  <a:extLst>
                    <a:ext uri="{FF2B5EF4-FFF2-40B4-BE49-F238E27FC236}">
                      <a16:creationId xmlns:a16="http://schemas.microsoft.com/office/drawing/2014/main" id="{2D34F82A-915A-4177-8FD4-D1505584E8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9" name="Line 84">
                  <a:extLst>
                    <a:ext uri="{FF2B5EF4-FFF2-40B4-BE49-F238E27FC236}">
                      <a16:creationId xmlns:a16="http://schemas.microsoft.com/office/drawing/2014/main" id="{751C892B-34A6-4063-B53E-C7AA99FC74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57" name="Line 85">
                <a:extLst>
                  <a:ext uri="{FF2B5EF4-FFF2-40B4-BE49-F238E27FC236}">
                    <a16:creationId xmlns:a16="http://schemas.microsoft.com/office/drawing/2014/main" id="{9AC66635-5244-4B1D-ADB7-1E2BA840E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2" name="Group 86">
              <a:extLst>
                <a:ext uri="{FF2B5EF4-FFF2-40B4-BE49-F238E27FC236}">
                  <a16:creationId xmlns:a16="http://schemas.microsoft.com/office/drawing/2014/main" id="{5F6FB13E-C818-46C8-8850-DBA3EA4F8D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36" y="1483"/>
              <a:ext cx="147" cy="130"/>
              <a:chOff x="1090" y="3836"/>
              <a:chExt cx="110" cy="100"/>
            </a:xfrm>
          </p:grpSpPr>
          <p:grpSp>
            <p:nvGrpSpPr>
              <p:cNvPr id="37952" name="Group 87">
                <a:extLst>
                  <a:ext uri="{FF2B5EF4-FFF2-40B4-BE49-F238E27FC236}">
                    <a16:creationId xmlns:a16="http://schemas.microsoft.com/office/drawing/2014/main" id="{2B5BC90B-8285-47C0-8D31-B30EF551F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4" name="Line 88">
                  <a:extLst>
                    <a:ext uri="{FF2B5EF4-FFF2-40B4-BE49-F238E27FC236}">
                      <a16:creationId xmlns:a16="http://schemas.microsoft.com/office/drawing/2014/main" id="{18A43501-E175-4A1B-9942-327E3339D7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5" name="Line 89">
                  <a:extLst>
                    <a:ext uri="{FF2B5EF4-FFF2-40B4-BE49-F238E27FC236}">
                      <a16:creationId xmlns:a16="http://schemas.microsoft.com/office/drawing/2014/main" id="{FDBD0D53-5EE9-41F1-8D91-59A2822E75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53" name="Line 90">
                <a:extLst>
                  <a:ext uri="{FF2B5EF4-FFF2-40B4-BE49-F238E27FC236}">
                    <a16:creationId xmlns:a16="http://schemas.microsoft.com/office/drawing/2014/main" id="{A94F6183-2758-42C6-8113-29EE96BDF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3" name="Group 91">
              <a:extLst>
                <a:ext uri="{FF2B5EF4-FFF2-40B4-BE49-F238E27FC236}">
                  <a16:creationId xmlns:a16="http://schemas.microsoft.com/office/drawing/2014/main" id="{9DF91F94-129B-46B4-B68F-A1DE58BE89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60" y="1128"/>
              <a:ext cx="148" cy="131"/>
              <a:chOff x="1090" y="3836"/>
              <a:chExt cx="110" cy="100"/>
            </a:xfrm>
          </p:grpSpPr>
          <p:grpSp>
            <p:nvGrpSpPr>
              <p:cNvPr id="37948" name="Group 92">
                <a:extLst>
                  <a:ext uri="{FF2B5EF4-FFF2-40B4-BE49-F238E27FC236}">
                    <a16:creationId xmlns:a16="http://schemas.microsoft.com/office/drawing/2014/main" id="{1C8A922E-25E7-4AC6-A562-324B3FDAB7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50" name="Line 93">
                  <a:extLst>
                    <a:ext uri="{FF2B5EF4-FFF2-40B4-BE49-F238E27FC236}">
                      <a16:creationId xmlns:a16="http://schemas.microsoft.com/office/drawing/2014/main" id="{6BE676A9-4A6F-4B5F-818E-7E35E3CB5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51" name="Line 94">
                  <a:extLst>
                    <a:ext uri="{FF2B5EF4-FFF2-40B4-BE49-F238E27FC236}">
                      <a16:creationId xmlns:a16="http://schemas.microsoft.com/office/drawing/2014/main" id="{6804CF5C-C660-4568-A927-089F0C9C9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9" name="Line 95">
                <a:extLst>
                  <a:ext uri="{FF2B5EF4-FFF2-40B4-BE49-F238E27FC236}">
                    <a16:creationId xmlns:a16="http://schemas.microsoft.com/office/drawing/2014/main" id="{2DE79B20-C8F0-499A-B74D-878BE2489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4" name="Group 96">
              <a:extLst>
                <a:ext uri="{FF2B5EF4-FFF2-40B4-BE49-F238E27FC236}">
                  <a16:creationId xmlns:a16="http://schemas.microsoft.com/office/drawing/2014/main" id="{69EE5767-DD91-4FD7-B6E7-8ED65E896D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9" y="1464"/>
              <a:ext cx="147" cy="131"/>
              <a:chOff x="1090" y="3836"/>
              <a:chExt cx="110" cy="100"/>
            </a:xfrm>
          </p:grpSpPr>
          <p:grpSp>
            <p:nvGrpSpPr>
              <p:cNvPr id="37944" name="Group 97">
                <a:extLst>
                  <a:ext uri="{FF2B5EF4-FFF2-40B4-BE49-F238E27FC236}">
                    <a16:creationId xmlns:a16="http://schemas.microsoft.com/office/drawing/2014/main" id="{3D6D5E2E-E865-42F8-ADE8-91C5EAA604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46" name="Line 98">
                  <a:extLst>
                    <a:ext uri="{FF2B5EF4-FFF2-40B4-BE49-F238E27FC236}">
                      <a16:creationId xmlns:a16="http://schemas.microsoft.com/office/drawing/2014/main" id="{452C6601-6345-454F-9CA9-BF426C230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47" name="Line 99">
                  <a:extLst>
                    <a:ext uri="{FF2B5EF4-FFF2-40B4-BE49-F238E27FC236}">
                      <a16:creationId xmlns:a16="http://schemas.microsoft.com/office/drawing/2014/main" id="{465D0659-E25C-4D83-A25E-9A04CEBFEF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5" name="Line 100">
                <a:extLst>
                  <a:ext uri="{FF2B5EF4-FFF2-40B4-BE49-F238E27FC236}">
                    <a16:creationId xmlns:a16="http://schemas.microsoft.com/office/drawing/2014/main" id="{97A43126-FB44-468D-87E4-FFE32CBBE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5" name="Group 101">
              <a:extLst>
                <a:ext uri="{FF2B5EF4-FFF2-40B4-BE49-F238E27FC236}">
                  <a16:creationId xmlns:a16="http://schemas.microsoft.com/office/drawing/2014/main" id="{5A493EDE-D74A-4A3C-B18E-AA48EA2EC7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4" y="1141"/>
              <a:ext cx="148" cy="131"/>
              <a:chOff x="1090" y="3836"/>
              <a:chExt cx="110" cy="100"/>
            </a:xfrm>
          </p:grpSpPr>
          <p:grpSp>
            <p:nvGrpSpPr>
              <p:cNvPr id="37940" name="Group 102">
                <a:extLst>
                  <a:ext uri="{FF2B5EF4-FFF2-40B4-BE49-F238E27FC236}">
                    <a16:creationId xmlns:a16="http://schemas.microsoft.com/office/drawing/2014/main" id="{03BCD5AC-7FE4-4AE7-806E-E64C47AD4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42" name="Line 103">
                  <a:extLst>
                    <a:ext uri="{FF2B5EF4-FFF2-40B4-BE49-F238E27FC236}">
                      <a16:creationId xmlns:a16="http://schemas.microsoft.com/office/drawing/2014/main" id="{3315A58C-2F9C-425C-B147-A01DB7EE5E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43" name="Line 104">
                  <a:extLst>
                    <a:ext uri="{FF2B5EF4-FFF2-40B4-BE49-F238E27FC236}">
                      <a16:creationId xmlns:a16="http://schemas.microsoft.com/office/drawing/2014/main" id="{BF74742A-426C-4D0E-BB74-25D89783C7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41" name="Line 105">
                <a:extLst>
                  <a:ext uri="{FF2B5EF4-FFF2-40B4-BE49-F238E27FC236}">
                    <a16:creationId xmlns:a16="http://schemas.microsoft.com/office/drawing/2014/main" id="{B93B368B-4433-4CC6-9181-E0034C622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6" name="Group 106">
              <a:extLst>
                <a:ext uri="{FF2B5EF4-FFF2-40B4-BE49-F238E27FC236}">
                  <a16:creationId xmlns:a16="http://schemas.microsoft.com/office/drawing/2014/main" id="{A68F3C1F-7BB1-4E11-A1F2-9E9F993D1D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8" y="1483"/>
              <a:ext cx="147" cy="130"/>
              <a:chOff x="1090" y="3836"/>
              <a:chExt cx="110" cy="100"/>
            </a:xfrm>
          </p:grpSpPr>
          <p:grpSp>
            <p:nvGrpSpPr>
              <p:cNvPr id="37936" name="Group 107">
                <a:extLst>
                  <a:ext uri="{FF2B5EF4-FFF2-40B4-BE49-F238E27FC236}">
                    <a16:creationId xmlns:a16="http://schemas.microsoft.com/office/drawing/2014/main" id="{05BD37A8-055A-47D5-9D18-92411018D7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37938" name="Line 108">
                  <a:extLst>
                    <a:ext uri="{FF2B5EF4-FFF2-40B4-BE49-F238E27FC236}">
                      <a16:creationId xmlns:a16="http://schemas.microsoft.com/office/drawing/2014/main" id="{9D2F5D8C-DB82-4411-B0A5-02E9B36860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939" name="Line 109">
                  <a:extLst>
                    <a:ext uri="{FF2B5EF4-FFF2-40B4-BE49-F238E27FC236}">
                      <a16:creationId xmlns:a16="http://schemas.microsoft.com/office/drawing/2014/main" id="{801334D4-039E-46B8-8919-FEE8677886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7937" name="Line 110">
                <a:extLst>
                  <a:ext uri="{FF2B5EF4-FFF2-40B4-BE49-F238E27FC236}">
                    <a16:creationId xmlns:a16="http://schemas.microsoft.com/office/drawing/2014/main" id="{51020B39-03A6-4E19-85C7-1B6867500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7927" name="Group 111">
              <a:extLst>
                <a:ext uri="{FF2B5EF4-FFF2-40B4-BE49-F238E27FC236}">
                  <a16:creationId xmlns:a16="http://schemas.microsoft.com/office/drawing/2014/main" id="{BB7D2F5C-A16A-4FF0-89AB-D7D3B8ABFA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2" y="1831"/>
              <a:ext cx="148" cy="131"/>
              <a:chOff x="1090" y="3836"/>
              <a:chExt cx="110" cy="100"/>
            </a:xfrm>
          </p:grpSpPr>
          <p:sp>
            <p:nvSpPr>
              <p:cNvPr id="37934" name="Line 112">
                <a:extLst>
                  <a:ext uri="{FF2B5EF4-FFF2-40B4-BE49-F238E27FC236}">
                    <a16:creationId xmlns:a16="http://schemas.microsoft.com/office/drawing/2014/main" id="{74892743-64D3-4A9B-B97C-A43D3EF663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5" name="Line 113">
                <a:extLst>
                  <a:ext uri="{FF2B5EF4-FFF2-40B4-BE49-F238E27FC236}">
                    <a16:creationId xmlns:a16="http://schemas.microsoft.com/office/drawing/2014/main" id="{93A31129-F233-43B4-872A-498A07D4E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0" y="3836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28" name="Line 114">
              <a:extLst>
                <a:ext uri="{FF2B5EF4-FFF2-40B4-BE49-F238E27FC236}">
                  <a16:creationId xmlns:a16="http://schemas.microsoft.com/office/drawing/2014/main" id="{9B3BDB67-200B-4147-AD86-F6E7E44A81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1" y="1836"/>
              <a:ext cx="129" cy="12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929" name="Group 115">
              <a:extLst>
                <a:ext uri="{FF2B5EF4-FFF2-40B4-BE49-F238E27FC236}">
                  <a16:creationId xmlns:a16="http://schemas.microsoft.com/office/drawing/2014/main" id="{872F83F7-1BAA-4026-A2F0-6A63932DE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0" y="1831"/>
              <a:ext cx="148" cy="131"/>
              <a:chOff x="1090" y="3836"/>
              <a:chExt cx="110" cy="100"/>
            </a:xfrm>
          </p:grpSpPr>
          <p:sp>
            <p:nvSpPr>
              <p:cNvPr id="37932" name="Line 116">
                <a:extLst>
                  <a:ext uri="{FF2B5EF4-FFF2-40B4-BE49-F238E27FC236}">
                    <a16:creationId xmlns:a16="http://schemas.microsoft.com/office/drawing/2014/main" id="{C94566BE-AD09-4196-ADFA-CBC6023492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933" name="Line 117">
                <a:extLst>
                  <a:ext uri="{FF2B5EF4-FFF2-40B4-BE49-F238E27FC236}">
                    <a16:creationId xmlns:a16="http://schemas.microsoft.com/office/drawing/2014/main" id="{E17F60AC-DE05-4D1F-901F-94FE5FF8EE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90" y="3836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930" name="Line 118">
              <a:extLst>
                <a:ext uri="{FF2B5EF4-FFF2-40B4-BE49-F238E27FC236}">
                  <a16:creationId xmlns:a16="http://schemas.microsoft.com/office/drawing/2014/main" id="{56E10254-EF0F-41C2-AB99-B3BDD4A7C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1836"/>
              <a:ext cx="129" cy="12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931" name="Text Box 119">
              <a:extLst>
                <a:ext uri="{FF2B5EF4-FFF2-40B4-BE49-F238E27FC236}">
                  <a16:creationId xmlns:a16="http://schemas.microsoft.com/office/drawing/2014/main" id="{371E5C8C-5CC5-4D38-985F-596975D98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8" y="1321"/>
              <a:ext cx="1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.</a:t>
              </a:r>
            </a:p>
          </p:txBody>
        </p:sp>
      </p:grpSp>
      <p:sp>
        <p:nvSpPr>
          <p:cNvPr id="234616" name="Rectangle 120">
            <a:extLst>
              <a:ext uri="{FF2B5EF4-FFF2-40B4-BE49-F238E27FC236}">
                <a16:creationId xmlns:a16="http://schemas.microsoft.com/office/drawing/2014/main" id="{2F385D7B-EC5E-4C39-8B5B-CD2DA519E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2708275"/>
            <a:ext cx="900113" cy="936625"/>
          </a:xfrm>
          <a:prstGeom prst="rect">
            <a:avLst/>
          </a:prstGeom>
          <a:noFill/>
          <a:ln w="28575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34617" name="Rectangle 121">
            <a:extLst>
              <a:ext uri="{FF2B5EF4-FFF2-40B4-BE49-F238E27FC236}">
                <a16:creationId xmlns:a16="http://schemas.microsoft.com/office/drawing/2014/main" id="{4CDA5F4D-E2BE-467A-8CF9-71FD5FC66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203450"/>
            <a:ext cx="1981200" cy="19446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4618" name="Object 2">
            <a:extLst>
              <a:ext uri="{FF2B5EF4-FFF2-40B4-BE49-F238E27FC236}">
                <a16:creationId xmlns:a16="http://schemas.microsoft.com/office/drawing/2014/main" id="{9290886A-7305-4B8D-AFEE-3E35698851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3600" y="4741863"/>
          <a:ext cx="140017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7" name="Equation" r:id="rId9" imgW="1548728" imgH="571252" progId="Equation.DSMT4">
                  <p:embed/>
                </p:oleObj>
              </mc:Choice>
              <mc:Fallback>
                <p:oleObj name="Equation" r:id="rId9" imgW="1548728" imgH="57125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3600" y="4741863"/>
                        <a:ext cx="1400175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4619" name="Oval 123">
            <a:extLst>
              <a:ext uri="{FF2B5EF4-FFF2-40B4-BE49-F238E27FC236}">
                <a16:creationId xmlns:a16="http://schemas.microsoft.com/office/drawing/2014/main" id="{D78DCAFA-E529-4E2A-94A7-3667D82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494188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4620" name="Object 3">
            <a:extLst>
              <a:ext uri="{FF2B5EF4-FFF2-40B4-BE49-F238E27FC236}">
                <a16:creationId xmlns:a16="http://schemas.microsoft.com/office/drawing/2014/main" id="{848EBA3B-FAA4-4C42-A234-E61EF68D4E9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911975" y="4730750"/>
          <a:ext cx="9366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8" name="Equation" r:id="rId11" imgW="1117115" imgH="672808" progId="Equation.DSMT4">
                  <p:embed/>
                </p:oleObj>
              </mc:Choice>
              <mc:Fallback>
                <p:oleObj name="Equation" r:id="rId11" imgW="1117115" imgH="67280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975" y="4730750"/>
                        <a:ext cx="9366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28" name="Group 125">
            <a:extLst>
              <a:ext uri="{FF2B5EF4-FFF2-40B4-BE49-F238E27FC236}">
                <a16:creationId xmlns:a16="http://schemas.microsoft.com/office/drawing/2014/main" id="{D96196D3-D55F-4229-B51F-E877E5A99334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4186238"/>
            <a:ext cx="2411412" cy="1619250"/>
            <a:chOff x="771" y="2183"/>
            <a:chExt cx="1519" cy="1020"/>
          </a:xfrm>
        </p:grpSpPr>
        <p:graphicFrame>
          <p:nvGraphicFramePr>
            <p:cNvPr id="37915" name="Object 5">
              <a:extLst>
                <a:ext uri="{FF2B5EF4-FFF2-40B4-BE49-F238E27FC236}">
                  <a16:creationId xmlns:a16="http://schemas.microsoft.com/office/drawing/2014/main" id="{71C02815-EB6C-48A0-B4BD-51663A277AB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656"/>
            <a:ext cx="930" cy="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59" name="Equation" r:id="rId13" imgW="787058" imgH="393529" progId="Equation.DSMT4">
                    <p:embed/>
                  </p:oleObj>
                </mc:Choice>
                <mc:Fallback>
                  <p:oleObj name="Equation" r:id="rId13" imgW="787058" imgH="39352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656"/>
                          <a:ext cx="930" cy="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6" name="Object 6">
              <a:extLst>
                <a:ext uri="{FF2B5EF4-FFF2-40B4-BE49-F238E27FC236}">
                  <a16:creationId xmlns:a16="http://schemas.microsoft.com/office/drawing/2014/main" id="{9238EE37-CB4A-4A5F-965F-87E7D4528F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8" y="2183"/>
            <a:ext cx="9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60" name="Equation" r:id="rId15" imgW="1524000" imgH="723900" progId="Equation.DSMT4">
                    <p:embed/>
                  </p:oleObj>
                </mc:Choice>
                <mc:Fallback>
                  <p:oleObj name="Equation" r:id="rId15" imgW="1524000" imgH="7239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183"/>
                          <a:ext cx="952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917" name="Object 7">
              <a:extLst>
                <a:ext uri="{FF2B5EF4-FFF2-40B4-BE49-F238E27FC236}">
                  <a16:creationId xmlns:a16="http://schemas.microsoft.com/office/drawing/2014/main" id="{CC08E4CD-FEDA-4D2C-B6B0-2B94FA3DBF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2546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61" name="剪辑" r:id="rId17" imgW="3168581" imgH="2914476" progId="MS_ClipArt_Gallery.2">
                    <p:embed/>
                  </p:oleObj>
                </mc:Choice>
                <mc:Fallback>
                  <p:oleObj name="剪辑" r:id="rId17" imgW="3168581" imgH="2914476" progId="MS_ClipArt_Gallery.2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2546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918" name="AutoShape 129">
              <a:extLst>
                <a:ext uri="{FF2B5EF4-FFF2-40B4-BE49-F238E27FC236}">
                  <a16:creationId xmlns:a16="http://schemas.microsoft.com/office/drawing/2014/main" id="{E2481BF7-0C1A-4C93-B7C0-9E7EE3CCF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364"/>
              <a:ext cx="136" cy="635"/>
            </a:xfrm>
            <a:prstGeom prst="leftBrace">
              <a:avLst>
                <a:gd name="adj1" fmla="val 38909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4626" name="AutoShape 130">
            <a:extLst>
              <a:ext uri="{FF2B5EF4-FFF2-40B4-BE49-F238E27FC236}">
                <a16:creationId xmlns:a16="http://schemas.microsoft.com/office/drawing/2014/main" id="{3A755B14-55AD-4EC7-A66E-F7027BF7F5B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3609181" y="1188244"/>
            <a:ext cx="466725" cy="738188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15549 h 21600"/>
              <a:gd name="T20" fmla="*/ 1888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37" y="0"/>
                </a:moveTo>
                <a:lnTo>
                  <a:pt x="10873" y="5797"/>
                </a:lnTo>
                <a:lnTo>
                  <a:pt x="13592" y="5797"/>
                </a:lnTo>
                <a:lnTo>
                  <a:pt x="13592" y="15549"/>
                </a:lnTo>
                <a:lnTo>
                  <a:pt x="0" y="15549"/>
                </a:lnTo>
                <a:lnTo>
                  <a:pt x="0" y="21600"/>
                </a:lnTo>
                <a:lnTo>
                  <a:pt x="18881" y="21600"/>
                </a:lnTo>
                <a:lnTo>
                  <a:pt x="18881" y="5797"/>
                </a:lnTo>
                <a:lnTo>
                  <a:pt x="21600" y="5797"/>
                </a:lnTo>
                <a:lnTo>
                  <a:pt x="16237" y="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627" name="Text Box 131">
            <a:extLst>
              <a:ext uri="{FF2B5EF4-FFF2-40B4-BE49-F238E27FC236}">
                <a16:creationId xmlns:a16="http://schemas.microsoft.com/office/drawing/2014/main" id="{67572E1A-6B96-4511-92EA-8DA8910FF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472440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E</a:t>
            </a:r>
            <a:r>
              <a:rPr lang="en-US" altLang="zh-CN" sz="2800" b="1" i="1" baseline="-25000"/>
              <a:t>i</a:t>
            </a:r>
            <a:r>
              <a:rPr lang="en-US" altLang="zh-CN" sz="2800" b="1" i="1"/>
              <a:t>·</a:t>
            </a:r>
            <a:r>
              <a:rPr lang="en-US" altLang="zh-CN" sz="2800" b="1"/>
              <a:t>4</a:t>
            </a:r>
            <a:r>
              <a:rPr lang="en-US" altLang="zh-CN" sz="2800" b="1" i="1"/>
              <a:t>L</a:t>
            </a:r>
          </a:p>
        </p:txBody>
      </p:sp>
      <p:sp>
        <p:nvSpPr>
          <p:cNvPr id="234628" name="Text Box 132">
            <a:extLst>
              <a:ext uri="{FF2B5EF4-FFF2-40B4-BE49-F238E27FC236}">
                <a16:creationId xmlns:a16="http://schemas.microsoft.com/office/drawing/2014/main" id="{B0AFB00E-8081-4EE2-ABDB-8D10AAE78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3259138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/>
              <a:t>L</a:t>
            </a:r>
          </a:p>
        </p:txBody>
      </p:sp>
      <p:sp>
        <p:nvSpPr>
          <p:cNvPr id="234629" name="Line 133">
            <a:extLst>
              <a:ext uri="{FF2B5EF4-FFF2-40B4-BE49-F238E27FC236}">
                <a16:creationId xmlns:a16="http://schemas.microsoft.com/office/drawing/2014/main" id="{14447249-AE10-4633-AE07-F411CA44FB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7763" y="4868863"/>
            <a:ext cx="576262" cy="28733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4630" name="Line 134">
            <a:extLst>
              <a:ext uri="{FF2B5EF4-FFF2-40B4-BE49-F238E27FC236}">
                <a16:creationId xmlns:a16="http://schemas.microsoft.com/office/drawing/2014/main" id="{EEAB707C-AF3B-4B21-AA06-A42C7B50E2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7763" y="4905375"/>
            <a:ext cx="576262" cy="2159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4631" name="Object 4">
            <a:extLst>
              <a:ext uri="{FF2B5EF4-FFF2-40B4-BE49-F238E27FC236}">
                <a16:creationId xmlns:a16="http://schemas.microsoft.com/office/drawing/2014/main" id="{3A03D66F-49D9-4607-B9AF-285E1D764E30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73788" y="4708525"/>
          <a:ext cx="7080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62" name="Equation" r:id="rId19" imgW="761669" imgH="672808" progId="Equation.DSMT4">
                  <p:embed/>
                </p:oleObj>
              </mc:Choice>
              <mc:Fallback>
                <p:oleObj name="Equation" r:id="rId19" imgW="761669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4708525"/>
                        <a:ext cx="708025" cy="625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629" name="Group 136">
            <a:extLst>
              <a:ext uri="{FF2B5EF4-FFF2-40B4-BE49-F238E27FC236}">
                <a16:creationId xmlns:a16="http://schemas.microsoft.com/office/drawing/2014/main" id="{2913F87E-0A40-4A50-8F26-16D7D8DE523A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5768975"/>
            <a:ext cx="6502400" cy="519113"/>
            <a:chOff x="1256" y="3702"/>
            <a:chExt cx="4096" cy="327"/>
          </a:xfrm>
        </p:grpSpPr>
        <p:sp>
          <p:nvSpPr>
            <p:cNvPr id="37913" name="Text Box 137">
              <a:extLst>
                <a:ext uri="{FF2B5EF4-FFF2-40B4-BE49-F238E27FC236}">
                  <a16:creationId xmlns:a16="http://schemas.microsoft.com/office/drawing/2014/main" id="{0A01B2CE-A2AB-49F2-B344-72BC4A53E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6" y="3702"/>
              <a:ext cx="409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但是，不是任意回路都能求解</a:t>
              </a:r>
              <a:r>
                <a:rPr lang="en-US" altLang="zh-CN" sz="2800" b="1" i="1">
                  <a:solidFill>
                    <a:srgbClr val="FF0000"/>
                  </a:solidFill>
                  <a:ea typeface="黑体" panose="02010609060101010101" pitchFamily="49" charset="-122"/>
                </a:rPr>
                <a:t>E</a:t>
              </a:r>
              <a:r>
                <a:rPr lang="en-US" altLang="zh-CN" sz="2800" b="1" i="1" baseline="-25000">
                  <a:solidFill>
                    <a:srgbClr val="FF0000"/>
                  </a:solidFill>
                  <a:ea typeface="黑体" panose="02010609060101010101" pitchFamily="49" charset="-122"/>
                </a:rPr>
                <a:t>i </a:t>
              </a:r>
              <a:r>
                <a:rPr lang="en-US" altLang="zh-CN" sz="2800" b="1">
                  <a:solidFill>
                    <a:srgbClr val="FF0000"/>
                  </a:solidFill>
                  <a:ea typeface="黑体" panose="02010609060101010101" pitchFamily="49" charset="-122"/>
                </a:rPr>
                <a:t>!</a:t>
              </a:r>
              <a:endParaRPr lang="en-US" altLang="zh-CN" sz="2800" b="1" i="1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14" name="Line 138">
              <a:extLst>
                <a:ext uri="{FF2B5EF4-FFF2-40B4-BE49-F238E27FC236}">
                  <a16:creationId xmlns:a16="http://schemas.microsoft.com/office/drawing/2014/main" id="{57542F11-F286-4EE3-91B8-8F8A9F464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3748"/>
              <a:ext cx="91" cy="0"/>
            </a:xfrm>
            <a:prstGeom prst="line">
              <a:avLst/>
            </a:prstGeom>
            <a:noFill/>
            <a:ln w="6350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7912" name="Text Box 12">
            <a:extLst>
              <a:ext uri="{FF2B5EF4-FFF2-40B4-BE49-F238E27FC236}">
                <a16:creationId xmlns:a16="http://schemas.microsoft.com/office/drawing/2014/main" id="{86E1E7A7-F41C-48E2-8F0E-390CC2704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20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34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23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23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3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3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7" dur="500"/>
                                        <p:tgtEl>
                                          <p:spTgt spid="23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23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9" grpId="0" animBg="1"/>
      <p:bldP spid="234500" grpId="0"/>
      <p:bldP spid="234501" grpId="0" animBg="1"/>
      <p:bldP spid="234502" grpId="0" autoUpdateAnimBg="0"/>
      <p:bldP spid="234509" grpId="0" animBg="1"/>
      <p:bldP spid="234509" grpId="1" animBg="1"/>
      <p:bldP spid="234616" grpId="0" animBg="1"/>
      <p:bldP spid="234617" grpId="0" animBg="1"/>
      <p:bldP spid="234619" grpId="0" animBg="1"/>
      <p:bldP spid="234627" grpId="0"/>
      <p:bldP spid="234627" grpId="1"/>
      <p:bldP spid="23462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Text Box 2">
            <a:extLst>
              <a:ext uri="{FF2B5EF4-FFF2-40B4-BE49-F238E27FC236}">
                <a16:creationId xmlns:a16="http://schemas.microsoft.com/office/drawing/2014/main" id="{7B21AECC-E039-44D9-802F-CB4C2E87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8" y="965200"/>
            <a:ext cx="3106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）涡流</a:t>
            </a:r>
          </a:p>
        </p:txBody>
      </p:sp>
      <p:sp>
        <p:nvSpPr>
          <p:cNvPr id="235523" name="Text Box 3">
            <a:extLst>
              <a:ext uri="{FF2B5EF4-FFF2-40B4-BE49-F238E27FC236}">
                <a16:creationId xmlns:a16="http://schemas.microsoft.com/office/drawing/2014/main" id="{D24963C3-928F-476A-8F91-5D207A810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88938"/>
            <a:ext cx="4283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感应电场的应用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28C118CF-65BE-46C0-BD91-12F3E3728FC9}"/>
              </a:ext>
            </a:extLst>
          </p:cNvPr>
          <p:cNvGrpSpPr>
            <a:grpSpLocks/>
          </p:cNvGrpSpPr>
          <p:nvPr/>
        </p:nvGrpSpPr>
        <p:grpSpPr bwMode="auto">
          <a:xfrm>
            <a:off x="5478463" y="2687638"/>
            <a:ext cx="2903537" cy="2057400"/>
            <a:chOff x="3264" y="1248"/>
            <a:chExt cx="1829" cy="1296"/>
          </a:xfrm>
        </p:grpSpPr>
        <p:sp>
          <p:nvSpPr>
            <p:cNvPr id="38982" name="Oval 5">
              <a:extLst>
                <a:ext uri="{FF2B5EF4-FFF2-40B4-BE49-F238E27FC236}">
                  <a16:creationId xmlns:a16="http://schemas.microsoft.com/office/drawing/2014/main" id="{FB34F548-8F76-43A6-ABE7-4AF951F74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208"/>
              <a:ext cx="768" cy="336"/>
            </a:xfrm>
            <a:prstGeom prst="ellipse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3" name="AutoShape 6">
              <a:extLst>
                <a:ext uri="{FF2B5EF4-FFF2-40B4-BE49-F238E27FC236}">
                  <a16:creationId xmlns:a16="http://schemas.microsoft.com/office/drawing/2014/main" id="{EB16B1D1-E8A0-4C34-8441-A02ABB919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488"/>
              <a:ext cx="960" cy="9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93 w 21600"/>
                <a:gd name="T13" fmla="*/ 2984 h 21600"/>
                <a:gd name="T14" fmla="*/ 18608 w 21600"/>
                <a:gd name="T15" fmla="*/ 1861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385" y="21600"/>
                  </a:lnTo>
                  <a:lnTo>
                    <a:pt x="19215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84" name="Oval 7">
              <a:extLst>
                <a:ext uri="{FF2B5EF4-FFF2-40B4-BE49-F238E27FC236}">
                  <a16:creationId xmlns:a16="http://schemas.microsoft.com/office/drawing/2014/main" id="{9D59B255-39BE-4505-89E6-A3444E11A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248"/>
              <a:ext cx="960" cy="432"/>
            </a:xfrm>
            <a:prstGeom prst="ellipse">
              <a:avLst/>
            </a:prstGeom>
            <a:solidFill>
              <a:srgbClr val="00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5" name="Oval 8">
              <a:extLst>
                <a:ext uri="{FF2B5EF4-FFF2-40B4-BE49-F238E27FC236}">
                  <a16:creationId xmlns:a16="http://schemas.microsoft.com/office/drawing/2014/main" id="{4EBDD8A7-9484-47DF-BF78-7150CA866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296"/>
              <a:ext cx="768" cy="336"/>
            </a:xfrm>
            <a:prstGeom prst="ellipse">
              <a:avLst/>
            </a:prstGeom>
            <a:solidFill>
              <a:srgbClr val="FF993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6" name="AutoShape 9">
              <a:extLst>
                <a:ext uri="{FF2B5EF4-FFF2-40B4-BE49-F238E27FC236}">
                  <a16:creationId xmlns:a16="http://schemas.microsoft.com/office/drawing/2014/main" id="{B5467FC1-3F44-43CE-89E6-336D3C7560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158918">
              <a:off x="3787" y="1425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7" name="AutoShape 10">
              <a:extLst>
                <a:ext uri="{FF2B5EF4-FFF2-40B4-BE49-F238E27FC236}">
                  <a16:creationId xmlns:a16="http://schemas.microsoft.com/office/drawing/2014/main" id="{644529C2-02F6-4E3B-B3BB-860F1760B9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60680">
              <a:off x="3704" y="139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8" name="AutoShape 11">
              <a:extLst>
                <a:ext uri="{FF2B5EF4-FFF2-40B4-BE49-F238E27FC236}">
                  <a16:creationId xmlns:a16="http://schemas.microsoft.com/office/drawing/2014/main" id="{0F382529-A97D-4F2A-B7FB-2FF8503961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747226">
              <a:off x="3672" y="151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89" name="AutoShape 12">
              <a:extLst>
                <a:ext uri="{FF2B5EF4-FFF2-40B4-BE49-F238E27FC236}">
                  <a16:creationId xmlns:a16="http://schemas.microsoft.com/office/drawing/2014/main" id="{B1EFF9CB-978D-43D5-B48C-EAF8B3228C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59428">
              <a:off x="3600" y="1392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0" name="AutoShape 13">
              <a:extLst>
                <a:ext uri="{FF2B5EF4-FFF2-40B4-BE49-F238E27FC236}">
                  <a16:creationId xmlns:a16="http://schemas.microsoft.com/office/drawing/2014/main" id="{9F7B064F-E3FC-42A9-8995-4C3E2A703C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62371">
              <a:off x="3552" y="1536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1" name="AutoShape 14">
              <a:extLst>
                <a:ext uri="{FF2B5EF4-FFF2-40B4-BE49-F238E27FC236}">
                  <a16:creationId xmlns:a16="http://schemas.microsoft.com/office/drawing/2014/main" id="{6E7A018C-63CB-428B-9232-8B51E1258CE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41082" flipV="1">
              <a:off x="3547" y="1425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2" name="AutoShape 15">
              <a:extLst>
                <a:ext uri="{FF2B5EF4-FFF2-40B4-BE49-F238E27FC236}">
                  <a16:creationId xmlns:a16="http://schemas.microsoft.com/office/drawing/2014/main" id="{D2B75DEE-A8DD-49E5-AC4F-D178907152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60680" flipV="1">
              <a:off x="3464" y="139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3" name="AutoShape 16">
              <a:extLst>
                <a:ext uri="{FF2B5EF4-FFF2-40B4-BE49-F238E27FC236}">
                  <a16:creationId xmlns:a16="http://schemas.microsoft.com/office/drawing/2014/main" id="{2CB729DA-10AA-4EC9-9308-0B99092ED7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852774" flipV="1">
              <a:off x="3432" y="1488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4" name="AutoShape 17">
              <a:extLst>
                <a:ext uri="{FF2B5EF4-FFF2-40B4-BE49-F238E27FC236}">
                  <a16:creationId xmlns:a16="http://schemas.microsoft.com/office/drawing/2014/main" id="{5BF23E07-9740-4F13-924E-3DB255E58A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759428" flipV="1">
              <a:off x="3408" y="1392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5" name="AutoShape 18">
              <a:extLst>
                <a:ext uri="{FF2B5EF4-FFF2-40B4-BE49-F238E27FC236}">
                  <a16:creationId xmlns:a16="http://schemas.microsoft.com/office/drawing/2014/main" id="{AD254740-DF68-43CE-8FCA-FBDFE527B6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837629" flipV="1">
              <a:off x="3408" y="1488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6" name="AutoShape 19">
              <a:extLst>
                <a:ext uri="{FF2B5EF4-FFF2-40B4-BE49-F238E27FC236}">
                  <a16:creationId xmlns:a16="http://schemas.microsoft.com/office/drawing/2014/main" id="{A4286C12-AD73-4060-B17D-EC35294B25F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312405" flipV="1">
              <a:off x="4010" y="1330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7" name="AutoShape 20">
              <a:extLst>
                <a:ext uri="{FF2B5EF4-FFF2-40B4-BE49-F238E27FC236}">
                  <a16:creationId xmlns:a16="http://schemas.microsoft.com/office/drawing/2014/main" id="{3EB15761-E449-453A-A713-521AC16079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032003" flipV="1">
              <a:off x="3905" y="134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8" name="AutoShape 21">
              <a:extLst>
                <a:ext uri="{FF2B5EF4-FFF2-40B4-BE49-F238E27FC236}">
                  <a16:creationId xmlns:a16="http://schemas.microsoft.com/office/drawing/2014/main" id="{1E13FC31-8AEC-41C4-A5FA-A37C81FEEDA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724097" flipV="1">
              <a:off x="3934" y="1439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99" name="AutoShape 22">
              <a:extLst>
                <a:ext uri="{FF2B5EF4-FFF2-40B4-BE49-F238E27FC236}">
                  <a16:creationId xmlns:a16="http://schemas.microsoft.com/office/drawing/2014/main" id="{D9E1C655-5FDE-446E-A419-DE94CC93A0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230751" flipV="1">
              <a:off x="3834" y="1398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0" name="AutoShape 23">
              <a:extLst>
                <a:ext uri="{FF2B5EF4-FFF2-40B4-BE49-F238E27FC236}">
                  <a16:creationId xmlns:a16="http://schemas.microsoft.com/office/drawing/2014/main" id="{8CCEDDC3-B695-4E2D-BE49-161D459444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708952" flipV="1">
              <a:off x="3816" y="1512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1" name="AutoShape 24">
              <a:extLst>
                <a:ext uri="{FF2B5EF4-FFF2-40B4-BE49-F238E27FC236}">
                  <a16:creationId xmlns:a16="http://schemas.microsoft.com/office/drawing/2014/main" id="{46F2DE9F-ACD6-4E18-968D-5AEAA6C81A7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30237" flipV="1">
              <a:off x="3786" y="1247"/>
              <a:ext cx="96" cy="144"/>
            </a:xfrm>
            <a:prstGeom prst="can">
              <a:avLst>
                <a:gd name="adj" fmla="val 375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2" name="AutoShape 25">
              <a:extLst>
                <a:ext uri="{FF2B5EF4-FFF2-40B4-BE49-F238E27FC236}">
                  <a16:creationId xmlns:a16="http://schemas.microsoft.com/office/drawing/2014/main" id="{4705668D-6727-4012-B26F-9CDD2C7B1D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49835" flipV="1">
              <a:off x="3696" y="1344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3" name="AutoShape 26">
              <a:extLst>
                <a:ext uri="{FF2B5EF4-FFF2-40B4-BE49-F238E27FC236}">
                  <a16:creationId xmlns:a16="http://schemas.microsoft.com/office/drawing/2014/main" id="{E2E0C815-419F-4071-8310-39BF0CCAED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441929" flipV="1">
              <a:off x="3676" y="1320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4" name="AutoShape 27">
              <a:extLst>
                <a:ext uri="{FF2B5EF4-FFF2-40B4-BE49-F238E27FC236}">
                  <a16:creationId xmlns:a16="http://schemas.microsoft.com/office/drawing/2014/main" id="{256A789A-22BE-4AD3-9D0A-F6FA1C0EC3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48583" flipV="1">
              <a:off x="3456" y="1296"/>
              <a:ext cx="144" cy="144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5" name="AutoShape 28">
              <a:extLst>
                <a:ext uri="{FF2B5EF4-FFF2-40B4-BE49-F238E27FC236}">
                  <a16:creationId xmlns:a16="http://schemas.microsoft.com/office/drawing/2014/main" id="{A70A89FD-9EEA-432C-A0E7-D5C6875948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9426784" flipV="1">
              <a:off x="3604" y="1329"/>
              <a:ext cx="144" cy="96"/>
            </a:xfrm>
            <a:prstGeom prst="cube">
              <a:avLst>
                <a:gd name="adj" fmla="val 25000"/>
              </a:avLst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9006" name="Arc 29">
              <a:extLst>
                <a:ext uri="{FF2B5EF4-FFF2-40B4-BE49-F238E27FC236}">
                  <a16:creationId xmlns:a16="http://schemas.microsoft.com/office/drawing/2014/main" id="{5DA6F7F1-89FB-488B-A406-2814D0497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584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07" name="Line 30">
              <a:extLst>
                <a:ext uri="{FF2B5EF4-FFF2-40B4-BE49-F238E27FC236}">
                  <a16:creationId xmlns:a16="http://schemas.microsoft.com/office/drawing/2014/main" id="{A201DDD2-5DA0-40C1-8BFA-13D7C4134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728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08" name="Arc 31">
              <a:extLst>
                <a:ext uri="{FF2B5EF4-FFF2-40B4-BE49-F238E27FC236}">
                  <a16:creationId xmlns:a16="http://schemas.microsoft.com/office/drawing/2014/main" id="{1A298805-80C1-4454-8641-141AF8A51943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80" y="1738"/>
              <a:ext cx="144" cy="86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09" name="Arc 32">
              <a:extLst>
                <a:ext uri="{FF2B5EF4-FFF2-40B4-BE49-F238E27FC236}">
                  <a16:creationId xmlns:a16="http://schemas.microsoft.com/office/drawing/2014/main" id="{9152724E-0D57-4DEB-BC79-B1F07B6F8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680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0" name="Line 33">
              <a:extLst>
                <a:ext uri="{FF2B5EF4-FFF2-40B4-BE49-F238E27FC236}">
                  <a16:creationId xmlns:a16="http://schemas.microsoft.com/office/drawing/2014/main" id="{0485095F-FF21-4A53-BD7F-13150D18C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824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1" name="Arc 34">
              <a:extLst>
                <a:ext uri="{FF2B5EF4-FFF2-40B4-BE49-F238E27FC236}">
                  <a16:creationId xmlns:a16="http://schemas.microsoft.com/office/drawing/2014/main" id="{80B030C8-B0C3-438B-AA9D-EBA49F51A2EA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80" y="1834"/>
              <a:ext cx="144" cy="86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2" name="Arc 35">
              <a:extLst>
                <a:ext uri="{FF2B5EF4-FFF2-40B4-BE49-F238E27FC236}">
                  <a16:creationId xmlns:a16="http://schemas.microsoft.com/office/drawing/2014/main" id="{68B4FD97-70E6-4D07-A58A-F353FE4F8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776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3" name="Line 36">
              <a:extLst>
                <a:ext uri="{FF2B5EF4-FFF2-40B4-BE49-F238E27FC236}">
                  <a16:creationId xmlns:a16="http://schemas.microsoft.com/office/drawing/2014/main" id="{39EAA36F-4196-465D-8908-625E5A069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920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4" name="Arc 37">
              <a:extLst>
                <a:ext uri="{FF2B5EF4-FFF2-40B4-BE49-F238E27FC236}">
                  <a16:creationId xmlns:a16="http://schemas.microsoft.com/office/drawing/2014/main" id="{A80A7885-4E53-4E6D-B2E1-E2B9A3FA516B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2" y="1930"/>
              <a:ext cx="144" cy="68"/>
            </a:xfrm>
            <a:custGeom>
              <a:avLst/>
              <a:gdLst>
                <a:gd name="T0" fmla="*/ 0 w 21600"/>
                <a:gd name="T1" fmla="*/ 0 h 29194"/>
                <a:gd name="T2" fmla="*/ 0 w 21600"/>
                <a:gd name="T3" fmla="*/ 0 h 29194"/>
                <a:gd name="T4" fmla="*/ 0 w 21600"/>
                <a:gd name="T5" fmla="*/ 0 h 2919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194"/>
                <a:gd name="T11" fmla="*/ 21600 w 21600"/>
                <a:gd name="T12" fmla="*/ 29194 h 291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194" fill="none" extrusionOk="0">
                  <a:moveTo>
                    <a:pt x="15630" y="29193"/>
                  </a:moveTo>
                  <a:cubicBezTo>
                    <a:pt x="6375" y="26532"/>
                    <a:pt x="0" y="18065"/>
                    <a:pt x="0" y="8435"/>
                  </a:cubicBezTo>
                  <a:cubicBezTo>
                    <a:pt x="-1" y="5536"/>
                    <a:pt x="583" y="2668"/>
                    <a:pt x="1715" y="0"/>
                  </a:cubicBezTo>
                </a:path>
                <a:path w="21600" h="29194" stroke="0" extrusionOk="0">
                  <a:moveTo>
                    <a:pt x="15630" y="29193"/>
                  </a:moveTo>
                  <a:cubicBezTo>
                    <a:pt x="6375" y="26532"/>
                    <a:pt x="0" y="18065"/>
                    <a:pt x="0" y="8435"/>
                  </a:cubicBezTo>
                  <a:cubicBezTo>
                    <a:pt x="-1" y="5536"/>
                    <a:pt x="583" y="2668"/>
                    <a:pt x="1715" y="0"/>
                  </a:cubicBezTo>
                  <a:lnTo>
                    <a:pt x="21600" y="8435"/>
                  </a:lnTo>
                  <a:lnTo>
                    <a:pt x="15630" y="29193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5" name="Arc 38">
              <a:extLst>
                <a:ext uri="{FF2B5EF4-FFF2-40B4-BE49-F238E27FC236}">
                  <a16:creationId xmlns:a16="http://schemas.microsoft.com/office/drawing/2014/main" id="{D8584500-BE47-4334-B323-F4F45D01B4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872"/>
              <a:ext cx="274" cy="191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6" name="Line 39">
              <a:extLst>
                <a:ext uri="{FF2B5EF4-FFF2-40B4-BE49-F238E27FC236}">
                  <a16:creationId xmlns:a16="http://schemas.microsoft.com/office/drawing/2014/main" id="{C8C252F7-A6B3-458A-8E00-68243FF2D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6" y="2045"/>
              <a:ext cx="639" cy="1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7" name="Arc 40">
              <a:extLst>
                <a:ext uri="{FF2B5EF4-FFF2-40B4-BE49-F238E27FC236}">
                  <a16:creationId xmlns:a16="http://schemas.microsoft.com/office/drawing/2014/main" id="{AC6D895B-550D-43B6-86E5-386E058CD54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9" y="2057"/>
              <a:ext cx="137" cy="103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8" name="Arc 41">
              <a:extLst>
                <a:ext uri="{FF2B5EF4-FFF2-40B4-BE49-F238E27FC236}">
                  <a16:creationId xmlns:a16="http://schemas.microsoft.com/office/drawing/2014/main" id="{8BD28A35-1F6C-48CE-82C8-425F602D6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145"/>
              <a:ext cx="288" cy="159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19" name="Line 42">
              <a:extLst>
                <a:ext uri="{FF2B5EF4-FFF2-40B4-BE49-F238E27FC236}">
                  <a16:creationId xmlns:a16="http://schemas.microsoft.com/office/drawing/2014/main" id="{1C531D2B-5CD5-41F4-A4C7-D59F8D2181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4" y="2289"/>
              <a:ext cx="672" cy="15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" name="Line 43">
              <a:extLst>
                <a:ext uri="{FF2B5EF4-FFF2-40B4-BE49-F238E27FC236}">
                  <a16:creationId xmlns:a16="http://schemas.microsoft.com/office/drawing/2014/main" id="{1E47BC22-4D2B-4C8B-AFEE-49CA3A9F9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584"/>
              <a:ext cx="637" cy="15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1" name="Arc 44">
              <a:extLst>
                <a:ext uri="{FF2B5EF4-FFF2-40B4-BE49-F238E27FC236}">
                  <a16:creationId xmlns:a16="http://schemas.microsoft.com/office/drawing/2014/main" id="{E65B1231-950E-40C8-9A37-A6B951BB2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968"/>
              <a:ext cx="274" cy="191"/>
            </a:xfrm>
            <a:custGeom>
              <a:avLst/>
              <a:gdLst>
                <a:gd name="T0" fmla="*/ 0 w 21600"/>
                <a:gd name="T1" fmla="*/ 0 h 29832"/>
                <a:gd name="T2" fmla="*/ 0 w 21600"/>
                <a:gd name="T3" fmla="*/ 0 h 29832"/>
                <a:gd name="T4" fmla="*/ 0 w 21600"/>
                <a:gd name="T5" fmla="*/ 0 h 298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29832"/>
                <a:gd name="T11" fmla="*/ 21600 w 21600"/>
                <a:gd name="T12" fmla="*/ 29832 h 29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9832" fill="none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</a:path>
                <a:path w="21600" h="29832" stroke="0" extrusionOk="0">
                  <a:moveTo>
                    <a:pt x="15630" y="29831"/>
                  </a:moveTo>
                  <a:cubicBezTo>
                    <a:pt x="6375" y="27170"/>
                    <a:pt x="0" y="18703"/>
                    <a:pt x="0" y="9073"/>
                  </a:cubicBezTo>
                  <a:cubicBezTo>
                    <a:pt x="-1" y="5939"/>
                    <a:pt x="681" y="2843"/>
                    <a:pt x="1997" y="-1"/>
                  </a:cubicBezTo>
                  <a:lnTo>
                    <a:pt x="21600" y="9073"/>
                  </a:lnTo>
                  <a:lnTo>
                    <a:pt x="15630" y="29831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22" name="Line 45">
              <a:extLst>
                <a:ext uri="{FF2B5EF4-FFF2-40B4-BE49-F238E27FC236}">
                  <a16:creationId xmlns:a16="http://schemas.microsoft.com/office/drawing/2014/main" id="{8CCFD35A-0BC2-43DE-A5EB-BE53FD9C62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6" y="2141"/>
              <a:ext cx="639" cy="18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" name="Arc 46">
              <a:extLst>
                <a:ext uri="{FF2B5EF4-FFF2-40B4-BE49-F238E27FC236}">
                  <a16:creationId xmlns:a16="http://schemas.microsoft.com/office/drawing/2014/main" id="{2FE4D6EB-C9BD-46DF-9622-A1800CB6A9E9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4039" y="2153"/>
              <a:ext cx="137" cy="103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024" name="Line 47">
              <a:extLst>
                <a:ext uri="{FF2B5EF4-FFF2-40B4-BE49-F238E27FC236}">
                  <a16:creationId xmlns:a16="http://schemas.microsoft.com/office/drawing/2014/main" id="{4BB32811-B80C-42CF-A8C4-664AB3913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304"/>
              <a:ext cx="720" cy="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5" name="Line 48">
              <a:extLst>
                <a:ext uri="{FF2B5EF4-FFF2-40B4-BE49-F238E27FC236}">
                  <a16:creationId xmlns:a16="http://schemas.microsoft.com/office/drawing/2014/main" id="{1CDAF405-065A-4468-946D-9B95717571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584"/>
              <a:ext cx="0" cy="240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6" name="Line 49">
              <a:extLst>
                <a:ext uri="{FF2B5EF4-FFF2-40B4-BE49-F238E27FC236}">
                  <a16:creationId xmlns:a16="http://schemas.microsoft.com/office/drawing/2014/main" id="{E2C3C3BE-1928-45DF-8CCD-85B5048C5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2064"/>
              <a:ext cx="0" cy="288"/>
            </a:xfrm>
            <a:prstGeom prst="line">
              <a:avLst/>
            </a:prstGeom>
            <a:noFill/>
            <a:ln w="5715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7" name="Text Box 50">
              <a:extLst>
                <a:ext uri="{FF2B5EF4-FFF2-40B4-BE49-F238E27FC236}">
                  <a16:creationId xmlns:a16="http://schemas.microsoft.com/office/drawing/2014/main" id="{E6340598-6795-44A0-A240-EFAE3E45E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1584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9028" name="Text Box 51">
              <a:extLst>
                <a:ext uri="{FF2B5EF4-FFF2-40B4-BE49-F238E27FC236}">
                  <a16:creationId xmlns:a16="http://schemas.microsoft.com/office/drawing/2014/main" id="{7EADF57B-BF81-43E0-8381-4C75C34503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9" y="1795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9029" name="Text Box 52">
              <a:extLst>
                <a:ext uri="{FF2B5EF4-FFF2-40B4-BE49-F238E27FC236}">
                  <a16:creationId xmlns:a16="http://schemas.microsoft.com/office/drawing/2014/main" id="{DE51F795-94C0-4097-BBC0-2188EBA5BE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728"/>
              <a:ext cx="26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3600" b="1">
                  <a:solidFill>
                    <a:srgbClr val="FF0000"/>
                  </a:solidFill>
                </a:rPr>
                <a:t>~</a:t>
              </a:r>
            </a:p>
          </p:txBody>
        </p:sp>
      </p:grpSp>
      <p:sp>
        <p:nvSpPr>
          <p:cNvPr id="235573" name="Text Box 53">
            <a:extLst>
              <a:ext uri="{FF2B5EF4-FFF2-40B4-BE49-F238E27FC236}">
                <a16:creationId xmlns:a16="http://schemas.microsoft.com/office/drawing/2014/main" id="{C45E1A2C-6F21-4F4D-B25C-7BC269F9B8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3650" y="1474788"/>
            <a:ext cx="7696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将块状导体放置在    中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则在导体中将产生环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形电流→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涡流</a:t>
            </a:r>
            <a:r>
              <a:rPr lang="zh-CN" altLang="en-US" sz="2800" b="1">
                <a:ea typeface="楷体_GB2312" pitchFamily="49" charset="-122"/>
              </a:rPr>
              <a:t>。</a:t>
            </a:r>
          </a:p>
        </p:txBody>
      </p:sp>
      <p:sp>
        <p:nvSpPr>
          <p:cNvPr id="235574" name="Text Box 54">
            <a:extLst>
              <a:ext uri="{FF2B5EF4-FFF2-40B4-BE49-F238E27FC236}">
                <a16:creationId xmlns:a16="http://schemas.microsoft.com/office/drawing/2014/main" id="{662508C1-FFFF-40B1-A271-0A9ECD477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955675"/>
            <a:ext cx="4587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——</a:t>
            </a:r>
            <a:r>
              <a:rPr lang="zh-CN" altLang="en-US" sz="2800" b="1"/>
              <a:t>高频电磁感应炉</a:t>
            </a:r>
          </a:p>
        </p:txBody>
      </p:sp>
      <p:grpSp>
        <p:nvGrpSpPr>
          <p:cNvPr id="3" name="Group 55">
            <a:extLst>
              <a:ext uri="{FF2B5EF4-FFF2-40B4-BE49-F238E27FC236}">
                <a16:creationId xmlns:a16="http://schemas.microsoft.com/office/drawing/2014/main" id="{9012AD50-94D2-4148-9CDD-BE5B0BAC9C8C}"/>
              </a:ext>
            </a:extLst>
          </p:cNvPr>
          <p:cNvGrpSpPr>
            <a:grpSpLocks/>
          </p:cNvGrpSpPr>
          <p:nvPr/>
        </p:nvGrpSpPr>
        <p:grpSpPr bwMode="auto">
          <a:xfrm>
            <a:off x="1082675" y="2840038"/>
            <a:ext cx="2117725" cy="1676400"/>
            <a:chOff x="346" y="1344"/>
            <a:chExt cx="1334" cy="1056"/>
          </a:xfrm>
        </p:grpSpPr>
        <p:sp>
          <p:nvSpPr>
            <p:cNvPr id="38953" name="AutoShape 56">
              <a:extLst>
                <a:ext uri="{FF2B5EF4-FFF2-40B4-BE49-F238E27FC236}">
                  <a16:creationId xmlns:a16="http://schemas.microsoft.com/office/drawing/2014/main" id="{A737B2B1-29F5-4D9A-9489-07089DCE9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1344"/>
              <a:ext cx="720" cy="1056"/>
            </a:xfrm>
            <a:prstGeom prst="can">
              <a:avLst>
                <a:gd name="adj" fmla="val 46669"/>
              </a:avLst>
            </a:prstGeom>
            <a:gradFill rotWithShape="0">
              <a:gsLst>
                <a:gs pos="0">
                  <a:srgbClr val="767647"/>
                </a:gs>
                <a:gs pos="50000">
                  <a:srgbClr val="FFFF99"/>
                </a:gs>
                <a:gs pos="100000">
                  <a:srgbClr val="767647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38954" name="Group 57">
              <a:extLst>
                <a:ext uri="{FF2B5EF4-FFF2-40B4-BE49-F238E27FC236}">
                  <a16:creationId xmlns:a16="http://schemas.microsoft.com/office/drawing/2014/main" id="{4254CCC1-3499-4E21-9B79-2FB14A81AE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5" y="1632"/>
              <a:ext cx="815" cy="144"/>
              <a:chOff x="865" y="1632"/>
              <a:chExt cx="815" cy="144"/>
            </a:xfrm>
          </p:grpSpPr>
          <p:sp>
            <p:nvSpPr>
              <p:cNvPr id="38979" name="Arc 58">
                <a:extLst>
                  <a:ext uri="{FF2B5EF4-FFF2-40B4-BE49-F238E27FC236}">
                    <a16:creationId xmlns:a16="http://schemas.microsoft.com/office/drawing/2014/main" id="{78988BA7-B4CE-451F-8486-456382482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80" name="Line 59">
                <a:extLst>
                  <a:ext uri="{FF2B5EF4-FFF2-40B4-BE49-F238E27FC236}">
                    <a16:creationId xmlns:a16="http://schemas.microsoft.com/office/drawing/2014/main" id="{55B4D4BC-ADE5-4DF7-ABE1-0625F55C2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81" name="Arc 60">
                <a:extLst>
                  <a:ext uri="{FF2B5EF4-FFF2-40B4-BE49-F238E27FC236}">
                    <a16:creationId xmlns:a16="http://schemas.microsoft.com/office/drawing/2014/main" id="{35BED1D4-EE81-42C9-A1E1-C97C4FA9251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5" name="Group 61">
              <a:extLst>
                <a:ext uri="{FF2B5EF4-FFF2-40B4-BE49-F238E27FC236}">
                  <a16:creationId xmlns:a16="http://schemas.microsoft.com/office/drawing/2014/main" id="{40B0838D-2D1B-4556-90B4-0203082FA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728"/>
              <a:ext cx="815" cy="144"/>
              <a:chOff x="865" y="1632"/>
              <a:chExt cx="815" cy="144"/>
            </a:xfrm>
          </p:grpSpPr>
          <p:sp>
            <p:nvSpPr>
              <p:cNvPr id="38976" name="Arc 62">
                <a:extLst>
                  <a:ext uri="{FF2B5EF4-FFF2-40B4-BE49-F238E27FC236}">
                    <a16:creationId xmlns:a16="http://schemas.microsoft.com/office/drawing/2014/main" id="{22C1D7E1-8B5E-4CFF-8CB4-89A5997D5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7" name="Line 63">
                <a:extLst>
                  <a:ext uri="{FF2B5EF4-FFF2-40B4-BE49-F238E27FC236}">
                    <a16:creationId xmlns:a16="http://schemas.microsoft.com/office/drawing/2014/main" id="{B785CFA1-BCD9-413A-A41C-27ED0772C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8" name="Arc 64">
                <a:extLst>
                  <a:ext uri="{FF2B5EF4-FFF2-40B4-BE49-F238E27FC236}">
                    <a16:creationId xmlns:a16="http://schemas.microsoft.com/office/drawing/2014/main" id="{BBEB99B8-EEE9-483B-B538-8050E7DA634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6" name="Group 65">
              <a:extLst>
                <a:ext uri="{FF2B5EF4-FFF2-40B4-BE49-F238E27FC236}">
                  <a16:creationId xmlns:a16="http://schemas.microsoft.com/office/drawing/2014/main" id="{FB348C69-4C12-4F25-AB89-6A627A5349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824"/>
              <a:ext cx="815" cy="144"/>
              <a:chOff x="865" y="1632"/>
              <a:chExt cx="815" cy="144"/>
            </a:xfrm>
          </p:grpSpPr>
          <p:sp>
            <p:nvSpPr>
              <p:cNvPr id="38973" name="Arc 66">
                <a:extLst>
                  <a:ext uri="{FF2B5EF4-FFF2-40B4-BE49-F238E27FC236}">
                    <a16:creationId xmlns:a16="http://schemas.microsoft.com/office/drawing/2014/main" id="{FAFA21D7-0CF9-4BC6-B9DA-44D7DF5270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4" name="Line 67">
                <a:extLst>
                  <a:ext uri="{FF2B5EF4-FFF2-40B4-BE49-F238E27FC236}">
                    <a16:creationId xmlns:a16="http://schemas.microsoft.com/office/drawing/2014/main" id="{54BDFC98-74BB-432E-AA74-8B461C4FD0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5" name="Arc 68">
                <a:extLst>
                  <a:ext uri="{FF2B5EF4-FFF2-40B4-BE49-F238E27FC236}">
                    <a16:creationId xmlns:a16="http://schemas.microsoft.com/office/drawing/2014/main" id="{6002C175-D29A-440C-A40A-A7A53D086A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7" name="Group 69">
              <a:extLst>
                <a:ext uri="{FF2B5EF4-FFF2-40B4-BE49-F238E27FC236}">
                  <a16:creationId xmlns:a16="http://schemas.microsoft.com/office/drawing/2014/main" id="{95F3EE24-698A-4A03-9D08-697D9BD91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20"/>
              <a:ext cx="815" cy="144"/>
              <a:chOff x="865" y="1632"/>
              <a:chExt cx="815" cy="144"/>
            </a:xfrm>
          </p:grpSpPr>
          <p:sp>
            <p:nvSpPr>
              <p:cNvPr id="38970" name="Arc 70">
                <a:extLst>
                  <a:ext uri="{FF2B5EF4-FFF2-40B4-BE49-F238E27FC236}">
                    <a16:creationId xmlns:a16="http://schemas.microsoft.com/office/drawing/2014/main" id="{2AD5BA4E-D594-4029-A662-E62A8B5D7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71" name="Line 71">
                <a:extLst>
                  <a:ext uri="{FF2B5EF4-FFF2-40B4-BE49-F238E27FC236}">
                    <a16:creationId xmlns:a16="http://schemas.microsoft.com/office/drawing/2014/main" id="{302CE29B-6BD2-47FA-880E-B2C141917B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72" name="Arc 72">
                <a:extLst>
                  <a:ext uri="{FF2B5EF4-FFF2-40B4-BE49-F238E27FC236}">
                    <a16:creationId xmlns:a16="http://schemas.microsoft.com/office/drawing/2014/main" id="{D14FFACC-59FC-408C-B0E3-7ADFFA24DFE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958" name="Group 73">
              <a:extLst>
                <a:ext uri="{FF2B5EF4-FFF2-40B4-BE49-F238E27FC236}">
                  <a16:creationId xmlns:a16="http://schemas.microsoft.com/office/drawing/2014/main" id="{C867064E-C720-4D2A-ADA4-3487081F0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016"/>
              <a:ext cx="815" cy="144"/>
              <a:chOff x="865" y="1632"/>
              <a:chExt cx="815" cy="144"/>
            </a:xfrm>
          </p:grpSpPr>
          <p:sp>
            <p:nvSpPr>
              <p:cNvPr id="38967" name="Arc 74">
                <a:extLst>
                  <a:ext uri="{FF2B5EF4-FFF2-40B4-BE49-F238E27FC236}">
                    <a16:creationId xmlns:a16="http://schemas.microsoft.com/office/drawing/2014/main" id="{58480D32-820E-4182-BDAB-5FBF0FA06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" y="1680"/>
                <a:ext cx="288" cy="96"/>
              </a:xfrm>
              <a:custGeom>
                <a:avLst/>
                <a:gdLst>
                  <a:gd name="T0" fmla="*/ 0 w 21600"/>
                  <a:gd name="T1" fmla="*/ 0 h 31470"/>
                  <a:gd name="T2" fmla="*/ 0 w 21600"/>
                  <a:gd name="T3" fmla="*/ 0 h 31470"/>
                  <a:gd name="T4" fmla="*/ 0 w 21600"/>
                  <a:gd name="T5" fmla="*/ 0 h 3147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470"/>
                  <a:gd name="T11" fmla="*/ 21600 w 21600"/>
                  <a:gd name="T12" fmla="*/ 31470 h 314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470" fill="none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</a:path>
                  <a:path w="21600" h="31470" stroke="0" extrusionOk="0">
                    <a:moveTo>
                      <a:pt x="12533" y="31470"/>
                    </a:moveTo>
                    <a:cubicBezTo>
                      <a:pt x="4892" y="27936"/>
                      <a:pt x="0" y="20284"/>
                      <a:pt x="0" y="11865"/>
                    </a:cubicBezTo>
                    <a:cubicBezTo>
                      <a:pt x="-1" y="7648"/>
                      <a:pt x="1234" y="3523"/>
                      <a:pt x="3550" y="-1"/>
                    </a:cubicBezTo>
                    <a:lnTo>
                      <a:pt x="21600" y="11865"/>
                    </a:lnTo>
                    <a:lnTo>
                      <a:pt x="12533" y="31470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968" name="Line 75">
                <a:extLst>
                  <a:ext uri="{FF2B5EF4-FFF2-40B4-BE49-F238E27FC236}">
                    <a16:creationId xmlns:a16="http://schemas.microsoft.com/office/drawing/2014/main" id="{4D07F9D6-49E8-4DA7-A745-AD21B58DC2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08" y="1724"/>
                <a:ext cx="576" cy="52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69" name="Arc 76">
                <a:extLst>
                  <a:ext uri="{FF2B5EF4-FFF2-40B4-BE49-F238E27FC236}">
                    <a16:creationId xmlns:a16="http://schemas.microsoft.com/office/drawing/2014/main" id="{D21A5E1A-8B78-4B58-9082-7AC84337D8B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536" y="1632"/>
                <a:ext cx="144" cy="92"/>
              </a:xfrm>
              <a:custGeom>
                <a:avLst/>
                <a:gdLst>
                  <a:gd name="T0" fmla="*/ 0 w 21600"/>
                  <a:gd name="T1" fmla="*/ 0 h 37090"/>
                  <a:gd name="T2" fmla="*/ 0 w 21600"/>
                  <a:gd name="T3" fmla="*/ 0 h 37090"/>
                  <a:gd name="T4" fmla="*/ 0 w 21600"/>
                  <a:gd name="T5" fmla="*/ 0 h 3709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7090"/>
                  <a:gd name="T11" fmla="*/ 21600 w 21600"/>
                  <a:gd name="T12" fmla="*/ 37090 h 370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7090" fill="none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</a:path>
                  <a:path w="21600" h="37090" stroke="0" extrusionOk="0">
                    <a:moveTo>
                      <a:pt x="15630" y="37089"/>
                    </a:moveTo>
                    <a:cubicBezTo>
                      <a:pt x="6375" y="34428"/>
                      <a:pt x="0" y="25961"/>
                      <a:pt x="0" y="16331"/>
                    </a:cubicBezTo>
                    <a:cubicBezTo>
                      <a:pt x="-1" y="10062"/>
                      <a:pt x="2723" y="4102"/>
                      <a:pt x="7462" y="-1"/>
                    </a:cubicBezTo>
                    <a:lnTo>
                      <a:pt x="21600" y="16331"/>
                    </a:lnTo>
                    <a:lnTo>
                      <a:pt x="15630" y="37089"/>
                    </a:lnTo>
                    <a:close/>
                  </a:path>
                </a:pathLst>
              </a:cu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8959" name="Line 77">
              <a:extLst>
                <a:ext uri="{FF2B5EF4-FFF2-40B4-BE49-F238E27FC236}">
                  <a16:creationId xmlns:a16="http://schemas.microsoft.com/office/drawing/2014/main" id="{77CC869C-1E5B-4AC3-BF86-518E354086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" y="2204"/>
              <a:ext cx="576" cy="52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0" name="Arc 78">
              <a:extLst>
                <a:ext uri="{FF2B5EF4-FFF2-40B4-BE49-F238E27FC236}">
                  <a16:creationId xmlns:a16="http://schemas.microsoft.com/office/drawing/2014/main" id="{A58EC999-18B5-4C55-B9B6-6EAF7A793F5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35" y="2112"/>
              <a:ext cx="144" cy="92"/>
            </a:xfrm>
            <a:custGeom>
              <a:avLst/>
              <a:gdLst>
                <a:gd name="T0" fmla="*/ 0 w 21600"/>
                <a:gd name="T1" fmla="*/ 0 h 37090"/>
                <a:gd name="T2" fmla="*/ 0 w 21600"/>
                <a:gd name="T3" fmla="*/ 0 h 37090"/>
                <a:gd name="T4" fmla="*/ 0 w 21600"/>
                <a:gd name="T5" fmla="*/ 0 h 3709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090"/>
                <a:gd name="T11" fmla="*/ 21600 w 21600"/>
                <a:gd name="T12" fmla="*/ 37090 h 370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090" fill="none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</a:path>
                <a:path w="21600" h="37090" stroke="0" extrusionOk="0">
                  <a:moveTo>
                    <a:pt x="15630" y="37089"/>
                  </a:moveTo>
                  <a:cubicBezTo>
                    <a:pt x="6375" y="34428"/>
                    <a:pt x="0" y="25961"/>
                    <a:pt x="0" y="16331"/>
                  </a:cubicBezTo>
                  <a:cubicBezTo>
                    <a:pt x="-1" y="10062"/>
                    <a:pt x="2723" y="4102"/>
                    <a:pt x="7462" y="-1"/>
                  </a:cubicBezTo>
                  <a:lnTo>
                    <a:pt x="21600" y="16331"/>
                  </a:lnTo>
                  <a:lnTo>
                    <a:pt x="15630" y="37089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61" name="Line 79">
              <a:extLst>
                <a:ext uri="{FF2B5EF4-FFF2-40B4-BE49-F238E27FC236}">
                  <a16:creationId xmlns:a16="http://schemas.microsoft.com/office/drawing/2014/main" id="{EFBA5FB2-C1DF-46FC-8CBF-7DC67E101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256"/>
              <a:ext cx="576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2" name="Line 80">
              <a:extLst>
                <a:ext uri="{FF2B5EF4-FFF2-40B4-BE49-F238E27FC236}">
                  <a16:creationId xmlns:a16="http://schemas.microsoft.com/office/drawing/2014/main" id="{BA10E7B7-3508-47B8-BBD9-1249622F0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632"/>
              <a:ext cx="432" cy="0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3" name="Line 81">
              <a:extLst>
                <a:ext uri="{FF2B5EF4-FFF2-40B4-BE49-F238E27FC236}">
                  <a16:creationId xmlns:a16="http://schemas.microsoft.com/office/drawing/2014/main" id="{DD809C93-5201-4565-90D2-3C1151FB4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632"/>
              <a:ext cx="0" cy="173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4" name="Line 82">
              <a:extLst>
                <a:ext uri="{FF2B5EF4-FFF2-40B4-BE49-F238E27FC236}">
                  <a16:creationId xmlns:a16="http://schemas.microsoft.com/office/drawing/2014/main" id="{8371FB4F-E471-4890-ABAB-501C5CCF1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45"/>
              <a:ext cx="0" cy="211"/>
            </a:xfrm>
            <a:prstGeom prst="line">
              <a:avLst/>
            </a:prstGeom>
            <a:noFill/>
            <a:ln w="38100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65" name="Text Box 83">
              <a:extLst>
                <a:ext uri="{FF2B5EF4-FFF2-40B4-BE49-F238E27FC236}">
                  <a16:creationId xmlns:a16="http://schemas.microsoft.com/office/drawing/2014/main" id="{5FC567AA-0672-4DBC-8D32-6DE399DDD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565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  <p:sp>
          <p:nvSpPr>
            <p:cNvPr id="38966" name="Text Box 84">
              <a:extLst>
                <a:ext uri="{FF2B5EF4-FFF2-40B4-BE49-F238E27FC236}">
                  <a16:creationId xmlns:a16="http://schemas.microsoft.com/office/drawing/2014/main" id="{E25F7DB1-2822-4FCC-9F6B-A2FEEF3AC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" y="1776"/>
              <a:ext cx="37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b="1">
                  <a:solidFill>
                    <a:srgbClr val="CC3300"/>
                  </a:solidFill>
                </a:rPr>
                <a:t>。</a:t>
              </a:r>
            </a:p>
          </p:txBody>
        </p:sp>
      </p:grpSp>
      <p:grpSp>
        <p:nvGrpSpPr>
          <p:cNvPr id="9" name="Group 85">
            <a:extLst>
              <a:ext uri="{FF2B5EF4-FFF2-40B4-BE49-F238E27FC236}">
                <a16:creationId xmlns:a16="http://schemas.microsoft.com/office/drawing/2014/main" id="{76FE434D-0C67-4010-8E38-81DDF598962F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2916238"/>
            <a:ext cx="990600" cy="381000"/>
            <a:chOff x="960" y="1392"/>
            <a:chExt cx="624" cy="240"/>
          </a:xfrm>
        </p:grpSpPr>
        <p:sp>
          <p:nvSpPr>
            <p:cNvPr id="38950" name="Oval 86">
              <a:extLst>
                <a:ext uri="{FF2B5EF4-FFF2-40B4-BE49-F238E27FC236}">
                  <a16:creationId xmlns:a16="http://schemas.microsoft.com/office/drawing/2014/main" id="{0D187A61-C1DB-45F3-B20D-B77C3BFE9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392"/>
              <a:ext cx="624" cy="240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51" name="Oval 87">
              <a:extLst>
                <a:ext uri="{FF2B5EF4-FFF2-40B4-BE49-F238E27FC236}">
                  <a16:creationId xmlns:a16="http://schemas.microsoft.com/office/drawing/2014/main" id="{AF7930DB-FD38-4A5C-BAFC-5A9C57CB6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440"/>
              <a:ext cx="528" cy="144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52" name="Oval 88">
              <a:extLst>
                <a:ext uri="{FF2B5EF4-FFF2-40B4-BE49-F238E27FC236}">
                  <a16:creationId xmlns:a16="http://schemas.microsoft.com/office/drawing/2014/main" id="{52958792-BFC4-4DAB-8C5F-8C22121AC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1488"/>
              <a:ext cx="240" cy="48"/>
            </a:xfrm>
            <a:prstGeom prst="ellipse">
              <a:avLst/>
            </a:prstGeom>
            <a:noFill/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grpSp>
        <p:nvGrpSpPr>
          <p:cNvPr id="10" name="Group 89">
            <a:extLst>
              <a:ext uri="{FF2B5EF4-FFF2-40B4-BE49-F238E27FC236}">
                <a16:creationId xmlns:a16="http://schemas.microsoft.com/office/drawing/2014/main" id="{ED2ABA3B-41A7-4BEA-BA2D-EFC69DE0C1B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3068638"/>
            <a:ext cx="1219200" cy="1219200"/>
            <a:chOff x="1824" y="1392"/>
            <a:chExt cx="768" cy="768"/>
          </a:xfrm>
        </p:grpSpPr>
        <p:sp>
          <p:nvSpPr>
            <p:cNvPr id="38942" name="Oval 90">
              <a:extLst>
                <a:ext uri="{FF2B5EF4-FFF2-40B4-BE49-F238E27FC236}">
                  <a16:creationId xmlns:a16="http://schemas.microsoft.com/office/drawing/2014/main" id="{1CE87E95-4C04-4861-AE68-B4A7948DE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392"/>
              <a:ext cx="768" cy="768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3" name="Oval 91">
              <a:extLst>
                <a:ext uri="{FF2B5EF4-FFF2-40B4-BE49-F238E27FC236}">
                  <a16:creationId xmlns:a16="http://schemas.microsoft.com/office/drawing/2014/main" id="{C0BE85D1-6BE4-4557-AEF2-0CEFD207E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40"/>
              <a:ext cx="672" cy="672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4" name="Oval 92">
              <a:extLst>
                <a:ext uri="{FF2B5EF4-FFF2-40B4-BE49-F238E27FC236}">
                  <a16:creationId xmlns:a16="http://schemas.microsoft.com/office/drawing/2014/main" id="{0D75100E-D73A-4EBF-9BFC-BD9EEAFD9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488"/>
              <a:ext cx="576" cy="576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5" name="Oval 93">
              <a:extLst>
                <a:ext uri="{FF2B5EF4-FFF2-40B4-BE49-F238E27FC236}">
                  <a16:creationId xmlns:a16="http://schemas.microsoft.com/office/drawing/2014/main" id="{06DCE99C-C5F1-4DA2-8C32-47D8E8B35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536"/>
              <a:ext cx="480" cy="480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6" name="Oval 94">
              <a:extLst>
                <a:ext uri="{FF2B5EF4-FFF2-40B4-BE49-F238E27FC236}">
                  <a16:creationId xmlns:a16="http://schemas.microsoft.com/office/drawing/2014/main" id="{22A85A50-9D7D-4979-A91B-072F69A8C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84"/>
              <a:ext cx="384" cy="384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7" name="Oval 95">
              <a:extLst>
                <a:ext uri="{FF2B5EF4-FFF2-40B4-BE49-F238E27FC236}">
                  <a16:creationId xmlns:a16="http://schemas.microsoft.com/office/drawing/2014/main" id="{4FA116AE-CC62-4366-89D4-FF844F209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632"/>
              <a:ext cx="288" cy="288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8" name="Oval 96">
              <a:extLst>
                <a:ext uri="{FF2B5EF4-FFF2-40B4-BE49-F238E27FC236}">
                  <a16:creationId xmlns:a16="http://schemas.microsoft.com/office/drawing/2014/main" id="{C024CF62-0576-4F10-99BC-195AD8294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680"/>
              <a:ext cx="192" cy="192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38949" name="Oval 97">
              <a:extLst>
                <a:ext uri="{FF2B5EF4-FFF2-40B4-BE49-F238E27FC236}">
                  <a16:creationId xmlns:a16="http://schemas.microsoft.com/office/drawing/2014/main" id="{97803A68-EB45-4B20-B695-346A76651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728"/>
              <a:ext cx="96" cy="96"/>
            </a:xfrm>
            <a:prstGeom prst="ellipse">
              <a:avLst/>
            </a:prstGeom>
            <a:solidFill>
              <a:srgbClr val="FFFF99"/>
            </a:solidFill>
            <a:ln w="28575">
              <a:solidFill>
                <a:srgbClr val="CC3300"/>
              </a:solidFill>
              <a:prstDash val="sysDot"/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</p:grpSp>
      <p:sp>
        <p:nvSpPr>
          <p:cNvPr id="235618" name="Text Box 98">
            <a:extLst>
              <a:ext uri="{FF2B5EF4-FFF2-40B4-BE49-F238E27FC236}">
                <a16:creationId xmlns:a16="http://schemas.microsoft.com/office/drawing/2014/main" id="{B8B0ECEF-D6D9-4321-8216-D6F803CABB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432175"/>
            <a:ext cx="422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>
                <a:solidFill>
                  <a:srgbClr val="FF0000"/>
                </a:solidFill>
              </a:rPr>
              <a:t>~</a:t>
            </a:r>
          </a:p>
        </p:txBody>
      </p:sp>
      <p:sp>
        <p:nvSpPr>
          <p:cNvPr id="235620" name="AutoShape 100">
            <a:extLst>
              <a:ext uri="{FF2B5EF4-FFF2-40B4-BE49-F238E27FC236}">
                <a16:creationId xmlns:a16="http://schemas.microsoft.com/office/drawing/2014/main" id="{52C02CE8-CD47-495F-9EC5-277428582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759325"/>
            <a:ext cx="1524000" cy="685800"/>
          </a:xfrm>
          <a:prstGeom prst="wedgeEllipseCallout">
            <a:avLst>
              <a:gd name="adj1" fmla="val -70315"/>
              <a:gd name="adj2" fmla="val -77778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坩埚</a:t>
            </a:r>
          </a:p>
        </p:txBody>
      </p:sp>
      <p:grpSp>
        <p:nvGrpSpPr>
          <p:cNvPr id="11" name="Group 101">
            <a:extLst>
              <a:ext uri="{FF2B5EF4-FFF2-40B4-BE49-F238E27FC236}">
                <a16:creationId xmlns:a16="http://schemas.microsoft.com/office/drawing/2014/main" id="{9CCEC222-A423-4C5F-932A-CA2423DEE675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244725"/>
            <a:ext cx="2133600" cy="609600"/>
            <a:chOff x="3264" y="1152"/>
            <a:chExt cx="1344" cy="384"/>
          </a:xfrm>
        </p:grpSpPr>
        <p:sp>
          <p:nvSpPr>
            <p:cNvPr id="38933" name="Line 102">
              <a:extLst>
                <a:ext uri="{FF2B5EF4-FFF2-40B4-BE49-F238E27FC236}">
                  <a16:creationId xmlns:a16="http://schemas.microsoft.com/office/drawing/2014/main" id="{F9368E90-76B0-4AC5-A325-4F2DE9411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88"/>
              <a:ext cx="144" cy="4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4" name="Line 103">
              <a:extLst>
                <a:ext uri="{FF2B5EF4-FFF2-40B4-BE49-F238E27FC236}">
                  <a16:creationId xmlns:a16="http://schemas.microsoft.com/office/drawing/2014/main" id="{F68980DA-6063-444F-860D-02756D82B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296"/>
              <a:ext cx="96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5" name="Line 104">
              <a:extLst>
                <a:ext uri="{FF2B5EF4-FFF2-40B4-BE49-F238E27FC236}">
                  <a16:creationId xmlns:a16="http://schemas.microsoft.com/office/drawing/2014/main" id="{0DA457A9-714C-4AD0-883E-65DD2E60F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248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6" name="Line 105">
              <a:extLst>
                <a:ext uri="{FF2B5EF4-FFF2-40B4-BE49-F238E27FC236}">
                  <a16:creationId xmlns:a16="http://schemas.microsoft.com/office/drawing/2014/main" id="{371BA120-F33F-41C7-B13F-A8538DB86B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152"/>
              <a:ext cx="48" cy="192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7" name="Line 106">
              <a:extLst>
                <a:ext uri="{FF2B5EF4-FFF2-40B4-BE49-F238E27FC236}">
                  <a16:creationId xmlns:a16="http://schemas.microsoft.com/office/drawing/2014/main" id="{135CD24B-915B-4983-BB83-0F55C98493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1200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8" name="Line 107">
              <a:extLst>
                <a:ext uri="{FF2B5EF4-FFF2-40B4-BE49-F238E27FC236}">
                  <a16:creationId xmlns:a16="http://schemas.microsoft.com/office/drawing/2014/main" id="{A3D5D1EE-0427-4269-8D21-1FC0DB8783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1200"/>
              <a:ext cx="48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39" name="Line 108">
              <a:extLst>
                <a:ext uri="{FF2B5EF4-FFF2-40B4-BE49-F238E27FC236}">
                  <a16:creationId xmlns:a16="http://schemas.microsoft.com/office/drawing/2014/main" id="{3A432859-E045-40C8-B8CE-E49325516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72" y="1248"/>
              <a:ext cx="144" cy="144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0" name="Line 109">
              <a:extLst>
                <a:ext uri="{FF2B5EF4-FFF2-40B4-BE49-F238E27FC236}">
                  <a16:creationId xmlns:a16="http://schemas.microsoft.com/office/drawing/2014/main" id="{AECB6659-0C2C-4DDB-8A09-FD56926273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16" y="1344"/>
              <a:ext cx="144" cy="96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941" name="Line 110">
              <a:extLst>
                <a:ext uri="{FF2B5EF4-FFF2-40B4-BE49-F238E27FC236}">
                  <a16:creationId xmlns:a16="http://schemas.microsoft.com/office/drawing/2014/main" id="{EAAA06FC-FBA6-4B72-87AF-E63CF234E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64" y="1488"/>
              <a:ext cx="144" cy="48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11">
            <a:extLst>
              <a:ext uri="{FF2B5EF4-FFF2-40B4-BE49-F238E27FC236}">
                <a16:creationId xmlns:a16="http://schemas.microsoft.com/office/drawing/2014/main" id="{5AD692D0-EE07-4F39-A8AC-98BEC3BED30A}"/>
              </a:ext>
            </a:extLst>
          </p:cNvPr>
          <p:cNvGrpSpPr>
            <a:grpSpLocks/>
          </p:cNvGrpSpPr>
          <p:nvPr/>
        </p:nvGrpSpPr>
        <p:grpSpPr bwMode="auto">
          <a:xfrm>
            <a:off x="5897563" y="406400"/>
            <a:ext cx="2259012" cy="792163"/>
            <a:chOff x="3997" y="255"/>
            <a:chExt cx="1423" cy="499"/>
          </a:xfrm>
        </p:grpSpPr>
        <p:graphicFrame>
          <p:nvGraphicFramePr>
            <p:cNvPr id="38931" name="Object 3">
              <a:extLst>
                <a:ext uri="{FF2B5EF4-FFF2-40B4-BE49-F238E27FC236}">
                  <a16:creationId xmlns:a16="http://schemas.microsoft.com/office/drawing/2014/main" id="{FA3370F8-81A6-4552-A8A6-3A95B8509AE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22" y="255"/>
            <a:ext cx="99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39" name="Equation" r:id="rId4" imgW="1511300" imgH="711200" progId="Equation.DSMT4">
                    <p:embed/>
                  </p:oleObj>
                </mc:Choice>
                <mc:Fallback>
                  <p:oleObj name="Equation" r:id="rId4" imgW="1511300" imgH="7112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2" y="255"/>
                          <a:ext cx="998" cy="474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2" name="Object 4">
              <a:extLst>
                <a:ext uri="{FF2B5EF4-FFF2-40B4-BE49-F238E27FC236}">
                  <a16:creationId xmlns:a16="http://schemas.microsoft.com/office/drawing/2014/main" id="{2EE016EB-61D2-472C-B24F-46719274778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7" y="255"/>
            <a:ext cx="442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0" name="剪辑" r:id="rId6" imgW="3168581" imgH="2914476" progId="MS_ClipArt_Gallery.2">
                    <p:embed/>
                  </p:oleObj>
                </mc:Choice>
                <mc:Fallback>
                  <p:oleObj name="剪辑" r:id="rId6" imgW="3168581" imgH="2914476" progId="MS_ClipArt_Gallery.2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7" y="255"/>
                          <a:ext cx="442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5634" name="Object 2">
            <a:extLst>
              <a:ext uri="{FF2B5EF4-FFF2-40B4-BE49-F238E27FC236}">
                <a16:creationId xmlns:a16="http://schemas.microsoft.com/office/drawing/2014/main" id="{3CBFF06F-C0AF-4E23-881A-CF58A9E4CE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3" y="1509713"/>
          <a:ext cx="3937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1" name="Equation" r:id="rId8" imgW="272930" imgH="381077" progId="Equation.DSMT4">
                  <p:embed/>
                </p:oleObj>
              </mc:Choice>
              <mc:Fallback>
                <p:oleObj name="Equation" r:id="rId8" imgW="272930" imgH="381077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1509713"/>
                        <a:ext cx="39370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15">
            <a:extLst>
              <a:ext uri="{FF2B5EF4-FFF2-40B4-BE49-F238E27FC236}">
                <a16:creationId xmlns:a16="http://schemas.microsoft.com/office/drawing/2014/main" id="{A65A8E88-DBEC-448D-BD77-C6D16205FB74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4833938"/>
            <a:ext cx="4149725" cy="1587500"/>
            <a:chOff x="930" y="3045"/>
            <a:chExt cx="2614" cy="1000"/>
          </a:xfrm>
        </p:grpSpPr>
        <p:pic>
          <p:nvPicPr>
            <p:cNvPr id="38929" name="Picture 116">
              <a:extLst>
                <a:ext uri="{FF2B5EF4-FFF2-40B4-BE49-F238E27FC236}">
                  <a16:creationId xmlns:a16="http://schemas.microsoft.com/office/drawing/2014/main" id="{E36C1647-7E47-4560-A23C-4A32ED263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" y="3045"/>
              <a:ext cx="1579" cy="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30" name="Text Box 117">
              <a:extLst>
                <a:ext uri="{FF2B5EF4-FFF2-40B4-BE49-F238E27FC236}">
                  <a16:creationId xmlns:a16="http://schemas.microsoft.com/office/drawing/2014/main" id="{800DEECC-50C7-45DE-AC5C-F546023B0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3453"/>
              <a:ext cx="116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电磁灶</a:t>
              </a:r>
            </a:p>
          </p:txBody>
        </p:sp>
      </p:grpSp>
      <p:sp>
        <p:nvSpPr>
          <p:cNvPr id="38928" name="Text Box 12">
            <a:extLst>
              <a:ext uri="{FF2B5EF4-FFF2-40B4-BE49-F238E27FC236}">
                <a16:creationId xmlns:a16="http://schemas.microsoft.com/office/drawing/2014/main" id="{8861FFE6-4585-4040-9378-DC4A141F5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21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23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3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3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5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8" dur="500"/>
                                        <p:tgtEl>
                                          <p:spTgt spid="23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55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22" grpId="0" autoUpdateAnimBg="0"/>
      <p:bldP spid="235523" grpId="0" autoUpdateAnimBg="0"/>
      <p:bldP spid="235573" grpId="0" autoUpdateAnimBg="0"/>
      <p:bldP spid="235574" grpId="0" autoUpdateAnimBg="0"/>
      <p:bldP spid="235618" grpId="0" autoUpdateAnimBg="0"/>
      <p:bldP spid="235620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Text Box 2">
            <a:extLst>
              <a:ext uri="{FF2B5EF4-FFF2-40B4-BE49-F238E27FC236}">
                <a16:creationId xmlns:a16="http://schemas.microsoft.com/office/drawing/2014/main" id="{92265A5D-95DF-4D69-9ACD-D15032356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04925"/>
            <a:ext cx="4537075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宋体" panose="02010600030101010101" pitchFamily="2" charset="-122"/>
              </a:rPr>
              <a:t>    </a:t>
            </a:r>
            <a:r>
              <a:rPr lang="zh-CN" altLang="en-US" sz="2800" b="1">
                <a:latin typeface="宋体" panose="02010600030101010101" pitchFamily="2" charset="-122"/>
              </a:rPr>
              <a:t>由于涡旋电流在导体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中产生焦耳热，它不仅消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耗电功率</a:t>
            </a:r>
            <a:r>
              <a:rPr lang="zh-CN" altLang="en-US" sz="2400" b="1"/>
              <a:t>， </a:t>
            </a:r>
            <a:r>
              <a:rPr lang="zh-CN" altLang="en-US" sz="2800" b="1">
                <a:latin typeface="宋体" panose="02010600030101010101" pitchFamily="2" charset="-122"/>
              </a:rPr>
              <a:t>而且降低设备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能量利用效率。为避免能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量的损失，常将发电机和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变压器的铁芯做成层状的，用薄层绝缘材料把各层隔开，以减少损失。</a:t>
            </a:r>
          </a:p>
        </p:txBody>
      </p:sp>
      <p:sp>
        <p:nvSpPr>
          <p:cNvPr id="236547" name="Text Box 3">
            <a:extLst>
              <a:ext uri="{FF2B5EF4-FFF2-40B4-BE49-F238E27FC236}">
                <a16:creationId xmlns:a16="http://schemas.microsoft.com/office/drawing/2014/main" id="{D6E46922-A117-420B-A9BB-AA11D5F28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5475" y="881063"/>
            <a:ext cx="6111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Arial" panose="020B0604020202020204" pitchFamily="34" charset="0"/>
                <a:ea typeface="楷体_GB2312" pitchFamily="49" charset="-122"/>
              </a:rPr>
              <a:t>变压器铁芯中的涡电流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18965A9-A46E-4494-BCE7-C42DA12DE242}"/>
              </a:ext>
            </a:extLst>
          </p:cNvPr>
          <p:cNvGrpSpPr>
            <a:grpSpLocks/>
          </p:cNvGrpSpPr>
          <p:nvPr/>
        </p:nvGrpSpPr>
        <p:grpSpPr bwMode="auto">
          <a:xfrm>
            <a:off x="4537075" y="412750"/>
            <a:ext cx="3168650" cy="2916238"/>
            <a:chOff x="2540" y="232"/>
            <a:chExt cx="1996" cy="1837"/>
          </a:xfrm>
        </p:grpSpPr>
        <p:sp>
          <p:nvSpPr>
            <p:cNvPr id="41003" name="Rectangle 5">
              <a:extLst>
                <a:ext uri="{FF2B5EF4-FFF2-40B4-BE49-F238E27FC236}">
                  <a16:creationId xmlns:a16="http://schemas.microsoft.com/office/drawing/2014/main" id="{B4F4405A-B5D2-481B-83B3-3CF356703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1162"/>
              <a:ext cx="961" cy="907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04" name="Line 6">
              <a:extLst>
                <a:ext uri="{FF2B5EF4-FFF2-40B4-BE49-F238E27FC236}">
                  <a16:creationId xmlns:a16="http://schemas.microsoft.com/office/drawing/2014/main" id="{99091C7E-E7DA-4AB5-8DF1-2C54E8F50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9" y="1888"/>
              <a:ext cx="31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5" name="Line 7">
              <a:extLst>
                <a:ext uri="{FF2B5EF4-FFF2-40B4-BE49-F238E27FC236}">
                  <a16:creationId xmlns:a16="http://schemas.microsoft.com/office/drawing/2014/main" id="{FB0C2ECC-2B42-40BA-AB75-AE99F9E5AA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734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6" name="Line 8">
              <a:extLst>
                <a:ext uri="{FF2B5EF4-FFF2-40B4-BE49-F238E27FC236}">
                  <a16:creationId xmlns:a16="http://schemas.microsoft.com/office/drawing/2014/main" id="{9286F770-E53E-4B50-8BFA-E72C28935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731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Line 9">
              <a:extLst>
                <a:ext uri="{FF2B5EF4-FFF2-40B4-BE49-F238E27FC236}">
                  <a16:creationId xmlns:a16="http://schemas.microsoft.com/office/drawing/2014/main" id="{9ED686C4-42A8-4CE6-B5FF-D0BE82A4E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67" y="527"/>
              <a:ext cx="27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8" name="Text Box 10">
              <a:extLst>
                <a:ext uri="{FF2B5EF4-FFF2-40B4-BE49-F238E27FC236}">
                  <a16:creationId xmlns:a16="http://schemas.microsoft.com/office/drawing/2014/main" id="{91136108-4983-4721-87C8-0740176F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1048"/>
              <a:ext cx="40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solidFill>
                    <a:srgbClr val="FF5050"/>
                  </a:solidFill>
                </a:rPr>
                <a:t>～</a:t>
              </a:r>
            </a:p>
          </p:txBody>
        </p:sp>
        <p:sp>
          <p:nvSpPr>
            <p:cNvPr id="41009" name="Rectangle 11">
              <a:extLst>
                <a:ext uri="{FF2B5EF4-FFF2-40B4-BE49-F238E27FC236}">
                  <a16:creationId xmlns:a16="http://schemas.microsoft.com/office/drawing/2014/main" id="{95CED08D-282C-4907-A2AF-30C6E54DA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275"/>
              <a:ext cx="689" cy="658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10" name="Line 12">
              <a:extLst>
                <a:ext uri="{FF2B5EF4-FFF2-40B4-BE49-F238E27FC236}">
                  <a16:creationId xmlns:a16="http://schemas.microsoft.com/office/drawing/2014/main" id="{D5FC7F95-80B7-43EC-BD70-04800A3CB0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41" y="1502"/>
              <a:ext cx="0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1" name="Line 13">
              <a:extLst>
                <a:ext uri="{FF2B5EF4-FFF2-40B4-BE49-F238E27FC236}">
                  <a16:creationId xmlns:a16="http://schemas.microsoft.com/office/drawing/2014/main" id="{3D635B36-2488-4164-8CD7-07BD9A57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548"/>
              <a:ext cx="0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012" name="Object 3">
              <a:extLst>
                <a:ext uri="{FF2B5EF4-FFF2-40B4-BE49-F238E27FC236}">
                  <a16:creationId xmlns:a16="http://schemas.microsoft.com/office/drawing/2014/main" id="{53B84BA7-46F1-4C21-868D-2F70697CEB0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76" y="232"/>
            <a:ext cx="150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5" name="Equation" r:id="rId4" imgW="37997" imgH="69624" progId="Equation.DSMT4">
                    <p:embed/>
                  </p:oleObj>
                </mc:Choice>
                <mc:Fallback>
                  <p:oleObj name="Equation" r:id="rId4" imgW="37997" imgH="69624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6" y="232"/>
                          <a:ext cx="150" cy="2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13" name="Line 15">
              <a:extLst>
                <a:ext uri="{FF2B5EF4-FFF2-40B4-BE49-F238E27FC236}">
                  <a16:creationId xmlns:a16="http://schemas.microsoft.com/office/drawing/2014/main" id="{FDD6587A-0A25-4C4F-AAA2-8CE69BD828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848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4" name="Line 16">
              <a:extLst>
                <a:ext uri="{FF2B5EF4-FFF2-40B4-BE49-F238E27FC236}">
                  <a16:creationId xmlns:a16="http://schemas.microsoft.com/office/drawing/2014/main" id="{2E6ABB11-4DA0-4BFE-B571-3DFAE82BB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9" y="845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5" name="Line 17">
              <a:extLst>
                <a:ext uri="{FF2B5EF4-FFF2-40B4-BE49-F238E27FC236}">
                  <a16:creationId xmlns:a16="http://schemas.microsoft.com/office/drawing/2014/main" id="{E9F98918-F8AA-4525-B8FE-547EC88C30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5" y="984"/>
              <a:ext cx="99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6" name="Line 18">
              <a:extLst>
                <a:ext uri="{FF2B5EF4-FFF2-40B4-BE49-F238E27FC236}">
                  <a16:creationId xmlns:a16="http://schemas.microsoft.com/office/drawing/2014/main" id="{8020841C-0FCC-4AE2-BDB7-8151042C2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981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7" name="Line 19">
              <a:extLst>
                <a:ext uri="{FF2B5EF4-FFF2-40B4-BE49-F238E27FC236}">
                  <a16:creationId xmlns:a16="http://schemas.microsoft.com/office/drawing/2014/main" id="{9CB48DA5-CF3B-4F5C-ABAC-F2AA520CD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621"/>
              <a:ext cx="181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8" name="Line 20">
              <a:extLst>
                <a:ext uri="{FF2B5EF4-FFF2-40B4-BE49-F238E27FC236}">
                  <a16:creationId xmlns:a16="http://schemas.microsoft.com/office/drawing/2014/main" id="{E458E0EC-9F5E-477C-AF5A-E9E5562FBF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618"/>
              <a:ext cx="0" cy="90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9" name="Line 21">
              <a:extLst>
                <a:ext uri="{FF2B5EF4-FFF2-40B4-BE49-F238E27FC236}">
                  <a16:creationId xmlns:a16="http://schemas.microsoft.com/office/drawing/2014/main" id="{82D605A5-9B10-4B64-A553-94028132E8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1457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0" name="Line 22">
              <a:extLst>
                <a:ext uri="{FF2B5EF4-FFF2-40B4-BE49-F238E27FC236}">
                  <a16:creationId xmlns:a16="http://schemas.microsoft.com/office/drawing/2014/main" id="{2D0F796B-E5E2-4798-9ACF-ED2BE0AFB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4" y="640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1" name="Rectangle 23">
              <a:extLst>
                <a:ext uri="{FF2B5EF4-FFF2-40B4-BE49-F238E27FC236}">
                  <a16:creationId xmlns:a16="http://schemas.microsoft.com/office/drawing/2014/main" id="{4E2409B3-70EB-4554-B9A6-505651DC0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6" y="1389"/>
              <a:ext cx="453" cy="43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22" name="Line 24">
              <a:extLst>
                <a:ext uri="{FF2B5EF4-FFF2-40B4-BE49-F238E27FC236}">
                  <a16:creationId xmlns:a16="http://schemas.microsoft.com/office/drawing/2014/main" id="{26E6E75C-B33C-4462-8775-F2993F7FE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6" y="1502"/>
              <a:ext cx="3" cy="10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3" name="Line 25">
              <a:extLst>
                <a:ext uri="{FF2B5EF4-FFF2-40B4-BE49-F238E27FC236}">
                  <a16:creationId xmlns:a16="http://schemas.microsoft.com/office/drawing/2014/main" id="{C8B163AA-7B55-456D-85DB-1B6E85557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3" y="1552"/>
              <a:ext cx="3" cy="109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4" name="Line 26">
              <a:extLst>
                <a:ext uri="{FF2B5EF4-FFF2-40B4-BE49-F238E27FC236}">
                  <a16:creationId xmlns:a16="http://schemas.microsoft.com/office/drawing/2014/main" id="{D2A12D6F-1F6C-4D13-BE3D-0FC7A377C8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7" y="1788"/>
              <a:ext cx="580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5" name="Rectangle 27">
              <a:extLst>
                <a:ext uri="{FF2B5EF4-FFF2-40B4-BE49-F238E27FC236}">
                  <a16:creationId xmlns:a16="http://schemas.microsoft.com/office/drawing/2014/main" id="{0530A742-FF8F-4633-A50F-5B83E080E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1480"/>
              <a:ext cx="227" cy="272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1026" name="Line 28">
              <a:extLst>
                <a:ext uri="{FF2B5EF4-FFF2-40B4-BE49-F238E27FC236}">
                  <a16:creationId xmlns:a16="http://schemas.microsoft.com/office/drawing/2014/main" id="{5860865D-0838-4E32-96C9-BB96A79A17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4" y="1525"/>
              <a:ext cx="2" cy="136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7" name="Line 29">
              <a:extLst>
                <a:ext uri="{FF2B5EF4-FFF2-40B4-BE49-F238E27FC236}">
                  <a16:creationId xmlns:a16="http://schemas.microsoft.com/office/drawing/2014/main" id="{AFC57B06-5B5C-459E-8003-2DC55D2A4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588"/>
              <a:ext cx="1" cy="73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28" name="Line 30">
              <a:extLst>
                <a:ext uri="{FF2B5EF4-FFF2-40B4-BE49-F238E27FC236}">
                  <a16:creationId xmlns:a16="http://schemas.microsoft.com/office/drawing/2014/main" id="{D3A7DC89-F6B5-4879-9533-96E037A02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79" y="1864"/>
              <a:ext cx="320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1">
            <a:extLst>
              <a:ext uri="{FF2B5EF4-FFF2-40B4-BE49-F238E27FC236}">
                <a16:creationId xmlns:a16="http://schemas.microsoft.com/office/drawing/2014/main" id="{A258504B-CCF0-4787-9205-6090BB7AF013}"/>
              </a:ext>
            </a:extLst>
          </p:cNvPr>
          <p:cNvGrpSpPr>
            <a:grpSpLocks/>
          </p:cNvGrpSpPr>
          <p:nvPr/>
        </p:nvGrpSpPr>
        <p:grpSpPr bwMode="auto">
          <a:xfrm>
            <a:off x="4824413" y="3402013"/>
            <a:ext cx="3028950" cy="2690812"/>
            <a:chOff x="2699" y="2341"/>
            <a:chExt cx="1908" cy="1695"/>
          </a:xfrm>
        </p:grpSpPr>
        <p:sp>
          <p:nvSpPr>
            <p:cNvPr id="40972" name="Rectangle 32">
              <a:extLst>
                <a:ext uri="{FF2B5EF4-FFF2-40B4-BE49-F238E27FC236}">
                  <a16:creationId xmlns:a16="http://schemas.microsoft.com/office/drawing/2014/main" id="{437A6C5D-3793-4220-B869-E19BE1C7E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3265"/>
              <a:ext cx="316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3" name="Line 33">
              <a:extLst>
                <a:ext uri="{FF2B5EF4-FFF2-40B4-BE49-F238E27FC236}">
                  <a16:creationId xmlns:a16="http://schemas.microsoft.com/office/drawing/2014/main" id="{CC7B339C-CE68-4338-8092-6820EF5154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3861"/>
              <a:ext cx="221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4" name="Line 34">
              <a:extLst>
                <a:ext uri="{FF2B5EF4-FFF2-40B4-BE49-F238E27FC236}">
                  <a16:creationId xmlns:a16="http://schemas.microsoft.com/office/drawing/2014/main" id="{E43F48A7-B67F-430C-BB9E-90C8E665C8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591"/>
              <a:ext cx="27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5" name="Text Box 35">
              <a:extLst>
                <a:ext uri="{FF2B5EF4-FFF2-40B4-BE49-F238E27FC236}">
                  <a16:creationId xmlns:a16="http://schemas.microsoft.com/office/drawing/2014/main" id="{049517E5-1556-4FAB-BBF2-2D7338C09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065"/>
              <a:ext cx="2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b="1">
                  <a:solidFill>
                    <a:srgbClr val="FF5050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graphicFrame>
          <p:nvGraphicFramePr>
            <p:cNvPr id="40976" name="Object 2">
              <a:extLst>
                <a:ext uri="{FF2B5EF4-FFF2-40B4-BE49-F238E27FC236}">
                  <a16:creationId xmlns:a16="http://schemas.microsoft.com/office/drawing/2014/main" id="{1E47EC14-64DA-4C9F-879E-77142D49A6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35" y="2341"/>
            <a:ext cx="15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6" name="Equation" r:id="rId6" imgW="37997" imgH="69624" progId="Equation.DSMT4">
                    <p:embed/>
                  </p:oleObj>
                </mc:Choice>
                <mc:Fallback>
                  <p:oleObj name="Equation" r:id="rId6" imgW="37997" imgH="69624" progId="Equation.DSMT4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5" y="2341"/>
                          <a:ext cx="15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977" name="Rectangle 37">
              <a:extLst>
                <a:ext uri="{FF2B5EF4-FFF2-40B4-BE49-F238E27FC236}">
                  <a16:creationId xmlns:a16="http://schemas.microsoft.com/office/drawing/2014/main" id="{68D9572D-5D09-4023-A132-7DE50F630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2" y="3419"/>
              <a:ext cx="157" cy="50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8" name="Line 38">
              <a:extLst>
                <a:ext uri="{FF2B5EF4-FFF2-40B4-BE49-F238E27FC236}">
                  <a16:creationId xmlns:a16="http://schemas.microsoft.com/office/drawing/2014/main" id="{D1873BA9-399F-4B56-86E6-868D53C5B5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8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79" name="Line 39">
              <a:extLst>
                <a:ext uri="{FF2B5EF4-FFF2-40B4-BE49-F238E27FC236}">
                  <a16:creationId xmlns:a16="http://schemas.microsoft.com/office/drawing/2014/main" id="{2BB8A394-7A8F-4029-B01A-C6778AB2DB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0" name="Rectangle 40">
              <a:extLst>
                <a:ext uri="{FF2B5EF4-FFF2-40B4-BE49-F238E27FC236}">
                  <a16:creationId xmlns:a16="http://schemas.microsoft.com/office/drawing/2014/main" id="{7C719EB4-A214-4E7A-90D4-5645189D0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4" y="3265"/>
              <a:ext cx="315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1" name="Line 41">
              <a:extLst>
                <a:ext uri="{FF2B5EF4-FFF2-40B4-BE49-F238E27FC236}">
                  <a16:creationId xmlns:a16="http://schemas.microsoft.com/office/drawing/2014/main" id="{DBC11FFD-5E43-46A4-BB10-F4ECAB4E1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3843"/>
              <a:ext cx="221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2" name="Text Box 42">
              <a:extLst>
                <a:ext uri="{FF2B5EF4-FFF2-40B4-BE49-F238E27FC236}">
                  <a16:creationId xmlns:a16="http://schemas.microsoft.com/office/drawing/2014/main" id="{A4D51742-846D-4CC7-9387-3E7005E470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3067"/>
              <a:ext cx="2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83" name="Rectangle 43">
              <a:extLst>
                <a:ext uri="{FF2B5EF4-FFF2-40B4-BE49-F238E27FC236}">
                  <a16:creationId xmlns:a16="http://schemas.microsoft.com/office/drawing/2014/main" id="{C62E50D0-E2A2-4C91-9741-361A82932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" y="3419"/>
              <a:ext cx="157" cy="501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4" name="Line 44">
              <a:extLst>
                <a:ext uri="{FF2B5EF4-FFF2-40B4-BE49-F238E27FC236}">
                  <a16:creationId xmlns:a16="http://schemas.microsoft.com/office/drawing/2014/main" id="{E51D8301-BA00-4843-90F9-1C39D6659D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6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5" name="Line 45">
              <a:extLst>
                <a:ext uri="{FF2B5EF4-FFF2-40B4-BE49-F238E27FC236}">
                  <a16:creationId xmlns:a16="http://schemas.microsoft.com/office/drawing/2014/main" id="{49BD54D6-2B49-4C38-B057-6D438D45D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6" name="Rectangle 46">
              <a:extLst>
                <a:ext uri="{FF2B5EF4-FFF2-40B4-BE49-F238E27FC236}">
                  <a16:creationId xmlns:a16="http://schemas.microsoft.com/office/drawing/2014/main" id="{629C03A6-1BFA-4112-941C-3C5C67FB2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3265"/>
              <a:ext cx="316" cy="771"/>
            </a:xfrm>
            <a:prstGeom prst="rect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686868"/>
                </a:gs>
              </a:gsLst>
              <a:path path="shape">
                <a:fillToRect l="50000" t="50000" r="50000" b="50000"/>
              </a:path>
            </a:gra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3630600" prstMaterial="legacyMatte">
              <a:bevelT w="13500" h="13500" prst="angle"/>
              <a:bevelB w="13500" h="13500" prst="angle"/>
              <a:extrusionClr>
                <a:srgbClr val="C0C0C0"/>
              </a:extrusionClr>
              <a:contourClr>
                <a:srgbClr val="C0C0C0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87" name="Line 47">
              <a:extLst>
                <a:ext uri="{FF2B5EF4-FFF2-40B4-BE49-F238E27FC236}">
                  <a16:creationId xmlns:a16="http://schemas.microsoft.com/office/drawing/2014/main" id="{39AA66F5-326E-4B30-A33F-FF5A3967B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843"/>
              <a:ext cx="221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88" name="Text Box 48">
              <a:extLst>
                <a:ext uri="{FF2B5EF4-FFF2-40B4-BE49-F238E27FC236}">
                  <a16:creationId xmlns:a16="http://schemas.microsoft.com/office/drawing/2014/main" id="{5640935A-028F-4D73-938D-9B1141424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9" y="3067"/>
              <a:ext cx="28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89" name="Rectangle 49">
              <a:extLst>
                <a:ext uri="{FF2B5EF4-FFF2-40B4-BE49-F238E27FC236}">
                  <a16:creationId xmlns:a16="http://schemas.microsoft.com/office/drawing/2014/main" id="{794F427F-86D6-430C-BAD5-8378594F9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" y="3418"/>
              <a:ext cx="157" cy="502"/>
            </a:xfrm>
            <a:prstGeom prst="rect">
              <a:avLst/>
            </a:prstGeom>
            <a:noFill/>
            <a:ln w="31750">
              <a:solidFill>
                <a:srgbClr val="FFFF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90" name="Line 50">
              <a:extLst>
                <a:ext uri="{FF2B5EF4-FFF2-40B4-BE49-F238E27FC236}">
                  <a16:creationId xmlns:a16="http://schemas.microsoft.com/office/drawing/2014/main" id="{C9F79834-0DCA-4C5B-A5FB-1830C19E7A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46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1" name="Line 51">
              <a:extLst>
                <a:ext uri="{FF2B5EF4-FFF2-40B4-BE49-F238E27FC236}">
                  <a16:creationId xmlns:a16="http://schemas.microsoft.com/office/drawing/2014/main" id="{7888C316-976F-4C65-85D2-C25B8BF38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9" y="3612"/>
              <a:ext cx="0" cy="115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2" name="Text Box 52">
              <a:extLst>
                <a:ext uri="{FF2B5EF4-FFF2-40B4-BE49-F238E27FC236}">
                  <a16:creationId xmlns:a16="http://schemas.microsoft.com/office/drawing/2014/main" id="{F8416C76-E087-45EA-B8CC-0E13E6894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9" y="3058"/>
              <a:ext cx="2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bg2"/>
                  </a:solidFill>
                  <a:latin typeface="Arial" panose="020B0604020202020204" pitchFamily="34" charset="0"/>
                </a:rPr>
                <a:t>～</a:t>
              </a:r>
            </a:p>
          </p:txBody>
        </p:sp>
        <p:sp>
          <p:nvSpPr>
            <p:cNvPr id="40993" name="Line 53">
              <a:extLst>
                <a:ext uri="{FF2B5EF4-FFF2-40B4-BE49-F238E27FC236}">
                  <a16:creationId xmlns:a16="http://schemas.microsoft.com/office/drawing/2014/main" id="{DFA99A38-6E9E-4244-8B7C-F46899CF64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2775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4" name="Line 54">
              <a:extLst>
                <a:ext uri="{FF2B5EF4-FFF2-40B4-BE49-F238E27FC236}">
                  <a16:creationId xmlns:a16="http://schemas.microsoft.com/office/drawing/2014/main" id="{78A99430-A0EF-4F14-891A-0DF63C090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72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5" name="Line 55">
              <a:extLst>
                <a:ext uri="{FF2B5EF4-FFF2-40B4-BE49-F238E27FC236}">
                  <a16:creationId xmlns:a16="http://schemas.microsoft.com/office/drawing/2014/main" id="{D92FCE0D-67B6-4BB4-8E41-83FF7A509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889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6" name="Line 56">
              <a:extLst>
                <a:ext uri="{FF2B5EF4-FFF2-40B4-BE49-F238E27FC236}">
                  <a16:creationId xmlns:a16="http://schemas.microsoft.com/office/drawing/2014/main" id="{CDD2DC63-8BFD-477F-AEAF-5786B0550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2886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7" name="Line 57">
              <a:extLst>
                <a:ext uri="{FF2B5EF4-FFF2-40B4-BE49-F238E27FC236}">
                  <a16:creationId xmlns:a16="http://schemas.microsoft.com/office/drawing/2014/main" id="{F1F95DB3-6C20-4F37-B7C8-5DBA3D0C29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025"/>
              <a:ext cx="975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8" name="Line 58">
              <a:extLst>
                <a:ext uri="{FF2B5EF4-FFF2-40B4-BE49-F238E27FC236}">
                  <a16:creationId xmlns:a16="http://schemas.microsoft.com/office/drawing/2014/main" id="{9A125D09-C5C0-499D-A429-F16EAF526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3" y="3022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9" name="Line 59">
              <a:extLst>
                <a:ext uri="{FF2B5EF4-FFF2-40B4-BE49-F238E27FC236}">
                  <a16:creationId xmlns:a16="http://schemas.microsoft.com/office/drawing/2014/main" id="{E950B081-992F-4302-A903-CAF9A8253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4" y="2662"/>
              <a:ext cx="1773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0" name="Line 60">
              <a:extLst>
                <a:ext uri="{FF2B5EF4-FFF2-40B4-BE49-F238E27FC236}">
                  <a16:creationId xmlns:a16="http://schemas.microsoft.com/office/drawing/2014/main" id="{10DD89E6-DF5A-4758-A726-34ED27401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7" y="2659"/>
              <a:ext cx="0" cy="816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1" name="Line 61">
              <a:extLst>
                <a:ext uri="{FF2B5EF4-FFF2-40B4-BE49-F238E27FC236}">
                  <a16:creationId xmlns:a16="http://schemas.microsoft.com/office/drawing/2014/main" id="{0B90F67F-4641-4646-86FC-3D9F60FB4A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" y="3425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2" name="Line 62">
              <a:extLst>
                <a:ext uri="{FF2B5EF4-FFF2-40B4-BE49-F238E27FC236}">
                  <a16:creationId xmlns:a16="http://schemas.microsoft.com/office/drawing/2014/main" id="{AA9BEE06-5587-441C-B70A-291F503D5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3" y="2659"/>
              <a:ext cx="0" cy="43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236607" name="Picture 63" descr="变压器１">
            <a:extLst>
              <a:ext uri="{FF2B5EF4-FFF2-40B4-BE49-F238E27FC236}">
                <a16:creationId xmlns:a16="http://schemas.microsoft.com/office/drawing/2014/main" id="{46251CB6-A764-47E4-A83D-7F6104869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893"/>
          <a:stretch>
            <a:fillRect/>
          </a:stretch>
        </p:blipFill>
        <p:spPr bwMode="auto">
          <a:xfrm>
            <a:off x="503238" y="4784725"/>
            <a:ext cx="4451350" cy="206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64">
            <a:extLst>
              <a:ext uri="{FF2B5EF4-FFF2-40B4-BE49-F238E27FC236}">
                <a16:creationId xmlns:a16="http://schemas.microsoft.com/office/drawing/2014/main" id="{1410B319-C510-46BD-9756-90C27C234637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152400"/>
            <a:ext cx="1508125" cy="1295400"/>
            <a:chOff x="192" y="2832"/>
            <a:chExt cx="950" cy="816"/>
          </a:xfrm>
        </p:grpSpPr>
        <p:sp>
          <p:nvSpPr>
            <p:cNvPr id="40970" name="AutoShape 65">
              <a:extLst>
                <a:ext uri="{FF2B5EF4-FFF2-40B4-BE49-F238E27FC236}">
                  <a16:creationId xmlns:a16="http://schemas.microsoft.com/office/drawing/2014/main" id="{2B7CECB6-A966-4855-AF24-0BCD38BA6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832"/>
              <a:ext cx="912" cy="816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0971" name="Text Box 66">
              <a:extLst>
                <a:ext uri="{FF2B5EF4-FFF2-40B4-BE49-F238E27FC236}">
                  <a16:creationId xmlns:a16="http://schemas.microsoft.com/office/drawing/2014/main" id="{50B92A1B-93D9-4D56-85BD-D61C96F38C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976"/>
              <a:ext cx="75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4000" b="1">
                  <a:solidFill>
                    <a:srgbClr val="FF0000"/>
                  </a:solidFill>
                  <a:ea typeface="隶书" panose="02010509060101010101" pitchFamily="49" charset="-122"/>
                </a:rPr>
                <a:t>注：</a:t>
              </a:r>
            </a:p>
          </p:txBody>
        </p:sp>
      </p:grpSp>
      <p:sp>
        <p:nvSpPr>
          <p:cNvPr id="236611" name="Text Box 67">
            <a:extLst>
              <a:ext uri="{FF2B5EF4-FFF2-40B4-BE49-F238E27FC236}">
                <a16:creationId xmlns:a16="http://schemas.microsoft.com/office/drawing/2014/main" id="{2D5BA4D2-4667-4646-A656-4D95399E2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57225"/>
            <a:ext cx="4105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宋体" panose="02010600030101010101" pitchFamily="2" charset="-122"/>
              </a:rPr>
              <a:t>涡电流还是有害：</a:t>
            </a:r>
          </a:p>
        </p:txBody>
      </p:sp>
      <p:sp>
        <p:nvSpPr>
          <p:cNvPr id="40969" name="Text Box 12">
            <a:extLst>
              <a:ext uri="{FF2B5EF4-FFF2-40B4-BE49-F238E27FC236}">
                <a16:creationId xmlns:a16="http://schemas.microsoft.com/office/drawing/2014/main" id="{E3736822-9C82-4111-8CBA-C70DC13B3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22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6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36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3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6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46" grpId="0" autoUpdateAnimBg="0"/>
      <p:bldP spid="236547" grpId="0"/>
      <p:bldP spid="23661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Oval 2">
            <a:extLst>
              <a:ext uri="{FF2B5EF4-FFF2-40B4-BE49-F238E27FC236}">
                <a16:creationId xmlns:a16="http://schemas.microsoft.com/office/drawing/2014/main" id="{2AFE5F26-1B84-42CC-8A4A-3003F7630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488" y="3833813"/>
            <a:ext cx="1524000" cy="152400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F8C95D9-94A1-459C-B7CA-C5C0EA925A69}"/>
              </a:ext>
            </a:extLst>
          </p:cNvPr>
          <p:cNvGrpSpPr>
            <a:grpSpLocks/>
          </p:cNvGrpSpPr>
          <p:nvPr/>
        </p:nvGrpSpPr>
        <p:grpSpPr bwMode="auto">
          <a:xfrm>
            <a:off x="6465888" y="3608388"/>
            <a:ext cx="1981200" cy="1981200"/>
            <a:chOff x="1008" y="2016"/>
            <a:chExt cx="1344" cy="1344"/>
          </a:xfrm>
        </p:grpSpPr>
        <p:sp>
          <p:nvSpPr>
            <p:cNvPr id="43061" name="Oval 4">
              <a:extLst>
                <a:ext uri="{FF2B5EF4-FFF2-40B4-BE49-F238E27FC236}">
                  <a16:creationId xmlns:a16="http://schemas.microsoft.com/office/drawing/2014/main" id="{0893D0D5-5E21-42DB-9883-57080F50C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2016"/>
              <a:ext cx="1344" cy="13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43062" name="Group 5">
              <a:extLst>
                <a:ext uri="{FF2B5EF4-FFF2-40B4-BE49-F238E27FC236}">
                  <a16:creationId xmlns:a16="http://schemas.microsoft.com/office/drawing/2014/main" id="{BE009D28-9183-484B-B242-4775FF18CC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880"/>
              <a:ext cx="137" cy="127"/>
              <a:chOff x="1090" y="3836"/>
              <a:chExt cx="110" cy="100"/>
            </a:xfrm>
          </p:grpSpPr>
          <p:grpSp>
            <p:nvGrpSpPr>
              <p:cNvPr id="43128" name="Group 6">
                <a:extLst>
                  <a:ext uri="{FF2B5EF4-FFF2-40B4-BE49-F238E27FC236}">
                    <a16:creationId xmlns:a16="http://schemas.microsoft.com/office/drawing/2014/main" id="{890B0A2E-DF77-4278-A95A-FE1129014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30" name="Line 7">
                  <a:extLst>
                    <a:ext uri="{FF2B5EF4-FFF2-40B4-BE49-F238E27FC236}">
                      <a16:creationId xmlns:a16="http://schemas.microsoft.com/office/drawing/2014/main" id="{5C3876D9-EB8A-4DE1-8B8D-48E83C6913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31" name="Line 8">
                  <a:extLst>
                    <a:ext uri="{FF2B5EF4-FFF2-40B4-BE49-F238E27FC236}">
                      <a16:creationId xmlns:a16="http://schemas.microsoft.com/office/drawing/2014/main" id="{90E323CE-C7B4-4A17-8F89-AE8C4E66428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9" name="Line 9">
                <a:extLst>
                  <a:ext uri="{FF2B5EF4-FFF2-40B4-BE49-F238E27FC236}">
                    <a16:creationId xmlns:a16="http://schemas.microsoft.com/office/drawing/2014/main" id="{AAEF2D6A-ECDB-43CA-B10F-3F4D62A72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3" name="Group 10">
              <a:extLst>
                <a:ext uri="{FF2B5EF4-FFF2-40B4-BE49-F238E27FC236}">
                  <a16:creationId xmlns:a16="http://schemas.microsoft.com/office/drawing/2014/main" id="{72B4F03B-D75D-4BD5-B0B3-177914EA4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2640"/>
              <a:ext cx="137" cy="126"/>
              <a:chOff x="1090" y="3836"/>
              <a:chExt cx="110" cy="100"/>
            </a:xfrm>
          </p:grpSpPr>
          <p:grpSp>
            <p:nvGrpSpPr>
              <p:cNvPr id="43124" name="Group 11">
                <a:extLst>
                  <a:ext uri="{FF2B5EF4-FFF2-40B4-BE49-F238E27FC236}">
                    <a16:creationId xmlns:a16="http://schemas.microsoft.com/office/drawing/2014/main" id="{3E720E41-FCC2-4F06-AD01-9731ECD6C3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26" name="Line 12">
                  <a:extLst>
                    <a:ext uri="{FF2B5EF4-FFF2-40B4-BE49-F238E27FC236}">
                      <a16:creationId xmlns:a16="http://schemas.microsoft.com/office/drawing/2014/main" id="{4619DBB1-2AAC-4A64-A92A-05A4B8160B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7" name="Line 13">
                  <a:extLst>
                    <a:ext uri="{FF2B5EF4-FFF2-40B4-BE49-F238E27FC236}">
                      <a16:creationId xmlns:a16="http://schemas.microsoft.com/office/drawing/2014/main" id="{FA67B8E3-20EC-4B7D-9304-E8CC310AA2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5" name="Line 14">
                <a:extLst>
                  <a:ext uri="{FF2B5EF4-FFF2-40B4-BE49-F238E27FC236}">
                    <a16:creationId xmlns:a16="http://schemas.microsoft.com/office/drawing/2014/main" id="{159992F8-B908-41B0-BA12-A57D4844B9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4" name="Group 15">
              <a:extLst>
                <a:ext uri="{FF2B5EF4-FFF2-40B4-BE49-F238E27FC236}">
                  <a16:creationId xmlns:a16="http://schemas.microsoft.com/office/drawing/2014/main" id="{FDF4424E-F9A6-4D09-8EAD-20AE8960F9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2400"/>
              <a:ext cx="137" cy="126"/>
              <a:chOff x="1090" y="3836"/>
              <a:chExt cx="110" cy="100"/>
            </a:xfrm>
          </p:grpSpPr>
          <p:grpSp>
            <p:nvGrpSpPr>
              <p:cNvPr id="43120" name="Group 16">
                <a:extLst>
                  <a:ext uri="{FF2B5EF4-FFF2-40B4-BE49-F238E27FC236}">
                    <a16:creationId xmlns:a16="http://schemas.microsoft.com/office/drawing/2014/main" id="{CDDED75B-0B15-4F60-95A9-297D415BD6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22" name="Line 17">
                  <a:extLst>
                    <a:ext uri="{FF2B5EF4-FFF2-40B4-BE49-F238E27FC236}">
                      <a16:creationId xmlns:a16="http://schemas.microsoft.com/office/drawing/2014/main" id="{AEE5807A-1060-4F0C-AF80-7248B9F2FC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23" name="Line 18">
                  <a:extLst>
                    <a:ext uri="{FF2B5EF4-FFF2-40B4-BE49-F238E27FC236}">
                      <a16:creationId xmlns:a16="http://schemas.microsoft.com/office/drawing/2014/main" id="{D1394F2D-B2B3-4300-AADD-28D6330B2C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21" name="Line 19">
                <a:extLst>
                  <a:ext uri="{FF2B5EF4-FFF2-40B4-BE49-F238E27FC236}">
                    <a16:creationId xmlns:a16="http://schemas.microsoft.com/office/drawing/2014/main" id="{4E4B3C61-86D0-454B-A6E0-E70265CDB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5" name="Group 20">
              <a:extLst>
                <a:ext uri="{FF2B5EF4-FFF2-40B4-BE49-F238E27FC236}">
                  <a16:creationId xmlns:a16="http://schemas.microsoft.com/office/drawing/2014/main" id="{5998CF49-CFDD-48AC-92B8-49D2FE27EE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2610"/>
              <a:ext cx="137" cy="126"/>
              <a:chOff x="1090" y="3836"/>
              <a:chExt cx="110" cy="100"/>
            </a:xfrm>
          </p:grpSpPr>
          <p:grpSp>
            <p:nvGrpSpPr>
              <p:cNvPr id="43116" name="Group 21">
                <a:extLst>
                  <a:ext uri="{FF2B5EF4-FFF2-40B4-BE49-F238E27FC236}">
                    <a16:creationId xmlns:a16="http://schemas.microsoft.com/office/drawing/2014/main" id="{6C50BF76-F0AB-408B-B45A-1C2BBD6F33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8" name="Line 22">
                  <a:extLst>
                    <a:ext uri="{FF2B5EF4-FFF2-40B4-BE49-F238E27FC236}">
                      <a16:creationId xmlns:a16="http://schemas.microsoft.com/office/drawing/2014/main" id="{A393E0A1-55CB-44C2-AA30-1BEB2A9205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9" name="Line 23">
                  <a:extLst>
                    <a:ext uri="{FF2B5EF4-FFF2-40B4-BE49-F238E27FC236}">
                      <a16:creationId xmlns:a16="http://schemas.microsoft.com/office/drawing/2014/main" id="{FDA9ED4A-A658-4405-B621-0A716F14348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17" name="Line 24">
                <a:extLst>
                  <a:ext uri="{FF2B5EF4-FFF2-40B4-BE49-F238E27FC236}">
                    <a16:creationId xmlns:a16="http://schemas.microsoft.com/office/drawing/2014/main" id="{D3B08DCD-2A14-4A5C-81B9-63DA0F0E74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6" name="Group 25">
              <a:extLst>
                <a:ext uri="{FF2B5EF4-FFF2-40B4-BE49-F238E27FC236}">
                  <a16:creationId xmlns:a16="http://schemas.microsoft.com/office/drawing/2014/main" id="{DD2A25D4-F9D7-46BF-B770-A748105B34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370"/>
              <a:ext cx="137" cy="126"/>
              <a:chOff x="1090" y="3836"/>
              <a:chExt cx="110" cy="100"/>
            </a:xfrm>
          </p:grpSpPr>
          <p:grpSp>
            <p:nvGrpSpPr>
              <p:cNvPr id="43112" name="Group 26">
                <a:extLst>
                  <a:ext uri="{FF2B5EF4-FFF2-40B4-BE49-F238E27FC236}">
                    <a16:creationId xmlns:a16="http://schemas.microsoft.com/office/drawing/2014/main" id="{A993ACC6-C10D-419E-8E4A-5ADA3DDC7B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4" name="Line 27">
                  <a:extLst>
                    <a:ext uri="{FF2B5EF4-FFF2-40B4-BE49-F238E27FC236}">
                      <a16:creationId xmlns:a16="http://schemas.microsoft.com/office/drawing/2014/main" id="{F010557D-6310-4970-997E-2C0304317B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5" name="Line 28">
                  <a:extLst>
                    <a:ext uri="{FF2B5EF4-FFF2-40B4-BE49-F238E27FC236}">
                      <a16:creationId xmlns:a16="http://schemas.microsoft.com/office/drawing/2014/main" id="{141FFF77-E71A-43CC-B536-939F6A9560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13" name="Line 29">
                <a:extLst>
                  <a:ext uri="{FF2B5EF4-FFF2-40B4-BE49-F238E27FC236}">
                    <a16:creationId xmlns:a16="http://schemas.microsoft.com/office/drawing/2014/main" id="{6335B3DA-A026-4678-BAEA-12A7D85705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7" name="Group 30">
              <a:extLst>
                <a:ext uri="{FF2B5EF4-FFF2-40B4-BE49-F238E27FC236}">
                  <a16:creationId xmlns:a16="http://schemas.microsoft.com/office/drawing/2014/main" id="{D9685C86-5296-4F71-87D1-40F2E1AD0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7" y="2658"/>
              <a:ext cx="137" cy="126"/>
              <a:chOff x="1090" y="3836"/>
              <a:chExt cx="110" cy="100"/>
            </a:xfrm>
          </p:grpSpPr>
          <p:grpSp>
            <p:nvGrpSpPr>
              <p:cNvPr id="43108" name="Group 31">
                <a:extLst>
                  <a:ext uri="{FF2B5EF4-FFF2-40B4-BE49-F238E27FC236}">
                    <a16:creationId xmlns:a16="http://schemas.microsoft.com/office/drawing/2014/main" id="{9CD81F9A-E350-4901-B271-DC79399624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10" name="Line 32">
                  <a:extLst>
                    <a:ext uri="{FF2B5EF4-FFF2-40B4-BE49-F238E27FC236}">
                      <a16:creationId xmlns:a16="http://schemas.microsoft.com/office/drawing/2014/main" id="{91ADD48C-B8F7-4930-A80B-1DD890E4F5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11" name="Line 33">
                  <a:extLst>
                    <a:ext uri="{FF2B5EF4-FFF2-40B4-BE49-F238E27FC236}">
                      <a16:creationId xmlns:a16="http://schemas.microsoft.com/office/drawing/2014/main" id="{E05A753C-035C-47E2-8AF2-C423F8993B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9" name="Line 34">
                <a:extLst>
                  <a:ext uri="{FF2B5EF4-FFF2-40B4-BE49-F238E27FC236}">
                    <a16:creationId xmlns:a16="http://schemas.microsoft.com/office/drawing/2014/main" id="{F480ABE6-097B-4833-8206-57905E2A8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8" name="Group 35">
              <a:extLst>
                <a:ext uri="{FF2B5EF4-FFF2-40B4-BE49-F238E27FC236}">
                  <a16:creationId xmlns:a16="http://schemas.microsoft.com/office/drawing/2014/main" id="{CA83CFDB-FEA2-4E28-AB9D-3DFCCCB01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5" y="2369"/>
              <a:ext cx="137" cy="127"/>
              <a:chOff x="1090" y="3836"/>
              <a:chExt cx="110" cy="100"/>
            </a:xfrm>
          </p:grpSpPr>
          <p:grpSp>
            <p:nvGrpSpPr>
              <p:cNvPr id="43104" name="Group 36">
                <a:extLst>
                  <a:ext uri="{FF2B5EF4-FFF2-40B4-BE49-F238E27FC236}">
                    <a16:creationId xmlns:a16="http://schemas.microsoft.com/office/drawing/2014/main" id="{2E6F5050-C20A-4CC6-B3C0-B2E439FD48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06" name="Line 37">
                  <a:extLst>
                    <a:ext uri="{FF2B5EF4-FFF2-40B4-BE49-F238E27FC236}">
                      <a16:creationId xmlns:a16="http://schemas.microsoft.com/office/drawing/2014/main" id="{54400D07-E8DB-44AE-9088-697D1AE587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7" name="Line 38">
                  <a:extLst>
                    <a:ext uri="{FF2B5EF4-FFF2-40B4-BE49-F238E27FC236}">
                      <a16:creationId xmlns:a16="http://schemas.microsoft.com/office/drawing/2014/main" id="{CCD9C891-D01A-4A1B-9999-C23A66C68B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5" name="Line 39">
                <a:extLst>
                  <a:ext uri="{FF2B5EF4-FFF2-40B4-BE49-F238E27FC236}">
                    <a16:creationId xmlns:a16="http://schemas.microsoft.com/office/drawing/2014/main" id="{48E4C48A-9E0D-43D7-82DE-D6911D837D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69" name="Group 40">
              <a:extLst>
                <a:ext uri="{FF2B5EF4-FFF2-40B4-BE49-F238E27FC236}">
                  <a16:creationId xmlns:a16="http://schemas.microsoft.com/office/drawing/2014/main" id="{9236FAB8-4633-43AA-AED5-963CE0A784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658"/>
              <a:ext cx="137" cy="126"/>
              <a:chOff x="1090" y="3836"/>
              <a:chExt cx="110" cy="100"/>
            </a:xfrm>
          </p:grpSpPr>
          <p:grpSp>
            <p:nvGrpSpPr>
              <p:cNvPr id="43100" name="Group 41">
                <a:extLst>
                  <a:ext uri="{FF2B5EF4-FFF2-40B4-BE49-F238E27FC236}">
                    <a16:creationId xmlns:a16="http://schemas.microsoft.com/office/drawing/2014/main" id="{316408A7-ECAB-42C7-9CAD-8776CC4973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102" name="Line 42">
                  <a:extLst>
                    <a:ext uri="{FF2B5EF4-FFF2-40B4-BE49-F238E27FC236}">
                      <a16:creationId xmlns:a16="http://schemas.microsoft.com/office/drawing/2014/main" id="{8D330DF7-E217-4658-BA28-80C4FE2EC6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103" name="Line 43">
                  <a:extLst>
                    <a:ext uri="{FF2B5EF4-FFF2-40B4-BE49-F238E27FC236}">
                      <a16:creationId xmlns:a16="http://schemas.microsoft.com/office/drawing/2014/main" id="{C65DA3FB-EA6E-464F-A1F9-EB57DABFDA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101" name="Line 44">
                <a:extLst>
                  <a:ext uri="{FF2B5EF4-FFF2-40B4-BE49-F238E27FC236}">
                    <a16:creationId xmlns:a16="http://schemas.microsoft.com/office/drawing/2014/main" id="{4C1D8DE6-B71F-4CD5-B665-1B6A00EA90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0" name="Group 45">
              <a:extLst>
                <a:ext uri="{FF2B5EF4-FFF2-40B4-BE49-F238E27FC236}">
                  <a16:creationId xmlns:a16="http://schemas.microsoft.com/office/drawing/2014/main" id="{01FDCC4E-2B31-4A56-8024-5CF8158A8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1" y="2881"/>
              <a:ext cx="137" cy="126"/>
              <a:chOff x="1090" y="3836"/>
              <a:chExt cx="110" cy="100"/>
            </a:xfrm>
          </p:grpSpPr>
          <p:grpSp>
            <p:nvGrpSpPr>
              <p:cNvPr id="43096" name="Group 46">
                <a:extLst>
                  <a:ext uri="{FF2B5EF4-FFF2-40B4-BE49-F238E27FC236}">
                    <a16:creationId xmlns:a16="http://schemas.microsoft.com/office/drawing/2014/main" id="{F49F6D36-ACC3-43E5-BFAE-AB1019B132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8" name="Line 47">
                  <a:extLst>
                    <a:ext uri="{FF2B5EF4-FFF2-40B4-BE49-F238E27FC236}">
                      <a16:creationId xmlns:a16="http://schemas.microsoft.com/office/drawing/2014/main" id="{093EC16F-C388-4B8A-886C-81328BB408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9" name="Line 48">
                  <a:extLst>
                    <a:ext uri="{FF2B5EF4-FFF2-40B4-BE49-F238E27FC236}">
                      <a16:creationId xmlns:a16="http://schemas.microsoft.com/office/drawing/2014/main" id="{5749545E-EA6F-4473-B4CC-CE03548CF6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97" name="Line 49">
                <a:extLst>
                  <a:ext uri="{FF2B5EF4-FFF2-40B4-BE49-F238E27FC236}">
                    <a16:creationId xmlns:a16="http://schemas.microsoft.com/office/drawing/2014/main" id="{53E8EA10-3392-4C1A-9221-281A40C53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1" name="Group 50">
              <a:extLst>
                <a:ext uri="{FF2B5EF4-FFF2-40B4-BE49-F238E27FC236}">
                  <a16:creationId xmlns:a16="http://schemas.microsoft.com/office/drawing/2014/main" id="{56765A8D-6C3D-4B87-982E-35D07A9600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5" y="2881"/>
              <a:ext cx="137" cy="126"/>
              <a:chOff x="1090" y="3836"/>
              <a:chExt cx="110" cy="100"/>
            </a:xfrm>
          </p:grpSpPr>
          <p:grpSp>
            <p:nvGrpSpPr>
              <p:cNvPr id="43092" name="Group 51">
                <a:extLst>
                  <a:ext uri="{FF2B5EF4-FFF2-40B4-BE49-F238E27FC236}">
                    <a16:creationId xmlns:a16="http://schemas.microsoft.com/office/drawing/2014/main" id="{C67FAD52-C4A0-4881-981D-F73E18BA39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4" name="Line 52">
                  <a:extLst>
                    <a:ext uri="{FF2B5EF4-FFF2-40B4-BE49-F238E27FC236}">
                      <a16:creationId xmlns:a16="http://schemas.microsoft.com/office/drawing/2014/main" id="{6852A958-CE98-4B29-90EA-F177703BAE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5" name="Line 53">
                  <a:extLst>
                    <a:ext uri="{FF2B5EF4-FFF2-40B4-BE49-F238E27FC236}">
                      <a16:creationId xmlns:a16="http://schemas.microsoft.com/office/drawing/2014/main" id="{3050771A-B9D7-44E5-A2B9-E356CE49B5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93" name="Line 54">
                <a:extLst>
                  <a:ext uri="{FF2B5EF4-FFF2-40B4-BE49-F238E27FC236}">
                    <a16:creationId xmlns:a16="http://schemas.microsoft.com/office/drawing/2014/main" id="{53E0DB04-BC46-43EB-A9B4-56924F1F71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2" name="Group 55">
              <a:extLst>
                <a:ext uri="{FF2B5EF4-FFF2-40B4-BE49-F238E27FC236}">
                  <a16:creationId xmlns:a16="http://schemas.microsoft.com/office/drawing/2014/main" id="{1FC5F134-A797-4305-BE98-AD601AC037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35" y="3138"/>
              <a:ext cx="137" cy="126"/>
              <a:chOff x="1090" y="3836"/>
              <a:chExt cx="110" cy="100"/>
            </a:xfrm>
          </p:grpSpPr>
          <p:grpSp>
            <p:nvGrpSpPr>
              <p:cNvPr id="43088" name="Group 56">
                <a:extLst>
                  <a:ext uri="{FF2B5EF4-FFF2-40B4-BE49-F238E27FC236}">
                    <a16:creationId xmlns:a16="http://schemas.microsoft.com/office/drawing/2014/main" id="{01E8470F-E878-4E2C-AF8F-227CB34174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90" name="Line 57">
                  <a:extLst>
                    <a:ext uri="{FF2B5EF4-FFF2-40B4-BE49-F238E27FC236}">
                      <a16:creationId xmlns:a16="http://schemas.microsoft.com/office/drawing/2014/main" id="{F965EE38-7B7A-4723-9FEA-91950680D7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91" name="Line 58">
                  <a:extLst>
                    <a:ext uri="{FF2B5EF4-FFF2-40B4-BE49-F238E27FC236}">
                      <a16:creationId xmlns:a16="http://schemas.microsoft.com/office/drawing/2014/main" id="{837B617E-3086-4BD1-8A9F-0767A201B2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9" name="Line 59">
                <a:extLst>
                  <a:ext uri="{FF2B5EF4-FFF2-40B4-BE49-F238E27FC236}">
                    <a16:creationId xmlns:a16="http://schemas.microsoft.com/office/drawing/2014/main" id="{6FFFBEE1-3D09-4B52-AADB-165A52C87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3" name="Group 60">
              <a:extLst>
                <a:ext uri="{FF2B5EF4-FFF2-40B4-BE49-F238E27FC236}">
                  <a16:creationId xmlns:a16="http://schemas.microsoft.com/office/drawing/2014/main" id="{260D6A94-94AB-4033-B8C0-3EF75CACA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3138"/>
              <a:ext cx="137" cy="126"/>
              <a:chOff x="1090" y="3836"/>
              <a:chExt cx="110" cy="100"/>
            </a:xfrm>
          </p:grpSpPr>
          <p:grpSp>
            <p:nvGrpSpPr>
              <p:cNvPr id="43084" name="Group 61">
                <a:extLst>
                  <a:ext uri="{FF2B5EF4-FFF2-40B4-BE49-F238E27FC236}">
                    <a16:creationId xmlns:a16="http://schemas.microsoft.com/office/drawing/2014/main" id="{F515D571-D3DF-4A59-8F14-33E6F72B5D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86" name="Line 62">
                  <a:extLst>
                    <a:ext uri="{FF2B5EF4-FFF2-40B4-BE49-F238E27FC236}">
                      <a16:creationId xmlns:a16="http://schemas.microsoft.com/office/drawing/2014/main" id="{1A7C0792-ABB9-4E95-A376-D17217AA68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87" name="Line 63">
                  <a:extLst>
                    <a:ext uri="{FF2B5EF4-FFF2-40B4-BE49-F238E27FC236}">
                      <a16:creationId xmlns:a16="http://schemas.microsoft.com/office/drawing/2014/main" id="{01FEA736-A6DA-496D-9A69-F62F5ACC5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5" name="Line 64">
                <a:extLst>
                  <a:ext uri="{FF2B5EF4-FFF2-40B4-BE49-F238E27FC236}">
                    <a16:creationId xmlns:a16="http://schemas.microsoft.com/office/drawing/2014/main" id="{3AC52CD3-F572-4309-A1CE-CD4ACFCE9D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4" name="Group 65">
              <a:extLst>
                <a:ext uri="{FF2B5EF4-FFF2-40B4-BE49-F238E27FC236}">
                  <a16:creationId xmlns:a16="http://schemas.microsoft.com/office/drawing/2014/main" id="{51DEA4DB-80E6-4053-B541-EEAB11271C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3" y="2112"/>
              <a:ext cx="137" cy="126"/>
              <a:chOff x="1090" y="3836"/>
              <a:chExt cx="110" cy="100"/>
            </a:xfrm>
          </p:grpSpPr>
          <p:grpSp>
            <p:nvGrpSpPr>
              <p:cNvPr id="43080" name="Group 66">
                <a:extLst>
                  <a:ext uri="{FF2B5EF4-FFF2-40B4-BE49-F238E27FC236}">
                    <a16:creationId xmlns:a16="http://schemas.microsoft.com/office/drawing/2014/main" id="{64E5A6F2-B709-471F-9122-42E6EC0B4B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82" name="Line 67">
                  <a:extLst>
                    <a:ext uri="{FF2B5EF4-FFF2-40B4-BE49-F238E27FC236}">
                      <a16:creationId xmlns:a16="http://schemas.microsoft.com/office/drawing/2014/main" id="{35FC50AD-EC25-42F5-A115-8B44DE3DDE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83" name="Line 68">
                  <a:extLst>
                    <a:ext uri="{FF2B5EF4-FFF2-40B4-BE49-F238E27FC236}">
                      <a16:creationId xmlns:a16="http://schemas.microsoft.com/office/drawing/2014/main" id="{EEE21B61-BF1B-4B9C-8184-2C6936EECF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81" name="Line 69">
                <a:extLst>
                  <a:ext uri="{FF2B5EF4-FFF2-40B4-BE49-F238E27FC236}">
                    <a16:creationId xmlns:a16="http://schemas.microsoft.com/office/drawing/2014/main" id="{DCFC3D81-632B-46DC-9E1E-B63934AB4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3075" name="Group 70">
              <a:extLst>
                <a:ext uri="{FF2B5EF4-FFF2-40B4-BE49-F238E27FC236}">
                  <a16:creationId xmlns:a16="http://schemas.microsoft.com/office/drawing/2014/main" id="{C37BFD5A-C297-451B-A7B0-8AD7781D87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2112"/>
              <a:ext cx="137" cy="126"/>
              <a:chOff x="1090" y="3836"/>
              <a:chExt cx="110" cy="100"/>
            </a:xfrm>
          </p:grpSpPr>
          <p:grpSp>
            <p:nvGrpSpPr>
              <p:cNvPr id="43076" name="Group 71">
                <a:extLst>
                  <a:ext uri="{FF2B5EF4-FFF2-40B4-BE49-F238E27FC236}">
                    <a16:creationId xmlns:a16="http://schemas.microsoft.com/office/drawing/2014/main" id="{C9B406EB-C006-4D35-832D-12A118A401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0" y="3836"/>
                <a:ext cx="110" cy="100"/>
                <a:chOff x="1090" y="3836"/>
                <a:chExt cx="110" cy="100"/>
              </a:xfrm>
            </p:grpSpPr>
            <p:sp>
              <p:nvSpPr>
                <p:cNvPr id="43078" name="Line 72">
                  <a:extLst>
                    <a:ext uri="{FF2B5EF4-FFF2-40B4-BE49-F238E27FC236}">
                      <a16:creationId xmlns:a16="http://schemas.microsoft.com/office/drawing/2014/main" id="{47E88E05-5D84-4E8E-AD9E-859A06E4C1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840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079" name="Line 73">
                  <a:extLst>
                    <a:ext uri="{FF2B5EF4-FFF2-40B4-BE49-F238E27FC236}">
                      <a16:creationId xmlns:a16="http://schemas.microsoft.com/office/drawing/2014/main" id="{635B979E-E1B4-4FF1-A80E-FC1FEFA3C3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090" y="3836"/>
                  <a:ext cx="96" cy="96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77" name="Line 74">
                <a:extLst>
                  <a:ext uri="{FF2B5EF4-FFF2-40B4-BE49-F238E27FC236}">
                    <a16:creationId xmlns:a16="http://schemas.microsoft.com/office/drawing/2014/main" id="{245A0633-8C2A-445E-B7C3-82B900561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840"/>
                <a:ext cx="96" cy="96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7643" name="Text Box 75">
            <a:extLst>
              <a:ext uri="{FF2B5EF4-FFF2-40B4-BE49-F238E27FC236}">
                <a16:creationId xmlns:a16="http://schemas.microsoft.com/office/drawing/2014/main" id="{C0687B64-AC9E-48A1-829D-9034189EA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773238"/>
            <a:ext cx="18875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解：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237644" name="Text Box 76">
            <a:extLst>
              <a:ext uri="{FF2B5EF4-FFF2-40B4-BE49-F238E27FC236}">
                <a16:creationId xmlns:a16="http://schemas.microsoft.com/office/drawing/2014/main" id="{C86B2EB1-6E70-46EF-8718-A46FF108C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00050"/>
            <a:ext cx="8361362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例</a:t>
            </a:r>
            <a:r>
              <a:rPr lang="en-US" altLang="zh-CN" sz="2800" b="1">
                <a:solidFill>
                  <a:srgbClr val="FF0000"/>
                </a:solidFill>
              </a:rPr>
              <a:t>9.</a:t>
            </a:r>
            <a:r>
              <a:rPr lang="en-US" altLang="zh-CN" sz="2800" b="1"/>
              <a:t> </a:t>
            </a:r>
            <a:r>
              <a:rPr lang="zh-CN" altLang="en-US" sz="2800" b="1"/>
              <a:t>将半径为</a:t>
            </a:r>
            <a:r>
              <a:rPr lang="en-US" altLang="zh-CN" sz="2800" b="1" i="1"/>
              <a:t>a</a:t>
            </a:r>
            <a:r>
              <a:rPr lang="zh-CN" altLang="en-US" sz="2800" b="1"/>
              <a:t>的金属圆盘</a:t>
            </a:r>
            <a:r>
              <a:rPr lang="en-US" altLang="zh-CN" sz="2800" b="1"/>
              <a:t>, </a:t>
            </a:r>
            <a:r>
              <a:rPr lang="zh-CN" altLang="en-US" sz="2800" b="1"/>
              <a:t>厚为</a:t>
            </a:r>
            <a:r>
              <a:rPr lang="en-US" altLang="zh-CN" sz="2800" b="1" i="1"/>
              <a:t>h</a:t>
            </a:r>
            <a:r>
              <a:rPr lang="en-US" altLang="zh-CN" sz="2800" b="1"/>
              <a:t>, </a:t>
            </a:r>
            <a:r>
              <a:rPr lang="zh-CN" altLang="en-US" sz="2800" b="1"/>
              <a:t>电导率为</a:t>
            </a:r>
            <a:r>
              <a:rPr lang="zh-CN" altLang="en-US" sz="2800" b="1">
                <a:sym typeface="Symbol" panose="05050102010706020507" pitchFamily="18" charset="2"/>
              </a:rPr>
              <a:t></a:t>
            </a:r>
            <a:r>
              <a:rPr lang="en-US" altLang="zh-CN" sz="2800" b="1">
                <a:sym typeface="Math1" pitchFamily="2" charset="2"/>
              </a:rPr>
              <a:t>, </a:t>
            </a:r>
            <a:r>
              <a:rPr lang="zh-CN" altLang="en-US" sz="2800" b="1">
                <a:sym typeface="Math1" pitchFamily="2" charset="2"/>
              </a:rPr>
              <a:t>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Math1" pitchFamily="2" charset="2"/>
              </a:rPr>
              <a:t>        轴放置在轴对均匀磁场     中</a:t>
            </a:r>
            <a:r>
              <a:rPr lang="en-US" altLang="zh-CN" sz="2800" b="1">
                <a:sym typeface="Math1" pitchFamily="2" charset="2"/>
              </a:rPr>
              <a:t>, </a:t>
            </a:r>
            <a:r>
              <a:rPr lang="zh-CN" altLang="en-US" sz="2800" b="1">
                <a:sym typeface="Math1" pitchFamily="2" charset="2"/>
              </a:rPr>
              <a:t>且</a:t>
            </a:r>
            <a:r>
              <a:rPr lang="en-US" altLang="zh-CN" sz="2800">
                <a:ea typeface="楷体_GB2312" pitchFamily="49" charset="-122"/>
              </a:rPr>
              <a:t>d</a:t>
            </a:r>
            <a:r>
              <a:rPr lang="en-US" altLang="zh-CN" sz="2800" b="1" i="1">
                <a:ea typeface="楷体_GB2312" pitchFamily="49" charset="-122"/>
              </a:rPr>
              <a:t>B</a:t>
            </a:r>
            <a:r>
              <a:rPr lang="en-US" altLang="zh-CN" sz="2800" b="1">
                <a:ea typeface="楷体_GB2312" pitchFamily="49" charset="-122"/>
              </a:rPr>
              <a:t>/</a:t>
            </a:r>
            <a:r>
              <a:rPr lang="en-US" altLang="zh-CN" sz="2800">
                <a:ea typeface="楷体_GB2312" pitchFamily="49" charset="-122"/>
              </a:rPr>
              <a:t>d</a:t>
            </a:r>
            <a:r>
              <a:rPr lang="en-US" altLang="zh-CN" sz="2800" b="1" i="1">
                <a:ea typeface="楷体_GB2312" pitchFamily="49" charset="-122"/>
              </a:rPr>
              <a:t>t </a:t>
            </a:r>
            <a:r>
              <a:rPr lang="en-US" altLang="zh-CN" sz="2800" b="1">
                <a:ea typeface="楷体_GB2312" pitchFamily="49" charset="-122"/>
              </a:rPr>
              <a:t>&gt; 0</a:t>
            </a:r>
            <a:r>
              <a:rPr lang="zh-CN" altLang="en-US" sz="2800" b="1"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ym typeface="Math1" pitchFamily="2" charset="2"/>
              </a:rPr>
              <a:t>        求圆盘电流强度及产生的热功率。</a:t>
            </a:r>
          </a:p>
        </p:txBody>
      </p:sp>
      <p:sp>
        <p:nvSpPr>
          <p:cNvPr id="237645" name="Text Box 77">
            <a:extLst>
              <a:ext uri="{FF2B5EF4-FFF2-40B4-BE49-F238E27FC236}">
                <a16:creationId xmlns:a16="http://schemas.microsoft.com/office/drawing/2014/main" id="{7909584D-41F5-4010-8E10-540B59698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1793875"/>
            <a:ext cx="670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半径为</a:t>
            </a:r>
            <a:r>
              <a:rPr lang="en-US" altLang="zh-CN" sz="2800" b="1" i="1"/>
              <a:t>r</a:t>
            </a:r>
            <a:r>
              <a:rPr lang="zh-CN" altLang="en-US" sz="2800" b="1"/>
              <a:t>，厚度为</a:t>
            </a:r>
            <a:r>
              <a:rPr lang="en-US" altLang="zh-CN" sz="2800"/>
              <a:t>d</a:t>
            </a:r>
            <a:r>
              <a:rPr lang="en-US" altLang="zh-CN" sz="2800" b="1" i="1"/>
              <a:t>r</a:t>
            </a:r>
            <a:r>
              <a:rPr lang="zh-CN" altLang="en-US" sz="2800" b="1"/>
              <a:t>的圆筒，其电动势</a:t>
            </a:r>
          </a:p>
        </p:txBody>
      </p:sp>
      <p:graphicFrame>
        <p:nvGraphicFramePr>
          <p:cNvPr id="237646" name="Object 2">
            <a:extLst>
              <a:ext uri="{FF2B5EF4-FFF2-40B4-BE49-F238E27FC236}">
                <a16:creationId xmlns:a16="http://schemas.microsoft.com/office/drawing/2014/main" id="{181763CA-9F83-4B90-80E3-EEE634163D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4325" y="2882900"/>
          <a:ext cx="1227138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5" name="Equation" r:id="rId4" imgW="1320800" imgH="787400" progId="Equation.DSMT4">
                  <p:embed/>
                </p:oleObj>
              </mc:Choice>
              <mc:Fallback>
                <p:oleObj name="Equation" r:id="rId4" imgW="13208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2882900"/>
                        <a:ext cx="1227138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47" name="Object 3">
            <a:extLst>
              <a:ext uri="{FF2B5EF4-FFF2-40B4-BE49-F238E27FC236}">
                <a16:creationId xmlns:a16="http://schemas.microsoft.com/office/drawing/2014/main" id="{81352613-25FD-4FF2-90AA-C42DDC7813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9725" y="2874963"/>
          <a:ext cx="1674813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6" name="Equation" r:id="rId6" imgW="1917700" imgH="711200" progId="Equation.DSMT4">
                  <p:embed/>
                </p:oleObj>
              </mc:Choice>
              <mc:Fallback>
                <p:oleObj name="Equation" r:id="rId6" imgW="1917700" imgH="711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2874963"/>
                        <a:ext cx="1674813" cy="696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48" name="Object 4">
            <a:extLst>
              <a:ext uri="{FF2B5EF4-FFF2-40B4-BE49-F238E27FC236}">
                <a16:creationId xmlns:a16="http://schemas.microsoft.com/office/drawing/2014/main" id="{4CC5ED65-59A9-4EAD-8C16-60AE50A43E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08513" y="2897188"/>
          <a:ext cx="1241425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7" name="Equation" r:id="rId8" imgW="1358310" imgH="710891" progId="Equation.DSMT4">
                  <p:embed/>
                </p:oleObj>
              </mc:Choice>
              <mc:Fallback>
                <p:oleObj name="Equation" r:id="rId8" imgW="1358310" imgH="7108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8513" y="2897188"/>
                        <a:ext cx="1241425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49" name="Text Box 81">
            <a:extLst>
              <a:ext uri="{FF2B5EF4-FFF2-40B4-BE49-F238E27FC236}">
                <a16:creationId xmlns:a16="http://schemas.microsoft.com/office/drawing/2014/main" id="{A394B2AF-6D10-41E9-9BFF-BC6717F56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3651250"/>
            <a:ext cx="2959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其上电阻为</a:t>
            </a:r>
            <a:endParaRPr lang="zh-CN" altLang="en-US" sz="2800"/>
          </a:p>
        </p:txBody>
      </p:sp>
      <p:graphicFrame>
        <p:nvGraphicFramePr>
          <p:cNvPr id="237650" name="Object 5">
            <a:extLst>
              <a:ext uri="{FF2B5EF4-FFF2-40B4-BE49-F238E27FC236}">
                <a16:creationId xmlns:a16="http://schemas.microsoft.com/office/drawing/2014/main" id="{0B75416E-8284-4603-A6A1-97127985CC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2175" y="3532188"/>
          <a:ext cx="1925638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8" name="Equation" r:id="rId10" imgW="1803400" imgH="787400" progId="Equation.DSMT4">
                  <p:embed/>
                </p:oleObj>
              </mc:Choice>
              <mc:Fallback>
                <p:oleObj name="Equation" r:id="rId10" imgW="1803400" imgH="787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2175" y="3532188"/>
                        <a:ext cx="1925638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1" name="Object 6">
            <a:extLst>
              <a:ext uri="{FF2B5EF4-FFF2-40B4-BE49-F238E27FC236}">
                <a16:creationId xmlns:a16="http://schemas.microsoft.com/office/drawing/2014/main" id="{626B80CA-E6C4-44FE-ACB3-AC3646982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1763" y="4267200"/>
          <a:ext cx="1223962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99" name="Equation" r:id="rId12" imgW="1358310" imgH="774364" progId="Equation.DSMT4">
                  <p:embed/>
                </p:oleObj>
              </mc:Choice>
              <mc:Fallback>
                <p:oleObj name="Equation" r:id="rId12" imgW="1358310" imgH="77436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4267200"/>
                        <a:ext cx="1223962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2" name="Object 7">
            <a:extLst>
              <a:ext uri="{FF2B5EF4-FFF2-40B4-BE49-F238E27FC236}">
                <a16:creationId xmlns:a16="http://schemas.microsoft.com/office/drawing/2014/main" id="{91F7B283-85CC-48A8-B188-8EE4AB4AFF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3200" y="4365625"/>
          <a:ext cx="1852613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0" name="Equation" r:id="rId14" imgW="1905000" imgH="711200" progId="Equation.DSMT4">
                  <p:embed/>
                </p:oleObj>
              </mc:Choice>
              <mc:Fallback>
                <p:oleObj name="Equation" r:id="rId14" imgW="19050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3200" y="4365625"/>
                        <a:ext cx="1852613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53" name="Object 8">
            <a:extLst>
              <a:ext uri="{FF2B5EF4-FFF2-40B4-BE49-F238E27FC236}">
                <a16:creationId xmlns:a16="http://schemas.microsoft.com/office/drawing/2014/main" id="{51A64E8B-C2EF-44B0-8277-B8EFCF23B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3825" y="5291138"/>
          <a:ext cx="13684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1" name="Equation" r:id="rId16" imgW="1282700" imgH="533400" progId="Equation.DSMT4">
                  <p:embed/>
                </p:oleObj>
              </mc:Choice>
              <mc:Fallback>
                <p:oleObj name="Equation" r:id="rId16" imgW="1282700" imgH="533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5291138"/>
                        <a:ext cx="13684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Group 86">
            <a:extLst>
              <a:ext uri="{FF2B5EF4-FFF2-40B4-BE49-F238E27FC236}">
                <a16:creationId xmlns:a16="http://schemas.microsoft.com/office/drawing/2014/main" id="{CACFD8F1-9A65-4DCA-B4E3-A1096A1FB341}"/>
              </a:ext>
            </a:extLst>
          </p:cNvPr>
          <p:cNvGrpSpPr>
            <a:grpSpLocks/>
          </p:cNvGrpSpPr>
          <p:nvPr/>
        </p:nvGrpSpPr>
        <p:grpSpPr bwMode="auto">
          <a:xfrm>
            <a:off x="6610350" y="2052638"/>
            <a:ext cx="2058988" cy="1447800"/>
            <a:chOff x="4416" y="912"/>
            <a:chExt cx="1297" cy="912"/>
          </a:xfrm>
        </p:grpSpPr>
        <p:sp>
          <p:nvSpPr>
            <p:cNvPr id="43054" name="AutoShape 87">
              <a:extLst>
                <a:ext uri="{FF2B5EF4-FFF2-40B4-BE49-F238E27FC236}">
                  <a16:creationId xmlns:a16="http://schemas.microsoft.com/office/drawing/2014/main" id="{3F252757-68A6-4829-8E69-7BFE1DF1D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44"/>
              <a:ext cx="960" cy="480"/>
            </a:xfrm>
            <a:prstGeom prst="can">
              <a:avLst>
                <a:gd name="adj" fmla="val 50000"/>
              </a:avLst>
            </a:prstGeom>
            <a:gradFill rotWithShape="1">
              <a:gsLst>
                <a:gs pos="0">
                  <a:srgbClr val="767600"/>
                </a:gs>
                <a:gs pos="50000">
                  <a:srgbClr val="FFFF00"/>
                </a:gs>
                <a:gs pos="100000">
                  <a:srgbClr val="7676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3055" name="Line 88">
              <a:extLst>
                <a:ext uri="{FF2B5EF4-FFF2-40B4-BE49-F238E27FC236}">
                  <a16:creationId xmlns:a16="http://schemas.microsoft.com/office/drawing/2014/main" id="{8459FB10-25FB-471F-B7BA-7856137C6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960"/>
              <a:ext cx="0" cy="52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non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56" name="Object 22">
              <a:extLst>
                <a:ext uri="{FF2B5EF4-FFF2-40B4-BE49-F238E27FC236}">
                  <a16:creationId xmlns:a16="http://schemas.microsoft.com/office/drawing/2014/main" id="{173D30AC-49C5-4809-B787-3049CD4B0F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4" y="912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02" name="Equation" r:id="rId18" imgW="190449" imgH="253897" progId="Equation.3">
                    <p:embed/>
                  </p:oleObj>
                </mc:Choice>
                <mc:Fallback>
                  <p:oleObj name="Equation" r:id="rId18" imgW="190449" imgH="253897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912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7" name="Line 90">
              <a:extLst>
                <a:ext uri="{FF2B5EF4-FFF2-40B4-BE49-F238E27FC236}">
                  <a16:creationId xmlns:a16="http://schemas.microsoft.com/office/drawing/2014/main" id="{266DF9D9-95DB-4B78-9411-A5482FC06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440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8" name="Line 91">
              <a:extLst>
                <a:ext uri="{FF2B5EF4-FFF2-40B4-BE49-F238E27FC236}">
                  <a16:creationId xmlns:a16="http://schemas.microsoft.com/office/drawing/2014/main" id="{88ED41C0-461F-4868-A361-3D326E6AA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76" y="1728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9" name="Line 92">
              <a:extLst>
                <a:ext uri="{FF2B5EF4-FFF2-40B4-BE49-F238E27FC236}">
                  <a16:creationId xmlns:a16="http://schemas.microsoft.com/office/drawing/2014/main" id="{6E186AC5-B9F2-4E84-A302-F9FCC552F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2" y="144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60" name="Text Box 93">
              <a:extLst>
                <a:ext uri="{FF2B5EF4-FFF2-40B4-BE49-F238E27FC236}">
                  <a16:creationId xmlns:a16="http://schemas.microsoft.com/office/drawing/2014/main" id="{0CDD8DE9-EEAF-4840-9A5A-53B9854896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2" y="140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h</a:t>
              </a:r>
            </a:p>
          </p:txBody>
        </p:sp>
      </p:grpSp>
      <p:sp>
        <p:nvSpPr>
          <p:cNvPr id="237662" name="Text Box 94">
            <a:extLst>
              <a:ext uri="{FF2B5EF4-FFF2-40B4-BE49-F238E27FC236}">
                <a16:creationId xmlns:a16="http://schemas.microsoft.com/office/drawing/2014/main" id="{0C8F01C7-CE51-4096-92EE-04C61A50C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5245100"/>
            <a:ext cx="2297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总电流</a:t>
            </a:r>
            <a:endParaRPr lang="zh-CN" altLang="en-US" sz="2800"/>
          </a:p>
        </p:txBody>
      </p:sp>
      <p:graphicFrame>
        <p:nvGraphicFramePr>
          <p:cNvPr id="237663" name="Object 9">
            <a:extLst>
              <a:ext uri="{FF2B5EF4-FFF2-40B4-BE49-F238E27FC236}">
                <a16:creationId xmlns:a16="http://schemas.microsoft.com/office/drawing/2014/main" id="{2A71D13D-8C18-4CA6-BCF8-4CE8689234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00525" y="5192713"/>
          <a:ext cx="1792288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3" name="Equation" r:id="rId20" imgW="1841500" imgH="711200" progId="Equation.DSMT4">
                  <p:embed/>
                </p:oleObj>
              </mc:Choice>
              <mc:Fallback>
                <p:oleObj name="Equation" r:id="rId20" imgW="1841500" imgH="711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525" y="5192713"/>
                        <a:ext cx="1792288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64" name="Text Box 96">
            <a:extLst>
              <a:ext uri="{FF2B5EF4-FFF2-40B4-BE49-F238E27FC236}">
                <a16:creationId xmlns:a16="http://schemas.microsoft.com/office/drawing/2014/main" id="{8873EFA4-2A9C-4A35-9FAC-4EF5D9FF8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4575" y="5899150"/>
            <a:ext cx="3598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产生的热功率</a:t>
            </a:r>
            <a:endParaRPr lang="zh-CN" altLang="en-US" sz="2800"/>
          </a:p>
        </p:txBody>
      </p:sp>
      <p:graphicFrame>
        <p:nvGraphicFramePr>
          <p:cNvPr id="237665" name="Object 10">
            <a:extLst>
              <a:ext uri="{FF2B5EF4-FFF2-40B4-BE49-F238E27FC236}">
                <a16:creationId xmlns:a16="http://schemas.microsoft.com/office/drawing/2014/main" id="{EC69D182-005F-4311-87CD-7EBE19B892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973763"/>
          <a:ext cx="17875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4" name="Equation" r:id="rId22" imgW="1930400" imgH="533400" progId="Equation.DSMT4">
                  <p:embed/>
                </p:oleObj>
              </mc:Choice>
              <mc:Fallback>
                <p:oleObj name="Equation" r:id="rId22" imgW="1930400" imgH="5334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973763"/>
                        <a:ext cx="17875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66" name="Object 11">
            <a:extLst>
              <a:ext uri="{FF2B5EF4-FFF2-40B4-BE49-F238E27FC236}">
                <a16:creationId xmlns:a16="http://schemas.microsoft.com/office/drawing/2014/main" id="{D2D94B03-0938-43D2-A7B5-C8A4BFC100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32400" y="5765800"/>
          <a:ext cx="24479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5" name="Equation" r:id="rId24" imgW="2463800" imgH="838200" progId="Equation.DSMT4">
                  <p:embed/>
                </p:oleObj>
              </mc:Choice>
              <mc:Fallback>
                <p:oleObj name="Equation" r:id="rId24" imgW="2463800" imgH="838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5765800"/>
                        <a:ext cx="244792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7667" name="Group 100">
            <a:extLst>
              <a:ext uri="{FF2B5EF4-FFF2-40B4-BE49-F238E27FC236}">
                <a16:creationId xmlns:a16="http://schemas.microsoft.com/office/drawing/2014/main" id="{2F361940-5118-488A-BE4B-E5A1770BCAC6}"/>
              </a:ext>
            </a:extLst>
          </p:cNvPr>
          <p:cNvGrpSpPr>
            <a:grpSpLocks/>
          </p:cNvGrpSpPr>
          <p:nvPr/>
        </p:nvGrpSpPr>
        <p:grpSpPr bwMode="auto">
          <a:xfrm>
            <a:off x="6970713" y="3948113"/>
            <a:ext cx="935037" cy="1065212"/>
            <a:chOff x="3694" y="1933"/>
            <a:chExt cx="589" cy="671"/>
          </a:xfrm>
        </p:grpSpPr>
        <p:sp>
          <p:nvSpPr>
            <p:cNvPr id="43049" name="Oval 101" descr="深色上对角线">
              <a:extLst>
                <a:ext uri="{FF2B5EF4-FFF2-40B4-BE49-F238E27FC236}">
                  <a16:creationId xmlns:a16="http://schemas.microsoft.com/office/drawing/2014/main" id="{5E55F11C-2B91-42B9-B713-973AE9D8A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4" y="2024"/>
              <a:ext cx="589" cy="580"/>
            </a:xfrm>
            <a:prstGeom prst="ellipse">
              <a:avLst/>
            </a:prstGeom>
            <a:blipFill dpi="0" rotWithShape="0">
              <a:blip r:embed="rId2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3050" name="Oval 102">
              <a:extLst>
                <a:ext uri="{FF2B5EF4-FFF2-40B4-BE49-F238E27FC236}">
                  <a16:creationId xmlns:a16="http://schemas.microsoft.com/office/drawing/2014/main" id="{4F346FA7-E878-4DD1-B9C2-646CD49BF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74"/>
              <a:ext cx="480" cy="480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3051" name="Object 21">
              <a:extLst>
                <a:ext uri="{FF2B5EF4-FFF2-40B4-BE49-F238E27FC236}">
                  <a16:creationId xmlns:a16="http://schemas.microsoft.com/office/drawing/2014/main" id="{5060D486-F25D-48B2-88FE-7B93C03FE6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95" y="2205"/>
            <a:ext cx="171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06" name="公式" r:id="rId27" imgW="114102" imgH="126780" progId="Equation.3">
                    <p:embed/>
                  </p:oleObj>
                </mc:Choice>
                <mc:Fallback>
                  <p:oleObj name="公式" r:id="rId27" imgW="114102" imgH="12678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5" y="2205"/>
                          <a:ext cx="171" cy="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052" name="Line 104">
              <a:extLst>
                <a:ext uri="{FF2B5EF4-FFF2-40B4-BE49-F238E27FC236}">
                  <a16:creationId xmlns:a16="http://schemas.microsoft.com/office/drawing/2014/main" id="{78B7AD49-EECE-4FA9-B4A4-0720FD5DD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7" y="2114"/>
              <a:ext cx="144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053" name="Line 105">
              <a:extLst>
                <a:ext uri="{FF2B5EF4-FFF2-40B4-BE49-F238E27FC236}">
                  <a16:creationId xmlns:a16="http://schemas.microsoft.com/office/drawing/2014/main" id="{49736278-91FE-4308-80F4-6AF642502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0" y="1933"/>
              <a:ext cx="9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7674" name="Text Box 106">
            <a:extLst>
              <a:ext uri="{FF2B5EF4-FFF2-40B4-BE49-F238E27FC236}">
                <a16:creationId xmlns:a16="http://schemas.microsoft.com/office/drawing/2014/main" id="{0057D26A-E222-4F41-8B22-4D803439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8350" y="3789363"/>
            <a:ext cx="500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d</a:t>
            </a:r>
            <a:r>
              <a:rPr lang="en-US" altLang="zh-CN" sz="2800" b="1" i="1"/>
              <a:t>r</a:t>
            </a:r>
          </a:p>
        </p:txBody>
      </p:sp>
      <p:grpSp>
        <p:nvGrpSpPr>
          <p:cNvPr id="237668" name="Group 107">
            <a:extLst>
              <a:ext uri="{FF2B5EF4-FFF2-40B4-BE49-F238E27FC236}">
                <a16:creationId xmlns:a16="http://schemas.microsoft.com/office/drawing/2014/main" id="{DDA174C9-3455-4CC3-BF4D-B963244EEA8E}"/>
              </a:ext>
            </a:extLst>
          </p:cNvPr>
          <p:cNvGrpSpPr>
            <a:grpSpLocks/>
          </p:cNvGrpSpPr>
          <p:nvPr/>
        </p:nvGrpSpPr>
        <p:grpSpPr bwMode="auto">
          <a:xfrm>
            <a:off x="7456488" y="4013200"/>
            <a:ext cx="509587" cy="620713"/>
            <a:chOff x="5088" y="2688"/>
            <a:chExt cx="288" cy="384"/>
          </a:xfrm>
        </p:grpSpPr>
        <p:sp>
          <p:nvSpPr>
            <p:cNvPr id="43047" name="Line 108">
              <a:extLst>
                <a:ext uri="{FF2B5EF4-FFF2-40B4-BE49-F238E27FC236}">
                  <a16:creationId xmlns:a16="http://schemas.microsoft.com/office/drawing/2014/main" id="{04FDF36B-B6DD-4DBE-AD0C-DBD535208F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8" y="2688"/>
              <a:ext cx="288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3048" name="Object 20">
              <a:extLst>
                <a:ext uri="{FF2B5EF4-FFF2-40B4-BE49-F238E27FC236}">
                  <a16:creationId xmlns:a16="http://schemas.microsoft.com/office/drawing/2014/main" id="{B95F591C-BE07-4595-A9D8-7764128D95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4" y="2863"/>
            <a:ext cx="190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07" name="公式" r:id="rId29" imgW="126835" imgH="139518" progId="Equation.3">
                    <p:embed/>
                  </p:oleObj>
                </mc:Choice>
                <mc:Fallback>
                  <p:oleObj name="公式" r:id="rId29" imgW="126835" imgH="139518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2863"/>
                          <a:ext cx="190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7678" name="Text Box 110">
            <a:extLst>
              <a:ext uri="{FF2B5EF4-FFF2-40B4-BE49-F238E27FC236}">
                <a16:creationId xmlns:a16="http://schemas.microsoft.com/office/drawing/2014/main" id="{BCD4F553-EE26-4301-9835-3F0CD8711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8263" y="4410075"/>
            <a:ext cx="2233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电流为</a:t>
            </a:r>
            <a:endParaRPr lang="zh-CN" altLang="en-US" sz="2800"/>
          </a:p>
        </p:txBody>
      </p:sp>
      <p:graphicFrame>
        <p:nvGraphicFramePr>
          <p:cNvPr id="237679" name="Object 12">
            <a:extLst>
              <a:ext uri="{FF2B5EF4-FFF2-40B4-BE49-F238E27FC236}">
                <a16:creationId xmlns:a16="http://schemas.microsoft.com/office/drawing/2014/main" id="{28DFF3AE-CD61-4675-86EC-A99AC212E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7113" y="855663"/>
          <a:ext cx="29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8" name="Equation" r:id="rId31" imgW="190449" imgH="279426" progId="Equation.DSMT4">
                  <p:embed/>
                </p:oleObj>
              </mc:Choice>
              <mc:Fallback>
                <p:oleObj name="Equation" r:id="rId31" imgW="190449" imgH="27942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7113" y="855663"/>
                        <a:ext cx="292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0" name="Object 13">
            <a:extLst>
              <a:ext uri="{FF2B5EF4-FFF2-40B4-BE49-F238E27FC236}">
                <a16:creationId xmlns:a16="http://schemas.microsoft.com/office/drawing/2014/main" id="{80547889-79CF-46ED-8589-36F61756B8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65625" y="3594100"/>
          <a:ext cx="638175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9" name="Equation" r:id="rId33" imgW="596641" imgH="393529" progId="Equation.DSMT4">
                  <p:embed/>
                </p:oleObj>
              </mc:Choice>
              <mc:Fallback>
                <p:oleObj name="Equation" r:id="rId33" imgW="596641" imgH="39352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3594100"/>
                        <a:ext cx="638175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1" name="Object 14">
            <a:extLst>
              <a:ext uri="{FF2B5EF4-FFF2-40B4-BE49-F238E27FC236}">
                <a16:creationId xmlns:a16="http://schemas.microsoft.com/office/drawing/2014/main" id="{C460BB28-A049-4297-AE08-74F17AC5D0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2613" y="4014788"/>
          <a:ext cx="8143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0" name="Equation" r:id="rId35" imgW="761669" imgH="393529" progId="Equation.DSMT4">
                  <p:embed/>
                </p:oleObj>
              </mc:Choice>
              <mc:Fallback>
                <p:oleObj name="Equation" r:id="rId35" imgW="761669" imgH="39352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014788"/>
                        <a:ext cx="8143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2" name="Text Box 114">
            <a:extLst>
              <a:ext uri="{FF2B5EF4-FFF2-40B4-BE49-F238E27FC236}">
                <a16:creationId xmlns:a16="http://schemas.microsoft.com/office/drawing/2014/main" id="{F63A611F-73FC-409E-85BA-7A91CB6C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6538" y="3892550"/>
            <a:ext cx="741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ym typeface="Symbol" panose="05050102010706020507" pitchFamily="18" charset="2"/>
              </a:rPr>
              <a:t></a:t>
            </a:r>
          </a:p>
        </p:txBody>
      </p:sp>
      <p:graphicFrame>
        <p:nvGraphicFramePr>
          <p:cNvPr id="237683" name="Object 15">
            <a:extLst>
              <a:ext uri="{FF2B5EF4-FFF2-40B4-BE49-F238E27FC236}">
                <a16:creationId xmlns:a16="http://schemas.microsoft.com/office/drawing/2014/main" id="{67066B8E-EECE-45D9-B661-30309E7F34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3213" y="2343150"/>
          <a:ext cx="17811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1" name="Equation" r:id="rId37" imgW="1917700" imgH="558800" progId="Equation.DSMT4">
                  <p:embed/>
                </p:oleObj>
              </mc:Choice>
              <mc:Fallback>
                <p:oleObj name="Equation" r:id="rId37" imgW="1917700" imgH="558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3213" y="2343150"/>
                        <a:ext cx="17811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4" name="Oval 116">
            <a:extLst>
              <a:ext uri="{FF2B5EF4-FFF2-40B4-BE49-F238E27FC236}">
                <a16:creationId xmlns:a16="http://schemas.microsoft.com/office/drawing/2014/main" id="{018EED0B-B867-4003-A9D1-A9BB9817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6950" y="252888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37685" name="Object 16">
            <a:extLst>
              <a:ext uri="{FF2B5EF4-FFF2-40B4-BE49-F238E27FC236}">
                <a16:creationId xmlns:a16="http://schemas.microsoft.com/office/drawing/2014/main" id="{36BE8CAD-9523-477C-9B8E-A8B174BF2F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2419350"/>
          <a:ext cx="136842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2" name="Equation" r:id="rId39" imgW="1473200" imgH="419100" progId="Equation.DSMT4">
                  <p:embed/>
                </p:oleObj>
              </mc:Choice>
              <mc:Fallback>
                <p:oleObj name="Equation" r:id="rId39" imgW="1473200" imgH="419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419350"/>
                        <a:ext cx="136842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7686" name="Object 17">
            <a:extLst>
              <a:ext uri="{FF2B5EF4-FFF2-40B4-BE49-F238E27FC236}">
                <a16:creationId xmlns:a16="http://schemas.microsoft.com/office/drawing/2014/main" id="{88D95EFA-F2C6-4005-8C0C-D0133BAC9D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2838" y="2312988"/>
          <a:ext cx="124301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13" name="Equation" r:id="rId41" imgW="1358310" imgH="710891" progId="Equation.DSMT4">
                  <p:embed/>
                </p:oleObj>
              </mc:Choice>
              <mc:Fallback>
                <p:oleObj name="Equation" r:id="rId41" imgW="1358310" imgH="710891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2312988"/>
                        <a:ext cx="124301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7687" name="Text Box 119">
            <a:extLst>
              <a:ext uri="{FF2B5EF4-FFF2-40B4-BE49-F238E27FC236}">
                <a16:creationId xmlns:a16="http://schemas.microsoft.com/office/drawing/2014/main" id="{D493EAEB-26C5-43EB-A428-6CFD96A6A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2946400"/>
            <a:ext cx="704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或</a:t>
            </a:r>
          </a:p>
        </p:txBody>
      </p:sp>
      <p:grpSp>
        <p:nvGrpSpPr>
          <p:cNvPr id="237669" name="Group 120">
            <a:extLst>
              <a:ext uri="{FF2B5EF4-FFF2-40B4-BE49-F238E27FC236}">
                <a16:creationId xmlns:a16="http://schemas.microsoft.com/office/drawing/2014/main" id="{9ABBB848-DC91-4688-AEC2-633514C7B708}"/>
              </a:ext>
            </a:extLst>
          </p:cNvPr>
          <p:cNvGrpSpPr>
            <a:grpSpLocks/>
          </p:cNvGrpSpPr>
          <p:nvPr/>
        </p:nvGrpSpPr>
        <p:grpSpPr bwMode="auto">
          <a:xfrm>
            <a:off x="6742113" y="1233488"/>
            <a:ext cx="2259012" cy="844550"/>
            <a:chOff x="4247" y="777"/>
            <a:chExt cx="1423" cy="532"/>
          </a:xfrm>
        </p:grpSpPr>
        <p:sp>
          <p:nvSpPr>
            <p:cNvPr id="43044" name="Rectangle 121">
              <a:extLst>
                <a:ext uri="{FF2B5EF4-FFF2-40B4-BE49-F238E27FC236}">
                  <a16:creationId xmlns:a16="http://schemas.microsoft.com/office/drawing/2014/main" id="{2E295F0F-34C4-4B29-B06C-A6F75122C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9" y="821"/>
              <a:ext cx="1021" cy="45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3045" name="Object 18">
              <a:extLst>
                <a:ext uri="{FF2B5EF4-FFF2-40B4-BE49-F238E27FC236}">
                  <a16:creationId xmlns:a16="http://schemas.microsoft.com/office/drawing/2014/main" id="{50DF0A03-318C-41CF-BD84-CB72CCD8D6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9" y="777"/>
            <a:ext cx="1021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4" name="Equation" r:id="rId43" imgW="685502" imgH="355446" progId="Equation.DSMT4">
                    <p:embed/>
                  </p:oleObj>
                </mc:Choice>
                <mc:Fallback>
                  <p:oleObj name="Equation" r:id="rId43" imgW="685502" imgH="355446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777"/>
                          <a:ext cx="1021" cy="5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FF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046" name="Object 19">
              <a:extLst>
                <a:ext uri="{FF2B5EF4-FFF2-40B4-BE49-F238E27FC236}">
                  <a16:creationId xmlns:a16="http://schemas.microsoft.com/office/drawing/2014/main" id="{E095616E-95C0-4983-8C19-C800BF65F9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7" y="777"/>
            <a:ext cx="425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215" name="剪辑" r:id="rId45" imgW="3168581" imgH="2914476" progId="MS_ClipArt_Gallery.2">
                    <p:embed/>
                  </p:oleObj>
                </mc:Choice>
                <mc:Fallback>
                  <p:oleObj name="剪辑" r:id="rId45" imgW="3168581" imgH="2914476" progId="MS_ClipArt_Gallery.2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7" y="777"/>
                          <a:ext cx="425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43" name="Text Box 12">
            <a:extLst>
              <a:ext uri="{FF2B5EF4-FFF2-40B4-BE49-F238E27FC236}">
                <a16:creationId xmlns:a16="http://schemas.microsoft.com/office/drawing/2014/main" id="{13C1CD56-7C55-41F9-9AEA-B44E6F7CF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23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3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7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7" dur="500"/>
                                        <p:tgtEl>
                                          <p:spTgt spid="23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75"/>
                                        <p:tgtEl>
                                          <p:spTgt spid="237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23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23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3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4" dur="500"/>
                                        <p:tgtEl>
                                          <p:spTgt spid="23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7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37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237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7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37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237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23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37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376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75" fill="hold"/>
                                        <p:tgtEl>
                                          <p:spTgt spid="237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3" dur="500"/>
                                        <p:tgtEl>
                                          <p:spTgt spid="23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3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3" dur="500"/>
                                        <p:tgtEl>
                                          <p:spTgt spid="23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23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3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1" dur="75"/>
                                        <p:tgtEl>
                                          <p:spTgt spid="23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376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3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0" grpId="0" animBg="1"/>
      <p:bldP spid="237643" grpId="0" autoUpdateAnimBg="0"/>
      <p:bldP spid="237644" grpId="0"/>
      <p:bldP spid="237645" grpId="0" autoUpdateAnimBg="0"/>
      <p:bldP spid="237649" grpId="0" autoUpdateAnimBg="0"/>
      <p:bldP spid="237662" grpId="0" autoUpdateAnimBg="0"/>
      <p:bldP spid="237664" grpId="0" autoUpdateAnimBg="0"/>
      <p:bldP spid="237674" grpId="0"/>
      <p:bldP spid="237678" grpId="0" autoUpdateAnimBg="0"/>
      <p:bldP spid="237682" grpId="0"/>
      <p:bldP spid="237684" grpId="0" animBg="1"/>
      <p:bldP spid="23768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5" name="Text Box 3">
            <a:extLst>
              <a:ext uri="{FF2B5EF4-FFF2-40B4-BE49-F238E27FC236}">
                <a16:creationId xmlns:a16="http://schemas.microsoft.com/office/drawing/2014/main" id="{A2280DFA-1011-44D4-8088-16BBC3747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052513"/>
            <a:ext cx="4294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同步回旋加速器</a:t>
            </a:r>
            <a:endParaRPr lang="zh-CN" altLang="en-US" sz="280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B2435C7C-5200-4409-9417-2AF879D41754}"/>
              </a:ext>
            </a:extLst>
          </p:cNvPr>
          <p:cNvGrpSpPr>
            <a:grpSpLocks/>
          </p:cNvGrpSpPr>
          <p:nvPr/>
        </p:nvGrpSpPr>
        <p:grpSpPr bwMode="auto">
          <a:xfrm>
            <a:off x="0" y="3870325"/>
            <a:ext cx="2667000" cy="2987675"/>
            <a:chOff x="96" y="1478"/>
            <a:chExt cx="1680" cy="1882"/>
          </a:xfrm>
        </p:grpSpPr>
        <p:sp>
          <p:nvSpPr>
            <p:cNvPr id="45128" name="Arc 5">
              <a:extLst>
                <a:ext uri="{FF2B5EF4-FFF2-40B4-BE49-F238E27FC236}">
                  <a16:creationId xmlns:a16="http://schemas.microsoft.com/office/drawing/2014/main" id="{F4A20174-E604-4239-AA38-404FD8098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3" y="1576"/>
              <a:ext cx="623" cy="1183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0"/>
                    <a:pt x="11974" y="43158"/>
                    <a:pt x="74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0"/>
                    <a:pt x="11974" y="43158"/>
                    <a:pt x="74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29" name="Arc 6">
              <a:extLst>
                <a:ext uri="{FF2B5EF4-FFF2-40B4-BE49-F238E27FC236}">
                  <a16:creationId xmlns:a16="http://schemas.microsoft.com/office/drawing/2014/main" id="{B80633AB-D2CC-448F-9F12-73598F10F51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84" y="1574"/>
              <a:ext cx="623" cy="1183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3"/>
                    <a:pt x="11985" y="43148"/>
                    <a:pt x="92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493"/>
                    <a:pt x="11985" y="43148"/>
                    <a:pt x="92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30" name="Line 7">
              <a:extLst>
                <a:ext uri="{FF2B5EF4-FFF2-40B4-BE49-F238E27FC236}">
                  <a16:creationId xmlns:a16="http://schemas.microsoft.com/office/drawing/2014/main" id="{DD2BDB17-8F23-4021-B92F-B911148D57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1575"/>
              <a:ext cx="1" cy="118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1" name="Line 8">
              <a:extLst>
                <a:ext uri="{FF2B5EF4-FFF2-40B4-BE49-F238E27FC236}">
                  <a16:creationId xmlns:a16="http://schemas.microsoft.com/office/drawing/2014/main" id="{CF19D0DC-A844-47B7-B214-01E0A9A60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1575"/>
              <a:ext cx="1" cy="1181"/>
            </a:xfrm>
            <a:prstGeom prst="line">
              <a:avLst/>
            </a:prstGeom>
            <a:noFill/>
            <a:ln w="28575">
              <a:solidFill>
                <a:srgbClr val="CC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2" name="Line 9">
              <a:extLst>
                <a:ext uri="{FF2B5EF4-FFF2-40B4-BE49-F238E27FC236}">
                  <a16:creationId xmlns:a16="http://schemas.microsoft.com/office/drawing/2014/main" id="{945258F9-56CD-46B0-9460-F54A33E1F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0" y="1722"/>
              <a:ext cx="220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33" name="Arc 10">
              <a:extLst>
                <a:ext uri="{FF2B5EF4-FFF2-40B4-BE49-F238E27FC236}">
                  <a16:creationId xmlns:a16="http://schemas.microsoft.com/office/drawing/2014/main" id="{AF3FE40C-F54B-45FD-89AE-5902373CAD1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640" y="1722"/>
              <a:ext cx="367" cy="702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5"/>
                    <a:pt x="11967" y="43165"/>
                    <a:pt x="61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05"/>
                    <a:pt x="11967" y="43165"/>
                    <a:pt x="61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chemeClr val="accent2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34" name="Line 11">
              <a:extLst>
                <a:ext uri="{FF2B5EF4-FFF2-40B4-BE49-F238E27FC236}">
                  <a16:creationId xmlns:a16="http://schemas.microsoft.com/office/drawing/2014/main" id="{AA2664F6-403B-42E2-9258-E829C36F84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424"/>
              <a:ext cx="1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135" name="Group 12">
              <a:extLst>
                <a:ext uri="{FF2B5EF4-FFF2-40B4-BE49-F238E27FC236}">
                  <a16:creationId xmlns:a16="http://schemas.microsoft.com/office/drawing/2014/main" id="{A1AE369F-B7A0-4D15-825A-B8613185E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1649"/>
              <a:ext cx="64" cy="110"/>
              <a:chOff x="3120" y="2256"/>
              <a:chExt cx="84" cy="144"/>
            </a:xfrm>
          </p:grpSpPr>
          <p:sp>
            <p:nvSpPr>
              <p:cNvPr id="45182" name="Line 13">
                <a:extLst>
                  <a:ext uri="{FF2B5EF4-FFF2-40B4-BE49-F238E27FC236}">
                    <a16:creationId xmlns:a16="http://schemas.microsoft.com/office/drawing/2014/main" id="{1B26CB91-1E4B-4F74-BD82-EA85CA91B2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3" name="Line 14">
                <a:extLst>
                  <a:ext uri="{FF2B5EF4-FFF2-40B4-BE49-F238E27FC236}">
                    <a16:creationId xmlns:a16="http://schemas.microsoft.com/office/drawing/2014/main" id="{7C25B8A3-2752-4EA1-A7E8-9F2860F74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6" name="Group 15">
              <a:extLst>
                <a:ext uri="{FF2B5EF4-FFF2-40B4-BE49-F238E27FC236}">
                  <a16:creationId xmlns:a16="http://schemas.microsoft.com/office/drawing/2014/main" id="{06E984A8-6368-443D-AB1E-A1B81A48A7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" y="1907"/>
              <a:ext cx="64" cy="111"/>
              <a:chOff x="3120" y="2256"/>
              <a:chExt cx="84" cy="144"/>
            </a:xfrm>
          </p:grpSpPr>
          <p:sp>
            <p:nvSpPr>
              <p:cNvPr id="45180" name="Line 16">
                <a:extLst>
                  <a:ext uri="{FF2B5EF4-FFF2-40B4-BE49-F238E27FC236}">
                    <a16:creationId xmlns:a16="http://schemas.microsoft.com/office/drawing/2014/main" id="{18653E81-2B5E-4F53-AE91-23F63451E1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81" name="Line 17">
                <a:extLst>
                  <a:ext uri="{FF2B5EF4-FFF2-40B4-BE49-F238E27FC236}">
                    <a16:creationId xmlns:a16="http://schemas.microsoft.com/office/drawing/2014/main" id="{96318DEF-F2C0-45E1-960F-4F5A412B4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7" name="Group 18">
              <a:extLst>
                <a:ext uri="{FF2B5EF4-FFF2-40B4-BE49-F238E27FC236}">
                  <a16:creationId xmlns:a16="http://schemas.microsoft.com/office/drawing/2014/main" id="{83583CD0-A146-4B60-8AF8-D96998831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0" y="1907"/>
              <a:ext cx="64" cy="111"/>
              <a:chOff x="3120" y="2256"/>
              <a:chExt cx="84" cy="144"/>
            </a:xfrm>
          </p:grpSpPr>
          <p:sp>
            <p:nvSpPr>
              <p:cNvPr id="45178" name="Line 19">
                <a:extLst>
                  <a:ext uri="{FF2B5EF4-FFF2-40B4-BE49-F238E27FC236}">
                    <a16:creationId xmlns:a16="http://schemas.microsoft.com/office/drawing/2014/main" id="{AEEA4D2D-6C6F-4B7E-9DFC-CC380D5DE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9" name="Line 20">
                <a:extLst>
                  <a:ext uri="{FF2B5EF4-FFF2-40B4-BE49-F238E27FC236}">
                    <a16:creationId xmlns:a16="http://schemas.microsoft.com/office/drawing/2014/main" id="{B0A1A33B-5F37-4246-A081-40411512A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8" name="Group 21">
              <a:extLst>
                <a:ext uri="{FF2B5EF4-FFF2-40B4-BE49-F238E27FC236}">
                  <a16:creationId xmlns:a16="http://schemas.microsoft.com/office/drawing/2014/main" id="{015F414E-DC0A-4821-9FA8-9C8E68EEFB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3" y="1907"/>
              <a:ext cx="64" cy="111"/>
              <a:chOff x="3120" y="2256"/>
              <a:chExt cx="84" cy="144"/>
            </a:xfrm>
          </p:grpSpPr>
          <p:sp>
            <p:nvSpPr>
              <p:cNvPr id="45176" name="Line 22">
                <a:extLst>
                  <a:ext uri="{FF2B5EF4-FFF2-40B4-BE49-F238E27FC236}">
                    <a16:creationId xmlns:a16="http://schemas.microsoft.com/office/drawing/2014/main" id="{5942B4F8-015A-4905-B4AF-801CEC3DD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7" name="Line 23">
                <a:extLst>
                  <a:ext uri="{FF2B5EF4-FFF2-40B4-BE49-F238E27FC236}">
                    <a16:creationId xmlns:a16="http://schemas.microsoft.com/office/drawing/2014/main" id="{50486DBD-8DD1-45B8-B551-A377228E7B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39" name="Group 24">
              <a:extLst>
                <a:ext uri="{FF2B5EF4-FFF2-40B4-BE49-F238E27FC236}">
                  <a16:creationId xmlns:a16="http://schemas.microsoft.com/office/drawing/2014/main" id="{D0705B2B-E8DC-4149-ADCA-4A0B3BDE75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9" y="1907"/>
              <a:ext cx="65" cy="111"/>
              <a:chOff x="3120" y="2256"/>
              <a:chExt cx="84" cy="144"/>
            </a:xfrm>
          </p:grpSpPr>
          <p:sp>
            <p:nvSpPr>
              <p:cNvPr id="45174" name="Line 25">
                <a:extLst>
                  <a:ext uri="{FF2B5EF4-FFF2-40B4-BE49-F238E27FC236}">
                    <a16:creationId xmlns:a16="http://schemas.microsoft.com/office/drawing/2014/main" id="{7F5641CD-3544-41B8-B36A-FA93DCC90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5" name="Line 26">
                <a:extLst>
                  <a:ext uri="{FF2B5EF4-FFF2-40B4-BE49-F238E27FC236}">
                    <a16:creationId xmlns:a16="http://schemas.microsoft.com/office/drawing/2014/main" id="{1BDA4E0F-12EE-4352-ABAE-20B154875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0" name="Group 27">
              <a:extLst>
                <a:ext uri="{FF2B5EF4-FFF2-40B4-BE49-F238E27FC236}">
                  <a16:creationId xmlns:a16="http://schemas.microsoft.com/office/drawing/2014/main" id="{7A48EF0F-91CB-41D3-9B05-B83A11A030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0" y="1649"/>
              <a:ext cx="64" cy="110"/>
              <a:chOff x="3120" y="2256"/>
              <a:chExt cx="84" cy="144"/>
            </a:xfrm>
          </p:grpSpPr>
          <p:sp>
            <p:nvSpPr>
              <p:cNvPr id="45172" name="Line 28">
                <a:extLst>
                  <a:ext uri="{FF2B5EF4-FFF2-40B4-BE49-F238E27FC236}">
                    <a16:creationId xmlns:a16="http://schemas.microsoft.com/office/drawing/2014/main" id="{EB6DC050-AD41-4EC7-A9FB-EB41B59A62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3" name="Line 29">
                <a:extLst>
                  <a:ext uri="{FF2B5EF4-FFF2-40B4-BE49-F238E27FC236}">
                    <a16:creationId xmlns:a16="http://schemas.microsoft.com/office/drawing/2014/main" id="{9D1082DA-F962-4495-B916-DF512577B5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1" name="Group 30">
              <a:extLst>
                <a:ext uri="{FF2B5EF4-FFF2-40B4-BE49-F238E27FC236}">
                  <a16:creationId xmlns:a16="http://schemas.microsoft.com/office/drawing/2014/main" id="{1EE46435-2708-4EB6-BBB8-A794884367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2128"/>
              <a:ext cx="64" cy="111"/>
              <a:chOff x="3120" y="2256"/>
              <a:chExt cx="84" cy="144"/>
            </a:xfrm>
          </p:grpSpPr>
          <p:sp>
            <p:nvSpPr>
              <p:cNvPr id="45170" name="Line 31">
                <a:extLst>
                  <a:ext uri="{FF2B5EF4-FFF2-40B4-BE49-F238E27FC236}">
                    <a16:creationId xmlns:a16="http://schemas.microsoft.com/office/drawing/2014/main" id="{E38DC694-368C-4195-8210-4958099A9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71" name="Line 32">
                <a:extLst>
                  <a:ext uri="{FF2B5EF4-FFF2-40B4-BE49-F238E27FC236}">
                    <a16:creationId xmlns:a16="http://schemas.microsoft.com/office/drawing/2014/main" id="{848ADACC-2E9B-42D3-9499-ECD4EB8835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2" name="Group 33">
              <a:extLst>
                <a:ext uri="{FF2B5EF4-FFF2-40B4-BE49-F238E27FC236}">
                  <a16:creationId xmlns:a16="http://schemas.microsoft.com/office/drawing/2014/main" id="{80CD1469-6657-4F0E-AB5E-CA6F4B8823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6" y="2165"/>
              <a:ext cx="64" cy="111"/>
              <a:chOff x="3120" y="2256"/>
              <a:chExt cx="84" cy="144"/>
            </a:xfrm>
          </p:grpSpPr>
          <p:sp>
            <p:nvSpPr>
              <p:cNvPr id="45168" name="Line 34">
                <a:extLst>
                  <a:ext uri="{FF2B5EF4-FFF2-40B4-BE49-F238E27FC236}">
                    <a16:creationId xmlns:a16="http://schemas.microsoft.com/office/drawing/2014/main" id="{C70A9E34-31AE-4DCD-9028-A33F126AFE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9" name="Line 35">
                <a:extLst>
                  <a:ext uri="{FF2B5EF4-FFF2-40B4-BE49-F238E27FC236}">
                    <a16:creationId xmlns:a16="http://schemas.microsoft.com/office/drawing/2014/main" id="{859AD9C3-B90E-4F54-B2D4-3A699FA287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3" name="Group 36">
              <a:extLst>
                <a:ext uri="{FF2B5EF4-FFF2-40B4-BE49-F238E27FC236}">
                  <a16:creationId xmlns:a16="http://schemas.microsoft.com/office/drawing/2014/main" id="{E99BA9BB-52AC-4DDC-9CF9-BCA41E81DA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63" y="2387"/>
              <a:ext cx="64" cy="110"/>
              <a:chOff x="3120" y="2256"/>
              <a:chExt cx="84" cy="144"/>
            </a:xfrm>
          </p:grpSpPr>
          <p:sp>
            <p:nvSpPr>
              <p:cNvPr id="45166" name="Line 37">
                <a:extLst>
                  <a:ext uri="{FF2B5EF4-FFF2-40B4-BE49-F238E27FC236}">
                    <a16:creationId xmlns:a16="http://schemas.microsoft.com/office/drawing/2014/main" id="{B185C789-60B2-4463-8230-D3E36E093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7" name="Line 38">
                <a:extLst>
                  <a:ext uri="{FF2B5EF4-FFF2-40B4-BE49-F238E27FC236}">
                    <a16:creationId xmlns:a16="http://schemas.microsoft.com/office/drawing/2014/main" id="{87496391-F56A-46F6-9201-036E28CC6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4" name="Group 39">
              <a:extLst>
                <a:ext uri="{FF2B5EF4-FFF2-40B4-BE49-F238E27FC236}">
                  <a16:creationId xmlns:a16="http://schemas.microsoft.com/office/drawing/2014/main" id="{41AE5C02-AA9F-4F26-AB50-5D294B54A2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29" y="2387"/>
              <a:ext cx="65" cy="110"/>
              <a:chOff x="3120" y="2256"/>
              <a:chExt cx="84" cy="144"/>
            </a:xfrm>
          </p:grpSpPr>
          <p:sp>
            <p:nvSpPr>
              <p:cNvPr id="45164" name="Line 40">
                <a:extLst>
                  <a:ext uri="{FF2B5EF4-FFF2-40B4-BE49-F238E27FC236}">
                    <a16:creationId xmlns:a16="http://schemas.microsoft.com/office/drawing/2014/main" id="{E723A2C2-11EC-4314-A86F-7CBA7E6A0E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5" name="Line 41">
                <a:extLst>
                  <a:ext uri="{FF2B5EF4-FFF2-40B4-BE49-F238E27FC236}">
                    <a16:creationId xmlns:a16="http://schemas.microsoft.com/office/drawing/2014/main" id="{1AE2D066-4048-4CE7-8EBF-181A287D6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5" name="Group 42">
              <a:extLst>
                <a:ext uri="{FF2B5EF4-FFF2-40B4-BE49-F238E27FC236}">
                  <a16:creationId xmlns:a16="http://schemas.microsoft.com/office/drawing/2014/main" id="{2EA2E771-8D47-42B4-BB76-6C194B57C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" y="2387"/>
              <a:ext cx="64" cy="110"/>
              <a:chOff x="3120" y="2256"/>
              <a:chExt cx="84" cy="144"/>
            </a:xfrm>
          </p:grpSpPr>
          <p:sp>
            <p:nvSpPr>
              <p:cNvPr id="45162" name="Line 43">
                <a:extLst>
                  <a:ext uri="{FF2B5EF4-FFF2-40B4-BE49-F238E27FC236}">
                    <a16:creationId xmlns:a16="http://schemas.microsoft.com/office/drawing/2014/main" id="{9F17A5C3-AD8D-4E58-9138-1F56F78B3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3" name="Line 44">
                <a:extLst>
                  <a:ext uri="{FF2B5EF4-FFF2-40B4-BE49-F238E27FC236}">
                    <a16:creationId xmlns:a16="http://schemas.microsoft.com/office/drawing/2014/main" id="{9147A7AD-A382-45FA-8758-D9797AABA3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6" name="Group 45">
              <a:extLst>
                <a:ext uri="{FF2B5EF4-FFF2-40B4-BE49-F238E27FC236}">
                  <a16:creationId xmlns:a16="http://schemas.microsoft.com/office/drawing/2014/main" id="{72201A5C-20D0-4C7D-B08C-B076B7F7D6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0" y="2387"/>
              <a:ext cx="64" cy="110"/>
              <a:chOff x="3120" y="2256"/>
              <a:chExt cx="84" cy="144"/>
            </a:xfrm>
          </p:grpSpPr>
          <p:sp>
            <p:nvSpPr>
              <p:cNvPr id="45160" name="Line 46">
                <a:extLst>
                  <a:ext uri="{FF2B5EF4-FFF2-40B4-BE49-F238E27FC236}">
                    <a16:creationId xmlns:a16="http://schemas.microsoft.com/office/drawing/2014/main" id="{3D85774B-C7F1-4CB2-B4E3-826F51C77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61" name="Line 47">
                <a:extLst>
                  <a:ext uri="{FF2B5EF4-FFF2-40B4-BE49-F238E27FC236}">
                    <a16:creationId xmlns:a16="http://schemas.microsoft.com/office/drawing/2014/main" id="{FE033992-92D1-4369-88BD-74DCCA93C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7" name="Group 48">
              <a:extLst>
                <a:ext uri="{FF2B5EF4-FFF2-40B4-BE49-F238E27FC236}">
                  <a16:creationId xmlns:a16="http://schemas.microsoft.com/office/drawing/2014/main" id="{0BF7CEB4-A9EE-471A-87F0-21A1907F4B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" y="2571"/>
              <a:ext cx="64" cy="111"/>
              <a:chOff x="3120" y="2256"/>
              <a:chExt cx="84" cy="144"/>
            </a:xfrm>
          </p:grpSpPr>
          <p:sp>
            <p:nvSpPr>
              <p:cNvPr id="45158" name="Line 49">
                <a:extLst>
                  <a:ext uri="{FF2B5EF4-FFF2-40B4-BE49-F238E27FC236}">
                    <a16:creationId xmlns:a16="http://schemas.microsoft.com/office/drawing/2014/main" id="{40CA4C91-23C0-477E-9C68-528DDD401E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9" name="Line 50">
                <a:extLst>
                  <a:ext uri="{FF2B5EF4-FFF2-40B4-BE49-F238E27FC236}">
                    <a16:creationId xmlns:a16="http://schemas.microsoft.com/office/drawing/2014/main" id="{F67F74CA-BB51-462E-B8E6-37B29DCED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5148" name="Group 51">
              <a:extLst>
                <a:ext uri="{FF2B5EF4-FFF2-40B4-BE49-F238E27FC236}">
                  <a16:creationId xmlns:a16="http://schemas.microsoft.com/office/drawing/2014/main" id="{787069AE-7DD5-4E64-BD59-176C29FD0D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6" y="2571"/>
              <a:ext cx="64" cy="111"/>
              <a:chOff x="3120" y="2256"/>
              <a:chExt cx="84" cy="144"/>
            </a:xfrm>
          </p:grpSpPr>
          <p:sp>
            <p:nvSpPr>
              <p:cNvPr id="45156" name="Line 52">
                <a:extLst>
                  <a:ext uri="{FF2B5EF4-FFF2-40B4-BE49-F238E27FC236}">
                    <a16:creationId xmlns:a16="http://schemas.microsoft.com/office/drawing/2014/main" id="{4464434B-17F8-4F94-9AA1-54685E40D1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20" y="2256"/>
                <a:ext cx="83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157" name="Line 53">
                <a:extLst>
                  <a:ext uri="{FF2B5EF4-FFF2-40B4-BE49-F238E27FC236}">
                    <a16:creationId xmlns:a16="http://schemas.microsoft.com/office/drawing/2014/main" id="{67AFA0C0-F854-459B-8F60-13262C673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256"/>
                <a:ext cx="84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5149" name="Line 54">
              <a:extLst>
                <a:ext uri="{FF2B5EF4-FFF2-40B4-BE49-F238E27FC236}">
                  <a16:creationId xmlns:a16="http://schemas.microsoft.com/office/drawing/2014/main" id="{4BCB7646-915C-4AB5-8C57-680152119F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" y="2793"/>
              <a:ext cx="0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0" name="Line 55">
              <a:extLst>
                <a:ext uri="{FF2B5EF4-FFF2-40B4-BE49-F238E27FC236}">
                  <a16:creationId xmlns:a16="http://schemas.microsoft.com/office/drawing/2014/main" id="{E575B03A-BCB2-4C16-9DED-3DC1C27E1A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3" y="2793"/>
              <a:ext cx="0" cy="2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1" name="Line 56">
              <a:extLst>
                <a:ext uri="{FF2B5EF4-FFF2-40B4-BE49-F238E27FC236}">
                  <a16:creationId xmlns:a16="http://schemas.microsoft.com/office/drawing/2014/main" id="{E0D99B9E-6839-4C50-8FD5-A951B0EA0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" y="2940"/>
              <a:ext cx="25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2" name="Line 57">
              <a:extLst>
                <a:ext uri="{FF2B5EF4-FFF2-40B4-BE49-F238E27FC236}">
                  <a16:creationId xmlns:a16="http://schemas.microsoft.com/office/drawing/2014/main" id="{F6E95666-87FD-4CD9-B377-7EA92EF55B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3" y="2940"/>
              <a:ext cx="22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153" name="Text Box 58">
              <a:extLst>
                <a:ext uri="{FF2B5EF4-FFF2-40B4-BE49-F238E27FC236}">
                  <a16:creationId xmlns:a16="http://schemas.microsoft.com/office/drawing/2014/main" id="{07E428FF-835A-4189-9C23-BD6209226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110"/>
              <a:ext cx="76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0000"/>
                  </a:solidFill>
                  <a:ea typeface="黑体" panose="02010609060101010101" pitchFamily="49" charset="-122"/>
                </a:rPr>
                <a:t>交变电压</a:t>
              </a:r>
              <a:endParaRPr lang="zh-CN" altLang="en-US" sz="20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45154" name="AutoShape 59">
              <a:extLst>
                <a:ext uri="{FF2B5EF4-FFF2-40B4-BE49-F238E27FC236}">
                  <a16:creationId xmlns:a16="http://schemas.microsoft.com/office/drawing/2014/main" id="{5994D9B0-FF56-4A30-A01C-7CA41BDE6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014"/>
              <a:ext cx="768" cy="336"/>
            </a:xfrm>
            <a:prstGeom prst="upArrowCallout">
              <a:avLst>
                <a:gd name="adj1" fmla="val 57143"/>
                <a:gd name="adj2" fmla="val 57143"/>
                <a:gd name="adj3" fmla="val 16667"/>
                <a:gd name="adj4" fmla="val 66667"/>
              </a:avLst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155" name="Text Box 60">
              <a:extLst>
                <a:ext uri="{FF2B5EF4-FFF2-40B4-BE49-F238E27FC236}">
                  <a16:creationId xmlns:a16="http://schemas.microsoft.com/office/drawing/2014/main" id="{E5E9E32B-B7AF-4E09-8ED9-8339FADE15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1478"/>
              <a:ext cx="6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accent2"/>
                  </a:solidFill>
                  <a:ea typeface="黑体" panose="02010609060101010101" pitchFamily="49" charset="-122"/>
                </a:rPr>
                <a:t>均匀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chemeClr val="accent2"/>
                  </a:solidFill>
                  <a:ea typeface="黑体" panose="02010609060101010101" pitchFamily="49" charset="-122"/>
                </a:rPr>
                <a:t>磁场</a:t>
              </a:r>
              <a:endParaRPr lang="zh-CN" altLang="en-US" sz="2000" b="1">
                <a:ea typeface="黑体" panose="02010609060101010101" pitchFamily="49" charset="-122"/>
              </a:endParaRPr>
            </a:p>
          </p:txBody>
        </p:sp>
      </p:grpSp>
      <p:sp>
        <p:nvSpPr>
          <p:cNvPr id="243773" name="Text Box 61">
            <a:extLst>
              <a:ext uri="{FF2B5EF4-FFF2-40B4-BE49-F238E27FC236}">
                <a16:creationId xmlns:a16="http://schemas.microsoft.com/office/drawing/2014/main" id="{5BDCCDA6-0948-4F8A-B234-5487767B7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797050"/>
            <a:ext cx="2549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结构</a:t>
            </a:r>
            <a:r>
              <a:rPr lang="zh-CN" altLang="en-US" sz="28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43774" name="Text Box 62">
            <a:extLst>
              <a:ext uri="{FF2B5EF4-FFF2-40B4-BE49-F238E27FC236}">
                <a16:creationId xmlns:a16="http://schemas.microsoft.com/office/drawing/2014/main" id="{FDCEA6C5-7851-4D80-8D04-20A5E52B16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812925"/>
            <a:ext cx="5257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两个铜制的</a:t>
            </a:r>
            <a:r>
              <a:rPr lang="en-US" altLang="zh-CN" sz="2800" b="1" i="1"/>
              <a:t>D</a:t>
            </a:r>
            <a:r>
              <a:rPr lang="zh-CN" altLang="en-US" sz="2800" b="1"/>
              <a:t>形盒，两盒间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有一定宽度的空隙</a:t>
            </a:r>
          </a:p>
        </p:txBody>
      </p:sp>
      <p:sp>
        <p:nvSpPr>
          <p:cNvPr id="243775" name="Text Box 63">
            <a:extLst>
              <a:ext uri="{FF2B5EF4-FFF2-40B4-BE49-F238E27FC236}">
                <a16:creationId xmlns:a16="http://schemas.microsoft.com/office/drawing/2014/main" id="{4ED63174-5AA1-4BED-91FE-AC5A059B8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0838" y="2897188"/>
            <a:ext cx="5137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加速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只在空隙中进行</a:t>
            </a:r>
          </a:p>
        </p:txBody>
      </p:sp>
      <p:sp>
        <p:nvSpPr>
          <p:cNvPr id="243776" name="Text Box 64">
            <a:extLst>
              <a:ext uri="{FF2B5EF4-FFF2-40B4-BE49-F238E27FC236}">
                <a16:creationId xmlns:a16="http://schemas.microsoft.com/office/drawing/2014/main" id="{5B585035-CF96-4FAD-9E64-2687E9135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6038" y="3444875"/>
            <a:ext cx="5435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粒子进入</a:t>
            </a:r>
            <a:r>
              <a:rPr lang="en-US" altLang="zh-CN" sz="2800" b="1" i="1"/>
              <a:t>D</a:t>
            </a:r>
            <a:r>
              <a:rPr lang="zh-CN" altLang="en-US" sz="2800" b="1"/>
              <a:t>盒</a:t>
            </a:r>
            <a:r>
              <a:rPr lang="en-US" altLang="zh-CN" sz="2800" b="1"/>
              <a:t>, </a:t>
            </a:r>
            <a:r>
              <a:rPr lang="zh-CN" altLang="en-US" sz="2800" b="1"/>
              <a:t>作匀速圆周运动</a:t>
            </a:r>
            <a:endParaRPr lang="zh-CN" altLang="en-US" sz="2800"/>
          </a:p>
        </p:txBody>
      </p:sp>
      <p:graphicFrame>
        <p:nvGraphicFramePr>
          <p:cNvPr id="243777" name="Object 2">
            <a:extLst>
              <a:ext uri="{FF2B5EF4-FFF2-40B4-BE49-F238E27FC236}">
                <a16:creationId xmlns:a16="http://schemas.microsoft.com/office/drawing/2014/main" id="{2F8F7889-D9FB-403A-B9AC-46B0EB4FBA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2363" y="3935413"/>
          <a:ext cx="1182687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2" name="Equation" r:id="rId4" imgW="1104900" imgH="787400" progId="Equation.DSMT4">
                  <p:embed/>
                </p:oleObj>
              </mc:Choice>
              <mc:Fallback>
                <p:oleObj name="Equation" r:id="rId4" imgW="1104900" imgH="787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363" y="3935413"/>
                        <a:ext cx="1182687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78" name="Text Box 66">
            <a:extLst>
              <a:ext uri="{FF2B5EF4-FFF2-40B4-BE49-F238E27FC236}">
                <a16:creationId xmlns:a16="http://schemas.microsoft.com/office/drawing/2014/main" id="{364B0F17-C2E3-4F9A-B813-20AE9DAF49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5400" y="4017963"/>
            <a:ext cx="2752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且周期增加</a:t>
            </a:r>
            <a:endParaRPr lang="zh-CN" altLang="en-US" sz="2800"/>
          </a:p>
        </p:txBody>
      </p:sp>
      <p:sp>
        <p:nvSpPr>
          <p:cNvPr id="243779" name="Text Box 67">
            <a:extLst>
              <a:ext uri="{FF2B5EF4-FFF2-40B4-BE49-F238E27FC236}">
                <a16:creationId xmlns:a16="http://schemas.microsoft.com/office/drawing/2014/main" id="{62761479-9C6A-4179-A0D0-7AC8A8E32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4851400"/>
            <a:ext cx="5056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在半盒运动所需时间</a:t>
            </a:r>
            <a:endParaRPr lang="zh-CN" altLang="en-US" sz="2800"/>
          </a:p>
        </p:txBody>
      </p:sp>
      <p:graphicFrame>
        <p:nvGraphicFramePr>
          <p:cNvPr id="243780" name="Object 3">
            <a:extLst>
              <a:ext uri="{FF2B5EF4-FFF2-40B4-BE49-F238E27FC236}">
                <a16:creationId xmlns:a16="http://schemas.microsoft.com/office/drawing/2014/main" id="{EF4BA3BC-2D65-410C-A8FF-7ACF974FE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1288" y="5322888"/>
          <a:ext cx="3268662" cy="1223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3" name="Equation" r:id="rId6" imgW="3416300" imgH="1270000" progId="Equation.DSMT4">
                  <p:embed/>
                </p:oleObj>
              </mc:Choice>
              <mc:Fallback>
                <p:oleObj name="Equation" r:id="rId6" imgW="3416300" imgH="1270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8" y="5322888"/>
                        <a:ext cx="3268662" cy="1223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69">
            <a:extLst>
              <a:ext uri="{FF2B5EF4-FFF2-40B4-BE49-F238E27FC236}">
                <a16:creationId xmlns:a16="http://schemas.microsoft.com/office/drawing/2014/main" id="{3AEF7589-E838-4E72-B9A2-B721256721B9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030288"/>
            <a:ext cx="2133600" cy="990600"/>
            <a:chOff x="192" y="3120"/>
            <a:chExt cx="1440" cy="624"/>
          </a:xfrm>
        </p:grpSpPr>
        <p:graphicFrame>
          <p:nvGraphicFramePr>
            <p:cNvPr id="45125" name="Object 6">
              <a:extLst>
                <a:ext uri="{FF2B5EF4-FFF2-40B4-BE49-F238E27FC236}">
                  <a16:creationId xmlns:a16="http://schemas.microsoft.com/office/drawing/2014/main" id="{304575E8-7C30-4E1F-8B8A-4497A1F727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7" y="3137"/>
            <a:ext cx="825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4" name="Equation" r:id="rId8" imgW="634725" imgH="406224" progId="Equation.DSMT4">
                    <p:embed/>
                  </p:oleObj>
                </mc:Choice>
                <mc:Fallback>
                  <p:oleObj name="Equation" r:id="rId8" imgW="634725" imgH="406224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3137"/>
                          <a:ext cx="825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126" name="Rectangle 71">
              <a:extLst>
                <a:ext uri="{FF2B5EF4-FFF2-40B4-BE49-F238E27FC236}">
                  <a16:creationId xmlns:a16="http://schemas.microsoft.com/office/drawing/2014/main" id="{C68EE19C-DE4A-410B-A9D9-6EADEC9B1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120"/>
              <a:ext cx="912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aphicFrame>
          <p:nvGraphicFramePr>
            <p:cNvPr id="45127" name="Object 7">
              <a:extLst>
                <a:ext uri="{FF2B5EF4-FFF2-40B4-BE49-F238E27FC236}">
                  <a16:creationId xmlns:a16="http://schemas.microsoft.com/office/drawing/2014/main" id="{CB5C8D3B-7A08-4D55-A362-6F72AB0FF6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" y="3120"/>
            <a:ext cx="52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5" name="剪辑" r:id="rId10" imgW="3168581" imgH="2914476" progId="MS_ClipArt_Gallery.2">
                    <p:embed/>
                  </p:oleObj>
                </mc:Choice>
                <mc:Fallback>
                  <p:oleObj name="剪辑" r:id="rId10" imgW="3168581" imgH="2914476" progId="MS_ClipArt_Gallery.2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120"/>
                          <a:ext cx="528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3785" name="Object 4">
            <a:extLst>
              <a:ext uri="{FF2B5EF4-FFF2-40B4-BE49-F238E27FC236}">
                <a16:creationId xmlns:a16="http://schemas.microsoft.com/office/drawing/2014/main" id="{54FF7816-4388-4505-9D29-71676F1715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8925" y="4048125"/>
          <a:ext cx="99377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6" name="Equation" r:id="rId12" imgW="952087" imgH="469696" progId="Equation.DSMT4">
                  <p:embed/>
                </p:oleObj>
              </mc:Choice>
              <mc:Fallback>
                <p:oleObj name="Equation" r:id="rId12" imgW="952087" imgH="46969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925" y="4048125"/>
                        <a:ext cx="99377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86" name="Object 5">
            <a:extLst>
              <a:ext uri="{FF2B5EF4-FFF2-40B4-BE49-F238E27FC236}">
                <a16:creationId xmlns:a16="http://schemas.microsoft.com/office/drawing/2014/main" id="{161B5BCA-8F63-480D-9D90-348DB9ED28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9663" y="5505450"/>
          <a:ext cx="1198562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7" name="Equation" r:id="rId14" imgW="1333500" imgH="469900" progId="Equation.DSMT4">
                  <p:embed/>
                </p:oleObj>
              </mc:Choice>
              <mc:Fallback>
                <p:oleObj name="Equation" r:id="rId14" imgW="1333500" imgH="4699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9663" y="5505450"/>
                        <a:ext cx="1198562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75">
            <a:extLst>
              <a:ext uri="{FF2B5EF4-FFF2-40B4-BE49-F238E27FC236}">
                <a16:creationId xmlns:a16="http://schemas.microsoft.com/office/drawing/2014/main" id="{216069DF-6C33-487F-9186-E9AC0A08A06A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1128713"/>
            <a:ext cx="2024063" cy="2947987"/>
            <a:chOff x="336" y="672"/>
            <a:chExt cx="1275" cy="1857"/>
          </a:xfrm>
        </p:grpSpPr>
        <p:sp>
          <p:nvSpPr>
            <p:cNvPr id="45074" name="Line 76">
              <a:extLst>
                <a:ext uri="{FF2B5EF4-FFF2-40B4-BE49-F238E27FC236}">
                  <a16:creationId xmlns:a16="http://schemas.microsoft.com/office/drawing/2014/main" id="{8691994B-1EE7-4591-A6BF-46A172D56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705"/>
              <a:ext cx="0" cy="432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5" name="Line 77">
              <a:extLst>
                <a:ext uri="{FF2B5EF4-FFF2-40B4-BE49-F238E27FC236}">
                  <a16:creationId xmlns:a16="http://schemas.microsoft.com/office/drawing/2014/main" id="{06855006-AD6C-4532-AF6D-7806A6347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8" y="672"/>
              <a:ext cx="0" cy="480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6" name="Freeform 78">
              <a:extLst>
                <a:ext uri="{FF2B5EF4-FFF2-40B4-BE49-F238E27FC236}">
                  <a16:creationId xmlns:a16="http://schemas.microsoft.com/office/drawing/2014/main" id="{7360E373-2529-4519-A703-0EB5168CA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" y="1137"/>
              <a:ext cx="1248" cy="243"/>
            </a:xfrm>
            <a:custGeom>
              <a:avLst/>
              <a:gdLst>
                <a:gd name="T0" fmla="*/ 0 w 1248"/>
                <a:gd name="T1" fmla="*/ 0 h 243"/>
                <a:gd name="T2" fmla="*/ 417 w 1248"/>
                <a:gd name="T3" fmla="*/ 196 h 243"/>
                <a:gd name="T4" fmla="*/ 812 w 1248"/>
                <a:gd name="T5" fmla="*/ 210 h 243"/>
                <a:gd name="T6" fmla="*/ 1248 w 1248"/>
                <a:gd name="T7" fmla="*/ 0 h 24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243"/>
                <a:gd name="T14" fmla="*/ 1248 w 1248"/>
                <a:gd name="T15" fmla="*/ 243 h 24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243">
                  <a:moveTo>
                    <a:pt x="0" y="0"/>
                  </a:moveTo>
                  <a:cubicBezTo>
                    <a:pt x="183" y="181"/>
                    <a:pt x="417" y="196"/>
                    <a:pt x="417" y="196"/>
                  </a:cubicBezTo>
                  <a:cubicBezTo>
                    <a:pt x="552" y="231"/>
                    <a:pt x="674" y="243"/>
                    <a:pt x="812" y="210"/>
                  </a:cubicBezTo>
                  <a:cubicBezTo>
                    <a:pt x="933" y="209"/>
                    <a:pt x="1163" y="93"/>
                    <a:pt x="1248" y="0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7" name="Line 79">
              <a:extLst>
                <a:ext uri="{FF2B5EF4-FFF2-40B4-BE49-F238E27FC236}">
                  <a16:creationId xmlns:a16="http://schemas.microsoft.com/office/drawing/2014/main" id="{380C17BE-5A0F-44CF-9DFB-18D6B61FB2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" y="2004"/>
              <a:ext cx="0" cy="432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8" name="Line 80">
              <a:extLst>
                <a:ext uri="{FF2B5EF4-FFF2-40B4-BE49-F238E27FC236}">
                  <a16:creationId xmlns:a16="http://schemas.microsoft.com/office/drawing/2014/main" id="{3CD0E1DA-1639-4CBF-9532-68CA4DABB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8" y="2005"/>
              <a:ext cx="0" cy="480"/>
            </a:xfrm>
            <a:prstGeom prst="line">
              <a:avLst/>
            </a:pr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79" name="Freeform 81">
              <a:extLst>
                <a:ext uri="{FF2B5EF4-FFF2-40B4-BE49-F238E27FC236}">
                  <a16:creationId xmlns:a16="http://schemas.microsoft.com/office/drawing/2014/main" id="{FCBB185B-3440-4EEA-8367-918E7780A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" y="2035"/>
              <a:ext cx="1244" cy="181"/>
            </a:xfrm>
            <a:custGeom>
              <a:avLst/>
              <a:gdLst>
                <a:gd name="T0" fmla="*/ 0 w 1244"/>
                <a:gd name="T1" fmla="*/ 0 h 181"/>
                <a:gd name="T2" fmla="*/ 410 w 1244"/>
                <a:gd name="T3" fmla="*/ 143 h 181"/>
                <a:gd name="T4" fmla="*/ 805 w 1244"/>
                <a:gd name="T5" fmla="*/ 157 h 181"/>
                <a:gd name="T6" fmla="*/ 1244 w 1244"/>
                <a:gd name="T7" fmla="*/ 0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4"/>
                <a:gd name="T13" fmla="*/ 0 h 181"/>
                <a:gd name="T14" fmla="*/ 1244 w 1244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4" h="181">
                  <a:moveTo>
                    <a:pt x="0" y="0"/>
                  </a:moveTo>
                  <a:cubicBezTo>
                    <a:pt x="183" y="180"/>
                    <a:pt x="276" y="117"/>
                    <a:pt x="410" y="143"/>
                  </a:cubicBezTo>
                  <a:cubicBezTo>
                    <a:pt x="544" y="169"/>
                    <a:pt x="666" y="181"/>
                    <a:pt x="805" y="157"/>
                  </a:cubicBezTo>
                  <a:cubicBezTo>
                    <a:pt x="926" y="156"/>
                    <a:pt x="1159" y="93"/>
                    <a:pt x="1244" y="0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0" name="Line 82">
              <a:extLst>
                <a:ext uri="{FF2B5EF4-FFF2-40B4-BE49-F238E27FC236}">
                  <a16:creationId xmlns:a16="http://schemas.microsoft.com/office/drawing/2014/main" id="{EB66BC19-DD83-4468-A57B-4D77AA683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7" y="2112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1" name="Line 83">
              <a:extLst>
                <a:ext uri="{FF2B5EF4-FFF2-40B4-BE49-F238E27FC236}">
                  <a16:creationId xmlns:a16="http://schemas.microsoft.com/office/drawing/2014/main" id="{F18C57CB-1099-41AF-BEE9-B66FE21AF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0" y="705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2" name="Line 84">
              <a:extLst>
                <a:ext uri="{FF2B5EF4-FFF2-40B4-BE49-F238E27FC236}">
                  <a16:creationId xmlns:a16="http://schemas.microsoft.com/office/drawing/2014/main" id="{D1803884-663E-4A3D-99DF-59C1D162DB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2" y="801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3" name="Line 85">
              <a:extLst>
                <a:ext uri="{FF2B5EF4-FFF2-40B4-BE49-F238E27FC236}">
                  <a16:creationId xmlns:a16="http://schemas.microsoft.com/office/drawing/2014/main" id="{78CD9CEF-4F1C-464B-8D56-BC28BF95DF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4" y="849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4" name="Line 86">
              <a:extLst>
                <a:ext uri="{FF2B5EF4-FFF2-40B4-BE49-F238E27FC236}">
                  <a16:creationId xmlns:a16="http://schemas.microsoft.com/office/drawing/2014/main" id="{9B55A698-A03D-47E1-9205-A994B66DE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" y="894"/>
              <a:ext cx="0" cy="299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5" name="Line 87">
              <a:extLst>
                <a:ext uri="{FF2B5EF4-FFF2-40B4-BE49-F238E27FC236}">
                  <a16:creationId xmlns:a16="http://schemas.microsoft.com/office/drawing/2014/main" id="{D58EAD7E-EB76-4D81-AEF2-0077C366A2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4" y="2196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6" name="Line 88">
              <a:extLst>
                <a:ext uri="{FF2B5EF4-FFF2-40B4-BE49-F238E27FC236}">
                  <a16:creationId xmlns:a16="http://schemas.microsoft.com/office/drawing/2014/main" id="{5BFCA8C1-EEFA-449D-90C1-0511D1F30D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" y="801"/>
              <a:ext cx="0" cy="299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7" name="Line 89">
              <a:extLst>
                <a:ext uri="{FF2B5EF4-FFF2-40B4-BE49-F238E27FC236}">
                  <a16:creationId xmlns:a16="http://schemas.microsoft.com/office/drawing/2014/main" id="{74022D87-9B46-4F11-890D-8468E39E63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" y="2097"/>
              <a:ext cx="0" cy="254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8" name="Line 90">
              <a:extLst>
                <a:ext uri="{FF2B5EF4-FFF2-40B4-BE49-F238E27FC236}">
                  <a16:creationId xmlns:a16="http://schemas.microsoft.com/office/drawing/2014/main" id="{CA0E7112-4B54-49AF-AD20-1361327E2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3" y="2049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89" name="Line 91">
              <a:extLst>
                <a:ext uri="{FF2B5EF4-FFF2-40B4-BE49-F238E27FC236}">
                  <a16:creationId xmlns:a16="http://schemas.microsoft.com/office/drawing/2014/main" id="{DFDB7D0A-7A57-42AF-A6D7-3BF186D098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6" y="1041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0" name="Line 92">
              <a:extLst>
                <a:ext uri="{FF2B5EF4-FFF2-40B4-BE49-F238E27FC236}">
                  <a16:creationId xmlns:a16="http://schemas.microsoft.com/office/drawing/2014/main" id="{D41BE9C6-707F-432A-B6A5-16234F530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6" y="993"/>
              <a:ext cx="0" cy="17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1" name="Line 93">
              <a:extLst>
                <a:ext uri="{FF2B5EF4-FFF2-40B4-BE49-F238E27FC236}">
                  <a16:creationId xmlns:a16="http://schemas.microsoft.com/office/drawing/2014/main" id="{2EABB5F9-7B32-4B46-B961-065CD0BD68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6" y="2127"/>
              <a:ext cx="0" cy="345"/>
            </a:xfrm>
            <a:prstGeom prst="line">
              <a:avLst/>
            </a:prstGeom>
            <a:noFill/>
            <a:ln w="1587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2" name="Freeform 94">
              <a:extLst>
                <a:ext uri="{FF2B5EF4-FFF2-40B4-BE49-F238E27FC236}">
                  <a16:creationId xmlns:a16="http://schemas.microsoft.com/office/drawing/2014/main" id="{D5F95D62-9E73-4884-A42B-6A67D8AA9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8" y="1872"/>
              <a:ext cx="350" cy="147"/>
            </a:xfrm>
            <a:custGeom>
              <a:avLst/>
              <a:gdLst>
                <a:gd name="T0" fmla="*/ 163 w 350"/>
                <a:gd name="T1" fmla="*/ 46 h 147"/>
                <a:gd name="T2" fmla="*/ 31 w 350"/>
                <a:gd name="T3" fmla="*/ 17 h 147"/>
                <a:gd name="T4" fmla="*/ 350 w 350"/>
                <a:gd name="T5" fmla="*/ 147 h 147"/>
                <a:gd name="T6" fmla="*/ 0 60000 65536"/>
                <a:gd name="T7" fmla="*/ 0 60000 65536"/>
                <a:gd name="T8" fmla="*/ 0 60000 65536"/>
                <a:gd name="T9" fmla="*/ 0 w 350"/>
                <a:gd name="T10" fmla="*/ 0 h 147"/>
                <a:gd name="T11" fmla="*/ 350 w 350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0" h="147">
                  <a:moveTo>
                    <a:pt x="163" y="46"/>
                  </a:moveTo>
                  <a:cubicBezTo>
                    <a:pt x="141" y="41"/>
                    <a:pt x="0" y="0"/>
                    <a:pt x="31" y="17"/>
                  </a:cubicBezTo>
                  <a:cubicBezTo>
                    <a:pt x="152" y="18"/>
                    <a:pt x="265" y="54"/>
                    <a:pt x="350" y="147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3" name="Oval 95">
              <a:extLst>
                <a:ext uri="{FF2B5EF4-FFF2-40B4-BE49-F238E27FC236}">
                  <a16:creationId xmlns:a16="http://schemas.microsoft.com/office/drawing/2014/main" id="{9137E1F2-7296-4B48-B72D-034599223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" y="1633"/>
              <a:ext cx="1200" cy="288"/>
            </a:xfrm>
            <a:prstGeom prst="ellipse">
              <a:avLst/>
            </a:prstGeom>
            <a:noFill/>
            <a:ln w="666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094" name="Rectangle 96">
              <a:extLst>
                <a:ext uri="{FF2B5EF4-FFF2-40B4-BE49-F238E27FC236}">
                  <a16:creationId xmlns:a16="http://schemas.microsoft.com/office/drawing/2014/main" id="{3D0565B5-4065-4B5C-9BB6-420ECC997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" y="1729"/>
              <a:ext cx="71" cy="192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095" name="Line 97">
              <a:extLst>
                <a:ext uri="{FF2B5EF4-FFF2-40B4-BE49-F238E27FC236}">
                  <a16:creationId xmlns:a16="http://schemas.microsoft.com/office/drawing/2014/main" id="{E8949AD0-2385-48DC-92F8-FF30C61FD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" y="1745"/>
              <a:ext cx="0" cy="170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6" name="Freeform 98">
              <a:extLst>
                <a:ext uri="{FF2B5EF4-FFF2-40B4-BE49-F238E27FC236}">
                  <a16:creationId xmlns:a16="http://schemas.microsoft.com/office/drawing/2014/main" id="{2A6ADDF9-E0DC-488A-81FF-27A7E789E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1777"/>
              <a:ext cx="133" cy="144"/>
            </a:xfrm>
            <a:custGeom>
              <a:avLst/>
              <a:gdLst>
                <a:gd name="T0" fmla="*/ 133 w 133"/>
                <a:gd name="T1" fmla="*/ 0 h 144"/>
                <a:gd name="T2" fmla="*/ 96 w 133"/>
                <a:gd name="T3" fmla="*/ 80 h 144"/>
                <a:gd name="T4" fmla="*/ 0 w 133"/>
                <a:gd name="T5" fmla="*/ 144 h 144"/>
                <a:gd name="T6" fmla="*/ 0 60000 65536"/>
                <a:gd name="T7" fmla="*/ 0 60000 65536"/>
                <a:gd name="T8" fmla="*/ 0 60000 65536"/>
                <a:gd name="T9" fmla="*/ 0 w 133"/>
                <a:gd name="T10" fmla="*/ 0 h 144"/>
                <a:gd name="T11" fmla="*/ 133 w 133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144">
                  <a:moveTo>
                    <a:pt x="133" y="0"/>
                  </a:moveTo>
                  <a:lnTo>
                    <a:pt x="96" y="80"/>
                  </a:lnTo>
                  <a:cubicBezTo>
                    <a:pt x="74" y="104"/>
                    <a:pt x="20" y="131"/>
                    <a:pt x="0" y="144"/>
                  </a:cubicBezTo>
                </a:path>
              </a:pathLst>
            </a:cu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7" name="Line 99">
              <a:extLst>
                <a:ext uri="{FF2B5EF4-FFF2-40B4-BE49-F238E27FC236}">
                  <a16:creationId xmlns:a16="http://schemas.microsoft.com/office/drawing/2014/main" id="{CB6BDBC3-79D1-4091-96B2-B1CF3A9E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873"/>
              <a:ext cx="144" cy="48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8" name="Line 100">
              <a:extLst>
                <a:ext uri="{FF2B5EF4-FFF2-40B4-BE49-F238E27FC236}">
                  <a16:creationId xmlns:a16="http://schemas.microsoft.com/office/drawing/2014/main" id="{288B3064-3812-4BCE-92F6-9C8BCE960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729"/>
              <a:ext cx="0" cy="170"/>
            </a:xfrm>
            <a:prstGeom prst="line">
              <a:avLst/>
            </a:prstGeom>
            <a:noFill/>
            <a:ln w="476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9" name="Line 101">
              <a:extLst>
                <a:ext uri="{FF2B5EF4-FFF2-40B4-BE49-F238E27FC236}">
                  <a16:creationId xmlns:a16="http://schemas.microsoft.com/office/drawing/2014/main" id="{CE50A7F9-4FBE-457E-A16F-5C4EBBBC7E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0" y="1737"/>
              <a:ext cx="0" cy="131"/>
            </a:xfrm>
            <a:prstGeom prst="line">
              <a:avLst/>
            </a:prstGeom>
            <a:noFill/>
            <a:ln w="6667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0" name="Line 102">
              <a:extLst>
                <a:ext uri="{FF2B5EF4-FFF2-40B4-BE49-F238E27FC236}">
                  <a16:creationId xmlns:a16="http://schemas.microsoft.com/office/drawing/2014/main" id="{CBB70A75-8CC1-4B62-9340-B0B98C1ED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8" y="1753"/>
              <a:ext cx="0" cy="131"/>
            </a:xfrm>
            <a:prstGeom prst="line">
              <a:avLst/>
            </a:prstGeom>
            <a:noFill/>
            <a:ln w="76200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1" name="Line 103">
              <a:extLst>
                <a:ext uri="{FF2B5EF4-FFF2-40B4-BE49-F238E27FC236}">
                  <a16:creationId xmlns:a16="http://schemas.microsoft.com/office/drawing/2014/main" id="{F6D8BF81-893C-4E45-8590-45C858CA78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8" y="1769"/>
              <a:ext cx="0" cy="131"/>
            </a:xfrm>
            <a:prstGeom prst="line">
              <a:avLst/>
            </a:prstGeom>
            <a:noFill/>
            <a:ln w="6667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2" name="Line 104">
              <a:extLst>
                <a:ext uri="{FF2B5EF4-FFF2-40B4-BE49-F238E27FC236}">
                  <a16:creationId xmlns:a16="http://schemas.microsoft.com/office/drawing/2014/main" id="{D842711E-8FFC-482C-85AE-2FA0530CF9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" y="1905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3" name="Line 105">
              <a:extLst>
                <a:ext uri="{FF2B5EF4-FFF2-40B4-BE49-F238E27FC236}">
                  <a16:creationId xmlns:a16="http://schemas.microsoft.com/office/drawing/2014/main" id="{E594D18F-3470-48CC-89E1-1D0A1511D1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921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4" name="Line 106">
              <a:extLst>
                <a:ext uri="{FF2B5EF4-FFF2-40B4-BE49-F238E27FC236}">
                  <a16:creationId xmlns:a16="http://schemas.microsoft.com/office/drawing/2014/main" id="{C9150EAC-30BE-460B-B050-E6A58B5B44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8" y="1721"/>
              <a:ext cx="0" cy="141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5" name="Line 107">
              <a:extLst>
                <a:ext uri="{FF2B5EF4-FFF2-40B4-BE49-F238E27FC236}">
                  <a16:creationId xmlns:a16="http://schemas.microsoft.com/office/drawing/2014/main" id="{DEB1F9B1-094B-403D-B250-743223C24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729"/>
              <a:ext cx="0" cy="141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6" name="Line 108">
              <a:extLst>
                <a:ext uri="{FF2B5EF4-FFF2-40B4-BE49-F238E27FC236}">
                  <a16:creationId xmlns:a16="http://schemas.microsoft.com/office/drawing/2014/main" id="{600F2D01-FDCC-4700-A090-0AEBBDDA27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88" y="1905"/>
              <a:ext cx="0" cy="96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7" name="Text Box 109">
              <a:extLst>
                <a:ext uri="{FF2B5EF4-FFF2-40B4-BE49-F238E27FC236}">
                  <a16:creationId xmlns:a16="http://schemas.microsoft.com/office/drawing/2014/main" id="{A42E195D-417F-44CC-99F8-3DE9CB3C2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" y="2202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N</a:t>
              </a:r>
            </a:p>
          </p:txBody>
        </p:sp>
        <p:sp>
          <p:nvSpPr>
            <p:cNvPr id="45108" name="Freeform 110">
              <a:extLst>
                <a:ext uri="{FF2B5EF4-FFF2-40B4-BE49-F238E27FC236}">
                  <a16:creationId xmlns:a16="http://schemas.microsoft.com/office/drawing/2014/main" id="{BEC4B81A-B71E-4978-B169-4C85FABB1EC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36" y="1893"/>
              <a:ext cx="350" cy="147"/>
            </a:xfrm>
            <a:custGeom>
              <a:avLst/>
              <a:gdLst>
                <a:gd name="T0" fmla="*/ 163 w 350"/>
                <a:gd name="T1" fmla="*/ 46 h 147"/>
                <a:gd name="T2" fmla="*/ 31 w 350"/>
                <a:gd name="T3" fmla="*/ 17 h 147"/>
                <a:gd name="T4" fmla="*/ 350 w 350"/>
                <a:gd name="T5" fmla="*/ 147 h 147"/>
                <a:gd name="T6" fmla="*/ 0 60000 65536"/>
                <a:gd name="T7" fmla="*/ 0 60000 65536"/>
                <a:gd name="T8" fmla="*/ 0 60000 65536"/>
                <a:gd name="T9" fmla="*/ 0 w 350"/>
                <a:gd name="T10" fmla="*/ 0 h 147"/>
                <a:gd name="T11" fmla="*/ 350 w 350"/>
                <a:gd name="T12" fmla="*/ 147 h 1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0" h="147">
                  <a:moveTo>
                    <a:pt x="163" y="46"/>
                  </a:moveTo>
                  <a:cubicBezTo>
                    <a:pt x="141" y="41"/>
                    <a:pt x="0" y="0"/>
                    <a:pt x="31" y="17"/>
                  </a:cubicBezTo>
                  <a:cubicBezTo>
                    <a:pt x="152" y="18"/>
                    <a:pt x="265" y="54"/>
                    <a:pt x="350" y="147"/>
                  </a:cubicBezTo>
                </a:path>
              </a:pathLst>
            </a:custGeom>
            <a:noFill/>
            <a:ln w="47625">
              <a:solidFill>
                <a:srgbClr val="66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09" name="Line 111">
              <a:extLst>
                <a:ext uri="{FF2B5EF4-FFF2-40B4-BE49-F238E27FC236}">
                  <a16:creationId xmlns:a16="http://schemas.microsoft.com/office/drawing/2014/main" id="{D24AA206-E981-486D-928E-25FECDBBF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824"/>
              <a:ext cx="480" cy="240"/>
            </a:xfrm>
            <a:prstGeom prst="line">
              <a:avLst/>
            </a:prstGeom>
            <a:noFill/>
            <a:ln w="44450">
              <a:solidFill>
                <a:srgbClr val="FF6600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0" name="Oval 112">
              <a:extLst>
                <a:ext uri="{FF2B5EF4-FFF2-40B4-BE49-F238E27FC236}">
                  <a16:creationId xmlns:a16="http://schemas.microsoft.com/office/drawing/2014/main" id="{93C5BF69-F701-4584-9577-62FBD8E94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440"/>
              <a:ext cx="1200" cy="288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rgbClr val="66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5111" name="Line 113">
              <a:extLst>
                <a:ext uri="{FF2B5EF4-FFF2-40B4-BE49-F238E27FC236}">
                  <a16:creationId xmlns:a16="http://schemas.microsoft.com/office/drawing/2014/main" id="{36B8DDFD-3CD4-4DAC-8BE2-CCA04FDD7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1297"/>
              <a:ext cx="0" cy="265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2" name="Line 114">
              <a:extLst>
                <a:ext uri="{FF2B5EF4-FFF2-40B4-BE49-F238E27FC236}">
                  <a16:creationId xmlns:a16="http://schemas.microsoft.com/office/drawing/2014/main" id="{7960DEBA-8164-4676-A7B9-3F4A95CC01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" y="1585"/>
              <a:ext cx="0" cy="192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3" name="Text Box 115">
              <a:extLst>
                <a:ext uri="{FF2B5EF4-FFF2-40B4-BE49-F238E27FC236}">
                  <a16:creationId xmlns:a16="http://schemas.microsoft.com/office/drawing/2014/main" id="{37DF99E1-5C8D-4892-8EA9-6735E57B1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" y="1473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</a:rPr>
                <a:t>D</a:t>
              </a:r>
              <a:r>
                <a:rPr lang="en-US" altLang="zh-CN" sz="2400" b="1" baseline="-25000">
                  <a:solidFill>
                    <a:schemeClr val="bg1"/>
                  </a:solidFill>
                </a:rPr>
                <a:t>1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sp>
          <p:nvSpPr>
            <p:cNvPr id="45114" name="Line 116">
              <a:extLst>
                <a:ext uri="{FF2B5EF4-FFF2-40B4-BE49-F238E27FC236}">
                  <a16:creationId xmlns:a16="http://schemas.microsoft.com/office/drawing/2014/main" id="{F9FA0024-91BD-4093-BA24-B2409E0B2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2" y="1585"/>
              <a:ext cx="0" cy="192"/>
            </a:xfrm>
            <a:prstGeom prst="line">
              <a:avLst/>
            </a:prstGeom>
            <a:noFill/>
            <a:ln w="4762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5" name="Freeform 117">
              <a:extLst>
                <a:ext uri="{FF2B5EF4-FFF2-40B4-BE49-F238E27FC236}">
                  <a16:creationId xmlns:a16="http://schemas.microsoft.com/office/drawing/2014/main" id="{BB3C727A-D876-4C18-A1BE-DA5F1F00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1583"/>
              <a:ext cx="125" cy="178"/>
            </a:xfrm>
            <a:custGeom>
              <a:avLst/>
              <a:gdLst>
                <a:gd name="T0" fmla="*/ 125 w 125"/>
                <a:gd name="T1" fmla="*/ 0 h 178"/>
                <a:gd name="T2" fmla="*/ 96 w 125"/>
                <a:gd name="T3" fmla="*/ 98 h 178"/>
                <a:gd name="T4" fmla="*/ 0 w 125"/>
                <a:gd name="T5" fmla="*/ 178 h 178"/>
                <a:gd name="T6" fmla="*/ 0 60000 65536"/>
                <a:gd name="T7" fmla="*/ 0 60000 65536"/>
                <a:gd name="T8" fmla="*/ 0 60000 65536"/>
                <a:gd name="T9" fmla="*/ 0 w 125"/>
                <a:gd name="T10" fmla="*/ 0 h 178"/>
                <a:gd name="T11" fmla="*/ 125 w 125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5" h="178">
                  <a:moveTo>
                    <a:pt x="125" y="0"/>
                  </a:moveTo>
                  <a:lnTo>
                    <a:pt x="96" y="98"/>
                  </a:lnTo>
                  <a:cubicBezTo>
                    <a:pt x="75" y="128"/>
                    <a:pt x="22" y="148"/>
                    <a:pt x="0" y="178"/>
                  </a:cubicBezTo>
                </a:path>
              </a:pathLst>
            </a:custGeom>
            <a:noFill/>
            <a:ln w="41275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6" name="Line 118">
              <a:extLst>
                <a:ext uri="{FF2B5EF4-FFF2-40B4-BE49-F238E27FC236}">
                  <a16:creationId xmlns:a16="http://schemas.microsoft.com/office/drawing/2014/main" id="{8ADCBA3D-682E-4A54-811B-0F8C33B81C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4" y="1705"/>
              <a:ext cx="144" cy="48"/>
            </a:xfrm>
            <a:prstGeom prst="line">
              <a:avLst/>
            </a:prstGeom>
            <a:noFill/>
            <a:ln w="444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7" name="Text Box 119">
              <a:extLst>
                <a:ext uri="{FF2B5EF4-FFF2-40B4-BE49-F238E27FC236}">
                  <a16:creationId xmlns:a16="http://schemas.microsoft.com/office/drawing/2014/main" id="{62C5A1D7-776D-4CAB-8D8B-10B41F13DB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2" y="1473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</a:rPr>
                <a:t>D</a:t>
              </a:r>
              <a:r>
                <a:rPr lang="en-US" altLang="zh-CN" sz="2400" b="1" baseline="-25000">
                  <a:solidFill>
                    <a:schemeClr val="bg1"/>
                  </a:solidFill>
                </a:rPr>
                <a:t>2</a:t>
              </a:r>
              <a:endParaRPr lang="en-US" altLang="zh-CN" sz="2400" b="1">
                <a:solidFill>
                  <a:schemeClr val="bg1"/>
                </a:solidFill>
              </a:endParaRPr>
            </a:p>
          </p:txBody>
        </p:sp>
        <p:grpSp>
          <p:nvGrpSpPr>
            <p:cNvPr id="45118" name="Group 120">
              <a:extLst>
                <a:ext uri="{FF2B5EF4-FFF2-40B4-BE49-F238E27FC236}">
                  <a16:creationId xmlns:a16="http://schemas.microsoft.com/office/drawing/2014/main" id="{AD61AFCF-E34D-4D93-83F5-AE9F8B035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449"/>
              <a:ext cx="272" cy="296"/>
              <a:chOff x="2496" y="2208"/>
              <a:chExt cx="272" cy="296"/>
            </a:xfrm>
          </p:grpSpPr>
          <p:sp>
            <p:nvSpPr>
              <p:cNvPr id="45122" name="Line 121">
                <a:extLst>
                  <a:ext uri="{FF2B5EF4-FFF2-40B4-BE49-F238E27FC236}">
                    <a16:creationId xmlns:a16="http://schemas.microsoft.com/office/drawing/2014/main" id="{5849C331-7894-4CEA-8F70-140423B634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2208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23" name="Line 122">
                <a:extLst>
                  <a:ext uri="{FF2B5EF4-FFF2-40B4-BE49-F238E27FC236}">
                    <a16:creationId xmlns:a16="http://schemas.microsoft.com/office/drawing/2014/main" id="{6534873D-5D94-4122-AF25-2DA9395A8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12" y="2208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124" name="Line 123">
                <a:extLst>
                  <a:ext uri="{FF2B5EF4-FFF2-40B4-BE49-F238E27FC236}">
                    <a16:creationId xmlns:a16="http://schemas.microsoft.com/office/drawing/2014/main" id="{3078CFCA-8FE1-4733-83A6-34A3D2F914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28" y="2216"/>
                <a:ext cx="240" cy="288"/>
              </a:xfrm>
              <a:prstGeom prst="line">
                <a:avLst/>
              </a:prstGeom>
              <a:noFill/>
              <a:ln w="41275">
                <a:solidFill>
                  <a:srgbClr val="99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5119" name="Text Box 124">
              <a:extLst>
                <a:ext uri="{FF2B5EF4-FFF2-40B4-BE49-F238E27FC236}">
                  <a16:creationId xmlns:a16="http://schemas.microsoft.com/office/drawing/2014/main" id="{747129F8-98E2-4EE6-B38C-FBB5B3307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2" y="1002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/>
                <a:t>S</a:t>
              </a:r>
            </a:p>
          </p:txBody>
        </p:sp>
        <p:sp>
          <p:nvSpPr>
            <p:cNvPr id="45120" name="Line 125">
              <a:extLst>
                <a:ext uri="{FF2B5EF4-FFF2-40B4-BE49-F238E27FC236}">
                  <a16:creationId xmlns:a16="http://schemas.microsoft.com/office/drawing/2014/main" id="{6AD85FFA-CE41-43BC-AE68-641F482FBF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" y="1353"/>
              <a:ext cx="0" cy="220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21" name="Line 126">
              <a:extLst>
                <a:ext uri="{FF2B5EF4-FFF2-40B4-BE49-F238E27FC236}">
                  <a16:creationId xmlns:a16="http://schemas.microsoft.com/office/drawing/2014/main" id="{0C71D06E-8EA2-433B-AC74-12B81BAA7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2" y="1313"/>
              <a:ext cx="0" cy="288"/>
            </a:xfrm>
            <a:prstGeom prst="line">
              <a:avLst/>
            </a:prstGeom>
            <a:noFill/>
            <a:ln w="41275">
              <a:solidFill>
                <a:srgbClr val="0000FF"/>
              </a:solidFill>
              <a:round/>
              <a:headEnd/>
              <a:tailEnd type="arrow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3843" name="Text Box 131">
            <a:extLst>
              <a:ext uri="{FF2B5EF4-FFF2-40B4-BE49-F238E27FC236}">
                <a16:creationId xmlns:a16="http://schemas.microsoft.com/office/drawing/2014/main" id="{1992DD0A-B6DF-4FB3-B9D0-B29A0FC08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38" y="388938"/>
            <a:ext cx="8375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）物理学中应用</a:t>
            </a:r>
            <a:r>
              <a:rPr lang="en-US" altLang="zh-CN" sz="2800" b="1"/>
              <a:t>——</a:t>
            </a:r>
            <a:r>
              <a:rPr lang="zh-CN" altLang="en-US" sz="2400" b="1">
                <a:ea typeface="黑体" panose="02010609060101010101" pitchFamily="49" charset="-122"/>
              </a:rPr>
              <a:t>在高能物理中加速粒子</a:t>
            </a:r>
          </a:p>
        </p:txBody>
      </p:sp>
      <p:sp>
        <p:nvSpPr>
          <p:cNvPr id="45073" name="Text Box 12">
            <a:extLst>
              <a:ext uri="{FF2B5EF4-FFF2-40B4-BE49-F238E27FC236}">
                <a16:creationId xmlns:a16="http://schemas.microsoft.com/office/drawing/2014/main" id="{9137DB51-744B-4FF9-BC2C-C158C7AD1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24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38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3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37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437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437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24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4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37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75"/>
                                        <p:tgtEl>
                                          <p:spTgt spid="24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7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8" dur="75"/>
                                        <p:tgtEl>
                                          <p:spTgt spid="243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8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243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175"/>
                            </p:stCondLst>
                            <p:childTnLst>
                              <p:par>
                                <p:cTn id="84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37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autoUpdateAnimBg="0"/>
      <p:bldP spid="243773" grpId="0" autoUpdateAnimBg="0"/>
      <p:bldP spid="243774" grpId="0" build="allAtOnce" autoUpdateAnimBg="0"/>
      <p:bldP spid="243775" grpId="0" autoUpdateAnimBg="0"/>
      <p:bldP spid="243776" grpId="0" autoUpdateAnimBg="0"/>
      <p:bldP spid="243778" grpId="0" autoUpdateAnimBg="0"/>
      <p:bldP spid="243779" grpId="0" autoUpdateAnimBg="0"/>
      <p:bldP spid="24384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Text Box 2">
            <a:extLst>
              <a:ext uri="{FF2B5EF4-FFF2-40B4-BE49-F238E27FC236}">
                <a16:creationId xmlns:a16="http://schemas.microsoft.com/office/drawing/2014/main" id="{C6C11C5C-C621-4E74-82AA-7768FA0CD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5" y="374650"/>
            <a:ext cx="4225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电子感应加速器</a:t>
            </a:r>
            <a:endParaRPr lang="zh-CN" altLang="en-US" sz="2800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245763" name="Text Box 3">
            <a:extLst>
              <a:ext uri="{FF2B5EF4-FFF2-40B4-BE49-F238E27FC236}">
                <a16:creationId xmlns:a16="http://schemas.microsoft.com/office/drawing/2014/main" id="{56E68BB1-BE61-42D0-9A10-D8143F89D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6045200"/>
            <a:ext cx="2738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anose="02010609060101010101" pitchFamily="49" charset="-122"/>
              </a:rPr>
              <a:t>问题</a:t>
            </a:r>
            <a:r>
              <a:rPr lang="zh-CN" altLang="en-US" sz="2800" b="1">
                <a:solidFill>
                  <a:srgbClr val="FF0000"/>
                </a:solidFill>
              </a:rPr>
              <a:t>：</a:t>
            </a:r>
            <a:endParaRPr lang="zh-CN" altLang="en-US" sz="2800"/>
          </a:p>
        </p:txBody>
      </p:sp>
      <p:sp>
        <p:nvSpPr>
          <p:cNvPr id="245765" name="Text Box 5">
            <a:extLst>
              <a:ext uri="{FF2B5EF4-FFF2-40B4-BE49-F238E27FC236}">
                <a16:creationId xmlns:a16="http://schemas.microsoft.com/office/drawing/2014/main" id="{86ECFD4F-AEF7-41C4-996B-9AFADEC8DC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893763"/>
            <a:ext cx="8382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原理：用变化磁场所激发的感应电场来加速电子</a:t>
            </a:r>
            <a:endParaRPr lang="zh-CN" altLang="en-US" sz="2400" b="1">
              <a:ea typeface="黑体" panose="02010609060101010101" pitchFamily="49" charset="-122"/>
            </a:endParaRPr>
          </a:p>
        </p:txBody>
      </p:sp>
      <p:sp>
        <p:nvSpPr>
          <p:cNvPr id="245766" name="Text Box 6">
            <a:extLst>
              <a:ext uri="{FF2B5EF4-FFF2-40B4-BE49-F238E27FC236}">
                <a16:creationId xmlns:a16="http://schemas.microsoft.com/office/drawing/2014/main" id="{91CACCF1-DFA3-4B8E-9148-A9D1516C2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138" y="1403350"/>
            <a:ext cx="6138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在交流电的前 </a:t>
            </a:r>
            <a:r>
              <a:rPr lang="en-US" altLang="zh-CN" sz="2800" b="1"/>
              <a:t>1/4</a:t>
            </a:r>
            <a:r>
              <a:rPr lang="zh-CN" altLang="en-US" sz="2800" b="1"/>
              <a:t>周期，假定管中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的感应电场是顺时针的（</a:t>
            </a:r>
            <a:r>
              <a:rPr lang="zh-CN" altLang="en-US" sz="2400" b="1">
                <a:solidFill>
                  <a:schemeClr val="tx2"/>
                </a:solidFill>
                <a:ea typeface="黑体" panose="02010609060101010101" pitchFamily="49" charset="-122"/>
              </a:rPr>
              <a:t>俯视图</a:t>
            </a:r>
            <a:r>
              <a:rPr lang="zh-CN" altLang="en-US" sz="2800" b="1"/>
              <a:t>）</a:t>
            </a: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BABDF7E7-793A-4821-A1FE-89892A8B457A}"/>
              </a:ext>
            </a:extLst>
          </p:cNvPr>
          <p:cNvGrpSpPr>
            <a:grpSpLocks/>
          </p:cNvGrpSpPr>
          <p:nvPr/>
        </p:nvGrpSpPr>
        <p:grpSpPr bwMode="auto">
          <a:xfrm>
            <a:off x="633413" y="4848225"/>
            <a:ext cx="3810000" cy="1277938"/>
            <a:chOff x="288" y="2784"/>
            <a:chExt cx="2400" cy="805"/>
          </a:xfrm>
        </p:grpSpPr>
        <p:graphicFrame>
          <p:nvGraphicFramePr>
            <p:cNvPr id="47232" name="Object 9">
              <a:extLst>
                <a:ext uri="{FF2B5EF4-FFF2-40B4-BE49-F238E27FC236}">
                  <a16:creationId xmlns:a16="http://schemas.microsoft.com/office/drawing/2014/main" id="{A508414D-4383-4267-B834-F9B36FDFBFB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96" y="2951"/>
            <a:ext cx="14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67" name="公式" r:id="rId4" imgW="152268" imgH="253780" progId="Equation.3">
                    <p:embed/>
                  </p:oleObj>
                </mc:Choice>
                <mc:Fallback>
                  <p:oleObj name="公式" r:id="rId4" imgW="152268" imgH="2537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2951"/>
                          <a:ext cx="14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233" name="Object 10">
              <a:extLst>
                <a:ext uri="{FF2B5EF4-FFF2-40B4-BE49-F238E27FC236}">
                  <a16:creationId xmlns:a16="http://schemas.microsoft.com/office/drawing/2014/main" id="{DAF88BE4-3905-4E53-91C4-87ABA0929A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951"/>
            <a:ext cx="2076" cy="6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68" name="BMP 图象" r:id="rId6" imgW="2476190" imgH="762106" progId="Paint.Picture">
                    <p:embed/>
                  </p:oleObj>
                </mc:Choice>
                <mc:Fallback>
                  <p:oleObj name="BMP 图象" r:id="rId6" imgW="2476190" imgH="762106" progId="Paint.Picture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FFFFFF"/>
                            </a:clrFrom>
                            <a:clrTo>
                              <a:srgbClr val="FFFFFF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951"/>
                          <a:ext cx="2076" cy="6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234" name="Line 10">
              <a:extLst>
                <a:ext uri="{FF2B5EF4-FFF2-40B4-BE49-F238E27FC236}">
                  <a16:creationId xmlns:a16="http://schemas.microsoft.com/office/drawing/2014/main" id="{93335ACB-1DC1-4D5C-98B3-0F12E3FD0E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264"/>
              <a:ext cx="2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235" name="Line 11">
              <a:extLst>
                <a:ext uri="{FF2B5EF4-FFF2-40B4-BE49-F238E27FC236}">
                  <a16:creationId xmlns:a16="http://schemas.microsoft.com/office/drawing/2014/main" id="{7D0995FF-105B-41FC-A886-B0200B06F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2807"/>
              <a:ext cx="0" cy="4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47236" name="Object 11">
              <a:extLst>
                <a:ext uri="{FF2B5EF4-FFF2-40B4-BE49-F238E27FC236}">
                  <a16:creationId xmlns:a16="http://schemas.microsoft.com/office/drawing/2014/main" id="{EEDC0910-9A48-4278-8236-89252B6FB7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8" y="2784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269" name="公式" r:id="rId8" imgW="203024" imgH="266469" progId="Equation.3">
                    <p:embed/>
                  </p:oleObj>
                </mc:Choice>
                <mc:Fallback>
                  <p:oleObj name="公式" r:id="rId8" imgW="203024" imgH="266469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2784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54A77174-A453-4691-98A7-DE62F9328FDE}"/>
              </a:ext>
            </a:extLst>
          </p:cNvPr>
          <p:cNvGrpSpPr>
            <a:grpSpLocks/>
          </p:cNvGrpSpPr>
          <p:nvPr/>
        </p:nvGrpSpPr>
        <p:grpSpPr bwMode="auto">
          <a:xfrm>
            <a:off x="379413" y="1676400"/>
            <a:ext cx="2622550" cy="3048000"/>
            <a:chOff x="508" y="672"/>
            <a:chExt cx="1652" cy="1920"/>
          </a:xfrm>
        </p:grpSpPr>
        <p:sp>
          <p:nvSpPr>
            <p:cNvPr id="47164" name="AutoShape 14">
              <a:extLst>
                <a:ext uri="{FF2B5EF4-FFF2-40B4-BE49-F238E27FC236}">
                  <a16:creationId xmlns:a16="http://schemas.microsoft.com/office/drawing/2014/main" id="{0EC7F30D-4366-4CB1-A3E1-7D51B41FD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248"/>
              <a:ext cx="148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03 w 21600"/>
                <a:gd name="T13" fmla="*/ 2925 h 21600"/>
                <a:gd name="T14" fmla="*/ 18697 w 21600"/>
                <a:gd name="T15" fmla="*/ 186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00" y="21600"/>
                  </a:lnTo>
                  <a:lnTo>
                    <a:pt x="194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5" name="AutoShape 15">
              <a:extLst>
                <a:ext uri="{FF2B5EF4-FFF2-40B4-BE49-F238E27FC236}">
                  <a16:creationId xmlns:a16="http://schemas.microsoft.com/office/drawing/2014/main" id="{3C27CEBE-86F9-4BAD-B6AB-44D449C9737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76" y="1728"/>
              <a:ext cx="148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03 w 21600"/>
                <a:gd name="T13" fmla="*/ 2925 h 21600"/>
                <a:gd name="T14" fmla="*/ 18697 w 21600"/>
                <a:gd name="T15" fmla="*/ 1867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2200" y="21600"/>
                  </a:lnTo>
                  <a:lnTo>
                    <a:pt x="194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66" name="Rectangle 16">
              <a:extLst>
                <a:ext uri="{FF2B5EF4-FFF2-40B4-BE49-F238E27FC236}">
                  <a16:creationId xmlns:a16="http://schemas.microsoft.com/office/drawing/2014/main" id="{6BCF3397-31AA-443E-A0F4-BDA8C5933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016"/>
              <a:ext cx="1488" cy="576"/>
            </a:xfrm>
            <a:prstGeom prst="rect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47167" name="Rectangle 17">
              <a:extLst>
                <a:ext uri="{FF2B5EF4-FFF2-40B4-BE49-F238E27FC236}">
                  <a16:creationId xmlns:a16="http://schemas.microsoft.com/office/drawing/2014/main" id="{7D51AE6B-0AA2-4302-820D-55A13DDF2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672"/>
              <a:ext cx="1488" cy="576"/>
            </a:xfrm>
            <a:prstGeom prst="rect">
              <a:avLst/>
            </a:prstGeom>
            <a:gradFill rotWithShape="0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grpSp>
          <p:nvGrpSpPr>
            <p:cNvPr id="47168" name="Group 18">
              <a:extLst>
                <a:ext uri="{FF2B5EF4-FFF2-40B4-BE49-F238E27FC236}">
                  <a16:creationId xmlns:a16="http://schemas.microsoft.com/office/drawing/2014/main" id="{A84696C5-A33C-4438-BA10-D5BCA370D9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768"/>
              <a:ext cx="1652" cy="93"/>
              <a:chOff x="508" y="867"/>
              <a:chExt cx="1652" cy="141"/>
            </a:xfrm>
          </p:grpSpPr>
          <p:sp>
            <p:nvSpPr>
              <p:cNvPr id="47229" name="Arc 19">
                <a:extLst>
                  <a:ext uri="{FF2B5EF4-FFF2-40B4-BE49-F238E27FC236}">
                    <a16:creationId xmlns:a16="http://schemas.microsoft.com/office/drawing/2014/main" id="{2FFD9327-0302-4F29-806B-968108F675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30" name="Line 20">
                <a:extLst>
                  <a:ext uri="{FF2B5EF4-FFF2-40B4-BE49-F238E27FC236}">
                    <a16:creationId xmlns:a16="http://schemas.microsoft.com/office/drawing/2014/main" id="{57B10F9E-4CD3-4837-BD89-25FF806CD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31" name="Arc 21">
                <a:extLst>
                  <a:ext uri="{FF2B5EF4-FFF2-40B4-BE49-F238E27FC236}">
                    <a16:creationId xmlns:a16="http://schemas.microsoft.com/office/drawing/2014/main" id="{78BF273F-C3B3-4229-8C22-7BB89FBA342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69" name="Group 22">
              <a:extLst>
                <a:ext uri="{FF2B5EF4-FFF2-40B4-BE49-F238E27FC236}">
                  <a16:creationId xmlns:a16="http://schemas.microsoft.com/office/drawing/2014/main" id="{ED74A7A7-520D-4762-A524-63690243B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813"/>
              <a:ext cx="1652" cy="93"/>
              <a:chOff x="508" y="867"/>
              <a:chExt cx="1652" cy="141"/>
            </a:xfrm>
          </p:grpSpPr>
          <p:sp>
            <p:nvSpPr>
              <p:cNvPr id="47226" name="Arc 23">
                <a:extLst>
                  <a:ext uri="{FF2B5EF4-FFF2-40B4-BE49-F238E27FC236}">
                    <a16:creationId xmlns:a16="http://schemas.microsoft.com/office/drawing/2014/main" id="{91541BDE-3B14-4954-98A7-D0D9B2E8B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7" name="Line 24">
                <a:extLst>
                  <a:ext uri="{FF2B5EF4-FFF2-40B4-BE49-F238E27FC236}">
                    <a16:creationId xmlns:a16="http://schemas.microsoft.com/office/drawing/2014/main" id="{12864C2C-A3A0-4312-BED3-EF4B6BD23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8" name="Arc 25">
                <a:extLst>
                  <a:ext uri="{FF2B5EF4-FFF2-40B4-BE49-F238E27FC236}">
                    <a16:creationId xmlns:a16="http://schemas.microsoft.com/office/drawing/2014/main" id="{6294937C-E84B-43E8-8CE1-3506C579475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0" name="Group 26">
              <a:extLst>
                <a:ext uri="{FF2B5EF4-FFF2-40B4-BE49-F238E27FC236}">
                  <a16:creationId xmlns:a16="http://schemas.microsoft.com/office/drawing/2014/main" id="{7DAB4EAF-95A8-4F15-917E-D47883EC8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861"/>
              <a:ext cx="1652" cy="93"/>
              <a:chOff x="508" y="867"/>
              <a:chExt cx="1652" cy="141"/>
            </a:xfrm>
          </p:grpSpPr>
          <p:sp>
            <p:nvSpPr>
              <p:cNvPr id="47223" name="Arc 27">
                <a:extLst>
                  <a:ext uri="{FF2B5EF4-FFF2-40B4-BE49-F238E27FC236}">
                    <a16:creationId xmlns:a16="http://schemas.microsoft.com/office/drawing/2014/main" id="{D26CC4BB-1E7F-4A85-BBA0-393EE09B2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4" name="Line 28">
                <a:extLst>
                  <a:ext uri="{FF2B5EF4-FFF2-40B4-BE49-F238E27FC236}">
                    <a16:creationId xmlns:a16="http://schemas.microsoft.com/office/drawing/2014/main" id="{70B11B24-ADFD-44DF-83EA-FC793940E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5" name="Arc 29">
                <a:extLst>
                  <a:ext uri="{FF2B5EF4-FFF2-40B4-BE49-F238E27FC236}">
                    <a16:creationId xmlns:a16="http://schemas.microsoft.com/office/drawing/2014/main" id="{84510832-2765-46FA-BDAB-C440DBBD98B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1" name="Group 30">
              <a:extLst>
                <a:ext uri="{FF2B5EF4-FFF2-40B4-BE49-F238E27FC236}">
                  <a16:creationId xmlns:a16="http://schemas.microsoft.com/office/drawing/2014/main" id="{BDA97B4A-FBA2-477F-9401-B6AF36BB0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909"/>
              <a:ext cx="1652" cy="93"/>
              <a:chOff x="508" y="867"/>
              <a:chExt cx="1652" cy="141"/>
            </a:xfrm>
          </p:grpSpPr>
          <p:sp>
            <p:nvSpPr>
              <p:cNvPr id="47220" name="Arc 31">
                <a:extLst>
                  <a:ext uri="{FF2B5EF4-FFF2-40B4-BE49-F238E27FC236}">
                    <a16:creationId xmlns:a16="http://schemas.microsoft.com/office/drawing/2014/main" id="{193CF07D-7BCA-4699-A5EA-3BAA2901B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21" name="Line 32">
                <a:extLst>
                  <a:ext uri="{FF2B5EF4-FFF2-40B4-BE49-F238E27FC236}">
                    <a16:creationId xmlns:a16="http://schemas.microsoft.com/office/drawing/2014/main" id="{0F73C0A5-C994-481D-AEF5-7B122182B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22" name="Arc 33">
                <a:extLst>
                  <a:ext uri="{FF2B5EF4-FFF2-40B4-BE49-F238E27FC236}">
                    <a16:creationId xmlns:a16="http://schemas.microsoft.com/office/drawing/2014/main" id="{B3220861-1D8C-4237-AD7F-920BF36AC04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2" name="Group 34">
              <a:extLst>
                <a:ext uri="{FF2B5EF4-FFF2-40B4-BE49-F238E27FC236}">
                  <a16:creationId xmlns:a16="http://schemas.microsoft.com/office/drawing/2014/main" id="{A5F4B088-3DCF-4DF8-9264-E6661F6FE3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960"/>
              <a:ext cx="1652" cy="93"/>
              <a:chOff x="508" y="867"/>
              <a:chExt cx="1652" cy="141"/>
            </a:xfrm>
          </p:grpSpPr>
          <p:sp>
            <p:nvSpPr>
              <p:cNvPr id="47217" name="Arc 35">
                <a:extLst>
                  <a:ext uri="{FF2B5EF4-FFF2-40B4-BE49-F238E27FC236}">
                    <a16:creationId xmlns:a16="http://schemas.microsoft.com/office/drawing/2014/main" id="{61C3272F-2144-4683-A0B7-42521B3075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8" name="Line 36">
                <a:extLst>
                  <a:ext uri="{FF2B5EF4-FFF2-40B4-BE49-F238E27FC236}">
                    <a16:creationId xmlns:a16="http://schemas.microsoft.com/office/drawing/2014/main" id="{405BAD63-2767-4F6D-9598-13BB59911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9" name="Arc 37">
                <a:extLst>
                  <a:ext uri="{FF2B5EF4-FFF2-40B4-BE49-F238E27FC236}">
                    <a16:creationId xmlns:a16="http://schemas.microsoft.com/office/drawing/2014/main" id="{D6E0B64D-75D8-4162-935F-82A123FEA98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3" name="Group 38">
              <a:extLst>
                <a:ext uri="{FF2B5EF4-FFF2-40B4-BE49-F238E27FC236}">
                  <a16:creationId xmlns:a16="http://schemas.microsoft.com/office/drawing/2014/main" id="{A1B59049-B915-4350-B6FE-226FDF8DC3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008"/>
              <a:ext cx="1652" cy="93"/>
              <a:chOff x="508" y="867"/>
              <a:chExt cx="1652" cy="141"/>
            </a:xfrm>
          </p:grpSpPr>
          <p:sp>
            <p:nvSpPr>
              <p:cNvPr id="47214" name="Arc 39">
                <a:extLst>
                  <a:ext uri="{FF2B5EF4-FFF2-40B4-BE49-F238E27FC236}">
                    <a16:creationId xmlns:a16="http://schemas.microsoft.com/office/drawing/2014/main" id="{3B7F963E-B822-47C5-AB6B-FF9B11041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5" name="Line 40">
                <a:extLst>
                  <a:ext uri="{FF2B5EF4-FFF2-40B4-BE49-F238E27FC236}">
                    <a16:creationId xmlns:a16="http://schemas.microsoft.com/office/drawing/2014/main" id="{C37A878A-E2BA-492A-9429-CAA662E0ED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6" name="Arc 41">
                <a:extLst>
                  <a:ext uri="{FF2B5EF4-FFF2-40B4-BE49-F238E27FC236}">
                    <a16:creationId xmlns:a16="http://schemas.microsoft.com/office/drawing/2014/main" id="{0BA6B74C-24D3-4B40-8C6A-A01D8E26FA9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4" name="Group 42">
              <a:extLst>
                <a:ext uri="{FF2B5EF4-FFF2-40B4-BE49-F238E27FC236}">
                  <a16:creationId xmlns:a16="http://schemas.microsoft.com/office/drawing/2014/main" id="{B28FEB1C-6F9E-4804-AA0B-12F41E0B88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056"/>
              <a:ext cx="1652" cy="93"/>
              <a:chOff x="508" y="867"/>
              <a:chExt cx="1652" cy="141"/>
            </a:xfrm>
          </p:grpSpPr>
          <p:sp>
            <p:nvSpPr>
              <p:cNvPr id="47211" name="Arc 43">
                <a:extLst>
                  <a:ext uri="{FF2B5EF4-FFF2-40B4-BE49-F238E27FC236}">
                    <a16:creationId xmlns:a16="http://schemas.microsoft.com/office/drawing/2014/main" id="{4FB0F459-297A-496B-8BBD-98C3A512C8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12" name="Line 44">
                <a:extLst>
                  <a:ext uri="{FF2B5EF4-FFF2-40B4-BE49-F238E27FC236}">
                    <a16:creationId xmlns:a16="http://schemas.microsoft.com/office/drawing/2014/main" id="{9126F6D7-E997-4651-A7A9-0495415DC1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3" name="Arc 45">
                <a:extLst>
                  <a:ext uri="{FF2B5EF4-FFF2-40B4-BE49-F238E27FC236}">
                    <a16:creationId xmlns:a16="http://schemas.microsoft.com/office/drawing/2014/main" id="{4C682C43-B612-4D06-9030-A4B4D193F6A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5" name="Group 46">
              <a:extLst>
                <a:ext uri="{FF2B5EF4-FFF2-40B4-BE49-F238E27FC236}">
                  <a16:creationId xmlns:a16="http://schemas.microsoft.com/office/drawing/2014/main" id="{1258F424-63E5-44EE-AA6D-1DB08C392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1104"/>
              <a:ext cx="1652" cy="93"/>
              <a:chOff x="508" y="867"/>
              <a:chExt cx="1652" cy="141"/>
            </a:xfrm>
          </p:grpSpPr>
          <p:sp>
            <p:nvSpPr>
              <p:cNvPr id="47208" name="Arc 47">
                <a:extLst>
                  <a:ext uri="{FF2B5EF4-FFF2-40B4-BE49-F238E27FC236}">
                    <a16:creationId xmlns:a16="http://schemas.microsoft.com/office/drawing/2014/main" id="{8AE43D70-E9EE-49FD-AD85-C464DE7E0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9" name="Line 48">
                <a:extLst>
                  <a:ext uri="{FF2B5EF4-FFF2-40B4-BE49-F238E27FC236}">
                    <a16:creationId xmlns:a16="http://schemas.microsoft.com/office/drawing/2014/main" id="{75DA68EA-7DE3-4738-B2D0-E7AA094BE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10" name="Arc 49">
                <a:extLst>
                  <a:ext uri="{FF2B5EF4-FFF2-40B4-BE49-F238E27FC236}">
                    <a16:creationId xmlns:a16="http://schemas.microsoft.com/office/drawing/2014/main" id="{5DBE7E65-421F-4E88-BE58-75612E17A6B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6" name="Group 50">
              <a:extLst>
                <a:ext uri="{FF2B5EF4-FFF2-40B4-BE49-F238E27FC236}">
                  <a16:creationId xmlns:a16="http://schemas.microsoft.com/office/drawing/2014/main" id="{FAF55431-704A-42C7-ADD4-F12CCF992B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070"/>
              <a:ext cx="1652" cy="93"/>
              <a:chOff x="508" y="867"/>
              <a:chExt cx="1652" cy="141"/>
            </a:xfrm>
          </p:grpSpPr>
          <p:sp>
            <p:nvSpPr>
              <p:cNvPr id="47205" name="Arc 51">
                <a:extLst>
                  <a:ext uri="{FF2B5EF4-FFF2-40B4-BE49-F238E27FC236}">
                    <a16:creationId xmlns:a16="http://schemas.microsoft.com/office/drawing/2014/main" id="{EF816F81-885E-473F-A185-2FCFA2ACC0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6" name="Line 52">
                <a:extLst>
                  <a:ext uri="{FF2B5EF4-FFF2-40B4-BE49-F238E27FC236}">
                    <a16:creationId xmlns:a16="http://schemas.microsoft.com/office/drawing/2014/main" id="{BFBA74F3-EFEB-4056-A4F4-0222F6F4B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7" name="Arc 53">
                <a:extLst>
                  <a:ext uri="{FF2B5EF4-FFF2-40B4-BE49-F238E27FC236}">
                    <a16:creationId xmlns:a16="http://schemas.microsoft.com/office/drawing/2014/main" id="{25E66E55-CB83-495B-AE18-21C8F72F1A7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7" name="Group 54">
              <a:extLst>
                <a:ext uri="{FF2B5EF4-FFF2-40B4-BE49-F238E27FC236}">
                  <a16:creationId xmlns:a16="http://schemas.microsoft.com/office/drawing/2014/main" id="{1D80BB0E-2E31-4951-889B-F2130FE48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115"/>
              <a:ext cx="1652" cy="93"/>
              <a:chOff x="508" y="867"/>
              <a:chExt cx="1652" cy="141"/>
            </a:xfrm>
          </p:grpSpPr>
          <p:sp>
            <p:nvSpPr>
              <p:cNvPr id="47202" name="Arc 55">
                <a:extLst>
                  <a:ext uri="{FF2B5EF4-FFF2-40B4-BE49-F238E27FC236}">
                    <a16:creationId xmlns:a16="http://schemas.microsoft.com/office/drawing/2014/main" id="{F79A3311-B00D-4A1C-9CA6-43AD44B16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3" name="Line 56">
                <a:extLst>
                  <a:ext uri="{FF2B5EF4-FFF2-40B4-BE49-F238E27FC236}">
                    <a16:creationId xmlns:a16="http://schemas.microsoft.com/office/drawing/2014/main" id="{FA1ADEB0-DF5A-4B59-A7B5-4DFA49AE7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4" name="Arc 57">
                <a:extLst>
                  <a:ext uri="{FF2B5EF4-FFF2-40B4-BE49-F238E27FC236}">
                    <a16:creationId xmlns:a16="http://schemas.microsoft.com/office/drawing/2014/main" id="{3001187E-FD7F-4230-A2EE-232CC039D13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8" name="Group 58">
              <a:extLst>
                <a:ext uri="{FF2B5EF4-FFF2-40B4-BE49-F238E27FC236}">
                  <a16:creationId xmlns:a16="http://schemas.microsoft.com/office/drawing/2014/main" id="{04363AF3-1C43-4E18-9364-326E32E302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163"/>
              <a:ext cx="1652" cy="93"/>
              <a:chOff x="508" y="867"/>
              <a:chExt cx="1652" cy="141"/>
            </a:xfrm>
          </p:grpSpPr>
          <p:sp>
            <p:nvSpPr>
              <p:cNvPr id="47199" name="Arc 59">
                <a:extLst>
                  <a:ext uri="{FF2B5EF4-FFF2-40B4-BE49-F238E27FC236}">
                    <a16:creationId xmlns:a16="http://schemas.microsoft.com/office/drawing/2014/main" id="{1C3966FE-0DB7-4998-8C7B-BFD119BB14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200" name="Line 60">
                <a:extLst>
                  <a:ext uri="{FF2B5EF4-FFF2-40B4-BE49-F238E27FC236}">
                    <a16:creationId xmlns:a16="http://schemas.microsoft.com/office/drawing/2014/main" id="{7C751EA6-55F8-4557-8F11-71F3B8B37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201" name="Arc 61">
                <a:extLst>
                  <a:ext uri="{FF2B5EF4-FFF2-40B4-BE49-F238E27FC236}">
                    <a16:creationId xmlns:a16="http://schemas.microsoft.com/office/drawing/2014/main" id="{50E5FC7B-4E7F-4AFE-8BDC-BBC4C6878AB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79" name="Group 62">
              <a:extLst>
                <a:ext uri="{FF2B5EF4-FFF2-40B4-BE49-F238E27FC236}">
                  <a16:creationId xmlns:a16="http://schemas.microsoft.com/office/drawing/2014/main" id="{F2043DAC-C5DF-4B76-AB0F-A5F2D6B8E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211"/>
              <a:ext cx="1652" cy="93"/>
              <a:chOff x="508" y="867"/>
              <a:chExt cx="1652" cy="141"/>
            </a:xfrm>
          </p:grpSpPr>
          <p:sp>
            <p:nvSpPr>
              <p:cNvPr id="47196" name="Arc 63">
                <a:extLst>
                  <a:ext uri="{FF2B5EF4-FFF2-40B4-BE49-F238E27FC236}">
                    <a16:creationId xmlns:a16="http://schemas.microsoft.com/office/drawing/2014/main" id="{1D9C59F3-4D22-4A48-96FD-EBB3930621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7" name="Line 64">
                <a:extLst>
                  <a:ext uri="{FF2B5EF4-FFF2-40B4-BE49-F238E27FC236}">
                    <a16:creationId xmlns:a16="http://schemas.microsoft.com/office/drawing/2014/main" id="{59D6F647-436F-49E5-92E6-0378781721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8" name="Arc 65">
                <a:extLst>
                  <a:ext uri="{FF2B5EF4-FFF2-40B4-BE49-F238E27FC236}">
                    <a16:creationId xmlns:a16="http://schemas.microsoft.com/office/drawing/2014/main" id="{480C67B3-04C6-4F0D-8E42-8D269529D2E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0" name="Group 66">
              <a:extLst>
                <a:ext uri="{FF2B5EF4-FFF2-40B4-BE49-F238E27FC236}">
                  <a16:creationId xmlns:a16="http://schemas.microsoft.com/office/drawing/2014/main" id="{45FAF6FA-7A77-4EB7-BCDD-C9CB2A315E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256"/>
              <a:ext cx="1652" cy="93"/>
              <a:chOff x="508" y="867"/>
              <a:chExt cx="1652" cy="141"/>
            </a:xfrm>
          </p:grpSpPr>
          <p:sp>
            <p:nvSpPr>
              <p:cNvPr id="47193" name="Arc 67">
                <a:extLst>
                  <a:ext uri="{FF2B5EF4-FFF2-40B4-BE49-F238E27FC236}">
                    <a16:creationId xmlns:a16="http://schemas.microsoft.com/office/drawing/2014/main" id="{DF4D8490-85CF-4B74-A189-DF912141CE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4" name="Line 68">
                <a:extLst>
                  <a:ext uri="{FF2B5EF4-FFF2-40B4-BE49-F238E27FC236}">
                    <a16:creationId xmlns:a16="http://schemas.microsoft.com/office/drawing/2014/main" id="{CDBC7CE0-0879-45B5-AFA4-6FBC827BC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5" name="Arc 69">
                <a:extLst>
                  <a:ext uri="{FF2B5EF4-FFF2-40B4-BE49-F238E27FC236}">
                    <a16:creationId xmlns:a16="http://schemas.microsoft.com/office/drawing/2014/main" id="{EF79D43A-0C51-4E97-8604-4375DC23223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1" name="Group 70">
              <a:extLst>
                <a:ext uri="{FF2B5EF4-FFF2-40B4-BE49-F238E27FC236}">
                  <a16:creationId xmlns:a16="http://schemas.microsoft.com/office/drawing/2014/main" id="{4783E68C-8014-4A00-8E20-87D6BE27E7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304"/>
              <a:ext cx="1652" cy="93"/>
              <a:chOff x="508" y="867"/>
              <a:chExt cx="1652" cy="141"/>
            </a:xfrm>
          </p:grpSpPr>
          <p:sp>
            <p:nvSpPr>
              <p:cNvPr id="47190" name="Arc 71">
                <a:extLst>
                  <a:ext uri="{FF2B5EF4-FFF2-40B4-BE49-F238E27FC236}">
                    <a16:creationId xmlns:a16="http://schemas.microsoft.com/office/drawing/2014/main" id="{9C44676A-1EAE-4B62-9D2A-C67BD6C95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91" name="Line 72">
                <a:extLst>
                  <a:ext uri="{FF2B5EF4-FFF2-40B4-BE49-F238E27FC236}">
                    <a16:creationId xmlns:a16="http://schemas.microsoft.com/office/drawing/2014/main" id="{28037B01-8A1A-4A0A-A724-F61FB0C63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92" name="Arc 73">
                <a:extLst>
                  <a:ext uri="{FF2B5EF4-FFF2-40B4-BE49-F238E27FC236}">
                    <a16:creationId xmlns:a16="http://schemas.microsoft.com/office/drawing/2014/main" id="{27A78A2F-B4D7-40CF-B371-AB8548C9568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2" name="Group 74">
              <a:extLst>
                <a:ext uri="{FF2B5EF4-FFF2-40B4-BE49-F238E27FC236}">
                  <a16:creationId xmlns:a16="http://schemas.microsoft.com/office/drawing/2014/main" id="{E8CD3013-6172-45D3-B5A2-5FE430112A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352"/>
              <a:ext cx="1652" cy="93"/>
              <a:chOff x="508" y="867"/>
              <a:chExt cx="1652" cy="141"/>
            </a:xfrm>
          </p:grpSpPr>
          <p:sp>
            <p:nvSpPr>
              <p:cNvPr id="47187" name="Arc 75">
                <a:extLst>
                  <a:ext uri="{FF2B5EF4-FFF2-40B4-BE49-F238E27FC236}">
                    <a16:creationId xmlns:a16="http://schemas.microsoft.com/office/drawing/2014/main" id="{33D23BA4-FF00-412D-BA6C-C9526D2FF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88" name="Line 76">
                <a:extLst>
                  <a:ext uri="{FF2B5EF4-FFF2-40B4-BE49-F238E27FC236}">
                    <a16:creationId xmlns:a16="http://schemas.microsoft.com/office/drawing/2014/main" id="{41754670-5CE9-44E5-9C76-68AB926E11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89" name="Arc 77">
                <a:extLst>
                  <a:ext uri="{FF2B5EF4-FFF2-40B4-BE49-F238E27FC236}">
                    <a16:creationId xmlns:a16="http://schemas.microsoft.com/office/drawing/2014/main" id="{89333686-F224-45FA-B9E8-B0AA8B1B4BD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7183" name="Group 78">
              <a:extLst>
                <a:ext uri="{FF2B5EF4-FFF2-40B4-BE49-F238E27FC236}">
                  <a16:creationId xmlns:a16="http://schemas.microsoft.com/office/drawing/2014/main" id="{4DE06BC1-D0B6-4739-AFDF-6A09766F5C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" y="2400"/>
              <a:ext cx="1652" cy="93"/>
              <a:chOff x="508" y="867"/>
              <a:chExt cx="1652" cy="141"/>
            </a:xfrm>
          </p:grpSpPr>
          <p:sp>
            <p:nvSpPr>
              <p:cNvPr id="47184" name="Arc 79">
                <a:extLst>
                  <a:ext uri="{FF2B5EF4-FFF2-40B4-BE49-F238E27FC236}">
                    <a16:creationId xmlns:a16="http://schemas.microsoft.com/office/drawing/2014/main" id="{F5B2A026-207D-4433-A306-41D5770AC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" y="912"/>
                <a:ext cx="596" cy="96"/>
              </a:xfrm>
              <a:custGeom>
                <a:avLst/>
                <a:gdLst>
                  <a:gd name="T0" fmla="*/ 0 w 21600"/>
                  <a:gd name="T1" fmla="*/ 0 h 25929"/>
                  <a:gd name="T2" fmla="*/ 0 w 21600"/>
                  <a:gd name="T3" fmla="*/ 0 h 25929"/>
                  <a:gd name="T4" fmla="*/ 0 w 21600"/>
                  <a:gd name="T5" fmla="*/ 0 h 25929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5929"/>
                  <a:gd name="T11" fmla="*/ 21600 w 21600"/>
                  <a:gd name="T12" fmla="*/ 25929 h 259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5929" fill="none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</a:path>
                  <a:path w="21600" h="25929" stroke="0" extrusionOk="0">
                    <a:moveTo>
                      <a:pt x="7016" y="25929"/>
                    </a:moveTo>
                    <a:cubicBezTo>
                      <a:pt x="2546" y="21837"/>
                      <a:pt x="0" y="16055"/>
                      <a:pt x="0" y="9995"/>
                    </a:cubicBezTo>
                    <a:cubicBezTo>
                      <a:pt x="-1" y="6514"/>
                      <a:pt x="841" y="3085"/>
                      <a:pt x="2451" y="-1"/>
                    </a:cubicBezTo>
                    <a:lnTo>
                      <a:pt x="21600" y="9995"/>
                    </a:lnTo>
                    <a:lnTo>
                      <a:pt x="7016" y="2592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185" name="Line 80">
                <a:extLst>
                  <a:ext uri="{FF2B5EF4-FFF2-40B4-BE49-F238E27FC236}">
                    <a16:creationId xmlns:a16="http://schemas.microsoft.com/office/drawing/2014/main" id="{F9FB0303-6ECE-41E1-AB28-DEE69C5AE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960"/>
                <a:ext cx="1344" cy="48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186" name="Arc 81">
                <a:extLst>
                  <a:ext uri="{FF2B5EF4-FFF2-40B4-BE49-F238E27FC236}">
                    <a16:creationId xmlns:a16="http://schemas.microsoft.com/office/drawing/2014/main" id="{DA6D441E-89F7-4DF8-A738-9F36FC7B14D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1872" y="867"/>
                <a:ext cx="288" cy="93"/>
              </a:xfrm>
              <a:custGeom>
                <a:avLst/>
                <a:gdLst>
                  <a:gd name="T0" fmla="*/ 0 w 21600"/>
                  <a:gd name="T1" fmla="*/ 0 h 36360"/>
                  <a:gd name="T2" fmla="*/ 0 w 21600"/>
                  <a:gd name="T3" fmla="*/ 0 h 36360"/>
                  <a:gd name="T4" fmla="*/ 0 w 21600"/>
                  <a:gd name="T5" fmla="*/ 0 h 363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6360"/>
                  <a:gd name="T11" fmla="*/ 21600 w 21600"/>
                  <a:gd name="T12" fmla="*/ 36360 h 36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6360" fill="none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</a:path>
                  <a:path w="21600" h="36360" stroke="0" extrusionOk="0">
                    <a:moveTo>
                      <a:pt x="15630" y="36359"/>
                    </a:moveTo>
                    <a:cubicBezTo>
                      <a:pt x="6375" y="33698"/>
                      <a:pt x="0" y="25231"/>
                      <a:pt x="0" y="15601"/>
                    </a:cubicBezTo>
                    <a:cubicBezTo>
                      <a:pt x="-1" y="9709"/>
                      <a:pt x="2406" y="4074"/>
                      <a:pt x="6661" y="0"/>
                    </a:cubicBezTo>
                    <a:lnTo>
                      <a:pt x="21600" y="15601"/>
                    </a:lnTo>
                    <a:lnTo>
                      <a:pt x="15630" y="36359"/>
                    </a:lnTo>
                    <a:close/>
                  </a:path>
                </a:pathLst>
              </a:cu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0" name="Group 82">
            <a:extLst>
              <a:ext uri="{FF2B5EF4-FFF2-40B4-BE49-F238E27FC236}">
                <a16:creationId xmlns:a16="http://schemas.microsoft.com/office/drawing/2014/main" id="{016E918F-E9F5-4EF2-ABD2-2593DECC0F7A}"/>
              </a:ext>
            </a:extLst>
          </p:cNvPr>
          <p:cNvGrpSpPr>
            <a:grpSpLocks/>
          </p:cNvGrpSpPr>
          <p:nvPr/>
        </p:nvGrpSpPr>
        <p:grpSpPr bwMode="auto">
          <a:xfrm>
            <a:off x="379413" y="3019425"/>
            <a:ext cx="2563812" cy="381000"/>
            <a:chOff x="402" y="1797"/>
            <a:chExt cx="1536" cy="240"/>
          </a:xfrm>
        </p:grpSpPr>
        <p:sp>
          <p:nvSpPr>
            <p:cNvPr id="47161" name="Rectangle 83">
              <a:extLst>
                <a:ext uri="{FF2B5EF4-FFF2-40B4-BE49-F238E27FC236}">
                  <a16:creationId xmlns:a16="http://schemas.microsoft.com/office/drawing/2014/main" id="{D840A2D6-4BBA-454D-B9BA-F70A6B4AB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97"/>
              <a:ext cx="1536" cy="240"/>
            </a:xfrm>
            <a:prstGeom prst="rect">
              <a:avLst/>
            </a:prstGeom>
            <a:gradFill rotWithShape="1">
              <a:gsLst>
                <a:gs pos="0">
                  <a:srgbClr val="EAEAEA"/>
                </a:gs>
                <a:gs pos="50000">
                  <a:srgbClr val="6C6C6C"/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600">
                <a:solidFill>
                  <a:schemeClr val="accent2"/>
                </a:solidFill>
              </a:endParaRPr>
            </a:p>
          </p:txBody>
        </p:sp>
        <p:sp>
          <p:nvSpPr>
            <p:cNvPr id="245844" name="Rectangle 84">
              <a:extLst>
                <a:ext uri="{FF2B5EF4-FFF2-40B4-BE49-F238E27FC236}">
                  <a16:creationId xmlns:a16="http://schemas.microsoft.com/office/drawing/2014/main" id="{E095C1A1-5856-4B7C-BD99-A06D66FD1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1797"/>
              <a:ext cx="192" cy="240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245845" name="Rectangle 85">
              <a:extLst>
                <a:ext uri="{FF2B5EF4-FFF2-40B4-BE49-F238E27FC236}">
                  <a16:creationId xmlns:a16="http://schemas.microsoft.com/office/drawing/2014/main" id="{4ACBA84C-B2D3-4650-8EE9-5CBD9637E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" y="1797"/>
              <a:ext cx="192" cy="240"/>
            </a:xfrm>
            <a:prstGeom prst="rect">
              <a:avLst/>
            </a:prstGeom>
            <a:gradFill rotWithShape="1">
              <a:gsLst>
                <a:gs pos="0">
                  <a:schemeClr val="bg1">
                    <a:gamma/>
                    <a:shade val="0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</p:grpSp>
      <p:grpSp>
        <p:nvGrpSpPr>
          <p:cNvPr id="21" name="Group 86">
            <a:extLst>
              <a:ext uri="{FF2B5EF4-FFF2-40B4-BE49-F238E27FC236}">
                <a16:creationId xmlns:a16="http://schemas.microsoft.com/office/drawing/2014/main" id="{8352321C-A2FE-4AC6-BC4B-14FA2C4429DB}"/>
              </a:ext>
            </a:extLst>
          </p:cNvPr>
          <p:cNvGrpSpPr>
            <a:grpSpLocks/>
          </p:cNvGrpSpPr>
          <p:nvPr/>
        </p:nvGrpSpPr>
        <p:grpSpPr bwMode="auto">
          <a:xfrm>
            <a:off x="1477963" y="2514600"/>
            <a:ext cx="441325" cy="1433513"/>
            <a:chOff x="1076" y="1479"/>
            <a:chExt cx="278" cy="903"/>
          </a:xfrm>
        </p:grpSpPr>
        <p:sp>
          <p:nvSpPr>
            <p:cNvPr id="47159" name="Text Box 87">
              <a:extLst>
                <a:ext uri="{FF2B5EF4-FFF2-40B4-BE49-F238E27FC236}">
                  <a16:creationId xmlns:a16="http://schemas.microsoft.com/office/drawing/2014/main" id="{101DACF7-70D2-4E3F-8ABC-5FD59BF384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2055"/>
              <a:ext cx="278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N</a:t>
              </a:r>
            </a:p>
          </p:txBody>
        </p:sp>
        <p:sp>
          <p:nvSpPr>
            <p:cNvPr id="47160" name="Text Box 88">
              <a:extLst>
                <a:ext uri="{FF2B5EF4-FFF2-40B4-BE49-F238E27FC236}">
                  <a16:creationId xmlns:a16="http://schemas.microsoft.com/office/drawing/2014/main" id="{D3E6058F-6BCB-4EA9-80EA-6D12C093E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6" y="1479"/>
              <a:ext cx="241" cy="32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/>
                <a:t>S</a:t>
              </a:r>
            </a:p>
          </p:txBody>
        </p:sp>
      </p:grpSp>
      <p:pic>
        <p:nvPicPr>
          <p:cNvPr id="245849" name="Picture 89">
            <a:extLst>
              <a:ext uri="{FF2B5EF4-FFF2-40B4-BE49-F238E27FC236}">
                <a16:creationId xmlns:a16="http://schemas.microsoft.com/office/drawing/2014/main" id="{93C72444-61E6-4C2D-989E-309BC74C8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4963" y="5151438"/>
            <a:ext cx="695325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" name="Group 90">
            <a:extLst>
              <a:ext uri="{FF2B5EF4-FFF2-40B4-BE49-F238E27FC236}">
                <a16:creationId xmlns:a16="http://schemas.microsoft.com/office/drawing/2014/main" id="{A164AAD3-B342-48D3-BB4C-C8D0407EF2C3}"/>
              </a:ext>
            </a:extLst>
          </p:cNvPr>
          <p:cNvGrpSpPr>
            <a:grpSpLocks/>
          </p:cNvGrpSpPr>
          <p:nvPr/>
        </p:nvGrpSpPr>
        <p:grpSpPr bwMode="auto">
          <a:xfrm>
            <a:off x="3232150" y="2243138"/>
            <a:ext cx="2743200" cy="2667000"/>
            <a:chOff x="2736" y="1344"/>
            <a:chExt cx="1728" cy="1680"/>
          </a:xfrm>
        </p:grpSpPr>
        <p:grpSp>
          <p:nvGrpSpPr>
            <p:cNvPr id="47141" name="Group 91">
              <a:extLst>
                <a:ext uri="{FF2B5EF4-FFF2-40B4-BE49-F238E27FC236}">
                  <a16:creationId xmlns:a16="http://schemas.microsoft.com/office/drawing/2014/main" id="{B6467C8F-3895-42BC-B49E-E66318252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7" y="1440"/>
              <a:ext cx="1536" cy="1488"/>
              <a:chOff x="2837" y="1440"/>
              <a:chExt cx="1536" cy="1488"/>
            </a:xfrm>
          </p:grpSpPr>
          <p:sp>
            <p:nvSpPr>
              <p:cNvPr id="47157" name="Oval 92">
                <a:extLst>
                  <a:ext uri="{FF2B5EF4-FFF2-40B4-BE49-F238E27FC236}">
                    <a16:creationId xmlns:a16="http://schemas.microsoft.com/office/drawing/2014/main" id="{AABE417C-6F06-43D3-84BA-E012C94377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7" y="1440"/>
                <a:ext cx="1536" cy="1488"/>
              </a:xfrm>
              <a:prstGeom prst="ellipse">
                <a:avLst/>
              </a:prstGeom>
              <a:solidFill>
                <a:srgbClr val="F4F3F4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8" name="Oval 93">
                <a:extLst>
                  <a:ext uri="{FF2B5EF4-FFF2-40B4-BE49-F238E27FC236}">
                    <a16:creationId xmlns:a16="http://schemas.microsoft.com/office/drawing/2014/main" id="{478457E0-AA27-4EA6-9179-7BA8DEFA19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3024" y="1632"/>
                <a:ext cx="1152" cy="110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2" name="Group 94">
              <a:extLst>
                <a:ext uri="{FF2B5EF4-FFF2-40B4-BE49-F238E27FC236}">
                  <a16:creationId xmlns:a16="http://schemas.microsoft.com/office/drawing/2014/main" id="{992EE7A3-3794-4604-8175-AA590B11F9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344"/>
              <a:ext cx="624" cy="1680"/>
              <a:chOff x="4752" y="1392"/>
              <a:chExt cx="624" cy="1680"/>
            </a:xfrm>
          </p:grpSpPr>
          <p:sp>
            <p:nvSpPr>
              <p:cNvPr id="47149" name="Oval 95">
                <a:extLst>
                  <a:ext uri="{FF2B5EF4-FFF2-40B4-BE49-F238E27FC236}">
                    <a16:creationId xmlns:a16="http://schemas.microsoft.com/office/drawing/2014/main" id="{AEC2F1C6-4DE4-4A8B-8FC5-854EA8331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2496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0" name="Oval 96">
                <a:extLst>
                  <a:ext uri="{FF2B5EF4-FFF2-40B4-BE49-F238E27FC236}">
                    <a16:creationId xmlns:a16="http://schemas.microsoft.com/office/drawing/2014/main" id="{7867E958-7822-40A6-856A-FD1E4EF60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2496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1" name="Oval 97">
                <a:extLst>
                  <a:ext uri="{FF2B5EF4-FFF2-40B4-BE49-F238E27FC236}">
                    <a16:creationId xmlns:a16="http://schemas.microsoft.com/office/drawing/2014/main" id="{E1E0FA9E-A35C-49DC-9464-DAD4621DA7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96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2" name="Oval 98">
                <a:extLst>
                  <a:ext uri="{FF2B5EF4-FFF2-40B4-BE49-F238E27FC236}">
                    <a16:creationId xmlns:a16="http://schemas.microsoft.com/office/drawing/2014/main" id="{24A5B36A-EC3E-4958-99D7-E915E614C1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96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3" name="Oval 99">
                <a:extLst>
                  <a:ext uri="{FF2B5EF4-FFF2-40B4-BE49-F238E27FC236}">
                    <a16:creationId xmlns:a16="http://schemas.microsoft.com/office/drawing/2014/main" id="{225D9F37-4213-4549-B8F4-625864EE8D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1392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4" name="Oval 100">
                <a:extLst>
                  <a:ext uri="{FF2B5EF4-FFF2-40B4-BE49-F238E27FC236}">
                    <a16:creationId xmlns:a16="http://schemas.microsoft.com/office/drawing/2014/main" id="{DFEE230D-A7DB-4E37-8191-EEFD33AC6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1392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5" name="Oval 101">
                <a:extLst>
                  <a:ext uri="{FF2B5EF4-FFF2-40B4-BE49-F238E27FC236}">
                    <a16:creationId xmlns:a16="http://schemas.microsoft.com/office/drawing/2014/main" id="{9CF98DA2-F6B2-4A2F-AE4B-38DC5D1AA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3024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56" name="Oval 102">
                <a:extLst>
                  <a:ext uri="{FF2B5EF4-FFF2-40B4-BE49-F238E27FC236}">
                    <a16:creationId xmlns:a16="http://schemas.microsoft.com/office/drawing/2014/main" id="{9EC58F6C-37C7-499D-BF65-7F69BFD59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28" y="3024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3" name="Group 103">
              <a:extLst>
                <a:ext uri="{FF2B5EF4-FFF2-40B4-BE49-F238E27FC236}">
                  <a16:creationId xmlns:a16="http://schemas.microsoft.com/office/drawing/2014/main" id="{8201E226-8B62-49F3-AF5A-48EE08535B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920"/>
              <a:ext cx="48" cy="576"/>
              <a:chOff x="4416" y="1920"/>
              <a:chExt cx="48" cy="576"/>
            </a:xfrm>
          </p:grpSpPr>
          <p:sp>
            <p:nvSpPr>
              <p:cNvPr id="47147" name="Oval 104">
                <a:extLst>
                  <a:ext uri="{FF2B5EF4-FFF2-40B4-BE49-F238E27FC236}">
                    <a16:creationId xmlns:a16="http://schemas.microsoft.com/office/drawing/2014/main" id="{F20B8138-FBAE-4B2C-AA6D-15E9FB1D2D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44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48" name="Oval 105">
                <a:extLst>
                  <a:ext uri="{FF2B5EF4-FFF2-40B4-BE49-F238E27FC236}">
                    <a16:creationId xmlns:a16="http://schemas.microsoft.com/office/drawing/2014/main" id="{BFD7597A-749B-47A5-B756-D279C3A4E6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920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47144" name="Group 106">
              <a:extLst>
                <a:ext uri="{FF2B5EF4-FFF2-40B4-BE49-F238E27FC236}">
                  <a16:creationId xmlns:a16="http://schemas.microsoft.com/office/drawing/2014/main" id="{2365EF57-E751-4BD7-9DF7-A788AD04F8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1920"/>
              <a:ext cx="48" cy="576"/>
              <a:chOff x="2736" y="1920"/>
              <a:chExt cx="48" cy="576"/>
            </a:xfrm>
          </p:grpSpPr>
          <p:sp>
            <p:nvSpPr>
              <p:cNvPr id="47145" name="Oval 107">
                <a:extLst>
                  <a:ext uri="{FF2B5EF4-FFF2-40B4-BE49-F238E27FC236}">
                    <a16:creationId xmlns:a16="http://schemas.microsoft.com/office/drawing/2014/main" id="{E6D28F55-C65E-47DB-92B8-522FD01B38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2448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47146" name="Oval 108">
                <a:extLst>
                  <a:ext uri="{FF2B5EF4-FFF2-40B4-BE49-F238E27FC236}">
                    <a16:creationId xmlns:a16="http://schemas.microsoft.com/office/drawing/2014/main" id="{84F36D9C-5563-4FF2-B180-46515C9B9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920"/>
                <a:ext cx="48" cy="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600">
                  <a:solidFill>
                    <a:schemeClr val="accent2"/>
                  </a:solidFill>
                </a:endParaRPr>
              </a:p>
            </p:txBody>
          </p:sp>
        </p:grpSp>
      </p:grpSp>
      <p:sp>
        <p:nvSpPr>
          <p:cNvPr id="245869" name="Oval 109">
            <a:extLst>
              <a:ext uri="{FF2B5EF4-FFF2-40B4-BE49-F238E27FC236}">
                <a16:creationId xmlns:a16="http://schemas.microsoft.com/office/drawing/2014/main" id="{F48296AC-FAEE-484C-9E6A-BF5A7BB2A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6950" y="2547938"/>
            <a:ext cx="2133600" cy="20574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600">
              <a:solidFill>
                <a:schemeClr val="accent2"/>
              </a:solidFill>
            </a:endParaRPr>
          </a:p>
        </p:txBody>
      </p:sp>
      <p:graphicFrame>
        <p:nvGraphicFramePr>
          <p:cNvPr id="245870" name="Object 2">
            <a:extLst>
              <a:ext uri="{FF2B5EF4-FFF2-40B4-BE49-F238E27FC236}">
                <a16:creationId xmlns:a16="http://schemas.microsoft.com/office/drawing/2014/main" id="{FE2178C7-8B04-4A51-AAF0-E752849DA9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2288" y="2492375"/>
          <a:ext cx="2952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0" name="公式" r:id="rId11" imgW="234933" imgH="381077" progId="Equation.3">
                  <p:embed/>
                </p:oleObj>
              </mc:Choice>
              <mc:Fallback>
                <p:oleObj name="公式" r:id="rId11" imgW="234933" imgH="38107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2288" y="2492375"/>
                        <a:ext cx="2952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1" name="Object 3">
            <a:extLst>
              <a:ext uri="{FF2B5EF4-FFF2-40B4-BE49-F238E27FC236}">
                <a16:creationId xmlns:a16="http://schemas.microsoft.com/office/drawing/2014/main" id="{B5A3F19C-C661-4ACD-A85C-1DEB301FC1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3213100"/>
          <a:ext cx="4302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1" name="公式" r:id="rId13" imgW="349387" imgH="381077" progId="Equation.3">
                  <p:embed/>
                </p:oleObj>
              </mc:Choice>
              <mc:Fallback>
                <p:oleObj name="公式" r:id="rId13" imgW="349387" imgH="38107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13100"/>
                        <a:ext cx="430213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2" name="Object 4">
            <a:extLst>
              <a:ext uri="{FF2B5EF4-FFF2-40B4-BE49-F238E27FC236}">
                <a16:creationId xmlns:a16="http://schemas.microsoft.com/office/drawing/2014/main" id="{E182A20C-8C18-4FE6-AFA6-2417CAF18D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72113" y="4191000"/>
          <a:ext cx="4492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2" name="公式" r:id="rId15" imgW="298416" imgH="381077" progId="Equation.3">
                  <p:embed/>
                </p:oleObj>
              </mc:Choice>
              <mc:Fallback>
                <p:oleObj name="公式" r:id="rId15" imgW="298416" imgH="38107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2113" y="4191000"/>
                        <a:ext cx="4492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3" name="Object 5">
            <a:extLst>
              <a:ext uri="{FF2B5EF4-FFF2-40B4-BE49-F238E27FC236}">
                <a16:creationId xmlns:a16="http://schemas.microsoft.com/office/drawing/2014/main" id="{7AC9D2CF-C9F9-42AE-ACDA-9DB3F576A9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3838" y="2992438"/>
          <a:ext cx="2794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3" name="Equation" r:id="rId17" imgW="228600" imgH="330200" progId="Equation.DSMT4">
                  <p:embed/>
                </p:oleObj>
              </mc:Choice>
              <mc:Fallback>
                <p:oleObj name="Equation" r:id="rId17" imgW="228600" imgH="33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838" y="2992438"/>
                        <a:ext cx="279400" cy="40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74" name="Line 114">
            <a:extLst>
              <a:ext uri="{FF2B5EF4-FFF2-40B4-BE49-F238E27FC236}">
                <a16:creationId xmlns:a16="http://schemas.microsoft.com/office/drawing/2014/main" id="{D8559714-AC5E-4A66-AA60-EE1AB7AC821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92688" y="3538538"/>
            <a:ext cx="60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5" name="Line 115">
            <a:extLst>
              <a:ext uri="{FF2B5EF4-FFF2-40B4-BE49-F238E27FC236}">
                <a16:creationId xmlns:a16="http://schemas.microsoft.com/office/drawing/2014/main" id="{6B05A075-61C9-4267-8E0A-401B973978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46750" y="2928938"/>
            <a:ext cx="0" cy="53340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6" name="Line 116">
            <a:extLst>
              <a:ext uri="{FF2B5EF4-FFF2-40B4-BE49-F238E27FC236}">
                <a16:creationId xmlns:a16="http://schemas.microsoft.com/office/drawing/2014/main" id="{E9D3EB27-42B7-4D15-95B8-A773CBC6F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78488" y="3538538"/>
            <a:ext cx="0" cy="533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77" name="Line 117">
            <a:extLst>
              <a:ext uri="{FF2B5EF4-FFF2-40B4-BE49-F238E27FC236}">
                <a16:creationId xmlns:a16="http://schemas.microsoft.com/office/drawing/2014/main" id="{A22BB081-09D8-4BA9-AEBF-6BBD14425E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78488" y="2928938"/>
            <a:ext cx="0" cy="533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7" name="Group 118">
            <a:extLst>
              <a:ext uri="{FF2B5EF4-FFF2-40B4-BE49-F238E27FC236}">
                <a16:creationId xmlns:a16="http://schemas.microsoft.com/office/drawing/2014/main" id="{3B6CA2D7-D99C-46B5-8B2A-F5EC7D54A660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3462338"/>
            <a:ext cx="152400" cy="152400"/>
            <a:chOff x="4608" y="2352"/>
            <a:chExt cx="96" cy="96"/>
          </a:xfrm>
        </p:grpSpPr>
        <p:sp>
          <p:nvSpPr>
            <p:cNvPr id="47139" name="Oval 119">
              <a:extLst>
                <a:ext uri="{FF2B5EF4-FFF2-40B4-BE49-F238E27FC236}">
                  <a16:creationId xmlns:a16="http://schemas.microsoft.com/office/drawing/2014/main" id="{9E913F93-78AD-4DDF-AEF1-0C95F8C8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352"/>
              <a:ext cx="96" cy="96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800" b="1" i="1"/>
            </a:p>
          </p:txBody>
        </p:sp>
        <p:sp>
          <p:nvSpPr>
            <p:cNvPr id="47140" name="Line 120">
              <a:extLst>
                <a:ext uri="{FF2B5EF4-FFF2-40B4-BE49-F238E27FC236}">
                  <a16:creationId xmlns:a16="http://schemas.microsoft.com/office/drawing/2014/main" id="{925DBBB9-E424-48DE-808A-1727F0325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40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81" name="Text Box 121">
            <a:extLst>
              <a:ext uri="{FF2B5EF4-FFF2-40B4-BE49-F238E27FC236}">
                <a16:creationId xmlns:a16="http://schemas.microsoft.com/office/drawing/2014/main" id="{F4A21719-BBCB-42BD-A34B-697CC3E2F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38" y="2395538"/>
            <a:ext cx="2490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电子受力</a:t>
            </a:r>
            <a:endParaRPr lang="zh-CN" altLang="en-US" sz="2800"/>
          </a:p>
        </p:txBody>
      </p:sp>
      <p:graphicFrame>
        <p:nvGraphicFramePr>
          <p:cNvPr id="245882" name="Object 6">
            <a:extLst>
              <a:ext uri="{FF2B5EF4-FFF2-40B4-BE49-F238E27FC236}">
                <a16:creationId xmlns:a16="http://schemas.microsoft.com/office/drawing/2014/main" id="{5BDF9669-D76D-4AB2-B085-6A5728CF6C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2941638"/>
          <a:ext cx="12874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4" name="公式" r:id="rId19" imgW="1339627" imgH="343016" progId="Equation.3">
                  <p:embed/>
                </p:oleObj>
              </mc:Choice>
              <mc:Fallback>
                <p:oleObj name="公式" r:id="rId19" imgW="1339627" imgH="34301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2941638"/>
                        <a:ext cx="12874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3" name="Text Box 123">
            <a:extLst>
              <a:ext uri="{FF2B5EF4-FFF2-40B4-BE49-F238E27FC236}">
                <a16:creationId xmlns:a16="http://schemas.microsoft.com/office/drawing/2014/main" id="{B9AE7EA6-9EB2-480A-B53A-F32A97FC6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8" y="3429000"/>
            <a:ext cx="257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（切向加速）</a:t>
            </a:r>
            <a:endParaRPr lang="zh-CN" altLang="en-US" sz="2400">
              <a:ea typeface="黑体" panose="02010609060101010101" pitchFamily="49" charset="-122"/>
            </a:endParaRPr>
          </a:p>
        </p:txBody>
      </p:sp>
      <p:graphicFrame>
        <p:nvGraphicFramePr>
          <p:cNvPr id="245884" name="Object 7">
            <a:extLst>
              <a:ext uri="{FF2B5EF4-FFF2-40B4-BE49-F238E27FC236}">
                <a16:creationId xmlns:a16="http://schemas.microsoft.com/office/drawing/2014/main" id="{7C47B896-A91D-4AA5-B259-DF8090AC9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0625" y="3927475"/>
          <a:ext cx="1966913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5" name="Equation" r:id="rId21" imgW="1815980" imgH="381077" progId="Equation.DSMT4">
                  <p:embed/>
                </p:oleObj>
              </mc:Choice>
              <mc:Fallback>
                <p:oleObj name="Equation" r:id="rId21" imgW="1815980" imgH="38107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0625" y="3927475"/>
                        <a:ext cx="1966913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bg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85" name="Text Box 125">
            <a:extLst>
              <a:ext uri="{FF2B5EF4-FFF2-40B4-BE49-F238E27FC236}">
                <a16:creationId xmlns:a16="http://schemas.microsoft.com/office/drawing/2014/main" id="{B7B3AA82-1A3B-4CBB-A68F-2CBF316E8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4473575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黑体" panose="02010609060101010101" pitchFamily="49" charset="-122"/>
              </a:rPr>
              <a:t>（向心力）</a:t>
            </a: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245886" name="Line 126">
            <a:extLst>
              <a:ext uri="{FF2B5EF4-FFF2-40B4-BE49-F238E27FC236}">
                <a16:creationId xmlns:a16="http://schemas.microsoft.com/office/drawing/2014/main" id="{96E3C715-1601-440E-BDEF-0A9D1FB7DA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48275" y="4205288"/>
            <a:ext cx="215900" cy="2159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87" name="Text Box 127">
            <a:extLst>
              <a:ext uri="{FF2B5EF4-FFF2-40B4-BE49-F238E27FC236}">
                <a16:creationId xmlns:a16="http://schemas.microsoft.com/office/drawing/2014/main" id="{10F5258E-4353-4142-9BD8-A87DDF6B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6067425"/>
            <a:ext cx="7778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在电流 </a:t>
            </a:r>
            <a:r>
              <a:rPr lang="en-US" altLang="zh-CN" sz="2800" b="1" i="1"/>
              <a:t>I </a:t>
            </a:r>
            <a:r>
              <a:rPr lang="zh-CN" altLang="en-US" sz="2800" b="1"/>
              <a:t>的变化周期里，始终能给电子加速</a:t>
            </a:r>
            <a:endParaRPr lang="zh-CN" altLang="en-US" sz="2800"/>
          </a:p>
        </p:txBody>
      </p:sp>
      <p:sp>
        <p:nvSpPr>
          <p:cNvPr id="245888" name="Text Box 128">
            <a:extLst>
              <a:ext uri="{FF2B5EF4-FFF2-40B4-BE49-F238E27FC236}">
                <a16:creationId xmlns:a16="http://schemas.microsoft.com/office/drawing/2014/main" id="{A348B1A4-ACB2-47FB-9B83-8FD87E00D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088" y="5049838"/>
            <a:ext cx="4343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电子在管中沿逆时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针方向加速运动</a:t>
            </a:r>
          </a:p>
        </p:txBody>
      </p:sp>
      <p:graphicFrame>
        <p:nvGraphicFramePr>
          <p:cNvPr id="245889" name="Object 8">
            <a:extLst>
              <a:ext uri="{FF2B5EF4-FFF2-40B4-BE49-F238E27FC236}">
                <a16:creationId xmlns:a16="http://schemas.microsoft.com/office/drawing/2014/main" id="{A453A3FB-A608-4F9A-8B78-B6033A8491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98925" y="3752850"/>
          <a:ext cx="1025525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6" name="Equation" r:id="rId23" imgW="1193800" imgH="787400" progId="Equation.DSMT4">
                  <p:embed/>
                </p:oleObj>
              </mc:Choice>
              <mc:Fallback>
                <p:oleObj name="Equation" r:id="rId23" imgW="1193800" imgH="787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925" y="3752850"/>
                        <a:ext cx="1025525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90" name="Picture 130" descr="问号">
            <a:extLst>
              <a:ext uri="{FF2B5EF4-FFF2-40B4-BE49-F238E27FC236}">
                <a16:creationId xmlns:a16="http://schemas.microsoft.com/office/drawing/2014/main" id="{6517AF53-3017-4DDC-9E6B-1B0AC9B670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50" y="5949950"/>
            <a:ext cx="649288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91" name="AutoShape 131">
            <a:extLst>
              <a:ext uri="{FF2B5EF4-FFF2-40B4-BE49-F238E27FC236}">
                <a16:creationId xmlns:a16="http://schemas.microsoft.com/office/drawing/2014/main" id="{A8C4F9F1-29E5-44F0-A45A-CC0811A5D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4652963"/>
            <a:ext cx="2771775" cy="1331912"/>
          </a:xfrm>
          <a:prstGeom prst="wedgeEllipseCallout">
            <a:avLst>
              <a:gd name="adj1" fmla="val -59106"/>
              <a:gd name="adj2" fmla="val -53815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400" b="1">
              <a:solidFill>
                <a:srgbClr val="FF0000"/>
              </a:solidFill>
            </a:endParaRPr>
          </a:p>
        </p:txBody>
      </p:sp>
      <p:sp>
        <p:nvSpPr>
          <p:cNvPr id="245892" name="Text Box 132">
            <a:extLst>
              <a:ext uri="{FF2B5EF4-FFF2-40B4-BE49-F238E27FC236}">
                <a16:creationId xmlns:a16="http://schemas.microsoft.com/office/drawing/2014/main" id="{D10E6F86-ABE5-439D-8538-A320DDD39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868863"/>
            <a:ext cx="26638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只有前</a:t>
            </a:r>
            <a:r>
              <a:rPr lang="en-US" altLang="zh-CN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1/4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周期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给电子加速</a:t>
            </a:r>
          </a:p>
        </p:txBody>
      </p:sp>
      <p:sp>
        <p:nvSpPr>
          <p:cNvPr id="47138" name="Text Box 12">
            <a:extLst>
              <a:ext uri="{FF2B5EF4-FFF2-40B4-BE49-F238E27FC236}">
                <a16:creationId xmlns:a16="http://schemas.microsoft.com/office/drawing/2014/main" id="{E7E37157-CE0E-4348-B5BA-48281AAB7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25</a:t>
            </a:r>
          </a:p>
        </p:txBody>
      </p:sp>
    </p:spTree>
  </p:cSld>
  <p:clrMapOvr>
    <a:masterClrMapping/>
  </p:clrMapOvr>
  <p:transition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5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45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45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245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245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5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245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45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24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245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24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45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3" dur="500"/>
                                        <p:tgtEl>
                                          <p:spTgt spid="245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45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4" dur="500"/>
                                        <p:tgtEl>
                                          <p:spTgt spid="245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24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45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45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2" grpId="0" autoUpdateAnimBg="0"/>
      <p:bldP spid="245763" grpId="0" autoUpdateAnimBg="0"/>
      <p:bldP spid="245765" grpId="0" autoUpdateAnimBg="0"/>
      <p:bldP spid="245766" grpId="0" autoUpdateAnimBg="0"/>
      <p:bldP spid="245869" grpId="0" animBg="1"/>
      <p:bldP spid="245881" grpId="0" autoUpdateAnimBg="0"/>
      <p:bldP spid="245883" grpId="0" autoUpdateAnimBg="0"/>
      <p:bldP spid="245885" grpId="0" autoUpdateAnimBg="0"/>
      <p:bldP spid="245887" grpId="0" autoUpdateAnimBg="0"/>
      <p:bldP spid="245888" grpId="0" autoUpdateAnimBg="0"/>
      <p:bldP spid="245891" grpId="0" animBg="1"/>
      <p:bldP spid="24589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18" name="Picture 2" descr="彩图1">
            <a:extLst>
              <a:ext uri="{FF2B5EF4-FFF2-40B4-BE49-F238E27FC236}">
                <a16:creationId xmlns:a16="http://schemas.microsoft.com/office/drawing/2014/main" id="{F84C6D4E-28F6-4EED-84FB-217F11637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52400"/>
            <a:ext cx="5311775" cy="655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619" name="Text Box 3" descr="粉色砂纸">
            <a:extLst>
              <a:ext uri="{FF2B5EF4-FFF2-40B4-BE49-F238E27FC236}">
                <a16:creationId xmlns:a16="http://schemas.microsoft.com/office/drawing/2014/main" id="{89F52DED-ECCF-4FEC-8230-4C9A96A48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667000"/>
            <a:ext cx="2466975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>
                <a:ea typeface="黑体" panose="02010609060101010101" pitchFamily="49" charset="-122"/>
              </a:rPr>
              <a:t>高能加速器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chemeClr val="bg2"/>
                </a:solidFill>
              </a:rPr>
              <a:t>(accelerator)</a:t>
            </a:r>
            <a:endParaRPr lang="en-US" altLang="zh-CN" sz="2800" b="1">
              <a:solidFill>
                <a:srgbClr val="FF33CC"/>
              </a:solidFill>
            </a:endParaRPr>
          </a:p>
        </p:txBody>
      </p:sp>
      <p:sp>
        <p:nvSpPr>
          <p:cNvPr id="239620" name="Text Box 4">
            <a:extLst>
              <a:ext uri="{FF2B5EF4-FFF2-40B4-BE49-F238E27FC236}">
                <a16:creationId xmlns:a16="http://schemas.microsoft.com/office/drawing/2014/main" id="{344718FA-ED9E-4017-8F0E-D1A7166D6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0" y="4159250"/>
            <a:ext cx="29464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欧洲核子研究中心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粒子加速器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与对撞机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(LHC)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2008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4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月开始运作 </a:t>
            </a:r>
          </a:p>
        </p:txBody>
      </p:sp>
      <p:sp>
        <p:nvSpPr>
          <p:cNvPr id="49157" name="Text Box 12">
            <a:extLst>
              <a:ext uri="{FF2B5EF4-FFF2-40B4-BE49-F238E27FC236}">
                <a16:creationId xmlns:a16="http://schemas.microsoft.com/office/drawing/2014/main" id="{FF2880F6-31E5-4364-B280-99FC147BD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26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9" grpId="0" autoUpdateAnimBg="0"/>
      <p:bldP spid="23962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789" name="Picture 5" descr="上海光源">
            <a:extLst>
              <a:ext uri="{FF2B5EF4-FFF2-40B4-BE49-F238E27FC236}">
                <a16:creationId xmlns:a16="http://schemas.microsoft.com/office/drawing/2014/main" id="{BF1D1E0C-6477-4C17-9123-E2668B1C6D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225425"/>
            <a:ext cx="7912100" cy="55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790" name="Text Box 6">
            <a:extLst>
              <a:ext uri="{FF2B5EF4-FFF2-40B4-BE49-F238E27FC236}">
                <a16:creationId xmlns:a16="http://schemas.microsoft.com/office/drawing/2014/main" id="{0D813281-3DF4-49F4-A9FA-4251566C6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304800"/>
            <a:ext cx="2636838" cy="57943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lang="zh-CN" altLang="en-US">
                <a:solidFill>
                  <a:srgbClr val="FF0000"/>
                </a:solidFill>
                <a:ea typeface="黑体" panose="02010609060101010101" pitchFamily="49" charset="-122"/>
              </a:rPr>
              <a:t>上海光源”</a:t>
            </a:r>
          </a:p>
        </p:txBody>
      </p:sp>
      <p:sp>
        <p:nvSpPr>
          <p:cNvPr id="51204" name="Text Box 7">
            <a:extLst>
              <a:ext uri="{FF2B5EF4-FFF2-40B4-BE49-F238E27FC236}">
                <a16:creationId xmlns:a16="http://schemas.microsoft.com/office/drawing/2014/main" id="{FF160A28-A296-4318-860D-CFAEE1C12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5895975"/>
            <a:ext cx="7920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FontTx/>
              <a:buNone/>
            </a:pPr>
            <a:r>
              <a:rPr lang="en-US" altLang="zh-CN" sz="2800">
                <a:ea typeface="黑体" panose="02010609060101010101" pitchFamily="49" charset="-122"/>
              </a:rPr>
              <a:t>“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上海光源</a:t>
            </a:r>
            <a:r>
              <a:rPr lang="zh-CN" altLang="en-US" sz="2800">
                <a:ea typeface="黑体" panose="02010609060101010101" pitchFamily="49" charset="-122"/>
              </a:rPr>
              <a:t>”</a:t>
            </a:r>
            <a:r>
              <a:rPr lang="zh-CN" altLang="en-US" sz="2800">
                <a:latin typeface="黑体" panose="02010609060101010101" pitchFamily="49" charset="-122"/>
                <a:ea typeface="黑体" panose="02010609060101010101" pitchFamily="49" charset="-122"/>
              </a:rPr>
              <a:t>光源能量位居世界第四</a:t>
            </a:r>
            <a:r>
              <a:rPr lang="en-US" altLang="zh-CN" sz="2800">
                <a:latin typeface="黑体" panose="02010609060101010101" pitchFamily="49" charset="-122"/>
                <a:ea typeface="黑体" panose="02010609060101010101" pitchFamily="49" charset="-122"/>
              </a:rPr>
              <a:t>(3.5GeV)</a:t>
            </a:r>
            <a:endParaRPr lang="en-US" alt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46798" name="Picture 14" descr="上海光源1">
            <a:extLst>
              <a:ext uri="{FF2B5EF4-FFF2-40B4-BE49-F238E27FC236}">
                <a16:creationId xmlns:a16="http://schemas.microsoft.com/office/drawing/2014/main" id="{074EEA2B-C043-4F59-B972-63E7B82E5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8" y="833438"/>
            <a:ext cx="7458075" cy="49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799" name="Picture 15" descr="上海光源2">
            <a:extLst>
              <a:ext uri="{FF2B5EF4-FFF2-40B4-BE49-F238E27FC236}">
                <a16:creationId xmlns:a16="http://schemas.microsoft.com/office/drawing/2014/main" id="{50AFDB6A-DA77-4671-BDE1-2A8B14103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450" y="1882775"/>
            <a:ext cx="5699125" cy="384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Text Box 12">
            <a:extLst>
              <a:ext uri="{FF2B5EF4-FFF2-40B4-BE49-F238E27FC236}">
                <a16:creationId xmlns:a16="http://schemas.microsoft.com/office/drawing/2014/main" id="{31BB8099-1A01-4DC5-91B1-4231DDD45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643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/>
              <a:t>27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467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67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0" grpId="0" animBg="1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16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Proposal</Template>
  <TotalTime>805</TotalTime>
  <Words>2181</Words>
  <Application>Microsoft Office PowerPoint</Application>
  <PresentationFormat>全屏显示(4:3)</PresentationFormat>
  <Paragraphs>524</Paragraphs>
  <Slides>36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36</vt:i4>
      </vt:variant>
    </vt:vector>
  </HeadingPairs>
  <TitlesOfParts>
    <vt:vector size="51" baseType="lpstr">
      <vt:lpstr>方正姚体</vt:lpstr>
      <vt:lpstr>黑体</vt:lpstr>
      <vt:lpstr>楷体_GB2312</vt:lpstr>
      <vt:lpstr>宋体</vt:lpstr>
      <vt:lpstr>微软雅黑</vt:lpstr>
      <vt:lpstr>Arial</vt:lpstr>
      <vt:lpstr>Book Antiqua</vt:lpstr>
      <vt:lpstr>Times New Roman</vt:lpstr>
      <vt:lpstr>Wingdings</vt:lpstr>
      <vt:lpstr>默认设计模板</vt:lpstr>
      <vt:lpstr>Equation</vt:lpstr>
      <vt:lpstr>公式</vt:lpstr>
      <vt:lpstr>剪辑</vt:lpstr>
      <vt:lpstr>Photo Editor 照片</vt:lpstr>
      <vt:lpstr>BMP 图象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Liuwei</cp:lastModifiedBy>
  <cp:revision>66</cp:revision>
  <dcterms:created xsi:type="dcterms:W3CDTF">2017-06-06T06:14:37Z</dcterms:created>
  <dcterms:modified xsi:type="dcterms:W3CDTF">2024-09-20T02:51:27Z</dcterms:modified>
</cp:coreProperties>
</file>